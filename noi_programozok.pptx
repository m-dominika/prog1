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73" r:id="rId6"/>
  </p:sldIdLst>
  <p:sldSz cx="9144000" cy="5143500" type="screen16x9"/>
  <p:notesSz cx="6858000" cy="9144000"/>
  <p:embeddedFontLst>
    <p:embeddedFont>
      <p:font typeface="Anton" pitchFamily="2" charset="-18"/>
      <p:regular r:id="rId8"/>
    </p:embeddedFont>
    <p:embeddedFont>
      <p:font typeface="Fjalla One" panose="02000506040000020004" pitchFamily="2" charset="0"/>
      <p:regular r:id="rId9"/>
    </p:embeddedFont>
    <p:embeddedFont>
      <p:font typeface="Germania One" panose="020B0604020202020204" charset="0"/>
      <p:regular r:id="rId10"/>
    </p:embeddedFont>
    <p:embeddedFont>
      <p:font typeface="Gloria Hallelujah" panose="020B0604020202020204" charset="0"/>
      <p:regular r:id="rId11"/>
    </p:embeddedFont>
    <p:embeddedFont>
      <p:font typeface="Lora" pitchFamily="2" charset="-18"/>
      <p:regular r:id="rId12"/>
      <p:bold r:id="rId13"/>
      <p:italic r:id="rId14"/>
      <p:boldItalic r:id="rId15"/>
    </p:embeddedFont>
    <p:embeddedFont>
      <p:font typeface="Nunito" pitchFamily="2" charset="-18"/>
      <p:regular r:id="rId16"/>
    </p:embeddedFont>
    <p:embeddedFont>
      <p:font typeface="Roboto Condensed Light" panose="02000000000000000000" pitchFamily="2" charset="0"/>
      <p:regular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04922D-8C51-0241-1FED-4E18C86BECF2}" v="11" dt="2026-03-08T21:14:46.995"/>
    <p1510:client id="{B975ABDD-6AAE-8BBF-CF4E-BB16DC877342}" v="383" dt="2026-03-07T19:52:14.418"/>
    <p1510:client id="{EB234A66-3841-BA66-17C4-C211C91FE92F}" v="92" dt="2026-03-07T20:12:57.179"/>
  </p1510:revLst>
</p1510:revInfo>
</file>

<file path=ppt/tableStyles.xml><?xml version="1.0" encoding="utf-8"?>
<a:tblStyleLst xmlns:a="http://schemas.openxmlformats.org/drawingml/2006/main" def="{36C8BD8A-55A4-4880-BFC8-507FB8D7910D}">
  <a:tblStyle styleId="{36C8BD8A-55A4-4880-BFC8-507FB8D7910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B92AB82-0414-4C53-BA1E-A0F74DEE3157}" styleName="Table_1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7E8"/>
          </a:solidFill>
        </a:fill>
      </a:tcStyle>
    </a:wholeTbl>
    <a:band1H>
      <a:tcTxStyle/>
      <a:tcStyle>
        <a:tcBdr/>
        <a:fill>
          <a:solidFill>
            <a:srgbClr val="CECBC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ECBC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EC3A3B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EC3A3B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C3A3B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EC3A3B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80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microsoft.com/office/2015/10/relationships/revisionInfo" Target="revisionInfo.xml"/><Relationship Id="rId10" Type="http://schemas.openxmlformats.org/officeDocument/2006/relationships/font" Target="fonts/font3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B975ABDD-6AAE-8BBF-CF4E-BB16DC877342}"/>
    <pc:docChg chg="modSld">
      <pc:chgData name="" userId="" providerId="" clId="Web-{B975ABDD-6AAE-8BBF-CF4E-BB16DC877342}" dt="2026-03-07T19:05:27.482" v="5" actId="20577"/>
      <pc:docMkLst>
        <pc:docMk/>
      </pc:docMkLst>
      <pc:sldChg chg="modSp">
        <pc:chgData name="" userId="" providerId="" clId="Web-{B975ABDD-6AAE-8BBF-CF4E-BB16DC877342}" dt="2026-03-07T19:05:27.482" v="5" actId="20577"/>
        <pc:sldMkLst>
          <pc:docMk/>
          <pc:sldMk cId="0" sldId="256"/>
        </pc:sldMkLst>
        <pc:spChg chg="mod">
          <ac:chgData name="" userId="" providerId="" clId="Web-{B975ABDD-6AAE-8BBF-CF4E-BB16DC877342}" dt="2026-03-07T19:05:27.482" v="5" actId="20577"/>
          <ac:spMkLst>
            <pc:docMk/>
            <pc:sldMk cId="0" sldId="256"/>
            <ac:spMk id="1026" creationId="{00000000-0000-0000-0000-000000000000}"/>
          </ac:spMkLst>
        </pc:spChg>
      </pc:sldChg>
    </pc:docChg>
  </pc:docChgLst>
  <pc:docChgLst>
    <pc:chgData name="Gáspár Marianna Dominika" userId="S::gaspar.domi@mailbox.unideb.hu::8dc6e07b-db56-44e9-9f62-5b7e2f28717e" providerId="AD" clId="Web-{B975ABDD-6AAE-8BBF-CF4E-BB16DC877342}"/>
    <pc:docChg chg="modSld">
      <pc:chgData name="Gáspár Marianna Dominika" userId="S::gaspar.domi@mailbox.unideb.hu::8dc6e07b-db56-44e9-9f62-5b7e2f28717e" providerId="AD" clId="Web-{B975ABDD-6AAE-8BBF-CF4E-BB16DC877342}" dt="2026-03-07T19:52:14.418" v="370" actId="1076"/>
      <pc:docMkLst>
        <pc:docMk/>
      </pc:docMkLst>
      <pc:sldChg chg="delSp modSp">
        <pc:chgData name="Gáspár Marianna Dominika" userId="S::gaspar.domi@mailbox.unideb.hu::8dc6e07b-db56-44e9-9f62-5b7e2f28717e" providerId="AD" clId="Web-{B975ABDD-6AAE-8BBF-CF4E-BB16DC877342}" dt="2026-03-07T19:32:36.222" v="356"/>
        <pc:sldMkLst>
          <pc:docMk/>
          <pc:sldMk cId="0" sldId="256"/>
        </pc:sldMkLst>
        <pc:spChg chg="mod">
          <ac:chgData name="Gáspár Marianna Dominika" userId="S::gaspar.domi@mailbox.unideb.hu::8dc6e07b-db56-44e9-9f62-5b7e2f28717e" providerId="AD" clId="Web-{B975ABDD-6AAE-8BBF-CF4E-BB16DC877342}" dt="2026-03-07T19:32:31.316" v="355" actId="1076"/>
          <ac:spMkLst>
            <pc:docMk/>
            <pc:sldMk cId="0" sldId="256"/>
            <ac:spMk id="1011" creationId="{00000000-0000-0000-0000-000000000000}"/>
          </ac:spMkLst>
        </pc:spChg>
        <pc:spChg chg="del mod">
          <ac:chgData name="Gáspár Marianna Dominika" userId="S::gaspar.domi@mailbox.unideb.hu::8dc6e07b-db56-44e9-9f62-5b7e2f28717e" providerId="AD" clId="Web-{B975ABDD-6AAE-8BBF-CF4E-BB16DC877342}" dt="2026-03-07T19:27:46.433" v="313"/>
          <ac:spMkLst>
            <pc:docMk/>
            <pc:sldMk cId="0" sldId="256"/>
            <ac:spMk id="1012" creationId="{00000000-0000-0000-0000-000000000000}"/>
          </ac:spMkLst>
        </pc:spChg>
        <pc:spChg chg="mod ord">
          <ac:chgData name="Gáspár Marianna Dominika" userId="S::gaspar.domi@mailbox.unideb.hu::8dc6e07b-db56-44e9-9f62-5b7e2f28717e" providerId="AD" clId="Web-{B975ABDD-6AAE-8BBF-CF4E-BB16DC877342}" dt="2026-03-07T19:32:36.222" v="356"/>
          <ac:spMkLst>
            <pc:docMk/>
            <pc:sldMk cId="0" sldId="256"/>
            <ac:spMk id="1013" creationId="{00000000-0000-0000-0000-000000000000}"/>
          </ac:spMkLst>
        </pc:spChg>
        <pc:spChg chg="mod">
          <ac:chgData name="Gáspár Marianna Dominika" userId="S::gaspar.domi@mailbox.unideb.hu::8dc6e07b-db56-44e9-9f62-5b7e2f28717e" providerId="AD" clId="Web-{B975ABDD-6AAE-8BBF-CF4E-BB16DC877342}" dt="2026-03-07T19:32:20.659" v="353" actId="1076"/>
          <ac:spMkLst>
            <pc:docMk/>
            <pc:sldMk cId="0" sldId="256"/>
            <ac:spMk id="1014" creationId="{00000000-0000-0000-0000-000000000000}"/>
          </ac:spMkLst>
        </pc:spChg>
        <pc:spChg chg="mod">
          <ac:chgData name="Gáspár Marianna Dominika" userId="S::gaspar.domi@mailbox.unideb.hu::8dc6e07b-db56-44e9-9f62-5b7e2f28717e" providerId="AD" clId="Web-{B975ABDD-6AAE-8BBF-CF4E-BB16DC877342}" dt="2026-03-07T19:31:16.842" v="344" actId="1076"/>
          <ac:spMkLst>
            <pc:docMk/>
            <pc:sldMk cId="0" sldId="256"/>
            <ac:spMk id="1015" creationId="{00000000-0000-0000-0000-000000000000}"/>
          </ac:spMkLst>
        </pc:spChg>
        <pc:spChg chg="mod">
          <ac:chgData name="Gáspár Marianna Dominika" userId="S::gaspar.domi@mailbox.unideb.hu::8dc6e07b-db56-44e9-9f62-5b7e2f28717e" providerId="AD" clId="Web-{B975ABDD-6AAE-8BBF-CF4E-BB16DC877342}" dt="2026-03-07T19:31:09.998" v="343" actId="1076"/>
          <ac:spMkLst>
            <pc:docMk/>
            <pc:sldMk cId="0" sldId="256"/>
            <ac:spMk id="1016" creationId="{00000000-0000-0000-0000-000000000000}"/>
          </ac:spMkLst>
        </pc:spChg>
        <pc:spChg chg="mod">
          <ac:chgData name="Gáspár Marianna Dominika" userId="S::gaspar.domi@mailbox.unideb.hu::8dc6e07b-db56-44e9-9f62-5b7e2f28717e" providerId="AD" clId="Web-{B975ABDD-6AAE-8BBF-CF4E-BB16DC877342}" dt="2026-03-07T19:30:58.982" v="342" actId="1076"/>
          <ac:spMkLst>
            <pc:docMk/>
            <pc:sldMk cId="0" sldId="256"/>
            <ac:spMk id="1017" creationId="{00000000-0000-0000-0000-000000000000}"/>
          </ac:spMkLst>
        </pc:spChg>
        <pc:spChg chg="mod">
          <ac:chgData name="Gáspár Marianna Dominika" userId="S::gaspar.domi@mailbox.unideb.hu::8dc6e07b-db56-44e9-9f62-5b7e2f28717e" providerId="AD" clId="Web-{B975ABDD-6AAE-8BBF-CF4E-BB16DC877342}" dt="2026-03-07T19:31:53.407" v="348" actId="1076"/>
          <ac:spMkLst>
            <pc:docMk/>
            <pc:sldMk cId="0" sldId="256"/>
            <ac:spMk id="1018" creationId="{00000000-0000-0000-0000-000000000000}"/>
          </ac:spMkLst>
        </pc:spChg>
        <pc:spChg chg="mod">
          <ac:chgData name="Gáspár Marianna Dominika" userId="S::gaspar.domi@mailbox.unideb.hu::8dc6e07b-db56-44e9-9f62-5b7e2f28717e" providerId="AD" clId="Web-{B975ABDD-6AAE-8BBF-CF4E-BB16DC877342}" dt="2026-03-07T19:31:39.078" v="346" actId="1076"/>
          <ac:spMkLst>
            <pc:docMk/>
            <pc:sldMk cId="0" sldId="256"/>
            <ac:spMk id="1019" creationId="{00000000-0000-0000-0000-000000000000}"/>
          </ac:spMkLst>
        </pc:spChg>
        <pc:spChg chg="mod">
          <ac:chgData name="Gáspár Marianna Dominika" userId="S::gaspar.domi@mailbox.unideb.hu::8dc6e07b-db56-44e9-9f62-5b7e2f28717e" providerId="AD" clId="Web-{B975ABDD-6AAE-8BBF-CF4E-BB16DC877342}" dt="2026-03-07T19:29:20.818" v="328" actId="1076"/>
          <ac:spMkLst>
            <pc:docMk/>
            <pc:sldMk cId="0" sldId="256"/>
            <ac:spMk id="1020" creationId="{00000000-0000-0000-0000-000000000000}"/>
          </ac:spMkLst>
        </pc:spChg>
        <pc:spChg chg="del mod">
          <ac:chgData name="Gáspár Marianna Dominika" userId="S::gaspar.domi@mailbox.unideb.hu::8dc6e07b-db56-44e9-9f62-5b7e2f28717e" providerId="AD" clId="Web-{B975ABDD-6AAE-8BBF-CF4E-BB16DC877342}" dt="2026-03-07T19:27:31.947" v="309"/>
          <ac:spMkLst>
            <pc:docMk/>
            <pc:sldMk cId="0" sldId="256"/>
            <ac:spMk id="1021" creationId="{00000000-0000-0000-0000-000000000000}"/>
          </ac:spMkLst>
        </pc:spChg>
        <pc:spChg chg="del mod">
          <ac:chgData name="Gáspár Marianna Dominika" userId="S::gaspar.domi@mailbox.unideb.hu::8dc6e07b-db56-44e9-9f62-5b7e2f28717e" providerId="AD" clId="Web-{B975ABDD-6AAE-8BBF-CF4E-BB16DC877342}" dt="2026-03-07T19:27:35.260" v="310"/>
          <ac:spMkLst>
            <pc:docMk/>
            <pc:sldMk cId="0" sldId="256"/>
            <ac:spMk id="1022" creationId="{00000000-0000-0000-0000-000000000000}"/>
          </ac:spMkLst>
        </pc:spChg>
        <pc:spChg chg="mod">
          <ac:chgData name="Gáspár Marianna Dominika" userId="S::gaspar.domi@mailbox.unideb.hu::8dc6e07b-db56-44e9-9f62-5b7e2f28717e" providerId="AD" clId="Web-{B975ABDD-6AAE-8BBF-CF4E-BB16DC877342}" dt="2026-03-07T19:30:51.512" v="341" actId="1076"/>
          <ac:spMkLst>
            <pc:docMk/>
            <pc:sldMk cId="0" sldId="256"/>
            <ac:spMk id="1024" creationId="{00000000-0000-0000-0000-000000000000}"/>
          </ac:spMkLst>
        </pc:spChg>
        <pc:spChg chg="mod">
          <ac:chgData name="Gáspár Marianna Dominika" userId="S::gaspar.domi@mailbox.unideb.hu::8dc6e07b-db56-44e9-9f62-5b7e2f28717e" providerId="AD" clId="Web-{B975ABDD-6AAE-8BBF-CF4E-BB16DC877342}" dt="2026-03-07T19:30:48.497" v="340" actId="1076"/>
          <ac:spMkLst>
            <pc:docMk/>
            <pc:sldMk cId="0" sldId="256"/>
            <ac:spMk id="1025" creationId="{00000000-0000-0000-0000-000000000000}"/>
          </ac:spMkLst>
        </pc:spChg>
        <pc:spChg chg="mod">
          <ac:chgData name="Gáspár Marianna Dominika" userId="S::gaspar.domi@mailbox.unideb.hu::8dc6e07b-db56-44e9-9f62-5b7e2f28717e" providerId="AD" clId="Web-{B975ABDD-6AAE-8BBF-CF4E-BB16DC877342}" dt="2026-03-07T19:32:10.877" v="351" actId="20577"/>
          <ac:spMkLst>
            <pc:docMk/>
            <pc:sldMk cId="0" sldId="256"/>
            <ac:spMk id="1026" creationId="{00000000-0000-0000-0000-000000000000}"/>
          </ac:spMkLst>
        </pc:spChg>
        <pc:grpChg chg="mod">
          <ac:chgData name="Gáspár Marianna Dominika" userId="S::gaspar.domi@mailbox.unideb.hu::8dc6e07b-db56-44e9-9f62-5b7e2f28717e" providerId="AD" clId="Web-{B975ABDD-6AAE-8BBF-CF4E-BB16DC877342}" dt="2026-03-07T19:11:41.647" v="118" actId="1076"/>
          <ac:grpSpMkLst>
            <pc:docMk/>
            <pc:sldMk cId="0" sldId="256"/>
            <ac:grpSpMk id="1028" creationId="{00000000-0000-0000-0000-000000000000}"/>
          </ac:grpSpMkLst>
        </pc:grpChg>
        <pc:grpChg chg="mod">
          <ac:chgData name="Gáspár Marianna Dominika" userId="S::gaspar.domi@mailbox.unideb.hu::8dc6e07b-db56-44e9-9f62-5b7e2f28717e" providerId="AD" clId="Web-{B975ABDD-6AAE-8BBF-CF4E-BB16DC877342}" dt="2026-03-07T19:11:40.662" v="117" actId="1076"/>
          <ac:grpSpMkLst>
            <pc:docMk/>
            <pc:sldMk cId="0" sldId="256"/>
            <ac:grpSpMk id="1031" creationId="{00000000-0000-0000-0000-000000000000}"/>
          </ac:grpSpMkLst>
        </pc:grpChg>
      </pc:sldChg>
      <pc:sldChg chg="addSp modSp">
        <pc:chgData name="Gáspár Marianna Dominika" userId="S::gaspar.domi@mailbox.unideb.hu::8dc6e07b-db56-44e9-9f62-5b7e2f28717e" providerId="AD" clId="Web-{B975ABDD-6AAE-8BBF-CF4E-BB16DC877342}" dt="2026-03-07T19:52:14.418" v="370" actId="1076"/>
        <pc:sldMkLst>
          <pc:docMk/>
          <pc:sldMk cId="0" sldId="257"/>
        </pc:sldMkLst>
        <pc:spChg chg="mod">
          <ac:chgData name="Gáspár Marianna Dominika" userId="S::gaspar.domi@mailbox.unideb.hu::8dc6e07b-db56-44e9-9f62-5b7e2f28717e" providerId="AD" clId="Web-{B975ABDD-6AAE-8BBF-CF4E-BB16DC877342}" dt="2026-03-07T19:52:14.418" v="370" actId="1076"/>
          <ac:spMkLst>
            <pc:docMk/>
            <pc:sldMk cId="0" sldId="257"/>
            <ac:spMk id="1038" creationId="{00000000-0000-0000-0000-000000000000}"/>
          </ac:spMkLst>
        </pc:spChg>
        <pc:spChg chg="mod">
          <ac:chgData name="Gáspár Marianna Dominika" userId="S::gaspar.domi@mailbox.unideb.hu::8dc6e07b-db56-44e9-9f62-5b7e2f28717e" providerId="AD" clId="Web-{B975ABDD-6AAE-8BBF-CF4E-BB16DC877342}" dt="2026-03-07T19:50:23.694" v="366" actId="20577"/>
          <ac:spMkLst>
            <pc:docMk/>
            <pc:sldMk cId="0" sldId="257"/>
            <ac:spMk id="1040" creationId="{00000000-0000-0000-0000-000000000000}"/>
          </ac:spMkLst>
        </pc:spChg>
        <pc:spChg chg="mod">
          <ac:chgData name="Gáspár Marianna Dominika" userId="S::gaspar.domi@mailbox.unideb.hu::8dc6e07b-db56-44e9-9f62-5b7e2f28717e" providerId="AD" clId="Web-{B975ABDD-6AAE-8BBF-CF4E-BB16DC877342}" dt="2026-03-07T19:46:24.130" v="361" actId="20577"/>
          <ac:spMkLst>
            <pc:docMk/>
            <pc:sldMk cId="0" sldId="257"/>
            <ac:spMk id="1041" creationId="{00000000-0000-0000-0000-000000000000}"/>
          </ac:spMkLst>
        </pc:spChg>
        <pc:grpChg chg="mod">
          <ac:chgData name="Gáspár Marianna Dominika" userId="S::gaspar.domi@mailbox.unideb.hu::8dc6e07b-db56-44e9-9f62-5b7e2f28717e" providerId="AD" clId="Web-{B975ABDD-6AAE-8BBF-CF4E-BB16DC877342}" dt="2026-03-07T19:49:59.333" v="364" actId="1076"/>
          <ac:grpSpMkLst>
            <pc:docMk/>
            <pc:sldMk cId="0" sldId="257"/>
            <ac:grpSpMk id="1045" creationId="{00000000-0000-0000-0000-000000000000}"/>
          </ac:grpSpMkLst>
        </pc:grpChg>
        <pc:picChg chg="add mod">
          <ac:chgData name="Gáspár Marianna Dominika" userId="S::gaspar.domi@mailbox.unideb.hu::8dc6e07b-db56-44e9-9f62-5b7e2f28717e" providerId="AD" clId="Web-{B975ABDD-6AAE-8BBF-CF4E-BB16DC877342}" dt="2026-03-07T19:46:53.492" v="363" actId="1076"/>
          <ac:picMkLst>
            <pc:docMk/>
            <pc:sldMk cId="0" sldId="257"/>
            <ac:picMk id="2" creationId="{30F0AA64-AFCF-6CA9-A5A1-26F16AE7A183}"/>
          </ac:picMkLst>
        </pc:picChg>
      </pc:sldChg>
    </pc:docChg>
  </pc:docChgLst>
  <pc:docChgLst>
    <pc:chgData name="Gáspár Marianna Dominika" userId="S::gaspar.domi@mailbox.unideb.hu::8dc6e07b-db56-44e9-9f62-5b7e2f28717e" providerId="AD" clId="Web-{7704922D-8C51-0241-1FED-4E18C86BECF2}"/>
    <pc:docChg chg="modSld">
      <pc:chgData name="Gáspár Marianna Dominika" userId="S::gaspar.domi@mailbox.unideb.hu::8dc6e07b-db56-44e9-9f62-5b7e2f28717e" providerId="AD" clId="Web-{7704922D-8C51-0241-1FED-4E18C86BECF2}" dt="2026-03-08T21:14:46.995" v="10" actId="20577"/>
      <pc:docMkLst>
        <pc:docMk/>
      </pc:docMkLst>
      <pc:sldChg chg="modSp">
        <pc:chgData name="Gáspár Marianna Dominika" userId="S::gaspar.domi@mailbox.unideb.hu::8dc6e07b-db56-44e9-9f62-5b7e2f28717e" providerId="AD" clId="Web-{7704922D-8C51-0241-1FED-4E18C86BECF2}" dt="2026-03-08T21:14:46.995" v="10" actId="20577"/>
        <pc:sldMkLst>
          <pc:docMk/>
          <pc:sldMk cId="0" sldId="256"/>
        </pc:sldMkLst>
        <pc:spChg chg="mod">
          <ac:chgData name="Gáspár Marianna Dominika" userId="S::gaspar.domi@mailbox.unideb.hu::8dc6e07b-db56-44e9-9f62-5b7e2f28717e" providerId="AD" clId="Web-{7704922D-8C51-0241-1FED-4E18C86BECF2}" dt="2026-03-08T21:14:46.995" v="10" actId="20577"/>
          <ac:spMkLst>
            <pc:docMk/>
            <pc:sldMk cId="0" sldId="256"/>
            <ac:spMk id="1026" creationId="{00000000-0000-0000-0000-000000000000}"/>
          </ac:spMkLst>
        </pc:spChg>
      </pc:sldChg>
    </pc:docChg>
  </pc:docChgLst>
  <pc:docChgLst>
    <pc:chgData name="Gáspár Marianna Dominika" userId="S::gaspar.domi@mailbox.unideb.hu::8dc6e07b-db56-44e9-9f62-5b7e2f28717e" providerId="AD" clId="Web-{EB234A66-3841-BA66-17C4-C211C91FE92F}"/>
    <pc:docChg chg="modSld">
      <pc:chgData name="Gáspár Marianna Dominika" userId="S::gaspar.domi@mailbox.unideb.hu::8dc6e07b-db56-44e9-9f62-5b7e2f28717e" providerId="AD" clId="Web-{EB234A66-3841-BA66-17C4-C211C91FE92F}" dt="2026-03-07T20:12:57.179" v="92" actId="20577"/>
      <pc:docMkLst>
        <pc:docMk/>
      </pc:docMkLst>
      <pc:sldChg chg="addSp delSp modSp">
        <pc:chgData name="Gáspár Marianna Dominika" userId="S::gaspar.domi@mailbox.unideb.hu::8dc6e07b-db56-44e9-9f62-5b7e2f28717e" providerId="AD" clId="Web-{EB234A66-3841-BA66-17C4-C211C91FE92F}" dt="2026-03-07T20:12:57.179" v="92" actId="20577"/>
        <pc:sldMkLst>
          <pc:docMk/>
          <pc:sldMk cId="0" sldId="257"/>
        </pc:sldMkLst>
        <pc:spChg chg="add mod">
          <ac:chgData name="Gáspár Marianna Dominika" userId="S::gaspar.domi@mailbox.unideb.hu::8dc6e07b-db56-44e9-9f62-5b7e2f28717e" providerId="AD" clId="Web-{EB234A66-3841-BA66-17C4-C211C91FE92F}" dt="2026-03-07T20:12:57.179" v="92" actId="20577"/>
          <ac:spMkLst>
            <pc:docMk/>
            <pc:sldMk cId="0" sldId="257"/>
            <ac:spMk id="4" creationId="{4BB8DA3C-A227-CD49-43BB-5C0E586386D7}"/>
          </ac:spMkLst>
        </pc:spChg>
        <pc:spChg chg="mod">
          <ac:chgData name="Gáspár Marianna Dominika" userId="S::gaspar.domi@mailbox.unideb.hu::8dc6e07b-db56-44e9-9f62-5b7e2f28717e" providerId="AD" clId="Web-{EB234A66-3841-BA66-17C4-C211C91FE92F}" dt="2026-03-07T20:10:09.487" v="68" actId="20577"/>
          <ac:spMkLst>
            <pc:docMk/>
            <pc:sldMk cId="0" sldId="257"/>
            <ac:spMk id="1038" creationId="{00000000-0000-0000-0000-000000000000}"/>
          </ac:spMkLst>
        </pc:spChg>
        <pc:spChg chg="del mod">
          <ac:chgData name="Gáspár Marianna Dominika" userId="S::gaspar.domi@mailbox.unideb.hu::8dc6e07b-db56-44e9-9f62-5b7e2f28717e" providerId="AD" clId="Web-{EB234A66-3841-BA66-17C4-C211C91FE92F}" dt="2026-03-07T20:06:31.228" v="44"/>
          <ac:spMkLst>
            <pc:docMk/>
            <pc:sldMk cId="0" sldId="257"/>
            <ac:spMk id="104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e9cd6d88f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9" name="Google Shape;1009;ge9cd6d88f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ge70f23a9eb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6" name="Google Shape;1036;ge70f23a9eb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ge70f23a9eb_0_2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7" name="Google Shape;1097;ge70f23a9eb_0_2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ge6f46d7355_1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9" name="Google Shape;1149;ge6f46d7355_1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" name="Google Shape;1710;ge70f23a9eb_0_203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1" name="Google Shape;1711;ge70f23a9eb_0_203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24325" y="0"/>
            <a:ext cx="9144000" cy="5143500"/>
          </a:xfrm>
          <a:prstGeom prst="rect">
            <a:avLst/>
          </a:prstGeom>
          <a:solidFill>
            <a:srgbClr val="FF3A94">
              <a:alpha val="3258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195150" y="895475"/>
            <a:ext cx="6753900" cy="250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8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882450" y="3613075"/>
            <a:ext cx="7379100" cy="45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7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48375" y="4200600"/>
            <a:ext cx="1003507" cy="797644"/>
          </a:xfrm>
          <a:custGeom>
            <a:avLst/>
            <a:gdLst/>
            <a:ahLst/>
            <a:cxnLst/>
            <a:rect l="l" t="t" r="r" b="b"/>
            <a:pathLst>
              <a:path w="8477" h="6738" extrusionOk="0">
                <a:moveTo>
                  <a:pt x="3135" y="0"/>
                </a:moveTo>
                <a:cubicBezTo>
                  <a:pt x="2788" y="0"/>
                  <a:pt x="2453" y="367"/>
                  <a:pt x="2661" y="782"/>
                </a:cubicBezTo>
                <a:cubicBezTo>
                  <a:pt x="3094" y="1583"/>
                  <a:pt x="3495" y="2350"/>
                  <a:pt x="3928" y="3151"/>
                </a:cubicBezTo>
                <a:cubicBezTo>
                  <a:pt x="2861" y="3751"/>
                  <a:pt x="1760" y="4218"/>
                  <a:pt x="526" y="4585"/>
                </a:cubicBezTo>
                <a:cubicBezTo>
                  <a:pt x="1" y="4739"/>
                  <a:pt x="162" y="5467"/>
                  <a:pt x="640" y="5467"/>
                </a:cubicBezTo>
                <a:cubicBezTo>
                  <a:pt x="678" y="5467"/>
                  <a:pt x="718" y="5462"/>
                  <a:pt x="759" y="5452"/>
                </a:cubicBezTo>
                <a:cubicBezTo>
                  <a:pt x="2027" y="5152"/>
                  <a:pt x="3295" y="4718"/>
                  <a:pt x="4462" y="4151"/>
                </a:cubicBezTo>
                <a:cubicBezTo>
                  <a:pt x="4896" y="4919"/>
                  <a:pt x="5329" y="5686"/>
                  <a:pt x="5763" y="6420"/>
                </a:cubicBezTo>
                <a:cubicBezTo>
                  <a:pt x="5906" y="6645"/>
                  <a:pt x="6112" y="6738"/>
                  <a:pt x="6316" y="6738"/>
                </a:cubicBezTo>
                <a:cubicBezTo>
                  <a:pt x="6778" y="6738"/>
                  <a:pt x="7231" y="6261"/>
                  <a:pt x="6930" y="5752"/>
                </a:cubicBezTo>
                <a:cubicBezTo>
                  <a:pt x="6497" y="4985"/>
                  <a:pt x="6063" y="4251"/>
                  <a:pt x="5596" y="3518"/>
                </a:cubicBezTo>
                <a:cubicBezTo>
                  <a:pt x="6463" y="2984"/>
                  <a:pt x="7297" y="2383"/>
                  <a:pt x="8031" y="1683"/>
                </a:cubicBezTo>
                <a:cubicBezTo>
                  <a:pt x="8476" y="1238"/>
                  <a:pt x="8038" y="629"/>
                  <a:pt x="7555" y="629"/>
                </a:cubicBezTo>
                <a:cubicBezTo>
                  <a:pt x="7422" y="629"/>
                  <a:pt x="7286" y="675"/>
                  <a:pt x="7164" y="782"/>
                </a:cubicBezTo>
                <a:cubicBezTo>
                  <a:pt x="6463" y="1416"/>
                  <a:pt x="5730" y="1983"/>
                  <a:pt x="4996" y="2483"/>
                </a:cubicBezTo>
                <a:cubicBezTo>
                  <a:pt x="4529" y="1750"/>
                  <a:pt x="4028" y="982"/>
                  <a:pt x="3561" y="249"/>
                </a:cubicBezTo>
                <a:cubicBezTo>
                  <a:pt x="3448" y="73"/>
                  <a:pt x="3290" y="0"/>
                  <a:pt x="3135" y="0"/>
                </a:cubicBezTo>
                <a:close/>
              </a:path>
            </a:pathLst>
          </a:custGeom>
          <a:solidFill>
            <a:schemeClr val="dk1">
              <a:alpha val="47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 rot="5268489">
            <a:off x="-50807" y="4023650"/>
            <a:ext cx="685670" cy="351296"/>
          </a:xfrm>
          <a:custGeom>
            <a:avLst/>
            <a:gdLst/>
            <a:ahLst/>
            <a:cxnLst/>
            <a:rect l="l" t="t" r="r" b="b"/>
            <a:pathLst>
              <a:path w="8266" h="4235" extrusionOk="0">
                <a:moveTo>
                  <a:pt x="4013" y="1"/>
                </a:moveTo>
                <a:cubicBezTo>
                  <a:pt x="3874" y="1"/>
                  <a:pt x="3731" y="52"/>
                  <a:pt x="3603" y="171"/>
                </a:cubicBezTo>
                <a:cubicBezTo>
                  <a:pt x="3336" y="404"/>
                  <a:pt x="3170" y="705"/>
                  <a:pt x="3070" y="1038"/>
                </a:cubicBezTo>
                <a:cubicBezTo>
                  <a:pt x="2236" y="971"/>
                  <a:pt x="1402" y="905"/>
                  <a:pt x="568" y="871"/>
                </a:cubicBezTo>
                <a:cubicBezTo>
                  <a:pt x="101" y="871"/>
                  <a:pt x="1" y="1605"/>
                  <a:pt x="434" y="1672"/>
                </a:cubicBezTo>
                <a:cubicBezTo>
                  <a:pt x="1268" y="1805"/>
                  <a:pt x="2069" y="1905"/>
                  <a:pt x="2903" y="2005"/>
                </a:cubicBezTo>
                <a:cubicBezTo>
                  <a:pt x="2869" y="2106"/>
                  <a:pt x="2869" y="2206"/>
                  <a:pt x="2869" y="2339"/>
                </a:cubicBezTo>
                <a:cubicBezTo>
                  <a:pt x="2869" y="2873"/>
                  <a:pt x="2903" y="3640"/>
                  <a:pt x="3403" y="3940"/>
                </a:cubicBezTo>
                <a:cubicBezTo>
                  <a:pt x="3403" y="3974"/>
                  <a:pt x="3403" y="3974"/>
                  <a:pt x="3403" y="3974"/>
                </a:cubicBezTo>
                <a:cubicBezTo>
                  <a:pt x="3472" y="4152"/>
                  <a:pt x="3626" y="4235"/>
                  <a:pt x="3776" y="4235"/>
                </a:cubicBezTo>
                <a:cubicBezTo>
                  <a:pt x="3990" y="4235"/>
                  <a:pt x="4196" y="4067"/>
                  <a:pt x="4137" y="3773"/>
                </a:cubicBezTo>
                <a:cubicBezTo>
                  <a:pt x="4137" y="3740"/>
                  <a:pt x="4104" y="3740"/>
                  <a:pt x="4104" y="3740"/>
                </a:cubicBezTo>
                <a:cubicBezTo>
                  <a:pt x="4270" y="3373"/>
                  <a:pt x="4170" y="2939"/>
                  <a:pt x="4204" y="2539"/>
                </a:cubicBezTo>
                <a:cubicBezTo>
                  <a:pt x="4204" y="2406"/>
                  <a:pt x="4237" y="2272"/>
                  <a:pt x="4237" y="2139"/>
                </a:cubicBezTo>
                <a:cubicBezTo>
                  <a:pt x="5271" y="2272"/>
                  <a:pt x="6272" y="2372"/>
                  <a:pt x="7273" y="2539"/>
                </a:cubicBezTo>
                <a:cubicBezTo>
                  <a:pt x="7314" y="2546"/>
                  <a:pt x="7354" y="2549"/>
                  <a:pt x="7392" y="2549"/>
                </a:cubicBezTo>
                <a:cubicBezTo>
                  <a:pt x="8153" y="2549"/>
                  <a:pt x="8265" y="1338"/>
                  <a:pt x="7439" y="1338"/>
                </a:cubicBezTo>
                <a:cubicBezTo>
                  <a:pt x="6472" y="1305"/>
                  <a:pt x="5505" y="1238"/>
                  <a:pt x="4571" y="1138"/>
                </a:cubicBezTo>
                <a:cubicBezTo>
                  <a:pt x="4604" y="1038"/>
                  <a:pt x="4604" y="905"/>
                  <a:pt x="4637" y="771"/>
                </a:cubicBezTo>
                <a:cubicBezTo>
                  <a:pt x="4710" y="360"/>
                  <a:pt x="4378" y="1"/>
                  <a:pt x="401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236525" y="162389"/>
            <a:ext cx="386252" cy="1432926"/>
          </a:xfrm>
          <a:custGeom>
            <a:avLst/>
            <a:gdLst/>
            <a:ahLst/>
            <a:cxnLst/>
            <a:rect l="l" t="t" r="r" b="b"/>
            <a:pathLst>
              <a:path w="10409" h="57553" extrusionOk="0">
                <a:moveTo>
                  <a:pt x="4867" y="0"/>
                </a:moveTo>
                <a:cubicBezTo>
                  <a:pt x="4041" y="0"/>
                  <a:pt x="3673" y="929"/>
                  <a:pt x="4137" y="1486"/>
                </a:cubicBezTo>
                <a:cubicBezTo>
                  <a:pt x="3203" y="1653"/>
                  <a:pt x="3136" y="2920"/>
                  <a:pt x="4037" y="3287"/>
                </a:cubicBezTo>
                <a:cubicBezTo>
                  <a:pt x="4671" y="3521"/>
                  <a:pt x="5171" y="3854"/>
                  <a:pt x="5605" y="4254"/>
                </a:cubicBezTo>
                <a:cubicBezTo>
                  <a:pt x="4037" y="4321"/>
                  <a:pt x="2469" y="4521"/>
                  <a:pt x="935" y="4855"/>
                </a:cubicBezTo>
                <a:cubicBezTo>
                  <a:pt x="1" y="5055"/>
                  <a:pt x="68" y="6423"/>
                  <a:pt x="935" y="6623"/>
                </a:cubicBezTo>
                <a:cubicBezTo>
                  <a:pt x="2369" y="7023"/>
                  <a:pt x="3737" y="7557"/>
                  <a:pt x="5038" y="8191"/>
                </a:cubicBezTo>
                <a:cubicBezTo>
                  <a:pt x="4070" y="8357"/>
                  <a:pt x="3136" y="8591"/>
                  <a:pt x="2202" y="8891"/>
                </a:cubicBezTo>
                <a:cubicBezTo>
                  <a:pt x="1435" y="9125"/>
                  <a:pt x="1268" y="10192"/>
                  <a:pt x="1969" y="10592"/>
                </a:cubicBezTo>
                <a:cubicBezTo>
                  <a:pt x="2703" y="10993"/>
                  <a:pt x="3370" y="11460"/>
                  <a:pt x="4037" y="11927"/>
                </a:cubicBezTo>
                <a:cubicBezTo>
                  <a:pt x="3303" y="12093"/>
                  <a:pt x="2569" y="12394"/>
                  <a:pt x="1835" y="12761"/>
                </a:cubicBezTo>
                <a:cubicBezTo>
                  <a:pt x="1102" y="13161"/>
                  <a:pt x="1335" y="14228"/>
                  <a:pt x="2069" y="14462"/>
                </a:cubicBezTo>
                <a:cubicBezTo>
                  <a:pt x="3170" y="14829"/>
                  <a:pt x="4237" y="15196"/>
                  <a:pt x="5338" y="15529"/>
                </a:cubicBezTo>
                <a:cubicBezTo>
                  <a:pt x="4838" y="15596"/>
                  <a:pt x="4337" y="15629"/>
                  <a:pt x="3837" y="15629"/>
                </a:cubicBezTo>
                <a:cubicBezTo>
                  <a:pt x="2803" y="15629"/>
                  <a:pt x="2569" y="17164"/>
                  <a:pt x="3570" y="17431"/>
                </a:cubicBezTo>
                <a:cubicBezTo>
                  <a:pt x="4404" y="17664"/>
                  <a:pt x="4938" y="18064"/>
                  <a:pt x="5305" y="18698"/>
                </a:cubicBezTo>
                <a:lnTo>
                  <a:pt x="2302" y="19065"/>
                </a:lnTo>
                <a:cubicBezTo>
                  <a:pt x="1502" y="19165"/>
                  <a:pt x="868" y="20366"/>
                  <a:pt x="1835" y="20800"/>
                </a:cubicBezTo>
                <a:lnTo>
                  <a:pt x="4604" y="22101"/>
                </a:lnTo>
                <a:cubicBezTo>
                  <a:pt x="4404" y="22134"/>
                  <a:pt x="4204" y="22134"/>
                  <a:pt x="4004" y="22167"/>
                </a:cubicBezTo>
                <a:cubicBezTo>
                  <a:pt x="3070" y="22334"/>
                  <a:pt x="3170" y="23735"/>
                  <a:pt x="4004" y="23969"/>
                </a:cubicBezTo>
                <a:cubicBezTo>
                  <a:pt x="5238" y="24302"/>
                  <a:pt x="6272" y="24803"/>
                  <a:pt x="7206" y="25470"/>
                </a:cubicBezTo>
                <a:cubicBezTo>
                  <a:pt x="5905" y="25670"/>
                  <a:pt x="4571" y="25903"/>
                  <a:pt x="3270" y="26103"/>
                </a:cubicBezTo>
                <a:cubicBezTo>
                  <a:pt x="2269" y="26270"/>
                  <a:pt x="2536" y="27605"/>
                  <a:pt x="3270" y="27905"/>
                </a:cubicBezTo>
                <a:cubicBezTo>
                  <a:pt x="3970" y="28172"/>
                  <a:pt x="4637" y="28505"/>
                  <a:pt x="5271" y="28872"/>
                </a:cubicBezTo>
                <a:cubicBezTo>
                  <a:pt x="4838" y="28972"/>
                  <a:pt x="4404" y="29072"/>
                  <a:pt x="3937" y="29272"/>
                </a:cubicBezTo>
                <a:cubicBezTo>
                  <a:pt x="3103" y="29573"/>
                  <a:pt x="3036" y="30740"/>
                  <a:pt x="3937" y="31040"/>
                </a:cubicBezTo>
                <a:cubicBezTo>
                  <a:pt x="4504" y="31240"/>
                  <a:pt x="4938" y="31474"/>
                  <a:pt x="5338" y="31774"/>
                </a:cubicBezTo>
                <a:cubicBezTo>
                  <a:pt x="4004" y="31841"/>
                  <a:pt x="2703" y="32008"/>
                  <a:pt x="1402" y="32308"/>
                </a:cubicBezTo>
                <a:cubicBezTo>
                  <a:pt x="434" y="32508"/>
                  <a:pt x="635" y="33776"/>
                  <a:pt x="1402" y="34076"/>
                </a:cubicBezTo>
                <a:cubicBezTo>
                  <a:pt x="2769" y="34610"/>
                  <a:pt x="4037" y="35310"/>
                  <a:pt x="5238" y="36144"/>
                </a:cubicBezTo>
                <a:cubicBezTo>
                  <a:pt x="4504" y="36311"/>
                  <a:pt x="3737" y="36377"/>
                  <a:pt x="2903" y="36377"/>
                </a:cubicBezTo>
                <a:cubicBezTo>
                  <a:pt x="2892" y="36377"/>
                  <a:pt x="2882" y="36377"/>
                  <a:pt x="2871" y="36377"/>
                </a:cubicBezTo>
                <a:cubicBezTo>
                  <a:pt x="1864" y="36377"/>
                  <a:pt x="1646" y="37948"/>
                  <a:pt x="2669" y="38212"/>
                </a:cubicBezTo>
                <a:cubicBezTo>
                  <a:pt x="3804" y="38479"/>
                  <a:pt x="4838" y="38879"/>
                  <a:pt x="5805" y="39446"/>
                </a:cubicBezTo>
                <a:cubicBezTo>
                  <a:pt x="4938" y="39546"/>
                  <a:pt x="4104" y="39646"/>
                  <a:pt x="3236" y="39780"/>
                </a:cubicBezTo>
                <a:cubicBezTo>
                  <a:pt x="2336" y="39880"/>
                  <a:pt x="1969" y="40947"/>
                  <a:pt x="2769" y="41514"/>
                </a:cubicBezTo>
                <a:cubicBezTo>
                  <a:pt x="2970" y="41648"/>
                  <a:pt x="3203" y="41781"/>
                  <a:pt x="3403" y="41948"/>
                </a:cubicBezTo>
                <a:cubicBezTo>
                  <a:pt x="3070" y="41981"/>
                  <a:pt x="2736" y="42015"/>
                  <a:pt x="2436" y="42048"/>
                </a:cubicBezTo>
                <a:cubicBezTo>
                  <a:pt x="1402" y="42148"/>
                  <a:pt x="1135" y="43516"/>
                  <a:pt x="2169" y="43883"/>
                </a:cubicBezTo>
                <a:cubicBezTo>
                  <a:pt x="3370" y="44250"/>
                  <a:pt x="4571" y="44650"/>
                  <a:pt x="5772" y="45050"/>
                </a:cubicBezTo>
                <a:cubicBezTo>
                  <a:pt x="5405" y="45084"/>
                  <a:pt x="5038" y="45117"/>
                  <a:pt x="4637" y="45117"/>
                </a:cubicBezTo>
                <a:cubicBezTo>
                  <a:pt x="3737" y="45117"/>
                  <a:pt x="3337" y="46418"/>
                  <a:pt x="4170" y="46852"/>
                </a:cubicBezTo>
                <a:cubicBezTo>
                  <a:pt x="4204" y="46885"/>
                  <a:pt x="4271" y="46885"/>
                  <a:pt x="4304" y="46918"/>
                </a:cubicBezTo>
                <a:cubicBezTo>
                  <a:pt x="3670" y="46952"/>
                  <a:pt x="3036" y="46985"/>
                  <a:pt x="2403" y="47018"/>
                </a:cubicBezTo>
                <a:cubicBezTo>
                  <a:pt x="1335" y="47085"/>
                  <a:pt x="1168" y="48486"/>
                  <a:pt x="2169" y="48853"/>
                </a:cubicBezTo>
                <a:cubicBezTo>
                  <a:pt x="2469" y="48953"/>
                  <a:pt x="2769" y="49087"/>
                  <a:pt x="3103" y="49187"/>
                </a:cubicBezTo>
                <a:cubicBezTo>
                  <a:pt x="2403" y="49287"/>
                  <a:pt x="1702" y="49387"/>
                  <a:pt x="1002" y="49487"/>
                </a:cubicBezTo>
                <a:cubicBezTo>
                  <a:pt x="101" y="49587"/>
                  <a:pt x="101" y="51155"/>
                  <a:pt x="1002" y="51255"/>
                </a:cubicBezTo>
                <a:cubicBezTo>
                  <a:pt x="1835" y="51388"/>
                  <a:pt x="2636" y="51588"/>
                  <a:pt x="3403" y="51855"/>
                </a:cubicBezTo>
                <a:lnTo>
                  <a:pt x="2469" y="51855"/>
                </a:lnTo>
                <a:cubicBezTo>
                  <a:pt x="1435" y="51889"/>
                  <a:pt x="1202" y="53390"/>
                  <a:pt x="2236" y="53656"/>
                </a:cubicBezTo>
                <a:cubicBezTo>
                  <a:pt x="2736" y="53790"/>
                  <a:pt x="3270" y="53923"/>
                  <a:pt x="3770" y="54057"/>
                </a:cubicBezTo>
                <a:cubicBezTo>
                  <a:pt x="3036" y="54257"/>
                  <a:pt x="2269" y="54424"/>
                  <a:pt x="1502" y="54590"/>
                </a:cubicBezTo>
                <a:cubicBezTo>
                  <a:pt x="468" y="54857"/>
                  <a:pt x="835" y="56192"/>
                  <a:pt x="1735" y="56325"/>
                </a:cubicBezTo>
                <a:cubicBezTo>
                  <a:pt x="3970" y="56592"/>
                  <a:pt x="6172" y="56992"/>
                  <a:pt x="8373" y="57526"/>
                </a:cubicBezTo>
                <a:cubicBezTo>
                  <a:pt x="8444" y="57544"/>
                  <a:pt x="8511" y="57553"/>
                  <a:pt x="8574" y="57553"/>
                </a:cubicBezTo>
                <a:cubicBezTo>
                  <a:pt x="9324" y="57553"/>
                  <a:pt x="9571" y="56374"/>
                  <a:pt x="8740" y="56158"/>
                </a:cubicBezTo>
                <a:cubicBezTo>
                  <a:pt x="7806" y="55858"/>
                  <a:pt x="6872" y="55625"/>
                  <a:pt x="5938" y="55391"/>
                </a:cubicBezTo>
                <a:cubicBezTo>
                  <a:pt x="6572" y="55258"/>
                  <a:pt x="7173" y="55124"/>
                  <a:pt x="7806" y="54957"/>
                </a:cubicBezTo>
                <a:cubicBezTo>
                  <a:pt x="8674" y="54757"/>
                  <a:pt x="8640" y="53456"/>
                  <a:pt x="7840" y="53223"/>
                </a:cubicBezTo>
                <a:cubicBezTo>
                  <a:pt x="8073" y="52823"/>
                  <a:pt x="8007" y="52222"/>
                  <a:pt x="7540" y="51889"/>
                </a:cubicBezTo>
                <a:cubicBezTo>
                  <a:pt x="6906" y="51422"/>
                  <a:pt x="6239" y="51055"/>
                  <a:pt x="5538" y="50721"/>
                </a:cubicBezTo>
                <a:lnTo>
                  <a:pt x="7139" y="50488"/>
                </a:lnTo>
                <a:cubicBezTo>
                  <a:pt x="8140" y="50354"/>
                  <a:pt x="7906" y="48953"/>
                  <a:pt x="7139" y="48686"/>
                </a:cubicBezTo>
                <a:cubicBezTo>
                  <a:pt x="7073" y="48653"/>
                  <a:pt x="7039" y="48653"/>
                  <a:pt x="6972" y="48620"/>
                </a:cubicBezTo>
                <a:cubicBezTo>
                  <a:pt x="7206" y="48620"/>
                  <a:pt x="7439" y="48586"/>
                  <a:pt x="7673" y="48586"/>
                </a:cubicBezTo>
                <a:cubicBezTo>
                  <a:pt x="8540" y="48519"/>
                  <a:pt x="9007" y="47319"/>
                  <a:pt x="8140" y="46852"/>
                </a:cubicBezTo>
                <a:cubicBezTo>
                  <a:pt x="7973" y="46752"/>
                  <a:pt x="7773" y="46651"/>
                  <a:pt x="7606" y="46551"/>
                </a:cubicBezTo>
                <a:cubicBezTo>
                  <a:pt x="8207" y="46385"/>
                  <a:pt x="8774" y="46184"/>
                  <a:pt x="9341" y="45884"/>
                </a:cubicBezTo>
                <a:cubicBezTo>
                  <a:pt x="10141" y="45517"/>
                  <a:pt x="9841" y="44417"/>
                  <a:pt x="9141" y="44183"/>
                </a:cubicBezTo>
                <a:cubicBezTo>
                  <a:pt x="8273" y="43916"/>
                  <a:pt x="7373" y="43616"/>
                  <a:pt x="6505" y="43316"/>
                </a:cubicBezTo>
                <a:cubicBezTo>
                  <a:pt x="7006" y="42982"/>
                  <a:pt x="7106" y="42215"/>
                  <a:pt x="6472" y="41781"/>
                </a:cubicBezTo>
                <a:cubicBezTo>
                  <a:pt x="6239" y="41615"/>
                  <a:pt x="6005" y="41481"/>
                  <a:pt x="5772" y="41314"/>
                </a:cubicBezTo>
                <a:cubicBezTo>
                  <a:pt x="6572" y="41214"/>
                  <a:pt x="7406" y="41081"/>
                  <a:pt x="8240" y="40981"/>
                </a:cubicBezTo>
                <a:cubicBezTo>
                  <a:pt x="8941" y="40914"/>
                  <a:pt x="9574" y="39980"/>
                  <a:pt x="8874" y="39413"/>
                </a:cubicBezTo>
                <a:cubicBezTo>
                  <a:pt x="8107" y="38746"/>
                  <a:pt x="7306" y="38179"/>
                  <a:pt x="6439" y="37678"/>
                </a:cubicBezTo>
                <a:cubicBezTo>
                  <a:pt x="6839" y="37545"/>
                  <a:pt x="7239" y="37412"/>
                  <a:pt x="7606" y="37211"/>
                </a:cubicBezTo>
                <a:cubicBezTo>
                  <a:pt x="8140" y="36978"/>
                  <a:pt x="8240" y="36111"/>
                  <a:pt x="7806" y="35777"/>
                </a:cubicBezTo>
                <a:cubicBezTo>
                  <a:pt x="6839" y="34976"/>
                  <a:pt x="5838" y="34276"/>
                  <a:pt x="4804" y="33676"/>
                </a:cubicBezTo>
                <a:cubicBezTo>
                  <a:pt x="5273" y="33636"/>
                  <a:pt x="5742" y="33620"/>
                  <a:pt x="6218" y="33620"/>
                </a:cubicBezTo>
                <a:cubicBezTo>
                  <a:pt x="6554" y="33620"/>
                  <a:pt x="6894" y="33628"/>
                  <a:pt x="7239" y="33642"/>
                </a:cubicBezTo>
                <a:cubicBezTo>
                  <a:pt x="7254" y="33643"/>
                  <a:pt x="7268" y="33643"/>
                  <a:pt x="7282" y="33643"/>
                </a:cubicBezTo>
                <a:cubicBezTo>
                  <a:pt x="7987" y="33643"/>
                  <a:pt x="8334" y="32830"/>
                  <a:pt x="8040" y="32241"/>
                </a:cubicBezTo>
                <a:cubicBezTo>
                  <a:pt x="7673" y="31574"/>
                  <a:pt x="7239" y="31007"/>
                  <a:pt x="6739" y="30540"/>
                </a:cubicBezTo>
                <a:cubicBezTo>
                  <a:pt x="7173" y="30540"/>
                  <a:pt x="7640" y="30540"/>
                  <a:pt x="8107" y="30607"/>
                </a:cubicBezTo>
                <a:cubicBezTo>
                  <a:pt x="8137" y="30611"/>
                  <a:pt x="8167" y="30613"/>
                  <a:pt x="8197" y="30613"/>
                </a:cubicBezTo>
                <a:cubicBezTo>
                  <a:pt x="8912" y="30613"/>
                  <a:pt x="9350" y="29487"/>
                  <a:pt x="8774" y="29039"/>
                </a:cubicBezTo>
                <a:cubicBezTo>
                  <a:pt x="8040" y="28438"/>
                  <a:pt x="7306" y="27905"/>
                  <a:pt x="6505" y="27438"/>
                </a:cubicBezTo>
                <a:cubicBezTo>
                  <a:pt x="7540" y="27304"/>
                  <a:pt x="8540" y="27138"/>
                  <a:pt x="9574" y="26971"/>
                </a:cubicBezTo>
                <a:cubicBezTo>
                  <a:pt x="10275" y="26837"/>
                  <a:pt x="10408" y="25870"/>
                  <a:pt x="9975" y="25403"/>
                </a:cubicBezTo>
                <a:cubicBezTo>
                  <a:pt x="9241" y="24669"/>
                  <a:pt x="8440" y="24035"/>
                  <a:pt x="7573" y="23502"/>
                </a:cubicBezTo>
                <a:cubicBezTo>
                  <a:pt x="7706" y="23468"/>
                  <a:pt x="7840" y="23468"/>
                  <a:pt x="7973" y="23435"/>
                </a:cubicBezTo>
                <a:cubicBezTo>
                  <a:pt x="8774" y="23335"/>
                  <a:pt x="8907" y="22067"/>
                  <a:pt x="8207" y="21734"/>
                </a:cubicBezTo>
                <a:cubicBezTo>
                  <a:pt x="7339" y="21333"/>
                  <a:pt x="6472" y="20933"/>
                  <a:pt x="5605" y="20533"/>
                </a:cubicBezTo>
                <a:cubicBezTo>
                  <a:pt x="5905" y="20466"/>
                  <a:pt x="6239" y="20433"/>
                  <a:pt x="6539" y="20399"/>
                </a:cubicBezTo>
                <a:cubicBezTo>
                  <a:pt x="7173" y="20333"/>
                  <a:pt x="7573" y="19866"/>
                  <a:pt x="7439" y="19232"/>
                </a:cubicBezTo>
                <a:cubicBezTo>
                  <a:pt x="7306" y="18465"/>
                  <a:pt x="7006" y="17797"/>
                  <a:pt x="6572" y="17264"/>
                </a:cubicBezTo>
                <a:cubicBezTo>
                  <a:pt x="7406" y="17097"/>
                  <a:pt x="8273" y="16897"/>
                  <a:pt x="9107" y="16630"/>
                </a:cubicBezTo>
                <a:cubicBezTo>
                  <a:pt x="9975" y="16330"/>
                  <a:pt x="9975" y="15129"/>
                  <a:pt x="9107" y="14829"/>
                </a:cubicBezTo>
                <a:cubicBezTo>
                  <a:pt x="7873" y="14428"/>
                  <a:pt x="6639" y="14028"/>
                  <a:pt x="5405" y="13628"/>
                </a:cubicBezTo>
                <a:cubicBezTo>
                  <a:pt x="5571" y="13611"/>
                  <a:pt x="5747" y="13603"/>
                  <a:pt x="5926" y="13603"/>
                </a:cubicBezTo>
                <a:cubicBezTo>
                  <a:pt x="6105" y="13603"/>
                  <a:pt x="6289" y="13611"/>
                  <a:pt x="6472" y="13628"/>
                </a:cubicBezTo>
                <a:cubicBezTo>
                  <a:pt x="6495" y="13630"/>
                  <a:pt x="6517" y="13631"/>
                  <a:pt x="6539" y="13631"/>
                </a:cubicBezTo>
                <a:cubicBezTo>
                  <a:pt x="7297" y="13631"/>
                  <a:pt x="7690" y="12545"/>
                  <a:pt x="7139" y="12027"/>
                </a:cubicBezTo>
                <a:cubicBezTo>
                  <a:pt x="6339" y="11360"/>
                  <a:pt x="5538" y="10726"/>
                  <a:pt x="4704" y="10159"/>
                </a:cubicBezTo>
                <a:cubicBezTo>
                  <a:pt x="5772" y="9925"/>
                  <a:pt x="6839" y="9825"/>
                  <a:pt x="7940" y="9792"/>
                </a:cubicBezTo>
                <a:cubicBezTo>
                  <a:pt x="8907" y="9758"/>
                  <a:pt x="9141" y="8558"/>
                  <a:pt x="8407" y="8057"/>
                </a:cubicBezTo>
                <a:cubicBezTo>
                  <a:pt x="7339" y="7323"/>
                  <a:pt x="6205" y="6690"/>
                  <a:pt x="5038" y="6156"/>
                </a:cubicBezTo>
                <a:cubicBezTo>
                  <a:pt x="5838" y="6089"/>
                  <a:pt x="6672" y="6056"/>
                  <a:pt x="7473" y="6056"/>
                </a:cubicBezTo>
                <a:cubicBezTo>
                  <a:pt x="7487" y="6056"/>
                  <a:pt x="7501" y="6057"/>
                  <a:pt x="7515" y="6057"/>
                </a:cubicBezTo>
                <a:cubicBezTo>
                  <a:pt x="8223" y="6057"/>
                  <a:pt x="8633" y="5243"/>
                  <a:pt x="8273" y="4655"/>
                </a:cubicBezTo>
                <a:cubicBezTo>
                  <a:pt x="7906" y="4021"/>
                  <a:pt x="7473" y="3487"/>
                  <a:pt x="6972" y="3020"/>
                </a:cubicBezTo>
                <a:cubicBezTo>
                  <a:pt x="7706" y="2853"/>
                  <a:pt x="8440" y="2687"/>
                  <a:pt x="9174" y="2453"/>
                </a:cubicBezTo>
                <a:cubicBezTo>
                  <a:pt x="9975" y="2186"/>
                  <a:pt x="10175" y="819"/>
                  <a:pt x="9174" y="652"/>
                </a:cubicBezTo>
                <a:lnTo>
                  <a:pt x="5071" y="18"/>
                </a:lnTo>
                <a:cubicBezTo>
                  <a:pt x="5000" y="6"/>
                  <a:pt x="4932" y="0"/>
                  <a:pt x="4867" y="0"/>
                </a:cubicBezTo>
                <a:close/>
              </a:path>
            </a:pathLst>
          </a:custGeom>
          <a:solidFill>
            <a:schemeClr val="dk1">
              <a:alpha val="47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404453" y="-80274"/>
            <a:ext cx="386252" cy="1432926"/>
          </a:xfrm>
          <a:custGeom>
            <a:avLst/>
            <a:gdLst/>
            <a:ahLst/>
            <a:cxnLst/>
            <a:rect l="l" t="t" r="r" b="b"/>
            <a:pathLst>
              <a:path w="10409" h="57553" extrusionOk="0">
                <a:moveTo>
                  <a:pt x="4867" y="0"/>
                </a:moveTo>
                <a:cubicBezTo>
                  <a:pt x="4041" y="0"/>
                  <a:pt x="3673" y="929"/>
                  <a:pt x="4137" y="1486"/>
                </a:cubicBezTo>
                <a:cubicBezTo>
                  <a:pt x="3203" y="1653"/>
                  <a:pt x="3136" y="2920"/>
                  <a:pt x="4037" y="3287"/>
                </a:cubicBezTo>
                <a:cubicBezTo>
                  <a:pt x="4671" y="3521"/>
                  <a:pt x="5171" y="3854"/>
                  <a:pt x="5605" y="4254"/>
                </a:cubicBezTo>
                <a:cubicBezTo>
                  <a:pt x="4037" y="4321"/>
                  <a:pt x="2469" y="4521"/>
                  <a:pt x="935" y="4855"/>
                </a:cubicBezTo>
                <a:cubicBezTo>
                  <a:pt x="1" y="5055"/>
                  <a:pt x="68" y="6423"/>
                  <a:pt x="935" y="6623"/>
                </a:cubicBezTo>
                <a:cubicBezTo>
                  <a:pt x="2369" y="7023"/>
                  <a:pt x="3737" y="7557"/>
                  <a:pt x="5038" y="8191"/>
                </a:cubicBezTo>
                <a:cubicBezTo>
                  <a:pt x="4070" y="8357"/>
                  <a:pt x="3136" y="8591"/>
                  <a:pt x="2202" y="8891"/>
                </a:cubicBezTo>
                <a:cubicBezTo>
                  <a:pt x="1435" y="9125"/>
                  <a:pt x="1268" y="10192"/>
                  <a:pt x="1969" y="10592"/>
                </a:cubicBezTo>
                <a:cubicBezTo>
                  <a:pt x="2703" y="10993"/>
                  <a:pt x="3370" y="11460"/>
                  <a:pt x="4037" y="11927"/>
                </a:cubicBezTo>
                <a:cubicBezTo>
                  <a:pt x="3303" y="12093"/>
                  <a:pt x="2569" y="12394"/>
                  <a:pt x="1835" y="12761"/>
                </a:cubicBezTo>
                <a:cubicBezTo>
                  <a:pt x="1102" y="13161"/>
                  <a:pt x="1335" y="14228"/>
                  <a:pt x="2069" y="14462"/>
                </a:cubicBezTo>
                <a:cubicBezTo>
                  <a:pt x="3170" y="14829"/>
                  <a:pt x="4237" y="15196"/>
                  <a:pt x="5338" y="15529"/>
                </a:cubicBezTo>
                <a:cubicBezTo>
                  <a:pt x="4838" y="15596"/>
                  <a:pt x="4337" y="15629"/>
                  <a:pt x="3837" y="15629"/>
                </a:cubicBezTo>
                <a:cubicBezTo>
                  <a:pt x="2803" y="15629"/>
                  <a:pt x="2569" y="17164"/>
                  <a:pt x="3570" y="17431"/>
                </a:cubicBezTo>
                <a:cubicBezTo>
                  <a:pt x="4404" y="17664"/>
                  <a:pt x="4938" y="18064"/>
                  <a:pt x="5305" y="18698"/>
                </a:cubicBezTo>
                <a:lnTo>
                  <a:pt x="2302" y="19065"/>
                </a:lnTo>
                <a:cubicBezTo>
                  <a:pt x="1502" y="19165"/>
                  <a:pt x="868" y="20366"/>
                  <a:pt x="1835" y="20800"/>
                </a:cubicBezTo>
                <a:lnTo>
                  <a:pt x="4604" y="22101"/>
                </a:lnTo>
                <a:cubicBezTo>
                  <a:pt x="4404" y="22134"/>
                  <a:pt x="4204" y="22134"/>
                  <a:pt x="4004" y="22167"/>
                </a:cubicBezTo>
                <a:cubicBezTo>
                  <a:pt x="3070" y="22334"/>
                  <a:pt x="3170" y="23735"/>
                  <a:pt x="4004" y="23969"/>
                </a:cubicBezTo>
                <a:cubicBezTo>
                  <a:pt x="5238" y="24302"/>
                  <a:pt x="6272" y="24803"/>
                  <a:pt x="7206" y="25470"/>
                </a:cubicBezTo>
                <a:cubicBezTo>
                  <a:pt x="5905" y="25670"/>
                  <a:pt x="4571" y="25903"/>
                  <a:pt x="3270" y="26103"/>
                </a:cubicBezTo>
                <a:cubicBezTo>
                  <a:pt x="2269" y="26270"/>
                  <a:pt x="2536" y="27605"/>
                  <a:pt x="3270" y="27905"/>
                </a:cubicBezTo>
                <a:cubicBezTo>
                  <a:pt x="3970" y="28172"/>
                  <a:pt x="4637" y="28505"/>
                  <a:pt x="5271" y="28872"/>
                </a:cubicBezTo>
                <a:cubicBezTo>
                  <a:pt x="4838" y="28972"/>
                  <a:pt x="4404" y="29072"/>
                  <a:pt x="3937" y="29272"/>
                </a:cubicBezTo>
                <a:cubicBezTo>
                  <a:pt x="3103" y="29573"/>
                  <a:pt x="3036" y="30740"/>
                  <a:pt x="3937" y="31040"/>
                </a:cubicBezTo>
                <a:cubicBezTo>
                  <a:pt x="4504" y="31240"/>
                  <a:pt x="4938" y="31474"/>
                  <a:pt x="5338" y="31774"/>
                </a:cubicBezTo>
                <a:cubicBezTo>
                  <a:pt x="4004" y="31841"/>
                  <a:pt x="2703" y="32008"/>
                  <a:pt x="1402" y="32308"/>
                </a:cubicBezTo>
                <a:cubicBezTo>
                  <a:pt x="434" y="32508"/>
                  <a:pt x="635" y="33776"/>
                  <a:pt x="1402" y="34076"/>
                </a:cubicBezTo>
                <a:cubicBezTo>
                  <a:pt x="2769" y="34610"/>
                  <a:pt x="4037" y="35310"/>
                  <a:pt x="5238" y="36144"/>
                </a:cubicBezTo>
                <a:cubicBezTo>
                  <a:pt x="4504" y="36311"/>
                  <a:pt x="3737" y="36377"/>
                  <a:pt x="2903" y="36377"/>
                </a:cubicBezTo>
                <a:cubicBezTo>
                  <a:pt x="2892" y="36377"/>
                  <a:pt x="2882" y="36377"/>
                  <a:pt x="2871" y="36377"/>
                </a:cubicBezTo>
                <a:cubicBezTo>
                  <a:pt x="1864" y="36377"/>
                  <a:pt x="1646" y="37948"/>
                  <a:pt x="2669" y="38212"/>
                </a:cubicBezTo>
                <a:cubicBezTo>
                  <a:pt x="3804" y="38479"/>
                  <a:pt x="4838" y="38879"/>
                  <a:pt x="5805" y="39446"/>
                </a:cubicBezTo>
                <a:cubicBezTo>
                  <a:pt x="4938" y="39546"/>
                  <a:pt x="4104" y="39646"/>
                  <a:pt x="3236" y="39780"/>
                </a:cubicBezTo>
                <a:cubicBezTo>
                  <a:pt x="2336" y="39880"/>
                  <a:pt x="1969" y="40947"/>
                  <a:pt x="2769" y="41514"/>
                </a:cubicBezTo>
                <a:cubicBezTo>
                  <a:pt x="2970" y="41648"/>
                  <a:pt x="3203" y="41781"/>
                  <a:pt x="3403" y="41948"/>
                </a:cubicBezTo>
                <a:cubicBezTo>
                  <a:pt x="3070" y="41981"/>
                  <a:pt x="2736" y="42015"/>
                  <a:pt x="2436" y="42048"/>
                </a:cubicBezTo>
                <a:cubicBezTo>
                  <a:pt x="1402" y="42148"/>
                  <a:pt x="1135" y="43516"/>
                  <a:pt x="2169" y="43883"/>
                </a:cubicBezTo>
                <a:cubicBezTo>
                  <a:pt x="3370" y="44250"/>
                  <a:pt x="4571" y="44650"/>
                  <a:pt x="5772" y="45050"/>
                </a:cubicBezTo>
                <a:cubicBezTo>
                  <a:pt x="5405" y="45084"/>
                  <a:pt x="5038" y="45117"/>
                  <a:pt x="4637" y="45117"/>
                </a:cubicBezTo>
                <a:cubicBezTo>
                  <a:pt x="3737" y="45117"/>
                  <a:pt x="3337" y="46418"/>
                  <a:pt x="4170" y="46852"/>
                </a:cubicBezTo>
                <a:cubicBezTo>
                  <a:pt x="4204" y="46885"/>
                  <a:pt x="4271" y="46885"/>
                  <a:pt x="4304" y="46918"/>
                </a:cubicBezTo>
                <a:cubicBezTo>
                  <a:pt x="3670" y="46952"/>
                  <a:pt x="3036" y="46985"/>
                  <a:pt x="2403" y="47018"/>
                </a:cubicBezTo>
                <a:cubicBezTo>
                  <a:pt x="1335" y="47085"/>
                  <a:pt x="1168" y="48486"/>
                  <a:pt x="2169" y="48853"/>
                </a:cubicBezTo>
                <a:cubicBezTo>
                  <a:pt x="2469" y="48953"/>
                  <a:pt x="2769" y="49087"/>
                  <a:pt x="3103" y="49187"/>
                </a:cubicBezTo>
                <a:cubicBezTo>
                  <a:pt x="2403" y="49287"/>
                  <a:pt x="1702" y="49387"/>
                  <a:pt x="1002" y="49487"/>
                </a:cubicBezTo>
                <a:cubicBezTo>
                  <a:pt x="101" y="49587"/>
                  <a:pt x="101" y="51155"/>
                  <a:pt x="1002" y="51255"/>
                </a:cubicBezTo>
                <a:cubicBezTo>
                  <a:pt x="1835" y="51388"/>
                  <a:pt x="2636" y="51588"/>
                  <a:pt x="3403" y="51855"/>
                </a:cubicBezTo>
                <a:lnTo>
                  <a:pt x="2469" y="51855"/>
                </a:lnTo>
                <a:cubicBezTo>
                  <a:pt x="1435" y="51889"/>
                  <a:pt x="1202" y="53390"/>
                  <a:pt x="2236" y="53656"/>
                </a:cubicBezTo>
                <a:cubicBezTo>
                  <a:pt x="2736" y="53790"/>
                  <a:pt x="3270" y="53923"/>
                  <a:pt x="3770" y="54057"/>
                </a:cubicBezTo>
                <a:cubicBezTo>
                  <a:pt x="3036" y="54257"/>
                  <a:pt x="2269" y="54424"/>
                  <a:pt x="1502" y="54590"/>
                </a:cubicBezTo>
                <a:cubicBezTo>
                  <a:pt x="468" y="54857"/>
                  <a:pt x="835" y="56192"/>
                  <a:pt x="1735" y="56325"/>
                </a:cubicBezTo>
                <a:cubicBezTo>
                  <a:pt x="3970" y="56592"/>
                  <a:pt x="6172" y="56992"/>
                  <a:pt x="8373" y="57526"/>
                </a:cubicBezTo>
                <a:cubicBezTo>
                  <a:pt x="8444" y="57544"/>
                  <a:pt x="8511" y="57553"/>
                  <a:pt x="8574" y="57553"/>
                </a:cubicBezTo>
                <a:cubicBezTo>
                  <a:pt x="9324" y="57553"/>
                  <a:pt x="9571" y="56374"/>
                  <a:pt x="8740" y="56158"/>
                </a:cubicBezTo>
                <a:cubicBezTo>
                  <a:pt x="7806" y="55858"/>
                  <a:pt x="6872" y="55625"/>
                  <a:pt x="5938" y="55391"/>
                </a:cubicBezTo>
                <a:cubicBezTo>
                  <a:pt x="6572" y="55258"/>
                  <a:pt x="7173" y="55124"/>
                  <a:pt x="7806" y="54957"/>
                </a:cubicBezTo>
                <a:cubicBezTo>
                  <a:pt x="8674" y="54757"/>
                  <a:pt x="8640" y="53456"/>
                  <a:pt x="7840" y="53223"/>
                </a:cubicBezTo>
                <a:cubicBezTo>
                  <a:pt x="8073" y="52823"/>
                  <a:pt x="8007" y="52222"/>
                  <a:pt x="7540" y="51889"/>
                </a:cubicBezTo>
                <a:cubicBezTo>
                  <a:pt x="6906" y="51422"/>
                  <a:pt x="6239" y="51055"/>
                  <a:pt x="5538" y="50721"/>
                </a:cubicBezTo>
                <a:lnTo>
                  <a:pt x="7139" y="50488"/>
                </a:lnTo>
                <a:cubicBezTo>
                  <a:pt x="8140" y="50354"/>
                  <a:pt x="7906" y="48953"/>
                  <a:pt x="7139" y="48686"/>
                </a:cubicBezTo>
                <a:cubicBezTo>
                  <a:pt x="7073" y="48653"/>
                  <a:pt x="7039" y="48653"/>
                  <a:pt x="6972" y="48620"/>
                </a:cubicBezTo>
                <a:cubicBezTo>
                  <a:pt x="7206" y="48620"/>
                  <a:pt x="7439" y="48586"/>
                  <a:pt x="7673" y="48586"/>
                </a:cubicBezTo>
                <a:cubicBezTo>
                  <a:pt x="8540" y="48519"/>
                  <a:pt x="9007" y="47319"/>
                  <a:pt x="8140" y="46852"/>
                </a:cubicBezTo>
                <a:cubicBezTo>
                  <a:pt x="7973" y="46752"/>
                  <a:pt x="7773" y="46651"/>
                  <a:pt x="7606" y="46551"/>
                </a:cubicBezTo>
                <a:cubicBezTo>
                  <a:pt x="8207" y="46385"/>
                  <a:pt x="8774" y="46184"/>
                  <a:pt x="9341" y="45884"/>
                </a:cubicBezTo>
                <a:cubicBezTo>
                  <a:pt x="10141" y="45517"/>
                  <a:pt x="9841" y="44417"/>
                  <a:pt x="9141" y="44183"/>
                </a:cubicBezTo>
                <a:cubicBezTo>
                  <a:pt x="8273" y="43916"/>
                  <a:pt x="7373" y="43616"/>
                  <a:pt x="6505" y="43316"/>
                </a:cubicBezTo>
                <a:cubicBezTo>
                  <a:pt x="7006" y="42982"/>
                  <a:pt x="7106" y="42215"/>
                  <a:pt x="6472" y="41781"/>
                </a:cubicBezTo>
                <a:cubicBezTo>
                  <a:pt x="6239" y="41615"/>
                  <a:pt x="6005" y="41481"/>
                  <a:pt x="5772" y="41314"/>
                </a:cubicBezTo>
                <a:cubicBezTo>
                  <a:pt x="6572" y="41214"/>
                  <a:pt x="7406" y="41081"/>
                  <a:pt x="8240" y="40981"/>
                </a:cubicBezTo>
                <a:cubicBezTo>
                  <a:pt x="8941" y="40914"/>
                  <a:pt x="9574" y="39980"/>
                  <a:pt x="8874" y="39413"/>
                </a:cubicBezTo>
                <a:cubicBezTo>
                  <a:pt x="8107" y="38746"/>
                  <a:pt x="7306" y="38179"/>
                  <a:pt x="6439" y="37678"/>
                </a:cubicBezTo>
                <a:cubicBezTo>
                  <a:pt x="6839" y="37545"/>
                  <a:pt x="7239" y="37412"/>
                  <a:pt x="7606" y="37211"/>
                </a:cubicBezTo>
                <a:cubicBezTo>
                  <a:pt x="8140" y="36978"/>
                  <a:pt x="8240" y="36111"/>
                  <a:pt x="7806" y="35777"/>
                </a:cubicBezTo>
                <a:cubicBezTo>
                  <a:pt x="6839" y="34976"/>
                  <a:pt x="5838" y="34276"/>
                  <a:pt x="4804" y="33676"/>
                </a:cubicBezTo>
                <a:cubicBezTo>
                  <a:pt x="5273" y="33636"/>
                  <a:pt x="5742" y="33620"/>
                  <a:pt x="6218" y="33620"/>
                </a:cubicBezTo>
                <a:cubicBezTo>
                  <a:pt x="6554" y="33620"/>
                  <a:pt x="6894" y="33628"/>
                  <a:pt x="7239" y="33642"/>
                </a:cubicBezTo>
                <a:cubicBezTo>
                  <a:pt x="7254" y="33643"/>
                  <a:pt x="7268" y="33643"/>
                  <a:pt x="7282" y="33643"/>
                </a:cubicBezTo>
                <a:cubicBezTo>
                  <a:pt x="7987" y="33643"/>
                  <a:pt x="8334" y="32830"/>
                  <a:pt x="8040" y="32241"/>
                </a:cubicBezTo>
                <a:cubicBezTo>
                  <a:pt x="7673" y="31574"/>
                  <a:pt x="7239" y="31007"/>
                  <a:pt x="6739" y="30540"/>
                </a:cubicBezTo>
                <a:cubicBezTo>
                  <a:pt x="7173" y="30540"/>
                  <a:pt x="7640" y="30540"/>
                  <a:pt x="8107" y="30607"/>
                </a:cubicBezTo>
                <a:cubicBezTo>
                  <a:pt x="8137" y="30611"/>
                  <a:pt x="8167" y="30613"/>
                  <a:pt x="8197" y="30613"/>
                </a:cubicBezTo>
                <a:cubicBezTo>
                  <a:pt x="8912" y="30613"/>
                  <a:pt x="9350" y="29487"/>
                  <a:pt x="8774" y="29039"/>
                </a:cubicBezTo>
                <a:cubicBezTo>
                  <a:pt x="8040" y="28438"/>
                  <a:pt x="7306" y="27905"/>
                  <a:pt x="6505" y="27438"/>
                </a:cubicBezTo>
                <a:cubicBezTo>
                  <a:pt x="7540" y="27304"/>
                  <a:pt x="8540" y="27138"/>
                  <a:pt x="9574" y="26971"/>
                </a:cubicBezTo>
                <a:cubicBezTo>
                  <a:pt x="10275" y="26837"/>
                  <a:pt x="10408" y="25870"/>
                  <a:pt x="9975" y="25403"/>
                </a:cubicBezTo>
                <a:cubicBezTo>
                  <a:pt x="9241" y="24669"/>
                  <a:pt x="8440" y="24035"/>
                  <a:pt x="7573" y="23502"/>
                </a:cubicBezTo>
                <a:cubicBezTo>
                  <a:pt x="7706" y="23468"/>
                  <a:pt x="7840" y="23468"/>
                  <a:pt x="7973" y="23435"/>
                </a:cubicBezTo>
                <a:cubicBezTo>
                  <a:pt x="8774" y="23335"/>
                  <a:pt x="8907" y="22067"/>
                  <a:pt x="8207" y="21734"/>
                </a:cubicBezTo>
                <a:cubicBezTo>
                  <a:pt x="7339" y="21333"/>
                  <a:pt x="6472" y="20933"/>
                  <a:pt x="5605" y="20533"/>
                </a:cubicBezTo>
                <a:cubicBezTo>
                  <a:pt x="5905" y="20466"/>
                  <a:pt x="6239" y="20433"/>
                  <a:pt x="6539" y="20399"/>
                </a:cubicBezTo>
                <a:cubicBezTo>
                  <a:pt x="7173" y="20333"/>
                  <a:pt x="7573" y="19866"/>
                  <a:pt x="7439" y="19232"/>
                </a:cubicBezTo>
                <a:cubicBezTo>
                  <a:pt x="7306" y="18465"/>
                  <a:pt x="7006" y="17797"/>
                  <a:pt x="6572" y="17264"/>
                </a:cubicBezTo>
                <a:cubicBezTo>
                  <a:pt x="7406" y="17097"/>
                  <a:pt x="8273" y="16897"/>
                  <a:pt x="9107" y="16630"/>
                </a:cubicBezTo>
                <a:cubicBezTo>
                  <a:pt x="9975" y="16330"/>
                  <a:pt x="9975" y="15129"/>
                  <a:pt x="9107" y="14829"/>
                </a:cubicBezTo>
                <a:cubicBezTo>
                  <a:pt x="7873" y="14428"/>
                  <a:pt x="6639" y="14028"/>
                  <a:pt x="5405" y="13628"/>
                </a:cubicBezTo>
                <a:cubicBezTo>
                  <a:pt x="5571" y="13611"/>
                  <a:pt x="5747" y="13603"/>
                  <a:pt x="5926" y="13603"/>
                </a:cubicBezTo>
                <a:cubicBezTo>
                  <a:pt x="6105" y="13603"/>
                  <a:pt x="6289" y="13611"/>
                  <a:pt x="6472" y="13628"/>
                </a:cubicBezTo>
                <a:cubicBezTo>
                  <a:pt x="6495" y="13630"/>
                  <a:pt x="6517" y="13631"/>
                  <a:pt x="6539" y="13631"/>
                </a:cubicBezTo>
                <a:cubicBezTo>
                  <a:pt x="7297" y="13631"/>
                  <a:pt x="7690" y="12545"/>
                  <a:pt x="7139" y="12027"/>
                </a:cubicBezTo>
                <a:cubicBezTo>
                  <a:pt x="6339" y="11360"/>
                  <a:pt x="5538" y="10726"/>
                  <a:pt x="4704" y="10159"/>
                </a:cubicBezTo>
                <a:cubicBezTo>
                  <a:pt x="5772" y="9925"/>
                  <a:pt x="6839" y="9825"/>
                  <a:pt x="7940" y="9792"/>
                </a:cubicBezTo>
                <a:cubicBezTo>
                  <a:pt x="8907" y="9758"/>
                  <a:pt x="9141" y="8558"/>
                  <a:pt x="8407" y="8057"/>
                </a:cubicBezTo>
                <a:cubicBezTo>
                  <a:pt x="7339" y="7323"/>
                  <a:pt x="6205" y="6690"/>
                  <a:pt x="5038" y="6156"/>
                </a:cubicBezTo>
                <a:cubicBezTo>
                  <a:pt x="5838" y="6089"/>
                  <a:pt x="6672" y="6056"/>
                  <a:pt x="7473" y="6056"/>
                </a:cubicBezTo>
                <a:cubicBezTo>
                  <a:pt x="7487" y="6056"/>
                  <a:pt x="7501" y="6057"/>
                  <a:pt x="7515" y="6057"/>
                </a:cubicBezTo>
                <a:cubicBezTo>
                  <a:pt x="8223" y="6057"/>
                  <a:pt x="8633" y="5243"/>
                  <a:pt x="8273" y="4655"/>
                </a:cubicBezTo>
                <a:cubicBezTo>
                  <a:pt x="7906" y="4021"/>
                  <a:pt x="7473" y="3487"/>
                  <a:pt x="6972" y="3020"/>
                </a:cubicBezTo>
                <a:cubicBezTo>
                  <a:pt x="7706" y="2853"/>
                  <a:pt x="8440" y="2687"/>
                  <a:pt x="9174" y="2453"/>
                </a:cubicBezTo>
                <a:cubicBezTo>
                  <a:pt x="9975" y="2186"/>
                  <a:pt x="10175" y="819"/>
                  <a:pt x="9174" y="652"/>
                </a:cubicBezTo>
                <a:lnTo>
                  <a:pt x="5071" y="18"/>
                </a:lnTo>
                <a:cubicBezTo>
                  <a:pt x="5000" y="6"/>
                  <a:pt x="4932" y="0"/>
                  <a:pt x="486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958250" y="72748"/>
            <a:ext cx="355953" cy="308055"/>
          </a:xfrm>
          <a:custGeom>
            <a:avLst/>
            <a:gdLst/>
            <a:ahLst/>
            <a:cxnLst/>
            <a:rect l="l" t="t" r="r" b="b"/>
            <a:pathLst>
              <a:path w="7907" h="6843" extrusionOk="0">
                <a:moveTo>
                  <a:pt x="3696" y="1305"/>
                </a:moveTo>
                <a:cubicBezTo>
                  <a:pt x="4239" y="1305"/>
                  <a:pt x="4789" y="1501"/>
                  <a:pt x="5171" y="1918"/>
                </a:cubicBezTo>
                <a:cubicBezTo>
                  <a:pt x="6072" y="2885"/>
                  <a:pt x="6139" y="4453"/>
                  <a:pt x="4938" y="5220"/>
                </a:cubicBezTo>
                <a:cubicBezTo>
                  <a:pt x="4536" y="5461"/>
                  <a:pt x="4058" y="5589"/>
                  <a:pt x="3588" y="5589"/>
                </a:cubicBezTo>
                <a:cubicBezTo>
                  <a:pt x="2887" y="5589"/>
                  <a:pt x="2201" y="5305"/>
                  <a:pt x="1802" y="4686"/>
                </a:cubicBezTo>
                <a:cubicBezTo>
                  <a:pt x="1669" y="4419"/>
                  <a:pt x="1569" y="4153"/>
                  <a:pt x="1535" y="3852"/>
                </a:cubicBezTo>
                <a:cubicBezTo>
                  <a:pt x="1769" y="3786"/>
                  <a:pt x="1969" y="3552"/>
                  <a:pt x="1902" y="3219"/>
                </a:cubicBezTo>
                <a:cubicBezTo>
                  <a:pt x="1684" y="1999"/>
                  <a:pt x="2676" y="1305"/>
                  <a:pt x="3696" y="1305"/>
                </a:cubicBezTo>
                <a:close/>
                <a:moveTo>
                  <a:pt x="3852" y="0"/>
                </a:moveTo>
                <a:cubicBezTo>
                  <a:pt x="2862" y="0"/>
                  <a:pt x="1881" y="469"/>
                  <a:pt x="1302" y="1217"/>
                </a:cubicBezTo>
                <a:cubicBezTo>
                  <a:pt x="201" y="2351"/>
                  <a:pt x="1" y="4319"/>
                  <a:pt x="1035" y="5654"/>
                </a:cubicBezTo>
                <a:cubicBezTo>
                  <a:pt x="1675" y="6458"/>
                  <a:pt x="2655" y="6842"/>
                  <a:pt x="3643" y="6842"/>
                </a:cubicBezTo>
                <a:cubicBezTo>
                  <a:pt x="4664" y="6842"/>
                  <a:pt x="5694" y="6433"/>
                  <a:pt x="6372" y="5654"/>
                </a:cubicBezTo>
                <a:cubicBezTo>
                  <a:pt x="7907" y="3919"/>
                  <a:pt x="6973" y="1084"/>
                  <a:pt x="4971" y="216"/>
                </a:cubicBezTo>
                <a:cubicBezTo>
                  <a:pt x="4611" y="69"/>
                  <a:pt x="4231" y="0"/>
                  <a:pt x="385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1251875" y="4490075"/>
            <a:ext cx="417895" cy="401933"/>
          </a:xfrm>
          <a:custGeom>
            <a:avLst/>
            <a:gdLst/>
            <a:ahLst/>
            <a:cxnLst/>
            <a:rect l="l" t="t" r="r" b="b"/>
            <a:pathLst>
              <a:path w="8168" h="7856" extrusionOk="0">
                <a:moveTo>
                  <a:pt x="1830" y="2651"/>
                </a:moveTo>
                <a:cubicBezTo>
                  <a:pt x="2164" y="2985"/>
                  <a:pt x="2464" y="3385"/>
                  <a:pt x="2664" y="3886"/>
                </a:cubicBezTo>
                <a:cubicBezTo>
                  <a:pt x="2754" y="4125"/>
                  <a:pt x="3033" y="4258"/>
                  <a:pt x="3306" y="4258"/>
                </a:cubicBezTo>
                <a:cubicBezTo>
                  <a:pt x="3337" y="4258"/>
                  <a:pt x="3368" y="4256"/>
                  <a:pt x="3398" y="4253"/>
                </a:cubicBezTo>
                <a:lnTo>
                  <a:pt x="3398" y="4253"/>
                </a:lnTo>
                <a:cubicBezTo>
                  <a:pt x="3365" y="4286"/>
                  <a:pt x="3331" y="4353"/>
                  <a:pt x="3298" y="4386"/>
                </a:cubicBezTo>
                <a:cubicBezTo>
                  <a:pt x="3198" y="4453"/>
                  <a:pt x="3131" y="4553"/>
                  <a:pt x="3064" y="4686"/>
                </a:cubicBezTo>
                <a:cubicBezTo>
                  <a:pt x="2497" y="4119"/>
                  <a:pt x="2064" y="3419"/>
                  <a:pt x="1830" y="2651"/>
                </a:cubicBezTo>
                <a:close/>
                <a:moveTo>
                  <a:pt x="7345" y="0"/>
                </a:moveTo>
                <a:cubicBezTo>
                  <a:pt x="7217" y="0"/>
                  <a:pt x="7087" y="36"/>
                  <a:pt x="6967" y="116"/>
                </a:cubicBezTo>
                <a:cubicBezTo>
                  <a:pt x="5833" y="850"/>
                  <a:pt x="4732" y="1617"/>
                  <a:pt x="3631" y="2351"/>
                </a:cubicBezTo>
                <a:cubicBezTo>
                  <a:pt x="2998" y="1417"/>
                  <a:pt x="2097" y="750"/>
                  <a:pt x="996" y="383"/>
                </a:cubicBezTo>
                <a:cubicBezTo>
                  <a:pt x="927" y="358"/>
                  <a:pt x="856" y="347"/>
                  <a:pt x="785" y="347"/>
                </a:cubicBezTo>
                <a:cubicBezTo>
                  <a:pt x="383" y="347"/>
                  <a:pt x="0" y="724"/>
                  <a:pt x="29" y="1150"/>
                </a:cubicBezTo>
                <a:cubicBezTo>
                  <a:pt x="62" y="3485"/>
                  <a:pt x="1430" y="5587"/>
                  <a:pt x="3565" y="6554"/>
                </a:cubicBezTo>
                <a:cubicBezTo>
                  <a:pt x="3531" y="6721"/>
                  <a:pt x="3531" y="6888"/>
                  <a:pt x="3498" y="7055"/>
                </a:cubicBezTo>
                <a:cubicBezTo>
                  <a:pt x="3476" y="7588"/>
                  <a:pt x="3883" y="7855"/>
                  <a:pt x="4316" y="7855"/>
                </a:cubicBezTo>
                <a:cubicBezTo>
                  <a:pt x="4532" y="7855"/>
                  <a:pt x="4754" y="7788"/>
                  <a:pt x="4932" y="7655"/>
                </a:cubicBezTo>
                <a:cubicBezTo>
                  <a:pt x="7000" y="5954"/>
                  <a:pt x="8168" y="3485"/>
                  <a:pt x="8168" y="817"/>
                </a:cubicBezTo>
                <a:cubicBezTo>
                  <a:pt x="8143" y="360"/>
                  <a:pt x="7751" y="0"/>
                  <a:pt x="73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"/>
          <p:cNvSpPr/>
          <p:nvPr/>
        </p:nvSpPr>
        <p:spPr>
          <a:xfrm>
            <a:off x="8194300" y="4422488"/>
            <a:ext cx="722090" cy="537096"/>
          </a:xfrm>
          <a:custGeom>
            <a:avLst/>
            <a:gdLst/>
            <a:ahLst/>
            <a:cxnLst/>
            <a:rect l="l" t="t" r="r" b="b"/>
            <a:pathLst>
              <a:path w="10012" h="7447" extrusionOk="0">
                <a:moveTo>
                  <a:pt x="6227" y="0"/>
                </a:moveTo>
                <a:cubicBezTo>
                  <a:pt x="6143" y="0"/>
                  <a:pt x="6058" y="9"/>
                  <a:pt x="5975" y="28"/>
                </a:cubicBezTo>
                <a:cubicBezTo>
                  <a:pt x="5675" y="94"/>
                  <a:pt x="5508" y="361"/>
                  <a:pt x="5442" y="661"/>
                </a:cubicBezTo>
                <a:cubicBezTo>
                  <a:pt x="4741" y="762"/>
                  <a:pt x="3907" y="728"/>
                  <a:pt x="3374" y="795"/>
                </a:cubicBezTo>
                <a:cubicBezTo>
                  <a:pt x="2540" y="895"/>
                  <a:pt x="2273" y="2062"/>
                  <a:pt x="3173" y="2329"/>
                </a:cubicBezTo>
                <a:cubicBezTo>
                  <a:pt x="3874" y="2529"/>
                  <a:pt x="4574" y="2763"/>
                  <a:pt x="5275" y="2963"/>
                </a:cubicBezTo>
                <a:cubicBezTo>
                  <a:pt x="4731" y="3061"/>
                  <a:pt x="4176" y="3106"/>
                  <a:pt x="3616" y="3106"/>
                </a:cubicBezTo>
                <a:cubicBezTo>
                  <a:pt x="2836" y="3106"/>
                  <a:pt x="2049" y="3018"/>
                  <a:pt x="1272" y="2863"/>
                </a:cubicBezTo>
                <a:cubicBezTo>
                  <a:pt x="1207" y="2849"/>
                  <a:pt x="1144" y="2843"/>
                  <a:pt x="1084" y="2843"/>
                </a:cubicBezTo>
                <a:cubicBezTo>
                  <a:pt x="261" y="2843"/>
                  <a:pt x="1" y="4051"/>
                  <a:pt x="872" y="4331"/>
                </a:cubicBezTo>
                <a:cubicBezTo>
                  <a:pt x="2373" y="4831"/>
                  <a:pt x="3874" y="5365"/>
                  <a:pt x="5375" y="5865"/>
                </a:cubicBezTo>
                <a:cubicBezTo>
                  <a:pt x="3841" y="5965"/>
                  <a:pt x="2339" y="6132"/>
                  <a:pt x="938" y="6566"/>
                </a:cubicBezTo>
                <a:cubicBezTo>
                  <a:pt x="605" y="6666"/>
                  <a:pt x="538" y="7233"/>
                  <a:pt x="938" y="7300"/>
                </a:cubicBezTo>
                <a:cubicBezTo>
                  <a:pt x="1631" y="7406"/>
                  <a:pt x="2342" y="7446"/>
                  <a:pt x="3063" y="7446"/>
                </a:cubicBezTo>
                <a:cubicBezTo>
                  <a:pt x="5051" y="7446"/>
                  <a:pt x="7110" y="7139"/>
                  <a:pt x="9044" y="7066"/>
                </a:cubicBezTo>
                <a:cubicBezTo>
                  <a:pt x="9878" y="6999"/>
                  <a:pt x="10012" y="5899"/>
                  <a:pt x="9244" y="5632"/>
                </a:cubicBezTo>
                <a:cubicBezTo>
                  <a:pt x="8077" y="5198"/>
                  <a:pt x="6909" y="4798"/>
                  <a:pt x="5742" y="4397"/>
                </a:cubicBezTo>
                <a:cubicBezTo>
                  <a:pt x="6643" y="4231"/>
                  <a:pt x="7510" y="3964"/>
                  <a:pt x="8377" y="3597"/>
                </a:cubicBezTo>
                <a:cubicBezTo>
                  <a:pt x="9011" y="3330"/>
                  <a:pt x="8744" y="2363"/>
                  <a:pt x="8177" y="2196"/>
                </a:cubicBezTo>
                <a:cubicBezTo>
                  <a:pt x="7777" y="2062"/>
                  <a:pt x="7376" y="1929"/>
                  <a:pt x="6943" y="1829"/>
                </a:cubicBezTo>
                <a:cubicBezTo>
                  <a:pt x="6976" y="1796"/>
                  <a:pt x="7009" y="1796"/>
                  <a:pt x="7009" y="1796"/>
                </a:cubicBezTo>
                <a:cubicBezTo>
                  <a:pt x="7343" y="1629"/>
                  <a:pt x="7443" y="1262"/>
                  <a:pt x="7376" y="895"/>
                </a:cubicBezTo>
                <a:cubicBezTo>
                  <a:pt x="7290" y="348"/>
                  <a:pt x="6757" y="0"/>
                  <a:pt x="622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"/>
          <p:cNvSpPr/>
          <p:nvPr/>
        </p:nvSpPr>
        <p:spPr>
          <a:xfrm>
            <a:off x="1814875" y="4616100"/>
            <a:ext cx="1458575" cy="310600"/>
          </a:xfrm>
          <a:custGeom>
            <a:avLst/>
            <a:gdLst/>
            <a:ahLst/>
            <a:cxnLst/>
            <a:rect l="l" t="t" r="r" b="b"/>
            <a:pathLst>
              <a:path w="58343" h="12424" extrusionOk="0">
                <a:moveTo>
                  <a:pt x="18298" y="0"/>
                </a:moveTo>
                <a:cubicBezTo>
                  <a:pt x="18228" y="0"/>
                  <a:pt x="18155" y="5"/>
                  <a:pt x="18080" y="16"/>
                </a:cubicBezTo>
                <a:cubicBezTo>
                  <a:pt x="17180" y="149"/>
                  <a:pt x="16713" y="1016"/>
                  <a:pt x="16479" y="1783"/>
                </a:cubicBezTo>
                <a:cubicBezTo>
                  <a:pt x="15879" y="3551"/>
                  <a:pt x="15545" y="5486"/>
                  <a:pt x="15212" y="7354"/>
                </a:cubicBezTo>
                <a:cubicBezTo>
                  <a:pt x="14544" y="5086"/>
                  <a:pt x="14878" y="1750"/>
                  <a:pt x="11943" y="1550"/>
                </a:cubicBezTo>
                <a:cubicBezTo>
                  <a:pt x="11899" y="1548"/>
                  <a:pt x="11857" y="1546"/>
                  <a:pt x="11815" y="1546"/>
                </a:cubicBezTo>
                <a:cubicBezTo>
                  <a:pt x="10662" y="1546"/>
                  <a:pt x="10024" y="2417"/>
                  <a:pt x="9541" y="3318"/>
                </a:cubicBezTo>
                <a:cubicBezTo>
                  <a:pt x="8674" y="4919"/>
                  <a:pt x="7906" y="6554"/>
                  <a:pt x="7172" y="8221"/>
                </a:cubicBezTo>
                <a:cubicBezTo>
                  <a:pt x="6872" y="5953"/>
                  <a:pt x="6339" y="3752"/>
                  <a:pt x="5538" y="1583"/>
                </a:cubicBezTo>
                <a:cubicBezTo>
                  <a:pt x="5440" y="1314"/>
                  <a:pt x="5163" y="1081"/>
                  <a:pt x="4864" y="1081"/>
                </a:cubicBezTo>
                <a:cubicBezTo>
                  <a:pt x="4755" y="1081"/>
                  <a:pt x="4644" y="1112"/>
                  <a:pt x="4537" y="1183"/>
                </a:cubicBezTo>
                <a:cubicBezTo>
                  <a:pt x="1435" y="3485"/>
                  <a:pt x="1" y="7254"/>
                  <a:pt x="868" y="11023"/>
                </a:cubicBezTo>
                <a:cubicBezTo>
                  <a:pt x="934" y="11276"/>
                  <a:pt x="1123" y="11386"/>
                  <a:pt x="1318" y="11386"/>
                </a:cubicBezTo>
                <a:cubicBezTo>
                  <a:pt x="1610" y="11386"/>
                  <a:pt x="1915" y="11137"/>
                  <a:pt x="1835" y="10757"/>
                </a:cubicBezTo>
                <a:cubicBezTo>
                  <a:pt x="1302" y="7788"/>
                  <a:pt x="2302" y="4819"/>
                  <a:pt x="4571" y="2851"/>
                </a:cubicBezTo>
                <a:cubicBezTo>
                  <a:pt x="5405" y="5453"/>
                  <a:pt x="5905" y="8055"/>
                  <a:pt x="6005" y="10790"/>
                </a:cubicBezTo>
                <a:cubicBezTo>
                  <a:pt x="6026" y="11192"/>
                  <a:pt x="6410" y="11487"/>
                  <a:pt x="6764" y="11487"/>
                </a:cubicBezTo>
                <a:cubicBezTo>
                  <a:pt x="6968" y="11487"/>
                  <a:pt x="7163" y="11389"/>
                  <a:pt x="7273" y="11157"/>
                </a:cubicBezTo>
                <a:cubicBezTo>
                  <a:pt x="7973" y="9723"/>
                  <a:pt x="8674" y="8288"/>
                  <a:pt x="9341" y="6887"/>
                </a:cubicBezTo>
                <a:cubicBezTo>
                  <a:pt x="9796" y="5951"/>
                  <a:pt x="10674" y="3307"/>
                  <a:pt x="11872" y="3307"/>
                </a:cubicBezTo>
                <a:cubicBezTo>
                  <a:pt x="12253" y="3307"/>
                  <a:pt x="12667" y="3575"/>
                  <a:pt x="13110" y="4252"/>
                </a:cubicBezTo>
                <a:cubicBezTo>
                  <a:pt x="13710" y="5153"/>
                  <a:pt x="13477" y="6620"/>
                  <a:pt x="13710" y="7688"/>
                </a:cubicBezTo>
                <a:cubicBezTo>
                  <a:pt x="13911" y="8622"/>
                  <a:pt x="14278" y="9356"/>
                  <a:pt x="15011" y="9989"/>
                </a:cubicBezTo>
                <a:cubicBezTo>
                  <a:pt x="15163" y="10116"/>
                  <a:pt x="15363" y="10180"/>
                  <a:pt x="15560" y="10180"/>
                </a:cubicBezTo>
                <a:cubicBezTo>
                  <a:pt x="15882" y="10180"/>
                  <a:pt x="16196" y="10008"/>
                  <a:pt x="16279" y="9656"/>
                </a:cubicBezTo>
                <a:cubicBezTo>
                  <a:pt x="16613" y="8188"/>
                  <a:pt x="16946" y="6720"/>
                  <a:pt x="17280" y="5219"/>
                </a:cubicBezTo>
                <a:cubicBezTo>
                  <a:pt x="17446" y="4552"/>
                  <a:pt x="17580" y="3885"/>
                  <a:pt x="17747" y="3218"/>
                </a:cubicBezTo>
                <a:cubicBezTo>
                  <a:pt x="17780" y="2818"/>
                  <a:pt x="17913" y="2451"/>
                  <a:pt x="18047" y="2084"/>
                </a:cubicBezTo>
                <a:cubicBezTo>
                  <a:pt x="18064" y="1858"/>
                  <a:pt x="18118" y="1750"/>
                  <a:pt x="18203" y="1750"/>
                </a:cubicBezTo>
                <a:cubicBezTo>
                  <a:pt x="18281" y="1750"/>
                  <a:pt x="18386" y="1841"/>
                  <a:pt x="18514" y="2017"/>
                </a:cubicBezTo>
                <a:cubicBezTo>
                  <a:pt x="19114" y="2217"/>
                  <a:pt x="20082" y="5119"/>
                  <a:pt x="20382" y="5686"/>
                </a:cubicBezTo>
                <a:lnTo>
                  <a:pt x="22583" y="10123"/>
                </a:lnTo>
                <a:cubicBezTo>
                  <a:pt x="22716" y="10389"/>
                  <a:pt x="22999" y="10517"/>
                  <a:pt x="23285" y="10517"/>
                </a:cubicBezTo>
                <a:cubicBezTo>
                  <a:pt x="23646" y="10517"/>
                  <a:pt x="24010" y="10313"/>
                  <a:pt x="24085" y="9923"/>
                </a:cubicBezTo>
                <a:cubicBezTo>
                  <a:pt x="24518" y="7554"/>
                  <a:pt x="25419" y="5453"/>
                  <a:pt x="26820" y="3551"/>
                </a:cubicBezTo>
                <a:cubicBezTo>
                  <a:pt x="27654" y="6253"/>
                  <a:pt x="28488" y="8955"/>
                  <a:pt x="29288" y="11657"/>
                </a:cubicBezTo>
                <a:cubicBezTo>
                  <a:pt x="29418" y="12062"/>
                  <a:pt x="29724" y="12241"/>
                  <a:pt x="30039" y="12241"/>
                </a:cubicBezTo>
                <a:cubicBezTo>
                  <a:pt x="30451" y="12241"/>
                  <a:pt x="30880" y="11934"/>
                  <a:pt x="30956" y="11424"/>
                </a:cubicBezTo>
                <a:cubicBezTo>
                  <a:pt x="31290" y="8622"/>
                  <a:pt x="32090" y="5953"/>
                  <a:pt x="33358" y="3451"/>
                </a:cubicBezTo>
                <a:cubicBezTo>
                  <a:pt x="34826" y="5686"/>
                  <a:pt x="36093" y="8021"/>
                  <a:pt x="37094" y="10490"/>
                </a:cubicBezTo>
                <a:cubicBezTo>
                  <a:pt x="37265" y="10893"/>
                  <a:pt x="37652" y="11102"/>
                  <a:pt x="38018" y="11102"/>
                </a:cubicBezTo>
                <a:cubicBezTo>
                  <a:pt x="38438" y="11102"/>
                  <a:pt x="38828" y="10827"/>
                  <a:pt x="38828" y="10256"/>
                </a:cubicBezTo>
                <a:cubicBezTo>
                  <a:pt x="38828" y="8955"/>
                  <a:pt x="38995" y="7654"/>
                  <a:pt x="39395" y="6387"/>
                </a:cubicBezTo>
                <a:cubicBezTo>
                  <a:pt x="39596" y="5853"/>
                  <a:pt x="39896" y="4752"/>
                  <a:pt x="40329" y="4385"/>
                </a:cubicBezTo>
                <a:cubicBezTo>
                  <a:pt x="40546" y="4203"/>
                  <a:pt x="40696" y="4122"/>
                  <a:pt x="40817" y="4122"/>
                </a:cubicBezTo>
                <a:cubicBezTo>
                  <a:pt x="41052" y="4122"/>
                  <a:pt x="41178" y="4424"/>
                  <a:pt x="41464" y="4886"/>
                </a:cubicBezTo>
                <a:cubicBezTo>
                  <a:pt x="42798" y="6987"/>
                  <a:pt x="43598" y="9622"/>
                  <a:pt x="44633" y="11891"/>
                </a:cubicBezTo>
                <a:cubicBezTo>
                  <a:pt x="44771" y="12196"/>
                  <a:pt x="45048" y="12328"/>
                  <a:pt x="45339" y="12328"/>
                </a:cubicBezTo>
                <a:cubicBezTo>
                  <a:pt x="45747" y="12328"/>
                  <a:pt x="46183" y="12067"/>
                  <a:pt x="46300" y="11657"/>
                </a:cubicBezTo>
                <a:cubicBezTo>
                  <a:pt x="47068" y="8889"/>
                  <a:pt x="48202" y="6253"/>
                  <a:pt x="49669" y="3785"/>
                </a:cubicBezTo>
                <a:cubicBezTo>
                  <a:pt x="50937" y="6320"/>
                  <a:pt x="51938" y="8955"/>
                  <a:pt x="52638" y="11757"/>
                </a:cubicBezTo>
                <a:cubicBezTo>
                  <a:pt x="52755" y="12191"/>
                  <a:pt x="53147" y="12408"/>
                  <a:pt x="53539" y="12408"/>
                </a:cubicBezTo>
                <a:cubicBezTo>
                  <a:pt x="53931" y="12408"/>
                  <a:pt x="54323" y="12191"/>
                  <a:pt x="54440" y="11757"/>
                </a:cubicBezTo>
                <a:cubicBezTo>
                  <a:pt x="54907" y="9756"/>
                  <a:pt x="55374" y="7788"/>
                  <a:pt x="55841" y="5820"/>
                </a:cubicBezTo>
                <a:cubicBezTo>
                  <a:pt x="56241" y="7588"/>
                  <a:pt x="56274" y="9422"/>
                  <a:pt x="55941" y="11290"/>
                </a:cubicBezTo>
                <a:cubicBezTo>
                  <a:pt x="55820" y="11971"/>
                  <a:pt x="56410" y="12424"/>
                  <a:pt x="56944" y="12424"/>
                </a:cubicBezTo>
                <a:cubicBezTo>
                  <a:pt x="57298" y="12424"/>
                  <a:pt x="57629" y="12224"/>
                  <a:pt x="57709" y="11757"/>
                </a:cubicBezTo>
                <a:cubicBezTo>
                  <a:pt x="58342" y="8388"/>
                  <a:pt x="57942" y="5153"/>
                  <a:pt x="56508" y="2017"/>
                </a:cubicBezTo>
                <a:cubicBezTo>
                  <a:pt x="56353" y="1707"/>
                  <a:pt x="56055" y="1570"/>
                  <a:pt x="55750" y="1570"/>
                </a:cubicBezTo>
                <a:cubicBezTo>
                  <a:pt x="55333" y="1570"/>
                  <a:pt x="54903" y="1827"/>
                  <a:pt x="54806" y="2250"/>
                </a:cubicBezTo>
                <a:cubicBezTo>
                  <a:pt x="54339" y="4152"/>
                  <a:pt x="53906" y="6053"/>
                  <a:pt x="53439" y="7955"/>
                </a:cubicBezTo>
                <a:cubicBezTo>
                  <a:pt x="52672" y="5720"/>
                  <a:pt x="51671" y="3585"/>
                  <a:pt x="50503" y="1483"/>
                </a:cubicBezTo>
                <a:cubicBezTo>
                  <a:pt x="50341" y="1192"/>
                  <a:pt x="50054" y="1058"/>
                  <a:pt x="49759" y="1058"/>
                </a:cubicBezTo>
                <a:cubicBezTo>
                  <a:pt x="49446" y="1058"/>
                  <a:pt x="49124" y="1209"/>
                  <a:pt x="48936" y="1483"/>
                </a:cubicBezTo>
                <a:cubicBezTo>
                  <a:pt x="47401" y="3818"/>
                  <a:pt x="46167" y="6287"/>
                  <a:pt x="45266" y="8889"/>
                </a:cubicBezTo>
                <a:cubicBezTo>
                  <a:pt x="44633" y="7488"/>
                  <a:pt x="43999" y="6087"/>
                  <a:pt x="43332" y="4686"/>
                </a:cubicBezTo>
                <a:cubicBezTo>
                  <a:pt x="42841" y="3540"/>
                  <a:pt x="42382" y="1882"/>
                  <a:pt x="40885" y="1882"/>
                </a:cubicBezTo>
                <a:cubicBezTo>
                  <a:pt x="40856" y="1882"/>
                  <a:pt x="40826" y="1882"/>
                  <a:pt x="40796" y="1884"/>
                </a:cubicBezTo>
                <a:cubicBezTo>
                  <a:pt x="38828" y="1984"/>
                  <a:pt x="37828" y="4552"/>
                  <a:pt x="37394" y="6954"/>
                </a:cubicBezTo>
                <a:cubicBezTo>
                  <a:pt x="36427" y="4986"/>
                  <a:pt x="35293" y="3151"/>
                  <a:pt x="34025" y="1350"/>
                </a:cubicBezTo>
                <a:cubicBezTo>
                  <a:pt x="33833" y="1088"/>
                  <a:pt x="33523" y="936"/>
                  <a:pt x="33223" y="936"/>
                </a:cubicBezTo>
                <a:cubicBezTo>
                  <a:pt x="32949" y="936"/>
                  <a:pt x="32683" y="1063"/>
                  <a:pt x="32524" y="1350"/>
                </a:cubicBezTo>
                <a:cubicBezTo>
                  <a:pt x="31323" y="3451"/>
                  <a:pt x="30489" y="5653"/>
                  <a:pt x="29922" y="7955"/>
                </a:cubicBezTo>
                <a:cubicBezTo>
                  <a:pt x="29255" y="5820"/>
                  <a:pt x="28621" y="3718"/>
                  <a:pt x="27954" y="1617"/>
                </a:cubicBezTo>
                <a:cubicBezTo>
                  <a:pt x="27846" y="1251"/>
                  <a:pt x="27490" y="1010"/>
                  <a:pt x="27133" y="1010"/>
                </a:cubicBezTo>
                <a:cubicBezTo>
                  <a:pt x="26937" y="1010"/>
                  <a:pt x="26740" y="1084"/>
                  <a:pt x="26586" y="1250"/>
                </a:cubicBezTo>
                <a:cubicBezTo>
                  <a:pt x="24952" y="3084"/>
                  <a:pt x="23751" y="5119"/>
                  <a:pt x="23050" y="7354"/>
                </a:cubicBezTo>
                <a:cubicBezTo>
                  <a:pt x="22250" y="5820"/>
                  <a:pt x="21449" y="4252"/>
                  <a:pt x="20682" y="2684"/>
                </a:cubicBezTo>
                <a:cubicBezTo>
                  <a:pt x="20176" y="1703"/>
                  <a:pt x="19609" y="0"/>
                  <a:pt x="182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2"/>
          <p:cNvSpPr/>
          <p:nvPr/>
        </p:nvSpPr>
        <p:spPr>
          <a:xfrm>
            <a:off x="8530825" y="195975"/>
            <a:ext cx="421588" cy="455993"/>
          </a:xfrm>
          <a:custGeom>
            <a:avLst/>
            <a:gdLst/>
            <a:ahLst/>
            <a:cxnLst/>
            <a:rect l="l" t="t" r="r" b="b"/>
            <a:pathLst>
              <a:path w="9841" h="7062" extrusionOk="0">
                <a:moveTo>
                  <a:pt x="6705" y="0"/>
                </a:moveTo>
                <a:cubicBezTo>
                  <a:pt x="6004" y="0"/>
                  <a:pt x="5337" y="34"/>
                  <a:pt x="4637" y="34"/>
                </a:cubicBezTo>
                <a:cubicBezTo>
                  <a:pt x="3903" y="67"/>
                  <a:pt x="3469" y="1168"/>
                  <a:pt x="4236" y="1501"/>
                </a:cubicBezTo>
                <a:cubicBezTo>
                  <a:pt x="4403" y="1601"/>
                  <a:pt x="4570" y="1668"/>
                  <a:pt x="4737" y="1735"/>
                </a:cubicBezTo>
                <a:cubicBezTo>
                  <a:pt x="3736" y="1802"/>
                  <a:pt x="2769" y="1868"/>
                  <a:pt x="1768" y="1935"/>
                </a:cubicBezTo>
                <a:cubicBezTo>
                  <a:pt x="901" y="2002"/>
                  <a:pt x="667" y="3236"/>
                  <a:pt x="1568" y="3469"/>
                </a:cubicBezTo>
                <a:cubicBezTo>
                  <a:pt x="1668" y="3503"/>
                  <a:pt x="1801" y="3536"/>
                  <a:pt x="1901" y="3569"/>
                </a:cubicBezTo>
                <a:cubicBezTo>
                  <a:pt x="1635" y="3569"/>
                  <a:pt x="1334" y="3603"/>
                  <a:pt x="1068" y="3603"/>
                </a:cubicBezTo>
                <a:cubicBezTo>
                  <a:pt x="267" y="3636"/>
                  <a:pt x="0" y="4904"/>
                  <a:pt x="867" y="5071"/>
                </a:cubicBezTo>
                <a:cubicBezTo>
                  <a:pt x="1234" y="5137"/>
                  <a:pt x="1601" y="5204"/>
                  <a:pt x="1968" y="5304"/>
                </a:cubicBezTo>
                <a:cubicBezTo>
                  <a:pt x="1434" y="5371"/>
                  <a:pt x="1301" y="6238"/>
                  <a:pt x="1935" y="6438"/>
                </a:cubicBezTo>
                <a:cubicBezTo>
                  <a:pt x="3188" y="6862"/>
                  <a:pt x="4460" y="7061"/>
                  <a:pt x="5736" y="7061"/>
                </a:cubicBezTo>
                <a:cubicBezTo>
                  <a:pt x="6871" y="7061"/>
                  <a:pt x="8009" y="6903"/>
                  <a:pt x="9140" y="6605"/>
                </a:cubicBezTo>
                <a:cubicBezTo>
                  <a:pt x="9807" y="6472"/>
                  <a:pt x="9840" y="5404"/>
                  <a:pt x="9140" y="5237"/>
                </a:cubicBezTo>
                <a:cubicBezTo>
                  <a:pt x="8573" y="5137"/>
                  <a:pt x="8006" y="5004"/>
                  <a:pt x="7439" y="4870"/>
                </a:cubicBezTo>
                <a:cubicBezTo>
                  <a:pt x="8106" y="4670"/>
                  <a:pt x="8206" y="3603"/>
                  <a:pt x="7439" y="3403"/>
                </a:cubicBezTo>
                <a:cubicBezTo>
                  <a:pt x="7172" y="3336"/>
                  <a:pt x="6905" y="3269"/>
                  <a:pt x="6638" y="3203"/>
                </a:cubicBezTo>
                <a:lnTo>
                  <a:pt x="7906" y="3136"/>
                </a:lnTo>
                <a:cubicBezTo>
                  <a:pt x="8606" y="3069"/>
                  <a:pt x="9073" y="2002"/>
                  <a:pt x="8306" y="1668"/>
                </a:cubicBezTo>
                <a:cubicBezTo>
                  <a:pt x="7972" y="1501"/>
                  <a:pt x="7639" y="1335"/>
                  <a:pt x="7272" y="1168"/>
                </a:cubicBezTo>
                <a:cubicBezTo>
                  <a:pt x="7572" y="734"/>
                  <a:pt x="7405" y="0"/>
                  <a:pt x="6705" y="0"/>
                </a:cubicBezTo>
                <a:close/>
              </a:path>
            </a:pathLst>
          </a:custGeom>
          <a:solidFill>
            <a:schemeClr val="dk1">
              <a:alpha val="47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2"/>
          <p:cNvSpPr/>
          <p:nvPr/>
        </p:nvSpPr>
        <p:spPr>
          <a:xfrm rot="5400000">
            <a:off x="8006800" y="-360936"/>
            <a:ext cx="386252" cy="1432926"/>
          </a:xfrm>
          <a:custGeom>
            <a:avLst/>
            <a:gdLst/>
            <a:ahLst/>
            <a:cxnLst/>
            <a:rect l="l" t="t" r="r" b="b"/>
            <a:pathLst>
              <a:path w="10409" h="57553" extrusionOk="0">
                <a:moveTo>
                  <a:pt x="4867" y="0"/>
                </a:moveTo>
                <a:cubicBezTo>
                  <a:pt x="4041" y="0"/>
                  <a:pt x="3673" y="929"/>
                  <a:pt x="4137" y="1486"/>
                </a:cubicBezTo>
                <a:cubicBezTo>
                  <a:pt x="3203" y="1653"/>
                  <a:pt x="3136" y="2920"/>
                  <a:pt x="4037" y="3287"/>
                </a:cubicBezTo>
                <a:cubicBezTo>
                  <a:pt x="4671" y="3521"/>
                  <a:pt x="5171" y="3854"/>
                  <a:pt x="5605" y="4254"/>
                </a:cubicBezTo>
                <a:cubicBezTo>
                  <a:pt x="4037" y="4321"/>
                  <a:pt x="2469" y="4521"/>
                  <a:pt x="935" y="4855"/>
                </a:cubicBezTo>
                <a:cubicBezTo>
                  <a:pt x="1" y="5055"/>
                  <a:pt x="68" y="6423"/>
                  <a:pt x="935" y="6623"/>
                </a:cubicBezTo>
                <a:cubicBezTo>
                  <a:pt x="2369" y="7023"/>
                  <a:pt x="3737" y="7557"/>
                  <a:pt x="5038" y="8191"/>
                </a:cubicBezTo>
                <a:cubicBezTo>
                  <a:pt x="4070" y="8357"/>
                  <a:pt x="3136" y="8591"/>
                  <a:pt x="2202" y="8891"/>
                </a:cubicBezTo>
                <a:cubicBezTo>
                  <a:pt x="1435" y="9125"/>
                  <a:pt x="1268" y="10192"/>
                  <a:pt x="1969" y="10592"/>
                </a:cubicBezTo>
                <a:cubicBezTo>
                  <a:pt x="2703" y="10993"/>
                  <a:pt x="3370" y="11460"/>
                  <a:pt x="4037" y="11927"/>
                </a:cubicBezTo>
                <a:cubicBezTo>
                  <a:pt x="3303" y="12093"/>
                  <a:pt x="2569" y="12394"/>
                  <a:pt x="1835" y="12761"/>
                </a:cubicBezTo>
                <a:cubicBezTo>
                  <a:pt x="1102" y="13161"/>
                  <a:pt x="1335" y="14228"/>
                  <a:pt x="2069" y="14462"/>
                </a:cubicBezTo>
                <a:cubicBezTo>
                  <a:pt x="3170" y="14829"/>
                  <a:pt x="4237" y="15196"/>
                  <a:pt x="5338" y="15529"/>
                </a:cubicBezTo>
                <a:cubicBezTo>
                  <a:pt x="4838" y="15596"/>
                  <a:pt x="4337" y="15629"/>
                  <a:pt x="3837" y="15629"/>
                </a:cubicBezTo>
                <a:cubicBezTo>
                  <a:pt x="2803" y="15629"/>
                  <a:pt x="2569" y="17164"/>
                  <a:pt x="3570" y="17431"/>
                </a:cubicBezTo>
                <a:cubicBezTo>
                  <a:pt x="4404" y="17664"/>
                  <a:pt x="4938" y="18064"/>
                  <a:pt x="5305" y="18698"/>
                </a:cubicBezTo>
                <a:lnTo>
                  <a:pt x="2302" y="19065"/>
                </a:lnTo>
                <a:cubicBezTo>
                  <a:pt x="1502" y="19165"/>
                  <a:pt x="868" y="20366"/>
                  <a:pt x="1835" y="20800"/>
                </a:cubicBezTo>
                <a:lnTo>
                  <a:pt x="4604" y="22101"/>
                </a:lnTo>
                <a:cubicBezTo>
                  <a:pt x="4404" y="22134"/>
                  <a:pt x="4204" y="22134"/>
                  <a:pt x="4004" y="22167"/>
                </a:cubicBezTo>
                <a:cubicBezTo>
                  <a:pt x="3070" y="22334"/>
                  <a:pt x="3170" y="23735"/>
                  <a:pt x="4004" y="23969"/>
                </a:cubicBezTo>
                <a:cubicBezTo>
                  <a:pt x="5238" y="24302"/>
                  <a:pt x="6272" y="24803"/>
                  <a:pt x="7206" y="25470"/>
                </a:cubicBezTo>
                <a:cubicBezTo>
                  <a:pt x="5905" y="25670"/>
                  <a:pt x="4571" y="25903"/>
                  <a:pt x="3270" y="26103"/>
                </a:cubicBezTo>
                <a:cubicBezTo>
                  <a:pt x="2269" y="26270"/>
                  <a:pt x="2536" y="27605"/>
                  <a:pt x="3270" y="27905"/>
                </a:cubicBezTo>
                <a:cubicBezTo>
                  <a:pt x="3970" y="28172"/>
                  <a:pt x="4637" y="28505"/>
                  <a:pt x="5271" y="28872"/>
                </a:cubicBezTo>
                <a:cubicBezTo>
                  <a:pt x="4838" y="28972"/>
                  <a:pt x="4404" y="29072"/>
                  <a:pt x="3937" y="29272"/>
                </a:cubicBezTo>
                <a:cubicBezTo>
                  <a:pt x="3103" y="29573"/>
                  <a:pt x="3036" y="30740"/>
                  <a:pt x="3937" y="31040"/>
                </a:cubicBezTo>
                <a:cubicBezTo>
                  <a:pt x="4504" y="31240"/>
                  <a:pt x="4938" y="31474"/>
                  <a:pt x="5338" y="31774"/>
                </a:cubicBezTo>
                <a:cubicBezTo>
                  <a:pt x="4004" y="31841"/>
                  <a:pt x="2703" y="32008"/>
                  <a:pt x="1402" y="32308"/>
                </a:cubicBezTo>
                <a:cubicBezTo>
                  <a:pt x="434" y="32508"/>
                  <a:pt x="635" y="33776"/>
                  <a:pt x="1402" y="34076"/>
                </a:cubicBezTo>
                <a:cubicBezTo>
                  <a:pt x="2769" y="34610"/>
                  <a:pt x="4037" y="35310"/>
                  <a:pt x="5238" y="36144"/>
                </a:cubicBezTo>
                <a:cubicBezTo>
                  <a:pt x="4504" y="36311"/>
                  <a:pt x="3737" y="36377"/>
                  <a:pt x="2903" y="36377"/>
                </a:cubicBezTo>
                <a:cubicBezTo>
                  <a:pt x="2892" y="36377"/>
                  <a:pt x="2882" y="36377"/>
                  <a:pt x="2871" y="36377"/>
                </a:cubicBezTo>
                <a:cubicBezTo>
                  <a:pt x="1864" y="36377"/>
                  <a:pt x="1646" y="37948"/>
                  <a:pt x="2669" y="38212"/>
                </a:cubicBezTo>
                <a:cubicBezTo>
                  <a:pt x="3804" y="38479"/>
                  <a:pt x="4838" y="38879"/>
                  <a:pt x="5805" y="39446"/>
                </a:cubicBezTo>
                <a:cubicBezTo>
                  <a:pt x="4938" y="39546"/>
                  <a:pt x="4104" y="39646"/>
                  <a:pt x="3236" y="39780"/>
                </a:cubicBezTo>
                <a:cubicBezTo>
                  <a:pt x="2336" y="39880"/>
                  <a:pt x="1969" y="40947"/>
                  <a:pt x="2769" y="41514"/>
                </a:cubicBezTo>
                <a:cubicBezTo>
                  <a:pt x="2970" y="41648"/>
                  <a:pt x="3203" y="41781"/>
                  <a:pt x="3403" y="41948"/>
                </a:cubicBezTo>
                <a:cubicBezTo>
                  <a:pt x="3070" y="41981"/>
                  <a:pt x="2736" y="42015"/>
                  <a:pt x="2436" y="42048"/>
                </a:cubicBezTo>
                <a:cubicBezTo>
                  <a:pt x="1402" y="42148"/>
                  <a:pt x="1135" y="43516"/>
                  <a:pt x="2169" y="43883"/>
                </a:cubicBezTo>
                <a:cubicBezTo>
                  <a:pt x="3370" y="44250"/>
                  <a:pt x="4571" y="44650"/>
                  <a:pt x="5772" y="45050"/>
                </a:cubicBezTo>
                <a:cubicBezTo>
                  <a:pt x="5405" y="45084"/>
                  <a:pt x="5038" y="45117"/>
                  <a:pt x="4637" y="45117"/>
                </a:cubicBezTo>
                <a:cubicBezTo>
                  <a:pt x="3737" y="45117"/>
                  <a:pt x="3337" y="46418"/>
                  <a:pt x="4170" y="46852"/>
                </a:cubicBezTo>
                <a:cubicBezTo>
                  <a:pt x="4204" y="46885"/>
                  <a:pt x="4271" y="46885"/>
                  <a:pt x="4304" y="46918"/>
                </a:cubicBezTo>
                <a:cubicBezTo>
                  <a:pt x="3670" y="46952"/>
                  <a:pt x="3036" y="46985"/>
                  <a:pt x="2403" y="47018"/>
                </a:cubicBezTo>
                <a:cubicBezTo>
                  <a:pt x="1335" y="47085"/>
                  <a:pt x="1168" y="48486"/>
                  <a:pt x="2169" y="48853"/>
                </a:cubicBezTo>
                <a:cubicBezTo>
                  <a:pt x="2469" y="48953"/>
                  <a:pt x="2769" y="49087"/>
                  <a:pt x="3103" y="49187"/>
                </a:cubicBezTo>
                <a:cubicBezTo>
                  <a:pt x="2403" y="49287"/>
                  <a:pt x="1702" y="49387"/>
                  <a:pt x="1002" y="49487"/>
                </a:cubicBezTo>
                <a:cubicBezTo>
                  <a:pt x="101" y="49587"/>
                  <a:pt x="101" y="51155"/>
                  <a:pt x="1002" y="51255"/>
                </a:cubicBezTo>
                <a:cubicBezTo>
                  <a:pt x="1835" y="51388"/>
                  <a:pt x="2636" y="51588"/>
                  <a:pt x="3403" y="51855"/>
                </a:cubicBezTo>
                <a:lnTo>
                  <a:pt x="2469" y="51855"/>
                </a:lnTo>
                <a:cubicBezTo>
                  <a:pt x="1435" y="51889"/>
                  <a:pt x="1202" y="53390"/>
                  <a:pt x="2236" y="53656"/>
                </a:cubicBezTo>
                <a:cubicBezTo>
                  <a:pt x="2736" y="53790"/>
                  <a:pt x="3270" y="53923"/>
                  <a:pt x="3770" y="54057"/>
                </a:cubicBezTo>
                <a:cubicBezTo>
                  <a:pt x="3036" y="54257"/>
                  <a:pt x="2269" y="54424"/>
                  <a:pt x="1502" y="54590"/>
                </a:cubicBezTo>
                <a:cubicBezTo>
                  <a:pt x="468" y="54857"/>
                  <a:pt x="835" y="56192"/>
                  <a:pt x="1735" y="56325"/>
                </a:cubicBezTo>
                <a:cubicBezTo>
                  <a:pt x="3970" y="56592"/>
                  <a:pt x="6172" y="56992"/>
                  <a:pt x="8373" y="57526"/>
                </a:cubicBezTo>
                <a:cubicBezTo>
                  <a:pt x="8444" y="57544"/>
                  <a:pt x="8511" y="57553"/>
                  <a:pt x="8574" y="57553"/>
                </a:cubicBezTo>
                <a:cubicBezTo>
                  <a:pt x="9324" y="57553"/>
                  <a:pt x="9571" y="56374"/>
                  <a:pt x="8740" y="56158"/>
                </a:cubicBezTo>
                <a:cubicBezTo>
                  <a:pt x="7806" y="55858"/>
                  <a:pt x="6872" y="55625"/>
                  <a:pt x="5938" y="55391"/>
                </a:cubicBezTo>
                <a:cubicBezTo>
                  <a:pt x="6572" y="55258"/>
                  <a:pt x="7173" y="55124"/>
                  <a:pt x="7806" y="54957"/>
                </a:cubicBezTo>
                <a:cubicBezTo>
                  <a:pt x="8674" y="54757"/>
                  <a:pt x="8640" y="53456"/>
                  <a:pt x="7840" y="53223"/>
                </a:cubicBezTo>
                <a:cubicBezTo>
                  <a:pt x="8073" y="52823"/>
                  <a:pt x="8007" y="52222"/>
                  <a:pt x="7540" y="51889"/>
                </a:cubicBezTo>
                <a:cubicBezTo>
                  <a:pt x="6906" y="51422"/>
                  <a:pt x="6239" y="51055"/>
                  <a:pt x="5538" y="50721"/>
                </a:cubicBezTo>
                <a:lnTo>
                  <a:pt x="7139" y="50488"/>
                </a:lnTo>
                <a:cubicBezTo>
                  <a:pt x="8140" y="50354"/>
                  <a:pt x="7906" y="48953"/>
                  <a:pt x="7139" y="48686"/>
                </a:cubicBezTo>
                <a:cubicBezTo>
                  <a:pt x="7073" y="48653"/>
                  <a:pt x="7039" y="48653"/>
                  <a:pt x="6972" y="48620"/>
                </a:cubicBezTo>
                <a:cubicBezTo>
                  <a:pt x="7206" y="48620"/>
                  <a:pt x="7439" y="48586"/>
                  <a:pt x="7673" y="48586"/>
                </a:cubicBezTo>
                <a:cubicBezTo>
                  <a:pt x="8540" y="48519"/>
                  <a:pt x="9007" y="47319"/>
                  <a:pt x="8140" y="46852"/>
                </a:cubicBezTo>
                <a:cubicBezTo>
                  <a:pt x="7973" y="46752"/>
                  <a:pt x="7773" y="46651"/>
                  <a:pt x="7606" y="46551"/>
                </a:cubicBezTo>
                <a:cubicBezTo>
                  <a:pt x="8207" y="46385"/>
                  <a:pt x="8774" y="46184"/>
                  <a:pt x="9341" y="45884"/>
                </a:cubicBezTo>
                <a:cubicBezTo>
                  <a:pt x="10141" y="45517"/>
                  <a:pt x="9841" y="44417"/>
                  <a:pt x="9141" y="44183"/>
                </a:cubicBezTo>
                <a:cubicBezTo>
                  <a:pt x="8273" y="43916"/>
                  <a:pt x="7373" y="43616"/>
                  <a:pt x="6505" y="43316"/>
                </a:cubicBezTo>
                <a:cubicBezTo>
                  <a:pt x="7006" y="42982"/>
                  <a:pt x="7106" y="42215"/>
                  <a:pt x="6472" y="41781"/>
                </a:cubicBezTo>
                <a:cubicBezTo>
                  <a:pt x="6239" y="41615"/>
                  <a:pt x="6005" y="41481"/>
                  <a:pt x="5772" y="41314"/>
                </a:cubicBezTo>
                <a:cubicBezTo>
                  <a:pt x="6572" y="41214"/>
                  <a:pt x="7406" y="41081"/>
                  <a:pt x="8240" y="40981"/>
                </a:cubicBezTo>
                <a:cubicBezTo>
                  <a:pt x="8941" y="40914"/>
                  <a:pt x="9574" y="39980"/>
                  <a:pt x="8874" y="39413"/>
                </a:cubicBezTo>
                <a:cubicBezTo>
                  <a:pt x="8107" y="38746"/>
                  <a:pt x="7306" y="38179"/>
                  <a:pt x="6439" y="37678"/>
                </a:cubicBezTo>
                <a:cubicBezTo>
                  <a:pt x="6839" y="37545"/>
                  <a:pt x="7239" y="37412"/>
                  <a:pt x="7606" y="37211"/>
                </a:cubicBezTo>
                <a:cubicBezTo>
                  <a:pt x="8140" y="36978"/>
                  <a:pt x="8240" y="36111"/>
                  <a:pt x="7806" y="35777"/>
                </a:cubicBezTo>
                <a:cubicBezTo>
                  <a:pt x="6839" y="34976"/>
                  <a:pt x="5838" y="34276"/>
                  <a:pt x="4804" y="33676"/>
                </a:cubicBezTo>
                <a:cubicBezTo>
                  <a:pt x="5273" y="33636"/>
                  <a:pt x="5742" y="33620"/>
                  <a:pt x="6218" y="33620"/>
                </a:cubicBezTo>
                <a:cubicBezTo>
                  <a:pt x="6554" y="33620"/>
                  <a:pt x="6894" y="33628"/>
                  <a:pt x="7239" y="33642"/>
                </a:cubicBezTo>
                <a:cubicBezTo>
                  <a:pt x="7254" y="33643"/>
                  <a:pt x="7268" y="33643"/>
                  <a:pt x="7282" y="33643"/>
                </a:cubicBezTo>
                <a:cubicBezTo>
                  <a:pt x="7987" y="33643"/>
                  <a:pt x="8334" y="32830"/>
                  <a:pt x="8040" y="32241"/>
                </a:cubicBezTo>
                <a:cubicBezTo>
                  <a:pt x="7673" y="31574"/>
                  <a:pt x="7239" y="31007"/>
                  <a:pt x="6739" y="30540"/>
                </a:cubicBezTo>
                <a:cubicBezTo>
                  <a:pt x="7173" y="30540"/>
                  <a:pt x="7640" y="30540"/>
                  <a:pt x="8107" y="30607"/>
                </a:cubicBezTo>
                <a:cubicBezTo>
                  <a:pt x="8137" y="30611"/>
                  <a:pt x="8167" y="30613"/>
                  <a:pt x="8197" y="30613"/>
                </a:cubicBezTo>
                <a:cubicBezTo>
                  <a:pt x="8912" y="30613"/>
                  <a:pt x="9350" y="29487"/>
                  <a:pt x="8774" y="29039"/>
                </a:cubicBezTo>
                <a:cubicBezTo>
                  <a:pt x="8040" y="28438"/>
                  <a:pt x="7306" y="27905"/>
                  <a:pt x="6505" y="27438"/>
                </a:cubicBezTo>
                <a:cubicBezTo>
                  <a:pt x="7540" y="27304"/>
                  <a:pt x="8540" y="27138"/>
                  <a:pt x="9574" y="26971"/>
                </a:cubicBezTo>
                <a:cubicBezTo>
                  <a:pt x="10275" y="26837"/>
                  <a:pt x="10408" y="25870"/>
                  <a:pt x="9975" y="25403"/>
                </a:cubicBezTo>
                <a:cubicBezTo>
                  <a:pt x="9241" y="24669"/>
                  <a:pt x="8440" y="24035"/>
                  <a:pt x="7573" y="23502"/>
                </a:cubicBezTo>
                <a:cubicBezTo>
                  <a:pt x="7706" y="23468"/>
                  <a:pt x="7840" y="23468"/>
                  <a:pt x="7973" y="23435"/>
                </a:cubicBezTo>
                <a:cubicBezTo>
                  <a:pt x="8774" y="23335"/>
                  <a:pt x="8907" y="22067"/>
                  <a:pt x="8207" y="21734"/>
                </a:cubicBezTo>
                <a:cubicBezTo>
                  <a:pt x="7339" y="21333"/>
                  <a:pt x="6472" y="20933"/>
                  <a:pt x="5605" y="20533"/>
                </a:cubicBezTo>
                <a:cubicBezTo>
                  <a:pt x="5905" y="20466"/>
                  <a:pt x="6239" y="20433"/>
                  <a:pt x="6539" y="20399"/>
                </a:cubicBezTo>
                <a:cubicBezTo>
                  <a:pt x="7173" y="20333"/>
                  <a:pt x="7573" y="19866"/>
                  <a:pt x="7439" y="19232"/>
                </a:cubicBezTo>
                <a:cubicBezTo>
                  <a:pt x="7306" y="18465"/>
                  <a:pt x="7006" y="17797"/>
                  <a:pt x="6572" y="17264"/>
                </a:cubicBezTo>
                <a:cubicBezTo>
                  <a:pt x="7406" y="17097"/>
                  <a:pt x="8273" y="16897"/>
                  <a:pt x="9107" y="16630"/>
                </a:cubicBezTo>
                <a:cubicBezTo>
                  <a:pt x="9975" y="16330"/>
                  <a:pt x="9975" y="15129"/>
                  <a:pt x="9107" y="14829"/>
                </a:cubicBezTo>
                <a:cubicBezTo>
                  <a:pt x="7873" y="14428"/>
                  <a:pt x="6639" y="14028"/>
                  <a:pt x="5405" y="13628"/>
                </a:cubicBezTo>
                <a:cubicBezTo>
                  <a:pt x="5571" y="13611"/>
                  <a:pt x="5747" y="13603"/>
                  <a:pt x="5926" y="13603"/>
                </a:cubicBezTo>
                <a:cubicBezTo>
                  <a:pt x="6105" y="13603"/>
                  <a:pt x="6289" y="13611"/>
                  <a:pt x="6472" y="13628"/>
                </a:cubicBezTo>
                <a:cubicBezTo>
                  <a:pt x="6495" y="13630"/>
                  <a:pt x="6517" y="13631"/>
                  <a:pt x="6539" y="13631"/>
                </a:cubicBezTo>
                <a:cubicBezTo>
                  <a:pt x="7297" y="13631"/>
                  <a:pt x="7690" y="12545"/>
                  <a:pt x="7139" y="12027"/>
                </a:cubicBezTo>
                <a:cubicBezTo>
                  <a:pt x="6339" y="11360"/>
                  <a:pt x="5538" y="10726"/>
                  <a:pt x="4704" y="10159"/>
                </a:cubicBezTo>
                <a:cubicBezTo>
                  <a:pt x="5772" y="9925"/>
                  <a:pt x="6839" y="9825"/>
                  <a:pt x="7940" y="9792"/>
                </a:cubicBezTo>
                <a:cubicBezTo>
                  <a:pt x="8907" y="9758"/>
                  <a:pt x="9141" y="8558"/>
                  <a:pt x="8407" y="8057"/>
                </a:cubicBezTo>
                <a:cubicBezTo>
                  <a:pt x="7339" y="7323"/>
                  <a:pt x="6205" y="6690"/>
                  <a:pt x="5038" y="6156"/>
                </a:cubicBezTo>
                <a:cubicBezTo>
                  <a:pt x="5838" y="6089"/>
                  <a:pt x="6672" y="6056"/>
                  <a:pt x="7473" y="6056"/>
                </a:cubicBezTo>
                <a:cubicBezTo>
                  <a:pt x="7487" y="6056"/>
                  <a:pt x="7501" y="6057"/>
                  <a:pt x="7515" y="6057"/>
                </a:cubicBezTo>
                <a:cubicBezTo>
                  <a:pt x="8223" y="6057"/>
                  <a:pt x="8633" y="5243"/>
                  <a:pt x="8273" y="4655"/>
                </a:cubicBezTo>
                <a:cubicBezTo>
                  <a:pt x="7906" y="4021"/>
                  <a:pt x="7473" y="3487"/>
                  <a:pt x="6972" y="3020"/>
                </a:cubicBezTo>
                <a:cubicBezTo>
                  <a:pt x="7706" y="2853"/>
                  <a:pt x="8440" y="2687"/>
                  <a:pt x="9174" y="2453"/>
                </a:cubicBezTo>
                <a:cubicBezTo>
                  <a:pt x="9975" y="2186"/>
                  <a:pt x="10175" y="819"/>
                  <a:pt x="9174" y="652"/>
                </a:cubicBezTo>
                <a:lnTo>
                  <a:pt x="5071" y="18"/>
                </a:lnTo>
                <a:cubicBezTo>
                  <a:pt x="5000" y="6"/>
                  <a:pt x="4932" y="0"/>
                  <a:pt x="486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2"/>
          <p:cNvSpPr/>
          <p:nvPr/>
        </p:nvSpPr>
        <p:spPr>
          <a:xfrm>
            <a:off x="8563650" y="3662108"/>
            <a:ext cx="355962" cy="1320554"/>
          </a:xfrm>
          <a:custGeom>
            <a:avLst/>
            <a:gdLst/>
            <a:ahLst/>
            <a:cxnLst/>
            <a:rect l="l" t="t" r="r" b="b"/>
            <a:pathLst>
              <a:path w="10409" h="57553" extrusionOk="0">
                <a:moveTo>
                  <a:pt x="4867" y="0"/>
                </a:moveTo>
                <a:cubicBezTo>
                  <a:pt x="4041" y="0"/>
                  <a:pt x="3673" y="929"/>
                  <a:pt x="4137" y="1486"/>
                </a:cubicBezTo>
                <a:cubicBezTo>
                  <a:pt x="3203" y="1653"/>
                  <a:pt x="3136" y="2920"/>
                  <a:pt x="4037" y="3287"/>
                </a:cubicBezTo>
                <a:cubicBezTo>
                  <a:pt x="4671" y="3521"/>
                  <a:pt x="5171" y="3854"/>
                  <a:pt x="5605" y="4254"/>
                </a:cubicBezTo>
                <a:cubicBezTo>
                  <a:pt x="4037" y="4321"/>
                  <a:pt x="2469" y="4521"/>
                  <a:pt x="935" y="4855"/>
                </a:cubicBezTo>
                <a:cubicBezTo>
                  <a:pt x="1" y="5055"/>
                  <a:pt x="68" y="6423"/>
                  <a:pt x="935" y="6623"/>
                </a:cubicBezTo>
                <a:cubicBezTo>
                  <a:pt x="2369" y="7023"/>
                  <a:pt x="3737" y="7557"/>
                  <a:pt x="5038" y="8191"/>
                </a:cubicBezTo>
                <a:cubicBezTo>
                  <a:pt x="4070" y="8357"/>
                  <a:pt x="3136" y="8591"/>
                  <a:pt x="2202" y="8891"/>
                </a:cubicBezTo>
                <a:cubicBezTo>
                  <a:pt x="1435" y="9125"/>
                  <a:pt x="1268" y="10192"/>
                  <a:pt x="1969" y="10592"/>
                </a:cubicBezTo>
                <a:cubicBezTo>
                  <a:pt x="2703" y="10993"/>
                  <a:pt x="3370" y="11460"/>
                  <a:pt x="4037" y="11927"/>
                </a:cubicBezTo>
                <a:cubicBezTo>
                  <a:pt x="3303" y="12093"/>
                  <a:pt x="2569" y="12394"/>
                  <a:pt x="1835" y="12761"/>
                </a:cubicBezTo>
                <a:cubicBezTo>
                  <a:pt x="1102" y="13161"/>
                  <a:pt x="1335" y="14228"/>
                  <a:pt x="2069" y="14462"/>
                </a:cubicBezTo>
                <a:cubicBezTo>
                  <a:pt x="3170" y="14829"/>
                  <a:pt x="4237" y="15196"/>
                  <a:pt x="5338" y="15529"/>
                </a:cubicBezTo>
                <a:cubicBezTo>
                  <a:pt x="4838" y="15596"/>
                  <a:pt x="4337" y="15629"/>
                  <a:pt x="3837" y="15629"/>
                </a:cubicBezTo>
                <a:cubicBezTo>
                  <a:pt x="2803" y="15629"/>
                  <a:pt x="2569" y="17164"/>
                  <a:pt x="3570" y="17431"/>
                </a:cubicBezTo>
                <a:cubicBezTo>
                  <a:pt x="4404" y="17664"/>
                  <a:pt x="4938" y="18064"/>
                  <a:pt x="5305" y="18698"/>
                </a:cubicBezTo>
                <a:lnTo>
                  <a:pt x="2302" y="19065"/>
                </a:lnTo>
                <a:cubicBezTo>
                  <a:pt x="1502" y="19165"/>
                  <a:pt x="868" y="20366"/>
                  <a:pt x="1835" y="20800"/>
                </a:cubicBezTo>
                <a:lnTo>
                  <a:pt x="4604" y="22101"/>
                </a:lnTo>
                <a:cubicBezTo>
                  <a:pt x="4404" y="22134"/>
                  <a:pt x="4204" y="22134"/>
                  <a:pt x="4004" y="22167"/>
                </a:cubicBezTo>
                <a:cubicBezTo>
                  <a:pt x="3070" y="22334"/>
                  <a:pt x="3170" y="23735"/>
                  <a:pt x="4004" y="23969"/>
                </a:cubicBezTo>
                <a:cubicBezTo>
                  <a:pt x="5238" y="24302"/>
                  <a:pt x="6272" y="24803"/>
                  <a:pt x="7206" y="25470"/>
                </a:cubicBezTo>
                <a:cubicBezTo>
                  <a:pt x="5905" y="25670"/>
                  <a:pt x="4571" y="25903"/>
                  <a:pt x="3270" y="26103"/>
                </a:cubicBezTo>
                <a:cubicBezTo>
                  <a:pt x="2269" y="26270"/>
                  <a:pt x="2536" y="27605"/>
                  <a:pt x="3270" y="27905"/>
                </a:cubicBezTo>
                <a:cubicBezTo>
                  <a:pt x="3970" y="28172"/>
                  <a:pt x="4637" y="28505"/>
                  <a:pt x="5271" y="28872"/>
                </a:cubicBezTo>
                <a:cubicBezTo>
                  <a:pt x="4838" y="28972"/>
                  <a:pt x="4404" y="29072"/>
                  <a:pt x="3937" y="29272"/>
                </a:cubicBezTo>
                <a:cubicBezTo>
                  <a:pt x="3103" y="29573"/>
                  <a:pt x="3036" y="30740"/>
                  <a:pt x="3937" y="31040"/>
                </a:cubicBezTo>
                <a:cubicBezTo>
                  <a:pt x="4504" y="31240"/>
                  <a:pt x="4938" y="31474"/>
                  <a:pt x="5338" y="31774"/>
                </a:cubicBezTo>
                <a:cubicBezTo>
                  <a:pt x="4004" y="31841"/>
                  <a:pt x="2703" y="32008"/>
                  <a:pt x="1402" y="32308"/>
                </a:cubicBezTo>
                <a:cubicBezTo>
                  <a:pt x="434" y="32508"/>
                  <a:pt x="635" y="33776"/>
                  <a:pt x="1402" y="34076"/>
                </a:cubicBezTo>
                <a:cubicBezTo>
                  <a:pt x="2769" y="34610"/>
                  <a:pt x="4037" y="35310"/>
                  <a:pt x="5238" y="36144"/>
                </a:cubicBezTo>
                <a:cubicBezTo>
                  <a:pt x="4504" y="36311"/>
                  <a:pt x="3737" y="36377"/>
                  <a:pt x="2903" y="36377"/>
                </a:cubicBezTo>
                <a:cubicBezTo>
                  <a:pt x="2892" y="36377"/>
                  <a:pt x="2882" y="36377"/>
                  <a:pt x="2871" y="36377"/>
                </a:cubicBezTo>
                <a:cubicBezTo>
                  <a:pt x="1864" y="36377"/>
                  <a:pt x="1646" y="37948"/>
                  <a:pt x="2669" y="38212"/>
                </a:cubicBezTo>
                <a:cubicBezTo>
                  <a:pt x="3804" y="38479"/>
                  <a:pt x="4838" y="38879"/>
                  <a:pt x="5805" y="39446"/>
                </a:cubicBezTo>
                <a:cubicBezTo>
                  <a:pt x="4938" y="39546"/>
                  <a:pt x="4104" y="39646"/>
                  <a:pt x="3236" y="39780"/>
                </a:cubicBezTo>
                <a:cubicBezTo>
                  <a:pt x="2336" y="39880"/>
                  <a:pt x="1969" y="40947"/>
                  <a:pt x="2769" y="41514"/>
                </a:cubicBezTo>
                <a:cubicBezTo>
                  <a:pt x="2970" y="41648"/>
                  <a:pt x="3203" y="41781"/>
                  <a:pt x="3403" y="41948"/>
                </a:cubicBezTo>
                <a:cubicBezTo>
                  <a:pt x="3070" y="41981"/>
                  <a:pt x="2736" y="42015"/>
                  <a:pt x="2436" y="42048"/>
                </a:cubicBezTo>
                <a:cubicBezTo>
                  <a:pt x="1402" y="42148"/>
                  <a:pt x="1135" y="43516"/>
                  <a:pt x="2169" y="43883"/>
                </a:cubicBezTo>
                <a:cubicBezTo>
                  <a:pt x="3370" y="44250"/>
                  <a:pt x="4571" y="44650"/>
                  <a:pt x="5772" y="45050"/>
                </a:cubicBezTo>
                <a:cubicBezTo>
                  <a:pt x="5405" y="45084"/>
                  <a:pt x="5038" y="45117"/>
                  <a:pt x="4637" y="45117"/>
                </a:cubicBezTo>
                <a:cubicBezTo>
                  <a:pt x="3737" y="45117"/>
                  <a:pt x="3337" y="46418"/>
                  <a:pt x="4170" y="46852"/>
                </a:cubicBezTo>
                <a:cubicBezTo>
                  <a:pt x="4204" y="46885"/>
                  <a:pt x="4271" y="46885"/>
                  <a:pt x="4304" y="46918"/>
                </a:cubicBezTo>
                <a:cubicBezTo>
                  <a:pt x="3670" y="46952"/>
                  <a:pt x="3036" y="46985"/>
                  <a:pt x="2403" y="47018"/>
                </a:cubicBezTo>
                <a:cubicBezTo>
                  <a:pt x="1335" y="47085"/>
                  <a:pt x="1168" y="48486"/>
                  <a:pt x="2169" y="48853"/>
                </a:cubicBezTo>
                <a:cubicBezTo>
                  <a:pt x="2469" y="48953"/>
                  <a:pt x="2769" y="49087"/>
                  <a:pt x="3103" y="49187"/>
                </a:cubicBezTo>
                <a:cubicBezTo>
                  <a:pt x="2403" y="49287"/>
                  <a:pt x="1702" y="49387"/>
                  <a:pt x="1002" y="49487"/>
                </a:cubicBezTo>
                <a:cubicBezTo>
                  <a:pt x="101" y="49587"/>
                  <a:pt x="101" y="51155"/>
                  <a:pt x="1002" y="51255"/>
                </a:cubicBezTo>
                <a:cubicBezTo>
                  <a:pt x="1835" y="51388"/>
                  <a:pt x="2636" y="51588"/>
                  <a:pt x="3403" y="51855"/>
                </a:cubicBezTo>
                <a:lnTo>
                  <a:pt x="2469" y="51855"/>
                </a:lnTo>
                <a:cubicBezTo>
                  <a:pt x="1435" y="51889"/>
                  <a:pt x="1202" y="53390"/>
                  <a:pt x="2236" y="53656"/>
                </a:cubicBezTo>
                <a:cubicBezTo>
                  <a:pt x="2736" y="53790"/>
                  <a:pt x="3270" y="53923"/>
                  <a:pt x="3770" y="54057"/>
                </a:cubicBezTo>
                <a:cubicBezTo>
                  <a:pt x="3036" y="54257"/>
                  <a:pt x="2269" y="54424"/>
                  <a:pt x="1502" y="54590"/>
                </a:cubicBezTo>
                <a:cubicBezTo>
                  <a:pt x="468" y="54857"/>
                  <a:pt x="835" y="56192"/>
                  <a:pt x="1735" y="56325"/>
                </a:cubicBezTo>
                <a:cubicBezTo>
                  <a:pt x="3970" y="56592"/>
                  <a:pt x="6172" y="56992"/>
                  <a:pt x="8373" y="57526"/>
                </a:cubicBezTo>
                <a:cubicBezTo>
                  <a:pt x="8444" y="57544"/>
                  <a:pt x="8511" y="57553"/>
                  <a:pt x="8574" y="57553"/>
                </a:cubicBezTo>
                <a:cubicBezTo>
                  <a:pt x="9324" y="57553"/>
                  <a:pt x="9571" y="56374"/>
                  <a:pt x="8740" y="56158"/>
                </a:cubicBezTo>
                <a:cubicBezTo>
                  <a:pt x="7806" y="55858"/>
                  <a:pt x="6872" y="55625"/>
                  <a:pt x="5938" y="55391"/>
                </a:cubicBezTo>
                <a:cubicBezTo>
                  <a:pt x="6572" y="55258"/>
                  <a:pt x="7173" y="55124"/>
                  <a:pt x="7806" y="54957"/>
                </a:cubicBezTo>
                <a:cubicBezTo>
                  <a:pt x="8674" y="54757"/>
                  <a:pt x="8640" y="53456"/>
                  <a:pt x="7840" y="53223"/>
                </a:cubicBezTo>
                <a:cubicBezTo>
                  <a:pt x="8073" y="52823"/>
                  <a:pt x="8007" y="52222"/>
                  <a:pt x="7540" y="51889"/>
                </a:cubicBezTo>
                <a:cubicBezTo>
                  <a:pt x="6906" y="51422"/>
                  <a:pt x="6239" y="51055"/>
                  <a:pt x="5538" y="50721"/>
                </a:cubicBezTo>
                <a:lnTo>
                  <a:pt x="7139" y="50488"/>
                </a:lnTo>
                <a:cubicBezTo>
                  <a:pt x="8140" y="50354"/>
                  <a:pt x="7906" y="48953"/>
                  <a:pt x="7139" y="48686"/>
                </a:cubicBezTo>
                <a:cubicBezTo>
                  <a:pt x="7073" y="48653"/>
                  <a:pt x="7039" y="48653"/>
                  <a:pt x="6972" y="48620"/>
                </a:cubicBezTo>
                <a:cubicBezTo>
                  <a:pt x="7206" y="48620"/>
                  <a:pt x="7439" y="48586"/>
                  <a:pt x="7673" y="48586"/>
                </a:cubicBezTo>
                <a:cubicBezTo>
                  <a:pt x="8540" y="48519"/>
                  <a:pt x="9007" y="47319"/>
                  <a:pt x="8140" y="46852"/>
                </a:cubicBezTo>
                <a:cubicBezTo>
                  <a:pt x="7973" y="46752"/>
                  <a:pt x="7773" y="46651"/>
                  <a:pt x="7606" y="46551"/>
                </a:cubicBezTo>
                <a:cubicBezTo>
                  <a:pt x="8207" y="46385"/>
                  <a:pt x="8774" y="46184"/>
                  <a:pt x="9341" y="45884"/>
                </a:cubicBezTo>
                <a:cubicBezTo>
                  <a:pt x="10141" y="45517"/>
                  <a:pt x="9841" y="44417"/>
                  <a:pt x="9141" y="44183"/>
                </a:cubicBezTo>
                <a:cubicBezTo>
                  <a:pt x="8273" y="43916"/>
                  <a:pt x="7373" y="43616"/>
                  <a:pt x="6505" y="43316"/>
                </a:cubicBezTo>
                <a:cubicBezTo>
                  <a:pt x="7006" y="42982"/>
                  <a:pt x="7106" y="42215"/>
                  <a:pt x="6472" y="41781"/>
                </a:cubicBezTo>
                <a:cubicBezTo>
                  <a:pt x="6239" y="41615"/>
                  <a:pt x="6005" y="41481"/>
                  <a:pt x="5772" y="41314"/>
                </a:cubicBezTo>
                <a:cubicBezTo>
                  <a:pt x="6572" y="41214"/>
                  <a:pt x="7406" y="41081"/>
                  <a:pt x="8240" y="40981"/>
                </a:cubicBezTo>
                <a:cubicBezTo>
                  <a:pt x="8941" y="40914"/>
                  <a:pt x="9574" y="39980"/>
                  <a:pt x="8874" y="39413"/>
                </a:cubicBezTo>
                <a:cubicBezTo>
                  <a:pt x="8107" y="38746"/>
                  <a:pt x="7306" y="38179"/>
                  <a:pt x="6439" y="37678"/>
                </a:cubicBezTo>
                <a:cubicBezTo>
                  <a:pt x="6839" y="37545"/>
                  <a:pt x="7239" y="37412"/>
                  <a:pt x="7606" y="37211"/>
                </a:cubicBezTo>
                <a:cubicBezTo>
                  <a:pt x="8140" y="36978"/>
                  <a:pt x="8240" y="36111"/>
                  <a:pt x="7806" y="35777"/>
                </a:cubicBezTo>
                <a:cubicBezTo>
                  <a:pt x="6839" y="34976"/>
                  <a:pt x="5838" y="34276"/>
                  <a:pt x="4804" y="33676"/>
                </a:cubicBezTo>
                <a:cubicBezTo>
                  <a:pt x="5273" y="33636"/>
                  <a:pt x="5742" y="33620"/>
                  <a:pt x="6218" y="33620"/>
                </a:cubicBezTo>
                <a:cubicBezTo>
                  <a:pt x="6554" y="33620"/>
                  <a:pt x="6894" y="33628"/>
                  <a:pt x="7239" y="33642"/>
                </a:cubicBezTo>
                <a:cubicBezTo>
                  <a:pt x="7254" y="33643"/>
                  <a:pt x="7268" y="33643"/>
                  <a:pt x="7282" y="33643"/>
                </a:cubicBezTo>
                <a:cubicBezTo>
                  <a:pt x="7987" y="33643"/>
                  <a:pt x="8334" y="32830"/>
                  <a:pt x="8040" y="32241"/>
                </a:cubicBezTo>
                <a:cubicBezTo>
                  <a:pt x="7673" y="31574"/>
                  <a:pt x="7239" y="31007"/>
                  <a:pt x="6739" y="30540"/>
                </a:cubicBezTo>
                <a:cubicBezTo>
                  <a:pt x="7173" y="30540"/>
                  <a:pt x="7640" y="30540"/>
                  <a:pt x="8107" y="30607"/>
                </a:cubicBezTo>
                <a:cubicBezTo>
                  <a:pt x="8137" y="30611"/>
                  <a:pt x="8167" y="30613"/>
                  <a:pt x="8197" y="30613"/>
                </a:cubicBezTo>
                <a:cubicBezTo>
                  <a:pt x="8912" y="30613"/>
                  <a:pt x="9350" y="29487"/>
                  <a:pt x="8774" y="29039"/>
                </a:cubicBezTo>
                <a:cubicBezTo>
                  <a:pt x="8040" y="28438"/>
                  <a:pt x="7306" y="27905"/>
                  <a:pt x="6505" y="27438"/>
                </a:cubicBezTo>
                <a:cubicBezTo>
                  <a:pt x="7540" y="27304"/>
                  <a:pt x="8540" y="27138"/>
                  <a:pt x="9574" y="26971"/>
                </a:cubicBezTo>
                <a:cubicBezTo>
                  <a:pt x="10275" y="26837"/>
                  <a:pt x="10408" y="25870"/>
                  <a:pt x="9975" y="25403"/>
                </a:cubicBezTo>
                <a:cubicBezTo>
                  <a:pt x="9241" y="24669"/>
                  <a:pt x="8440" y="24035"/>
                  <a:pt x="7573" y="23502"/>
                </a:cubicBezTo>
                <a:cubicBezTo>
                  <a:pt x="7706" y="23468"/>
                  <a:pt x="7840" y="23468"/>
                  <a:pt x="7973" y="23435"/>
                </a:cubicBezTo>
                <a:cubicBezTo>
                  <a:pt x="8774" y="23335"/>
                  <a:pt x="8907" y="22067"/>
                  <a:pt x="8207" y="21734"/>
                </a:cubicBezTo>
                <a:cubicBezTo>
                  <a:pt x="7339" y="21333"/>
                  <a:pt x="6472" y="20933"/>
                  <a:pt x="5605" y="20533"/>
                </a:cubicBezTo>
                <a:cubicBezTo>
                  <a:pt x="5905" y="20466"/>
                  <a:pt x="6239" y="20433"/>
                  <a:pt x="6539" y="20399"/>
                </a:cubicBezTo>
                <a:cubicBezTo>
                  <a:pt x="7173" y="20333"/>
                  <a:pt x="7573" y="19866"/>
                  <a:pt x="7439" y="19232"/>
                </a:cubicBezTo>
                <a:cubicBezTo>
                  <a:pt x="7306" y="18465"/>
                  <a:pt x="7006" y="17797"/>
                  <a:pt x="6572" y="17264"/>
                </a:cubicBezTo>
                <a:cubicBezTo>
                  <a:pt x="7406" y="17097"/>
                  <a:pt x="8273" y="16897"/>
                  <a:pt x="9107" y="16630"/>
                </a:cubicBezTo>
                <a:cubicBezTo>
                  <a:pt x="9975" y="16330"/>
                  <a:pt x="9975" y="15129"/>
                  <a:pt x="9107" y="14829"/>
                </a:cubicBezTo>
                <a:cubicBezTo>
                  <a:pt x="7873" y="14428"/>
                  <a:pt x="6639" y="14028"/>
                  <a:pt x="5405" y="13628"/>
                </a:cubicBezTo>
                <a:cubicBezTo>
                  <a:pt x="5571" y="13611"/>
                  <a:pt x="5747" y="13603"/>
                  <a:pt x="5926" y="13603"/>
                </a:cubicBezTo>
                <a:cubicBezTo>
                  <a:pt x="6105" y="13603"/>
                  <a:pt x="6289" y="13611"/>
                  <a:pt x="6472" y="13628"/>
                </a:cubicBezTo>
                <a:cubicBezTo>
                  <a:pt x="6495" y="13630"/>
                  <a:pt x="6517" y="13631"/>
                  <a:pt x="6539" y="13631"/>
                </a:cubicBezTo>
                <a:cubicBezTo>
                  <a:pt x="7297" y="13631"/>
                  <a:pt x="7690" y="12545"/>
                  <a:pt x="7139" y="12027"/>
                </a:cubicBezTo>
                <a:cubicBezTo>
                  <a:pt x="6339" y="11360"/>
                  <a:pt x="5538" y="10726"/>
                  <a:pt x="4704" y="10159"/>
                </a:cubicBezTo>
                <a:cubicBezTo>
                  <a:pt x="5772" y="9925"/>
                  <a:pt x="6839" y="9825"/>
                  <a:pt x="7940" y="9792"/>
                </a:cubicBezTo>
                <a:cubicBezTo>
                  <a:pt x="8907" y="9758"/>
                  <a:pt x="9141" y="8558"/>
                  <a:pt x="8407" y="8057"/>
                </a:cubicBezTo>
                <a:cubicBezTo>
                  <a:pt x="7339" y="7323"/>
                  <a:pt x="6205" y="6690"/>
                  <a:pt x="5038" y="6156"/>
                </a:cubicBezTo>
                <a:cubicBezTo>
                  <a:pt x="5838" y="6089"/>
                  <a:pt x="6672" y="6056"/>
                  <a:pt x="7473" y="6056"/>
                </a:cubicBezTo>
                <a:cubicBezTo>
                  <a:pt x="7487" y="6056"/>
                  <a:pt x="7501" y="6057"/>
                  <a:pt x="7515" y="6057"/>
                </a:cubicBezTo>
                <a:cubicBezTo>
                  <a:pt x="8223" y="6057"/>
                  <a:pt x="8633" y="5243"/>
                  <a:pt x="8273" y="4655"/>
                </a:cubicBezTo>
                <a:cubicBezTo>
                  <a:pt x="7906" y="4021"/>
                  <a:pt x="7473" y="3487"/>
                  <a:pt x="6972" y="3020"/>
                </a:cubicBezTo>
                <a:cubicBezTo>
                  <a:pt x="7706" y="2853"/>
                  <a:pt x="8440" y="2687"/>
                  <a:pt x="9174" y="2453"/>
                </a:cubicBezTo>
                <a:cubicBezTo>
                  <a:pt x="9975" y="2186"/>
                  <a:pt x="10175" y="819"/>
                  <a:pt x="9174" y="652"/>
                </a:cubicBezTo>
                <a:lnTo>
                  <a:pt x="5071" y="18"/>
                </a:lnTo>
                <a:cubicBezTo>
                  <a:pt x="5000" y="6"/>
                  <a:pt x="4932" y="0"/>
                  <a:pt x="4867" y="0"/>
                </a:cubicBezTo>
                <a:close/>
              </a:path>
            </a:pathLst>
          </a:custGeom>
          <a:solidFill>
            <a:schemeClr val="dk1">
              <a:alpha val="47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2"/>
          <p:cNvSpPr/>
          <p:nvPr/>
        </p:nvSpPr>
        <p:spPr>
          <a:xfrm>
            <a:off x="312725" y="4422488"/>
            <a:ext cx="722090" cy="537096"/>
          </a:xfrm>
          <a:custGeom>
            <a:avLst/>
            <a:gdLst/>
            <a:ahLst/>
            <a:cxnLst/>
            <a:rect l="l" t="t" r="r" b="b"/>
            <a:pathLst>
              <a:path w="10012" h="7447" extrusionOk="0">
                <a:moveTo>
                  <a:pt x="6227" y="0"/>
                </a:moveTo>
                <a:cubicBezTo>
                  <a:pt x="6143" y="0"/>
                  <a:pt x="6058" y="9"/>
                  <a:pt x="5975" y="28"/>
                </a:cubicBezTo>
                <a:cubicBezTo>
                  <a:pt x="5675" y="94"/>
                  <a:pt x="5508" y="361"/>
                  <a:pt x="5442" y="661"/>
                </a:cubicBezTo>
                <a:cubicBezTo>
                  <a:pt x="4741" y="762"/>
                  <a:pt x="3907" y="728"/>
                  <a:pt x="3374" y="795"/>
                </a:cubicBezTo>
                <a:cubicBezTo>
                  <a:pt x="2540" y="895"/>
                  <a:pt x="2273" y="2062"/>
                  <a:pt x="3173" y="2329"/>
                </a:cubicBezTo>
                <a:cubicBezTo>
                  <a:pt x="3874" y="2529"/>
                  <a:pt x="4574" y="2763"/>
                  <a:pt x="5275" y="2963"/>
                </a:cubicBezTo>
                <a:cubicBezTo>
                  <a:pt x="4731" y="3061"/>
                  <a:pt x="4176" y="3106"/>
                  <a:pt x="3616" y="3106"/>
                </a:cubicBezTo>
                <a:cubicBezTo>
                  <a:pt x="2836" y="3106"/>
                  <a:pt x="2049" y="3018"/>
                  <a:pt x="1272" y="2863"/>
                </a:cubicBezTo>
                <a:cubicBezTo>
                  <a:pt x="1207" y="2849"/>
                  <a:pt x="1144" y="2843"/>
                  <a:pt x="1084" y="2843"/>
                </a:cubicBezTo>
                <a:cubicBezTo>
                  <a:pt x="261" y="2843"/>
                  <a:pt x="1" y="4051"/>
                  <a:pt x="872" y="4331"/>
                </a:cubicBezTo>
                <a:cubicBezTo>
                  <a:pt x="2373" y="4831"/>
                  <a:pt x="3874" y="5365"/>
                  <a:pt x="5375" y="5865"/>
                </a:cubicBezTo>
                <a:cubicBezTo>
                  <a:pt x="3841" y="5965"/>
                  <a:pt x="2339" y="6132"/>
                  <a:pt x="938" y="6566"/>
                </a:cubicBezTo>
                <a:cubicBezTo>
                  <a:pt x="605" y="6666"/>
                  <a:pt x="538" y="7233"/>
                  <a:pt x="938" y="7300"/>
                </a:cubicBezTo>
                <a:cubicBezTo>
                  <a:pt x="1631" y="7406"/>
                  <a:pt x="2342" y="7446"/>
                  <a:pt x="3063" y="7446"/>
                </a:cubicBezTo>
                <a:cubicBezTo>
                  <a:pt x="5051" y="7446"/>
                  <a:pt x="7110" y="7139"/>
                  <a:pt x="9044" y="7066"/>
                </a:cubicBezTo>
                <a:cubicBezTo>
                  <a:pt x="9878" y="6999"/>
                  <a:pt x="10012" y="5899"/>
                  <a:pt x="9244" y="5632"/>
                </a:cubicBezTo>
                <a:cubicBezTo>
                  <a:pt x="8077" y="5198"/>
                  <a:pt x="6909" y="4798"/>
                  <a:pt x="5742" y="4397"/>
                </a:cubicBezTo>
                <a:cubicBezTo>
                  <a:pt x="6643" y="4231"/>
                  <a:pt x="7510" y="3964"/>
                  <a:pt x="8377" y="3597"/>
                </a:cubicBezTo>
                <a:cubicBezTo>
                  <a:pt x="9011" y="3330"/>
                  <a:pt x="8744" y="2363"/>
                  <a:pt x="8177" y="2196"/>
                </a:cubicBezTo>
                <a:cubicBezTo>
                  <a:pt x="7777" y="2062"/>
                  <a:pt x="7376" y="1929"/>
                  <a:pt x="6943" y="1829"/>
                </a:cubicBezTo>
                <a:cubicBezTo>
                  <a:pt x="6976" y="1796"/>
                  <a:pt x="7009" y="1796"/>
                  <a:pt x="7009" y="1796"/>
                </a:cubicBezTo>
                <a:cubicBezTo>
                  <a:pt x="7343" y="1629"/>
                  <a:pt x="7443" y="1262"/>
                  <a:pt x="7376" y="895"/>
                </a:cubicBezTo>
                <a:cubicBezTo>
                  <a:pt x="7290" y="348"/>
                  <a:pt x="6757" y="0"/>
                  <a:pt x="622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/>
          <p:nvPr/>
        </p:nvSpPr>
        <p:spPr>
          <a:xfrm>
            <a:off x="-24325" y="0"/>
            <a:ext cx="9144000" cy="5143500"/>
          </a:xfrm>
          <a:prstGeom prst="rect">
            <a:avLst/>
          </a:prstGeom>
          <a:solidFill>
            <a:srgbClr val="FF3A94">
              <a:alpha val="3258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body" idx="1"/>
          </p:nvPr>
        </p:nvSpPr>
        <p:spPr>
          <a:xfrm>
            <a:off x="713225" y="1228675"/>
            <a:ext cx="7717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  <a:defRPr sz="1100">
                <a:solidFill>
                  <a:schemeClr val="dk1"/>
                </a:solidFill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AutoNum type="alphaLcPeriod"/>
              <a:defRPr>
                <a:solidFill>
                  <a:schemeClr val="dk1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AutoNum type="romanLcPeriod"/>
              <a:defRPr>
                <a:solidFill>
                  <a:schemeClr val="dk1"/>
                </a:solidFill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AutoNum type="arabicPeriod"/>
              <a:defRPr>
                <a:solidFill>
                  <a:schemeClr val="dk1"/>
                </a:solidFill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AutoNum type="alphaLcPeriod"/>
              <a:defRPr>
                <a:solidFill>
                  <a:schemeClr val="dk1"/>
                </a:solidFill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AutoNum type="romanLcPeriod"/>
              <a:defRPr>
                <a:solidFill>
                  <a:schemeClr val="dk1"/>
                </a:solidFill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AutoNum type="arabicPeriod"/>
              <a:defRPr>
                <a:solidFill>
                  <a:schemeClr val="dk1"/>
                </a:solidFill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AutoNum type="alphaLcPeriod"/>
              <a:defRPr>
                <a:solidFill>
                  <a:schemeClr val="dk1"/>
                </a:solidFill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AutoNum type="romanLcPeriod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"/>
          <p:cNvSpPr/>
          <p:nvPr/>
        </p:nvSpPr>
        <p:spPr>
          <a:xfrm>
            <a:off x="-24325" y="0"/>
            <a:ext cx="9144000" cy="5143500"/>
          </a:xfrm>
          <a:prstGeom prst="rect">
            <a:avLst/>
          </a:prstGeom>
          <a:solidFill>
            <a:srgbClr val="FF3A94">
              <a:alpha val="3258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title"/>
          </p:nvPr>
        </p:nvSpPr>
        <p:spPr>
          <a:xfrm>
            <a:off x="1388100" y="1176300"/>
            <a:ext cx="6367800" cy="279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63" name="Google Shape;63;p8"/>
          <p:cNvGrpSpPr/>
          <p:nvPr/>
        </p:nvGrpSpPr>
        <p:grpSpPr>
          <a:xfrm rot="-1240445">
            <a:off x="245126" y="1546640"/>
            <a:ext cx="1705995" cy="1179212"/>
            <a:chOff x="4882825" y="691775"/>
            <a:chExt cx="1177525" cy="813925"/>
          </a:xfrm>
        </p:grpSpPr>
        <p:sp>
          <p:nvSpPr>
            <p:cNvPr id="64" name="Google Shape;64;p8"/>
            <p:cNvSpPr/>
            <p:nvPr/>
          </p:nvSpPr>
          <p:spPr>
            <a:xfrm>
              <a:off x="5484075" y="821025"/>
              <a:ext cx="25" cy="875"/>
            </a:xfrm>
            <a:custGeom>
              <a:avLst/>
              <a:gdLst/>
              <a:ahLst/>
              <a:cxnLst/>
              <a:rect l="l" t="t" r="r" b="b"/>
              <a:pathLst>
                <a:path w="1" h="35" extrusionOk="0">
                  <a:moveTo>
                    <a:pt x="1" y="34"/>
                  </a:moveTo>
                  <a:cubicBezTo>
                    <a:pt x="1" y="34"/>
                    <a:pt x="1" y="34"/>
                    <a:pt x="1" y="34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8"/>
            <p:cNvSpPr/>
            <p:nvPr/>
          </p:nvSpPr>
          <p:spPr>
            <a:xfrm>
              <a:off x="5486600" y="740150"/>
              <a:ext cx="25" cy="850"/>
            </a:xfrm>
            <a:custGeom>
              <a:avLst/>
              <a:gdLst/>
              <a:ahLst/>
              <a:cxnLst/>
              <a:rect l="l" t="t" r="r" b="b"/>
              <a:pathLst>
                <a:path w="1" h="34" extrusionOk="0">
                  <a:moveTo>
                    <a:pt x="0" y="0"/>
                  </a:moveTo>
                  <a:lnTo>
                    <a:pt x="0" y="0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8"/>
            <p:cNvSpPr/>
            <p:nvPr/>
          </p:nvSpPr>
          <p:spPr>
            <a:xfrm>
              <a:off x="5291450" y="691775"/>
              <a:ext cx="579600" cy="343600"/>
            </a:xfrm>
            <a:custGeom>
              <a:avLst/>
              <a:gdLst/>
              <a:ahLst/>
              <a:cxnLst/>
              <a:rect l="l" t="t" r="r" b="b"/>
              <a:pathLst>
                <a:path w="23184" h="13744" extrusionOk="0">
                  <a:moveTo>
                    <a:pt x="11442" y="5004"/>
                  </a:moveTo>
                  <a:cubicBezTo>
                    <a:pt x="11475" y="5037"/>
                    <a:pt x="11475" y="5071"/>
                    <a:pt x="11509" y="5137"/>
                  </a:cubicBezTo>
                  <a:cubicBezTo>
                    <a:pt x="11609" y="5471"/>
                    <a:pt x="11742" y="5771"/>
                    <a:pt x="11842" y="6105"/>
                  </a:cubicBezTo>
                  <a:cubicBezTo>
                    <a:pt x="12076" y="6638"/>
                    <a:pt x="12209" y="7205"/>
                    <a:pt x="12243" y="7773"/>
                  </a:cubicBezTo>
                  <a:cubicBezTo>
                    <a:pt x="12276" y="8240"/>
                    <a:pt x="12276" y="8707"/>
                    <a:pt x="12176" y="9140"/>
                  </a:cubicBezTo>
                  <a:cubicBezTo>
                    <a:pt x="12076" y="9607"/>
                    <a:pt x="11942" y="10074"/>
                    <a:pt x="11675" y="10508"/>
                  </a:cubicBezTo>
                  <a:cubicBezTo>
                    <a:pt x="11542" y="10708"/>
                    <a:pt x="11409" y="10908"/>
                    <a:pt x="11242" y="11075"/>
                  </a:cubicBezTo>
                  <a:cubicBezTo>
                    <a:pt x="11208" y="11142"/>
                    <a:pt x="11142" y="11208"/>
                    <a:pt x="11075" y="11275"/>
                  </a:cubicBezTo>
                  <a:cubicBezTo>
                    <a:pt x="10908" y="11442"/>
                    <a:pt x="10741" y="11609"/>
                    <a:pt x="10575" y="11775"/>
                  </a:cubicBezTo>
                  <a:cubicBezTo>
                    <a:pt x="10608" y="11709"/>
                    <a:pt x="10641" y="11675"/>
                    <a:pt x="10675" y="11609"/>
                  </a:cubicBezTo>
                  <a:cubicBezTo>
                    <a:pt x="10775" y="11442"/>
                    <a:pt x="10875" y="11275"/>
                    <a:pt x="11008" y="11108"/>
                  </a:cubicBezTo>
                  <a:cubicBezTo>
                    <a:pt x="11208" y="10741"/>
                    <a:pt x="11409" y="10374"/>
                    <a:pt x="11509" y="9974"/>
                  </a:cubicBezTo>
                  <a:cubicBezTo>
                    <a:pt x="11609" y="9674"/>
                    <a:pt x="11675" y="9374"/>
                    <a:pt x="11709" y="9073"/>
                  </a:cubicBezTo>
                  <a:cubicBezTo>
                    <a:pt x="11742" y="8773"/>
                    <a:pt x="11776" y="8506"/>
                    <a:pt x="11809" y="8206"/>
                  </a:cubicBezTo>
                  <a:cubicBezTo>
                    <a:pt x="11809" y="7973"/>
                    <a:pt x="11809" y="7706"/>
                    <a:pt x="11776" y="7472"/>
                  </a:cubicBezTo>
                  <a:cubicBezTo>
                    <a:pt x="11776" y="7205"/>
                    <a:pt x="11742" y="6939"/>
                    <a:pt x="11709" y="6672"/>
                  </a:cubicBezTo>
                  <a:cubicBezTo>
                    <a:pt x="11675" y="6538"/>
                    <a:pt x="11675" y="6372"/>
                    <a:pt x="11642" y="6205"/>
                  </a:cubicBezTo>
                  <a:cubicBezTo>
                    <a:pt x="11609" y="6005"/>
                    <a:pt x="11542" y="5771"/>
                    <a:pt x="11509" y="5571"/>
                  </a:cubicBezTo>
                  <a:cubicBezTo>
                    <a:pt x="11475" y="5371"/>
                    <a:pt x="11475" y="5171"/>
                    <a:pt x="11442" y="5004"/>
                  </a:cubicBezTo>
                  <a:close/>
                  <a:moveTo>
                    <a:pt x="9807" y="8540"/>
                  </a:moveTo>
                  <a:cubicBezTo>
                    <a:pt x="9807" y="8707"/>
                    <a:pt x="9841" y="8873"/>
                    <a:pt x="9841" y="9073"/>
                  </a:cubicBezTo>
                  <a:cubicBezTo>
                    <a:pt x="9841" y="9174"/>
                    <a:pt x="9874" y="9274"/>
                    <a:pt x="9874" y="9374"/>
                  </a:cubicBezTo>
                  <a:cubicBezTo>
                    <a:pt x="9874" y="9507"/>
                    <a:pt x="9908" y="9607"/>
                    <a:pt x="9908" y="9707"/>
                  </a:cubicBezTo>
                  <a:cubicBezTo>
                    <a:pt x="9941" y="9874"/>
                    <a:pt x="9941" y="10041"/>
                    <a:pt x="9974" y="10174"/>
                  </a:cubicBezTo>
                  <a:cubicBezTo>
                    <a:pt x="10008" y="10775"/>
                    <a:pt x="10108" y="11342"/>
                    <a:pt x="10174" y="11909"/>
                  </a:cubicBezTo>
                  <a:cubicBezTo>
                    <a:pt x="10108" y="11642"/>
                    <a:pt x="10041" y="11375"/>
                    <a:pt x="9974" y="11075"/>
                  </a:cubicBezTo>
                  <a:cubicBezTo>
                    <a:pt x="9941" y="10841"/>
                    <a:pt x="9908" y="10608"/>
                    <a:pt x="9874" y="10374"/>
                  </a:cubicBezTo>
                  <a:cubicBezTo>
                    <a:pt x="9874" y="10241"/>
                    <a:pt x="9841" y="10108"/>
                    <a:pt x="9841" y="9974"/>
                  </a:cubicBezTo>
                  <a:cubicBezTo>
                    <a:pt x="9807" y="9841"/>
                    <a:pt x="9807" y="9707"/>
                    <a:pt x="9807" y="9574"/>
                  </a:cubicBezTo>
                  <a:cubicBezTo>
                    <a:pt x="9807" y="9440"/>
                    <a:pt x="9774" y="9274"/>
                    <a:pt x="9774" y="9140"/>
                  </a:cubicBezTo>
                  <a:cubicBezTo>
                    <a:pt x="9807" y="8940"/>
                    <a:pt x="9807" y="8740"/>
                    <a:pt x="9807" y="8540"/>
                  </a:cubicBezTo>
                  <a:close/>
                  <a:moveTo>
                    <a:pt x="15078" y="0"/>
                  </a:moveTo>
                  <a:cubicBezTo>
                    <a:pt x="14978" y="0"/>
                    <a:pt x="14911" y="0"/>
                    <a:pt x="14811" y="34"/>
                  </a:cubicBezTo>
                  <a:cubicBezTo>
                    <a:pt x="14578" y="34"/>
                    <a:pt x="14377" y="34"/>
                    <a:pt x="14177" y="67"/>
                  </a:cubicBezTo>
                  <a:cubicBezTo>
                    <a:pt x="13910" y="100"/>
                    <a:pt x="13644" y="134"/>
                    <a:pt x="13377" y="200"/>
                  </a:cubicBezTo>
                  <a:cubicBezTo>
                    <a:pt x="13377" y="200"/>
                    <a:pt x="13377" y="234"/>
                    <a:pt x="13343" y="234"/>
                  </a:cubicBezTo>
                  <a:cubicBezTo>
                    <a:pt x="13343" y="367"/>
                    <a:pt x="13343" y="467"/>
                    <a:pt x="13343" y="567"/>
                  </a:cubicBezTo>
                  <a:cubicBezTo>
                    <a:pt x="13310" y="801"/>
                    <a:pt x="13243" y="1034"/>
                    <a:pt x="13210" y="1268"/>
                  </a:cubicBezTo>
                  <a:cubicBezTo>
                    <a:pt x="13177" y="1468"/>
                    <a:pt x="13177" y="1702"/>
                    <a:pt x="13143" y="1902"/>
                  </a:cubicBezTo>
                  <a:cubicBezTo>
                    <a:pt x="13143" y="2202"/>
                    <a:pt x="13143" y="2535"/>
                    <a:pt x="13177" y="2836"/>
                  </a:cubicBezTo>
                  <a:lnTo>
                    <a:pt x="13143" y="2836"/>
                  </a:lnTo>
                  <a:cubicBezTo>
                    <a:pt x="13110" y="2702"/>
                    <a:pt x="13076" y="2569"/>
                    <a:pt x="13076" y="2435"/>
                  </a:cubicBezTo>
                  <a:cubicBezTo>
                    <a:pt x="13010" y="2235"/>
                    <a:pt x="12976" y="2002"/>
                    <a:pt x="12943" y="1802"/>
                  </a:cubicBezTo>
                  <a:cubicBezTo>
                    <a:pt x="12943" y="1635"/>
                    <a:pt x="12943" y="1501"/>
                    <a:pt x="12943" y="1335"/>
                  </a:cubicBezTo>
                  <a:cubicBezTo>
                    <a:pt x="12976" y="1168"/>
                    <a:pt x="13010" y="1001"/>
                    <a:pt x="13043" y="801"/>
                  </a:cubicBezTo>
                  <a:cubicBezTo>
                    <a:pt x="13076" y="634"/>
                    <a:pt x="13110" y="467"/>
                    <a:pt x="13177" y="301"/>
                  </a:cubicBezTo>
                  <a:cubicBezTo>
                    <a:pt x="13177" y="267"/>
                    <a:pt x="13177" y="267"/>
                    <a:pt x="13177" y="234"/>
                  </a:cubicBezTo>
                  <a:cubicBezTo>
                    <a:pt x="13143" y="234"/>
                    <a:pt x="13076" y="234"/>
                    <a:pt x="13043" y="267"/>
                  </a:cubicBezTo>
                  <a:cubicBezTo>
                    <a:pt x="12876" y="301"/>
                    <a:pt x="12676" y="334"/>
                    <a:pt x="12509" y="367"/>
                  </a:cubicBezTo>
                  <a:cubicBezTo>
                    <a:pt x="12309" y="434"/>
                    <a:pt x="12142" y="501"/>
                    <a:pt x="11942" y="567"/>
                  </a:cubicBezTo>
                  <a:cubicBezTo>
                    <a:pt x="11742" y="634"/>
                    <a:pt x="11509" y="734"/>
                    <a:pt x="11309" y="801"/>
                  </a:cubicBezTo>
                  <a:cubicBezTo>
                    <a:pt x="11142" y="901"/>
                    <a:pt x="10942" y="968"/>
                    <a:pt x="10741" y="1034"/>
                  </a:cubicBezTo>
                  <a:cubicBezTo>
                    <a:pt x="10641" y="1101"/>
                    <a:pt x="10508" y="1134"/>
                    <a:pt x="10375" y="1168"/>
                  </a:cubicBezTo>
                  <a:lnTo>
                    <a:pt x="10341" y="1201"/>
                  </a:lnTo>
                  <a:cubicBezTo>
                    <a:pt x="10375" y="1268"/>
                    <a:pt x="10408" y="1368"/>
                    <a:pt x="10408" y="1468"/>
                  </a:cubicBezTo>
                  <a:cubicBezTo>
                    <a:pt x="10475" y="1635"/>
                    <a:pt x="10508" y="1768"/>
                    <a:pt x="10541" y="1935"/>
                  </a:cubicBezTo>
                  <a:cubicBezTo>
                    <a:pt x="10641" y="2202"/>
                    <a:pt x="10775" y="2469"/>
                    <a:pt x="10875" y="2769"/>
                  </a:cubicBezTo>
                  <a:cubicBezTo>
                    <a:pt x="10975" y="3002"/>
                    <a:pt x="11042" y="3236"/>
                    <a:pt x="11142" y="3469"/>
                  </a:cubicBezTo>
                  <a:cubicBezTo>
                    <a:pt x="10975" y="3236"/>
                    <a:pt x="10808" y="3002"/>
                    <a:pt x="10675" y="2736"/>
                  </a:cubicBezTo>
                  <a:cubicBezTo>
                    <a:pt x="10541" y="2469"/>
                    <a:pt x="10441" y="2202"/>
                    <a:pt x="10375" y="1902"/>
                  </a:cubicBezTo>
                  <a:cubicBezTo>
                    <a:pt x="10341" y="1668"/>
                    <a:pt x="10308" y="1435"/>
                    <a:pt x="10308" y="1201"/>
                  </a:cubicBezTo>
                  <a:cubicBezTo>
                    <a:pt x="10208" y="1235"/>
                    <a:pt x="10141" y="1235"/>
                    <a:pt x="10041" y="1268"/>
                  </a:cubicBezTo>
                  <a:cubicBezTo>
                    <a:pt x="9941" y="1268"/>
                    <a:pt x="9874" y="1301"/>
                    <a:pt x="9774" y="1335"/>
                  </a:cubicBezTo>
                  <a:lnTo>
                    <a:pt x="9641" y="1335"/>
                  </a:lnTo>
                  <a:cubicBezTo>
                    <a:pt x="9507" y="1368"/>
                    <a:pt x="9374" y="1401"/>
                    <a:pt x="9240" y="1401"/>
                  </a:cubicBezTo>
                  <a:cubicBezTo>
                    <a:pt x="8974" y="1435"/>
                    <a:pt x="8740" y="1468"/>
                    <a:pt x="8507" y="1468"/>
                  </a:cubicBezTo>
                  <a:cubicBezTo>
                    <a:pt x="8340" y="1501"/>
                    <a:pt x="8206" y="1501"/>
                    <a:pt x="8073" y="1501"/>
                  </a:cubicBezTo>
                  <a:lnTo>
                    <a:pt x="8073" y="1568"/>
                  </a:lnTo>
                  <a:cubicBezTo>
                    <a:pt x="8073" y="1735"/>
                    <a:pt x="8040" y="1935"/>
                    <a:pt x="8006" y="2102"/>
                  </a:cubicBezTo>
                  <a:cubicBezTo>
                    <a:pt x="7973" y="2235"/>
                    <a:pt x="7939" y="2335"/>
                    <a:pt x="7939" y="2435"/>
                  </a:cubicBezTo>
                  <a:cubicBezTo>
                    <a:pt x="7873" y="2602"/>
                    <a:pt x="7839" y="2769"/>
                    <a:pt x="7806" y="2936"/>
                  </a:cubicBezTo>
                  <a:cubicBezTo>
                    <a:pt x="7706" y="3369"/>
                    <a:pt x="7606" y="3803"/>
                    <a:pt x="7573" y="4270"/>
                  </a:cubicBezTo>
                  <a:cubicBezTo>
                    <a:pt x="7573" y="4570"/>
                    <a:pt x="7606" y="4870"/>
                    <a:pt x="7673" y="5171"/>
                  </a:cubicBezTo>
                  <a:cubicBezTo>
                    <a:pt x="7739" y="5404"/>
                    <a:pt x="7806" y="5671"/>
                    <a:pt x="7873" y="5905"/>
                  </a:cubicBezTo>
                  <a:cubicBezTo>
                    <a:pt x="7906" y="6071"/>
                    <a:pt x="7939" y="6238"/>
                    <a:pt x="8006" y="6405"/>
                  </a:cubicBezTo>
                  <a:cubicBezTo>
                    <a:pt x="7873" y="6205"/>
                    <a:pt x="7773" y="5971"/>
                    <a:pt x="7673" y="5738"/>
                  </a:cubicBezTo>
                  <a:cubicBezTo>
                    <a:pt x="7472" y="5271"/>
                    <a:pt x="7272" y="4770"/>
                    <a:pt x="7272" y="4237"/>
                  </a:cubicBezTo>
                  <a:cubicBezTo>
                    <a:pt x="7239" y="3936"/>
                    <a:pt x="7272" y="3603"/>
                    <a:pt x="7339" y="3269"/>
                  </a:cubicBezTo>
                  <a:cubicBezTo>
                    <a:pt x="7406" y="3069"/>
                    <a:pt x="7472" y="2869"/>
                    <a:pt x="7539" y="2669"/>
                  </a:cubicBezTo>
                  <a:cubicBezTo>
                    <a:pt x="7606" y="2435"/>
                    <a:pt x="7706" y="2202"/>
                    <a:pt x="7773" y="1968"/>
                  </a:cubicBezTo>
                  <a:cubicBezTo>
                    <a:pt x="7773" y="1968"/>
                    <a:pt x="7773" y="1968"/>
                    <a:pt x="7773" y="1935"/>
                  </a:cubicBezTo>
                  <a:cubicBezTo>
                    <a:pt x="7839" y="1802"/>
                    <a:pt x="7873" y="1668"/>
                    <a:pt x="7873" y="1535"/>
                  </a:cubicBezTo>
                  <a:lnTo>
                    <a:pt x="7739" y="1535"/>
                  </a:lnTo>
                  <a:cubicBezTo>
                    <a:pt x="7606" y="1568"/>
                    <a:pt x="7472" y="1568"/>
                    <a:pt x="7372" y="1568"/>
                  </a:cubicBezTo>
                  <a:cubicBezTo>
                    <a:pt x="7306" y="1568"/>
                    <a:pt x="7239" y="1601"/>
                    <a:pt x="7172" y="1601"/>
                  </a:cubicBezTo>
                  <a:lnTo>
                    <a:pt x="6939" y="1601"/>
                  </a:lnTo>
                  <a:cubicBezTo>
                    <a:pt x="6805" y="1601"/>
                    <a:pt x="6672" y="1568"/>
                    <a:pt x="6538" y="1568"/>
                  </a:cubicBezTo>
                  <a:cubicBezTo>
                    <a:pt x="6438" y="1568"/>
                    <a:pt x="6305" y="1535"/>
                    <a:pt x="6205" y="1535"/>
                  </a:cubicBezTo>
                  <a:cubicBezTo>
                    <a:pt x="5938" y="1468"/>
                    <a:pt x="5671" y="1435"/>
                    <a:pt x="5404" y="1368"/>
                  </a:cubicBezTo>
                  <a:cubicBezTo>
                    <a:pt x="5304" y="1368"/>
                    <a:pt x="5171" y="1335"/>
                    <a:pt x="5037" y="1301"/>
                  </a:cubicBezTo>
                  <a:lnTo>
                    <a:pt x="5037" y="1301"/>
                  </a:lnTo>
                  <a:cubicBezTo>
                    <a:pt x="5071" y="1368"/>
                    <a:pt x="5071" y="1401"/>
                    <a:pt x="5071" y="1435"/>
                  </a:cubicBezTo>
                  <a:cubicBezTo>
                    <a:pt x="5104" y="1535"/>
                    <a:pt x="5137" y="1635"/>
                    <a:pt x="5137" y="1768"/>
                  </a:cubicBezTo>
                  <a:cubicBezTo>
                    <a:pt x="5171" y="1868"/>
                    <a:pt x="5171" y="2002"/>
                    <a:pt x="5137" y="2102"/>
                  </a:cubicBezTo>
                  <a:cubicBezTo>
                    <a:pt x="5137" y="2369"/>
                    <a:pt x="5037" y="2669"/>
                    <a:pt x="4971" y="2936"/>
                  </a:cubicBezTo>
                  <a:cubicBezTo>
                    <a:pt x="4837" y="3369"/>
                    <a:pt x="4737" y="3803"/>
                    <a:pt x="4704" y="4237"/>
                  </a:cubicBezTo>
                  <a:cubicBezTo>
                    <a:pt x="4704" y="4737"/>
                    <a:pt x="4771" y="5271"/>
                    <a:pt x="4804" y="5771"/>
                  </a:cubicBezTo>
                  <a:cubicBezTo>
                    <a:pt x="4837" y="6005"/>
                    <a:pt x="4837" y="6238"/>
                    <a:pt x="4871" y="6505"/>
                  </a:cubicBezTo>
                  <a:cubicBezTo>
                    <a:pt x="4804" y="6305"/>
                    <a:pt x="4737" y="6105"/>
                    <a:pt x="4704" y="5871"/>
                  </a:cubicBezTo>
                  <a:cubicBezTo>
                    <a:pt x="4604" y="5504"/>
                    <a:pt x="4504" y="5171"/>
                    <a:pt x="4470" y="4804"/>
                  </a:cubicBezTo>
                  <a:cubicBezTo>
                    <a:pt x="4404" y="4504"/>
                    <a:pt x="4404" y="4203"/>
                    <a:pt x="4404" y="3903"/>
                  </a:cubicBezTo>
                  <a:cubicBezTo>
                    <a:pt x="4437" y="3770"/>
                    <a:pt x="4437" y="3636"/>
                    <a:pt x="4470" y="3469"/>
                  </a:cubicBezTo>
                  <a:cubicBezTo>
                    <a:pt x="4504" y="3336"/>
                    <a:pt x="4537" y="3203"/>
                    <a:pt x="4570" y="3069"/>
                  </a:cubicBezTo>
                  <a:cubicBezTo>
                    <a:pt x="4670" y="2802"/>
                    <a:pt x="4771" y="2535"/>
                    <a:pt x="4837" y="2269"/>
                  </a:cubicBezTo>
                  <a:cubicBezTo>
                    <a:pt x="4904" y="2135"/>
                    <a:pt x="4904" y="2002"/>
                    <a:pt x="4937" y="1835"/>
                  </a:cubicBezTo>
                  <a:cubicBezTo>
                    <a:pt x="4937" y="1668"/>
                    <a:pt x="4904" y="1468"/>
                    <a:pt x="4871" y="1301"/>
                  </a:cubicBezTo>
                  <a:cubicBezTo>
                    <a:pt x="4804" y="1268"/>
                    <a:pt x="4737" y="1268"/>
                    <a:pt x="4704" y="1268"/>
                  </a:cubicBezTo>
                  <a:cubicBezTo>
                    <a:pt x="4437" y="1235"/>
                    <a:pt x="4170" y="1201"/>
                    <a:pt x="3937" y="1134"/>
                  </a:cubicBezTo>
                  <a:cubicBezTo>
                    <a:pt x="3670" y="1101"/>
                    <a:pt x="3436" y="1034"/>
                    <a:pt x="3169" y="1001"/>
                  </a:cubicBezTo>
                  <a:lnTo>
                    <a:pt x="2802" y="901"/>
                  </a:lnTo>
                  <a:cubicBezTo>
                    <a:pt x="2702" y="868"/>
                    <a:pt x="2602" y="868"/>
                    <a:pt x="2469" y="834"/>
                  </a:cubicBezTo>
                  <a:cubicBezTo>
                    <a:pt x="2402" y="834"/>
                    <a:pt x="2335" y="801"/>
                    <a:pt x="2235" y="801"/>
                  </a:cubicBezTo>
                  <a:cubicBezTo>
                    <a:pt x="2202" y="768"/>
                    <a:pt x="2135" y="768"/>
                    <a:pt x="2102" y="768"/>
                  </a:cubicBezTo>
                  <a:cubicBezTo>
                    <a:pt x="1969" y="768"/>
                    <a:pt x="1868" y="768"/>
                    <a:pt x="1768" y="734"/>
                  </a:cubicBezTo>
                  <a:lnTo>
                    <a:pt x="1435" y="734"/>
                  </a:lnTo>
                  <a:cubicBezTo>
                    <a:pt x="1435" y="934"/>
                    <a:pt x="1401" y="1134"/>
                    <a:pt x="1368" y="1335"/>
                  </a:cubicBezTo>
                  <a:cubicBezTo>
                    <a:pt x="1335" y="1635"/>
                    <a:pt x="1235" y="1935"/>
                    <a:pt x="1135" y="2202"/>
                  </a:cubicBezTo>
                  <a:cubicBezTo>
                    <a:pt x="1135" y="2402"/>
                    <a:pt x="1068" y="2602"/>
                    <a:pt x="968" y="2769"/>
                  </a:cubicBezTo>
                  <a:cubicBezTo>
                    <a:pt x="768" y="3303"/>
                    <a:pt x="534" y="3836"/>
                    <a:pt x="367" y="4403"/>
                  </a:cubicBezTo>
                  <a:cubicBezTo>
                    <a:pt x="267" y="4737"/>
                    <a:pt x="167" y="5071"/>
                    <a:pt x="134" y="5404"/>
                  </a:cubicBezTo>
                  <a:cubicBezTo>
                    <a:pt x="67" y="5738"/>
                    <a:pt x="34" y="6071"/>
                    <a:pt x="34" y="6405"/>
                  </a:cubicBezTo>
                  <a:cubicBezTo>
                    <a:pt x="34" y="6672"/>
                    <a:pt x="34" y="6972"/>
                    <a:pt x="34" y="7239"/>
                  </a:cubicBezTo>
                  <a:cubicBezTo>
                    <a:pt x="34" y="7372"/>
                    <a:pt x="0" y="7539"/>
                    <a:pt x="34" y="7706"/>
                  </a:cubicBezTo>
                  <a:cubicBezTo>
                    <a:pt x="34" y="7906"/>
                    <a:pt x="34" y="8139"/>
                    <a:pt x="34" y="8340"/>
                  </a:cubicBezTo>
                  <a:cubicBezTo>
                    <a:pt x="34" y="8506"/>
                    <a:pt x="34" y="8673"/>
                    <a:pt x="67" y="8840"/>
                  </a:cubicBezTo>
                  <a:cubicBezTo>
                    <a:pt x="101" y="9073"/>
                    <a:pt x="134" y="9307"/>
                    <a:pt x="167" y="9540"/>
                  </a:cubicBezTo>
                  <a:cubicBezTo>
                    <a:pt x="301" y="10074"/>
                    <a:pt x="467" y="10575"/>
                    <a:pt x="734" y="11075"/>
                  </a:cubicBezTo>
                  <a:cubicBezTo>
                    <a:pt x="801" y="11208"/>
                    <a:pt x="901" y="11375"/>
                    <a:pt x="1001" y="11509"/>
                  </a:cubicBezTo>
                  <a:cubicBezTo>
                    <a:pt x="1168" y="11475"/>
                    <a:pt x="1335" y="11408"/>
                    <a:pt x="1502" y="11375"/>
                  </a:cubicBezTo>
                  <a:cubicBezTo>
                    <a:pt x="1902" y="11275"/>
                    <a:pt x="2302" y="11242"/>
                    <a:pt x="2769" y="11208"/>
                  </a:cubicBezTo>
                  <a:cubicBezTo>
                    <a:pt x="2702" y="11142"/>
                    <a:pt x="2636" y="11042"/>
                    <a:pt x="2602" y="10975"/>
                  </a:cubicBezTo>
                  <a:cubicBezTo>
                    <a:pt x="2536" y="10875"/>
                    <a:pt x="2469" y="10775"/>
                    <a:pt x="2436" y="10675"/>
                  </a:cubicBezTo>
                  <a:cubicBezTo>
                    <a:pt x="2335" y="10508"/>
                    <a:pt x="2235" y="10308"/>
                    <a:pt x="2169" y="10141"/>
                  </a:cubicBezTo>
                  <a:cubicBezTo>
                    <a:pt x="2102" y="9974"/>
                    <a:pt x="2035" y="9841"/>
                    <a:pt x="1969" y="9674"/>
                  </a:cubicBezTo>
                  <a:cubicBezTo>
                    <a:pt x="1868" y="9407"/>
                    <a:pt x="1768" y="9140"/>
                    <a:pt x="1735" y="8840"/>
                  </a:cubicBezTo>
                  <a:cubicBezTo>
                    <a:pt x="1668" y="8573"/>
                    <a:pt x="1635" y="8273"/>
                    <a:pt x="1635" y="7973"/>
                  </a:cubicBezTo>
                  <a:cubicBezTo>
                    <a:pt x="1635" y="7706"/>
                    <a:pt x="1635" y="7406"/>
                    <a:pt x="1702" y="7139"/>
                  </a:cubicBezTo>
                  <a:cubicBezTo>
                    <a:pt x="1768" y="6839"/>
                    <a:pt x="1868" y="6538"/>
                    <a:pt x="2002" y="6271"/>
                  </a:cubicBezTo>
                  <a:cubicBezTo>
                    <a:pt x="2035" y="6138"/>
                    <a:pt x="2102" y="6005"/>
                    <a:pt x="2202" y="5871"/>
                  </a:cubicBezTo>
                  <a:cubicBezTo>
                    <a:pt x="2269" y="5738"/>
                    <a:pt x="2335" y="5638"/>
                    <a:pt x="2436" y="5504"/>
                  </a:cubicBezTo>
                  <a:cubicBezTo>
                    <a:pt x="2569" y="5271"/>
                    <a:pt x="2736" y="5037"/>
                    <a:pt x="2903" y="4837"/>
                  </a:cubicBezTo>
                  <a:cubicBezTo>
                    <a:pt x="3136" y="4504"/>
                    <a:pt x="3370" y="4170"/>
                    <a:pt x="3636" y="3836"/>
                  </a:cubicBezTo>
                  <a:lnTo>
                    <a:pt x="3636" y="3836"/>
                  </a:lnTo>
                  <a:cubicBezTo>
                    <a:pt x="3436" y="4170"/>
                    <a:pt x="3236" y="4504"/>
                    <a:pt x="3069" y="4837"/>
                  </a:cubicBezTo>
                  <a:cubicBezTo>
                    <a:pt x="2969" y="5037"/>
                    <a:pt x="2836" y="5204"/>
                    <a:pt x="2736" y="5404"/>
                  </a:cubicBezTo>
                  <a:cubicBezTo>
                    <a:pt x="2636" y="5571"/>
                    <a:pt x="2536" y="5738"/>
                    <a:pt x="2469" y="5905"/>
                  </a:cubicBezTo>
                  <a:cubicBezTo>
                    <a:pt x="2335" y="6138"/>
                    <a:pt x="2269" y="6405"/>
                    <a:pt x="2169" y="6638"/>
                  </a:cubicBezTo>
                  <a:cubicBezTo>
                    <a:pt x="2135" y="6839"/>
                    <a:pt x="2069" y="7005"/>
                    <a:pt x="2035" y="7205"/>
                  </a:cubicBezTo>
                  <a:cubicBezTo>
                    <a:pt x="2035" y="7372"/>
                    <a:pt x="2002" y="7506"/>
                    <a:pt x="2002" y="7672"/>
                  </a:cubicBezTo>
                  <a:cubicBezTo>
                    <a:pt x="1969" y="8173"/>
                    <a:pt x="2035" y="8640"/>
                    <a:pt x="2102" y="9107"/>
                  </a:cubicBezTo>
                  <a:cubicBezTo>
                    <a:pt x="2202" y="9474"/>
                    <a:pt x="2335" y="9874"/>
                    <a:pt x="2469" y="10241"/>
                  </a:cubicBezTo>
                  <a:cubicBezTo>
                    <a:pt x="2569" y="10508"/>
                    <a:pt x="2669" y="10775"/>
                    <a:pt x="2802" y="11042"/>
                  </a:cubicBezTo>
                  <a:cubicBezTo>
                    <a:pt x="2836" y="11075"/>
                    <a:pt x="2869" y="11142"/>
                    <a:pt x="2936" y="11208"/>
                  </a:cubicBezTo>
                  <a:lnTo>
                    <a:pt x="3069" y="11208"/>
                  </a:lnTo>
                  <a:cubicBezTo>
                    <a:pt x="3636" y="11242"/>
                    <a:pt x="4203" y="11275"/>
                    <a:pt x="4837" y="11375"/>
                  </a:cubicBezTo>
                  <a:cubicBezTo>
                    <a:pt x="5004" y="11375"/>
                    <a:pt x="5137" y="11408"/>
                    <a:pt x="5304" y="11408"/>
                  </a:cubicBezTo>
                  <a:cubicBezTo>
                    <a:pt x="5404" y="11442"/>
                    <a:pt x="5538" y="11442"/>
                    <a:pt x="5638" y="11475"/>
                  </a:cubicBezTo>
                  <a:cubicBezTo>
                    <a:pt x="5538" y="11275"/>
                    <a:pt x="5438" y="11108"/>
                    <a:pt x="5371" y="10941"/>
                  </a:cubicBezTo>
                  <a:cubicBezTo>
                    <a:pt x="5171" y="10541"/>
                    <a:pt x="5004" y="10141"/>
                    <a:pt x="4871" y="9707"/>
                  </a:cubicBezTo>
                  <a:cubicBezTo>
                    <a:pt x="4771" y="9374"/>
                    <a:pt x="4737" y="9040"/>
                    <a:pt x="4704" y="8707"/>
                  </a:cubicBezTo>
                  <a:cubicBezTo>
                    <a:pt x="4704" y="8406"/>
                    <a:pt x="4737" y="8073"/>
                    <a:pt x="4871" y="7806"/>
                  </a:cubicBezTo>
                  <a:lnTo>
                    <a:pt x="4871" y="7839"/>
                  </a:lnTo>
                  <a:cubicBezTo>
                    <a:pt x="4837" y="7973"/>
                    <a:pt x="4804" y="8106"/>
                    <a:pt x="4804" y="8206"/>
                  </a:cubicBezTo>
                  <a:cubicBezTo>
                    <a:pt x="4804" y="8473"/>
                    <a:pt x="4837" y="8740"/>
                    <a:pt x="4904" y="9007"/>
                  </a:cubicBezTo>
                  <a:cubicBezTo>
                    <a:pt x="4971" y="9240"/>
                    <a:pt x="5037" y="9507"/>
                    <a:pt x="5137" y="9741"/>
                  </a:cubicBezTo>
                  <a:cubicBezTo>
                    <a:pt x="5238" y="9974"/>
                    <a:pt x="5338" y="10208"/>
                    <a:pt x="5471" y="10441"/>
                  </a:cubicBezTo>
                  <a:cubicBezTo>
                    <a:pt x="5571" y="10641"/>
                    <a:pt x="5671" y="10875"/>
                    <a:pt x="5805" y="11075"/>
                  </a:cubicBezTo>
                  <a:cubicBezTo>
                    <a:pt x="5805" y="11108"/>
                    <a:pt x="5805" y="11142"/>
                    <a:pt x="5838" y="11175"/>
                  </a:cubicBezTo>
                  <a:cubicBezTo>
                    <a:pt x="5905" y="11275"/>
                    <a:pt x="5938" y="11408"/>
                    <a:pt x="6005" y="11509"/>
                  </a:cubicBezTo>
                  <a:cubicBezTo>
                    <a:pt x="6238" y="11542"/>
                    <a:pt x="6505" y="11575"/>
                    <a:pt x="6739" y="11609"/>
                  </a:cubicBezTo>
                  <a:lnTo>
                    <a:pt x="6972" y="11642"/>
                  </a:lnTo>
                  <a:cubicBezTo>
                    <a:pt x="7272" y="11675"/>
                    <a:pt x="7573" y="11742"/>
                    <a:pt x="7873" y="11775"/>
                  </a:cubicBezTo>
                  <a:cubicBezTo>
                    <a:pt x="7873" y="11709"/>
                    <a:pt x="7873" y="11642"/>
                    <a:pt x="7873" y="11609"/>
                  </a:cubicBezTo>
                  <a:cubicBezTo>
                    <a:pt x="7839" y="11442"/>
                    <a:pt x="7839" y="11308"/>
                    <a:pt x="7806" y="11142"/>
                  </a:cubicBezTo>
                  <a:cubicBezTo>
                    <a:pt x="7806" y="10975"/>
                    <a:pt x="7773" y="10808"/>
                    <a:pt x="7773" y="10641"/>
                  </a:cubicBezTo>
                  <a:cubicBezTo>
                    <a:pt x="7739" y="10508"/>
                    <a:pt x="7739" y="10408"/>
                    <a:pt x="7739" y="10274"/>
                  </a:cubicBezTo>
                  <a:cubicBezTo>
                    <a:pt x="7739" y="10074"/>
                    <a:pt x="7739" y="9874"/>
                    <a:pt x="7773" y="9674"/>
                  </a:cubicBezTo>
                  <a:cubicBezTo>
                    <a:pt x="7773" y="9574"/>
                    <a:pt x="7806" y="9474"/>
                    <a:pt x="7806" y="9374"/>
                  </a:cubicBezTo>
                  <a:cubicBezTo>
                    <a:pt x="7806" y="9307"/>
                    <a:pt x="7806" y="9240"/>
                    <a:pt x="7839" y="9174"/>
                  </a:cubicBezTo>
                  <a:cubicBezTo>
                    <a:pt x="7839" y="9107"/>
                    <a:pt x="7839" y="9040"/>
                    <a:pt x="7873" y="8940"/>
                  </a:cubicBezTo>
                  <a:cubicBezTo>
                    <a:pt x="7906" y="8807"/>
                    <a:pt x="7906" y="8673"/>
                    <a:pt x="7939" y="8540"/>
                  </a:cubicBezTo>
                  <a:cubicBezTo>
                    <a:pt x="8006" y="8240"/>
                    <a:pt x="8073" y="7906"/>
                    <a:pt x="8173" y="7606"/>
                  </a:cubicBezTo>
                  <a:lnTo>
                    <a:pt x="8173" y="7606"/>
                  </a:lnTo>
                  <a:cubicBezTo>
                    <a:pt x="8173" y="7639"/>
                    <a:pt x="8140" y="7706"/>
                    <a:pt x="8140" y="7739"/>
                  </a:cubicBezTo>
                  <a:cubicBezTo>
                    <a:pt x="8140" y="7906"/>
                    <a:pt x="8106" y="8039"/>
                    <a:pt x="8073" y="8173"/>
                  </a:cubicBezTo>
                  <a:cubicBezTo>
                    <a:pt x="8073" y="8340"/>
                    <a:pt x="8040" y="8473"/>
                    <a:pt x="8040" y="8606"/>
                  </a:cubicBezTo>
                  <a:cubicBezTo>
                    <a:pt x="8006" y="8773"/>
                    <a:pt x="8006" y="8940"/>
                    <a:pt x="7973" y="9073"/>
                  </a:cubicBezTo>
                  <a:cubicBezTo>
                    <a:pt x="7939" y="9374"/>
                    <a:pt x="7906" y="9641"/>
                    <a:pt x="7906" y="9907"/>
                  </a:cubicBezTo>
                  <a:cubicBezTo>
                    <a:pt x="7906" y="10174"/>
                    <a:pt x="7906" y="10408"/>
                    <a:pt x="7906" y="10675"/>
                  </a:cubicBezTo>
                  <a:cubicBezTo>
                    <a:pt x="7906" y="10808"/>
                    <a:pt x="7939" y="10975"/>
                    <a:pt x="7939" y="11108"/>
                  </a:cubicBezTo>
                  <a:cubicBezTo>
                    <a:pt x="7939" y="11275"/>
                    <a:pt x="7939" y="11408"/>
                    <a:pt x="7973" y="11575"/>
                  </a:cubicBezTo>
                  <a:cubicBezTo>
                    <a:pt x="7973" y="11642"/>
                    <a:pt x="7973" y="11709"/>
                    <a:pt x="7973" y="11775"/>
                  </a:cubicBezTo>
                  <a:cubicBezTo>
                    <a:pt x="8240" y="11809"/>
                    <a:pt x="8473" y="11842"/>
                    <a:pt x="8773" y="11875"/>
                  </a:cubicBezTo>
                  <a:cubicBezTo>
                    <a:pt x="9240" y="11909"/>
                    <a:pt x="9641" y="11942"/>
                    <a:pt x="10074" y="11942"/>
                  </a:cubicBezTo>
                  <a:cubicBezTo>
                    <a:pt x="10375" y="11942"/>
                    <a:pt x="10708" y="11909"/>
                    <a:pt x="11042" y="11875"/>
                  </a:cubicBezTo>
                  <a:cubicBezTo>
                    <a:pt x="11609" y="11775"/>
                    <a:pt x="12142" y="11642"/>
                    <a:pt x="12643" y="11475"/>
                  </a:cubicBezTo>
                  <a:cubicBezTo>
                    <a:pt x="12776" y="11408"/>
                    <a:pt x="12943" y="11375"/>
                    <a:pt x="13076" y="11308"/>
                  </a:cubicBezTo>
                  <a:cubicBezTo>
                    <a:pt x="13143" y="11275"/>
                    <a:pt x="13243" y="11242"/>
                    <a:pt x="13343" y="11208"/>
                  </a:cubicBezTo>
                  <a:cubicBezTo>
                    <a:pt x="13443" y="10975"/>
                    <a:pt x="13543" y="10708"/>
                    <a:pt x="13610" y="10441"/>
                  </a:cubicBezTo>
                  <a:cubicBezTo>
                    <a:pt x="13644" y="10341"/>
                    <a:pt x="13677" y="10208"/>
                    <a:pt x="13710" y="10074"/>
                  </a:cubicBezTo>
                  <a:cubicBezTo>
                    <a:pt x="13744" y="9874"/>
                    <a:pt x="13777" y="9641"/>
                    <a:pt x="13810" y="9407"/>
                  </a:cubicBezTo>
                  <a:cubicBezTo>
                    <a:pt x="13810" y="9107"/>
                    <a:pt x="13777" y="8807"/>
                    <a:pt x="13710" y="8506"/>
                  </a:cubicBezTo>
                  <a:cubicBezTo>
                    <a:pt x="13610" y="8073"/>
                    <a:pt x="13477" y="7639"/>
                    <a:pt x="13443" y="7205"/>
                  </a:cubicBezTo>
                  <a:cubicBezTo>
                    <a:pt x="13410" y="7039"/>
                    <a:pt x="13377" y="6872"/>
                    <a:pt x="13343" y="6705"/>
                  </a:cubicBezTo>
                  <a:cubicBezTo>
                    <a:pt x="13343" y="6538"/>
                    <a:pt x="13343" y="6372"/>
                    <a:pt x="13343" y="6205"/>
                  </a:cubicBezTo>
                  <a:cubicBezTo>
                    <a:pt x="13310" y="6138"/>
                    <a:pt x="13310" y="6038"/>
                    <a:pt x="13310" y="5971"/>
                  </a:cubicBezTo>
                  <a:cubicBezTo>
                    <a:pt x="13310" y="5871"/>
                    <a:pt x="13343" y="5804"/>
                    <a:pt x="13343" y="5738"/>
                  </a:cubicBezTo>
                  <a:cubicBezTo>
                    <a:pt x="13343" y="5604"/>
                    <a:pt x="13343" y="5504"/>
                    <a:pt x="13343" y="5371"/>
                  </a:cubicBezTo>
                  <a:cubicBezTo>
                    <a:pt x="13343" y="5337"/>
                    <a:pt x="13343" y="5271"/>
                    <a:pt x="13343" y="5237"/>
                  </a:cubicBezTo>
                  <a:cubicBezTo>
                    <a:pt x="13377" y="5037"/>
                    <a:pt x="13410" y="4837"/>
                    <a:pt x="13443" y="4637"/>
                  </a:cubicBezTo>
                  <a:cubicBezTo>
                    <a:pt x="13443" y="4470"/>
                    <a:pt x="13510" y="4337"/>
                    <a:pt x="13543" y="4170"/>
                  </a:cubicBezTo>
                  <a:cubicBezTo>
                    <a:pt x="13543" y="4070"/>
                    <a:pt x="13577" y="4003"/>
                    <a:pt x="13577" y="3936"/>
                  </a:cubicBezTo>
                  <a:cubicBezTo>
                    <a:pt x="13610" y="3870"/>
                    <a:pt x="13610" y="3803"/>
                    <a:pt x="13644" y="3736"/>
                  </a:cubicBezTo>
                  <a:cubicBezTo>
                    <a:pt x="13710" y="3536"/>
                    <a:pt x="13777" y="3369"/>
                    <a:pt x="13844" y="3169"/>
                  </a:cubicBezTo>
                  <a:lnTo>
                    <a:pt x="13844" y="3169"/>
                  </a:lnTo>
                  <a:cubicBezTo>
                    <a:pt x="13810" y="3369"/>
                    <a:pt x="13777" y="3536"/>
                    <a:pt x="13777" y="3736"/>
                  </a:cubicBezTo>
                  <a:cubicBezTo>
                    <a:pt x="13744" y="3870"/>
                    <a:pt x="13744" y="4003"/>
                    <a:pt x="13744" y="4170"/>
                  </a:cubicBezTo>
                  <a:cubicBezTo>
                    <a:pt x="13744" y="4303"/>
                    <a:pt x="13744" y="4437"/>
                    <a:pt x="13710" y="4570"/>
                  </a:cubicBezTo>
                  <a:cubicBezTo>
                    <a:pt x="13710" y="4704"/>
                    <a:pt x="13744" y="4804"/>
                    <a:pt x="13744" y="4937"/>
                  </a:cubicBezTo>
                  <a:cubicBezTo>
                    <a:pt x="13744" y="5037"/>
                    <a:pt x="13744" y="5171"/>
                    <a:pt x="13744" y="5304"/>
                  </a:cubicBezTo>
                  <a:cubicBezTo>
                    <a:pt x="13744" y="5471"/>
                    <a:pt x="13777" y="5638"/>
                    <a:pt x="13777" y="5804"/>
                  </a:cubicBezTo>
                  <a:cubicBezTo>
                    <a:pt x="13777" y="5905"/>
                    <a:pt x="13777" y="6005"/>
                    <a:pt x="13810" y="6105"/>
                  </a:cubicBezTo>
                  <a:cubicBezTo>
                    <a:pt x="13810" y="6238"/>
                    <a:pt x="13844" y="6372"/>
                    <a:pt x="13844" y="6472"/>
                  </a:cubicBezTo>
                  <a:cubicBezTo>
                    <a:pt x="13877" y="6638"/>
                    <a:pt x="13910" y="6772"/>
                    <a:pt x="13944" y="6905"/>
                  </a:cubicBezTo>
                  <a:cubicBezTo>
                    <a:pt x="13944" y="7018"/>
                    <a:pt x="13968" y="7131"/>
                    <a:pt x="13995" y="7244"/>
                  </a:cubicBezTo>
                  <a:lnTo>
                    <a:pt x="13995" y="7244"/>
                  </a:lnTo>
                  <a:cubicBezTo>
                    <a:pt x="13991" y="7241"/>
                    <a:pt x="13985" y="7239"/>
                    <a:pt x="13977" y="7239"/>
                  </a:cubicBezTo>
                  <a:lnTo>
                    <a:pt x="14077" y="7639"/>
                  </a:lnTo>
                  <a:cubicBezTo>
                    <a:pt x="14111" y="7773"/>
                    <a:pt x="14144" y="7939"/>
                    <a:pt x="14177" y="8073"/>
                  </a:cubicBezTo>
                  <a:cubicBezTo>
                    <a:pt x="14244" y="8373"/>
                    <a:pt x="14277" y="8673"/>
                    <a:pt x="14311" y="8940"/>
                  </a:cubicBezTo>
                  <a:cubicBezTo>
                    <a:pt x="14311" y="9174"/>
                    <a:pt x="14277" y="9407"/>
                    <a:pt x="14244" y="9607"/>
                  </a:cubicBezTo>
                  <a:cubicBezTo>
                    <a:pt x="14211" y="9774"/>
                    <a:pt x="14177" y="9907"/>
                    <a:pt x="14144" y="10041"/>
                  </a:cubicBezTo>
                  <a:cubicBezTo>
                    <a:pt x="14111" y="10141"/>
                    <a:pt x="14077" y="10208"/>
                    <a:pt x="14044" y="10308"/>
                  </a:cubicBezTo>
                  <a:cubicBezTo>
                    <a:pt x="14010" y="10374"/>
                    <a:pt x="13977" y="10441"/>
                    <a:pt x="13944" y="10508"/>
                  </a:cubicBezTo>
                  <a:cubicBezTo>
                    <a:pt x="13910" y="10675"/>
                    <a:pt x="13844" y="10808"/>
                    <a:pt x="13744" y="10908"/>
                  </a:cubicBezTo>
                  <a:cubicBezTo>
                    <a:pt x="13710" y="10975"/>
                    <a:pt x="13677" y="11042"/>
                    <a:pt x="13644" y="11108"/>
                  </a:cubicBezTo>
                  <a:cubicBezTo>
                    <a:pt x="13710" y="11108"/>
                    <a:pt x="13744" y="11075"/>
                    <a:pt x="13777" y="11075"/>
                  </a:cubicBezTo>
                  <a:cubicBezTo>
                    <a:pt x="13944" y="11042"/>
                    <a:pt x="14111" y="11008"/>
                    <a:pt x="14277" y="11008"/>
                  </a:cubicBezTo>
                  <a:cubicBezTo>
                    <a:pt x="14444" y="11042"/>
                    <a:pt x="14611" y="11075"/>
                    <a:pt x="14844" y="11108"/>
                  </a:cubicBezTo>
                  <a:cubicBezTo>
                    <a:pt x="15211" y="11242"/>
                    <a:pt x="15612" y="11442"/>
                    <a:pt x="15979" y="11609"/>
                  </a:cubicBezTo>
                  <a:cubicBezTo>
                    <a:pt x="16145" y="11709"/>
                    <a:pt x="16345" y="11775"/>
                    <a:pt x="16512" y="11875"/>
                  </a:cubicBezTo>
                  <a:cubicBezTo>
                    <a:pt x="16846" y="12009"/>
                    <a:pt x="17179" y="12142"/>
                    <a:pt x="17513" y="12276"/>
                  </a:cubicBezTo>
                  <a:cubicBezTo>
                    <a:pt x="17513" y="12242"/>
                    <a:pt x="17513" y="12209"/>
                    <a:pt x="17546" y="12176"/>
                  </a:cubicBezTo>
                  <a:cubicBezTo>
                    <a:pt x="17613" y="11942"/>
                    <a:pt x="17713" y="11709"/>
                    <a:pt x="17813" y="11509"/>
                  </a:cubicBezTo>
                  <a:cubicBezTo>
                    <a:pt x="17913" y="11275"/>
                    <a:pt x="18013" y="11042"/>
                    <a:pt x="18113" y="10808"/>
                  </a:cubicBezTo>
                  <a:cubicBezTo>
                    <a:pt x="18213" y="10608"/>
                    <a:pt x="18280" y="10374"/>
                    <a:pt x="18380" y="10141"/>
                  </a:cubicBezTo>
                  <a:cubicBezTo>
                    <a:pt x="18380" y="10074"/>
                    <a:pt x="18414" y="10007"/>
                    <a:pt x="18414" y="9941"/>
                  </a:cubicBezTo>
                  <a:cubicBezTo>
                    <a:pt x="18447" y="9841"/>
                    <a:pt x="18480" y="9741"/>
                    <a:pt x="18480" y="9641"/>
                  </a:cubicBezTo>
                  <a:cubicBezTo>
                    <a:pt x="18514" y="9540"/>
                    <a:pt x="18514" y="9440"/>
                    <a:pt x="18514" y="9340"/>
                  </a:cubicBezTo>
                  <a:cubicBezTo>
                    <a:pt x="18514" y="9274"/>
                    <a:pt x="18514" y="9240"/>
                    <a:pt x="18514" y="9174"/>
                  </a:cubicBezTo>
                  <a:cubicBezTo>
                    <a:pt x="18514" y="9007"/>
                    <a:pt x="18514" y="8840"/>
                    <a:pt x="18480" y="8673"/>
                  </a:cubicBezTo>
                  <a:cubicBezTo>
                    <a:pt x="18480" y="8540"/>
                    <a:pt x="18447" y="8440"/>
                    <a:pt x="18414" y="8306"/>
                  </a:cubicBezTo>
                  <a:cubicBezTo>
                    <a:pt x="18347" y="7906"/>
                    <a:pt x="18280" y="7539"/>
                    <a:pt x="18280" y="7139"/>
                  </a:cubicBezTo>
                  <a:cubicBezTo>
                    <a:pt x="18280" y="6572"/>
                    <a:pt x="18347" y="6005"/>
                    <a:pt x="18547" y="5471"/>
                  </a:cubicBezTo>
                  <a:cubicBezTo>
                    <a:pt x="18647" y="5204"/>
                    <a:pt x="18747" y="4937"/>
                    <a:pt x="18847" y="4704"/>
                  </a:cubicBezTo>
                  <a:lnTo>
                    <a:pt x="18847" y="4704"/>
                  </a:lnTo>
                  <a:cubicBezTo>
                    <a:pt x="18814" y="4870"/>
                    <a:pt x="18781" y="5037"/>
                    <a:pt x="18747" y="5204"/>
                  </a:cubicBezTo>
                  <a:cubicBezTo>
                    <a:pt x="18680" y="5504"/>
                    <a:pt x="18614" y="5804"/>
                    <a:pt x="18614" y="6105"/>
                  </a:cubicBezTo>
                  <a:cubicBezTo>
                    <a:pt x="18614" y="6338"/>
                    <a:pt x="18614" y="6605"/>
                    <a:pt x="18647" y="6872"/>
                  </a:cubicBezTo>
                  <a:cubicBezTo>
                    <a:pt x="18647" y="7105"/>
                    <a:pt x="18714" y="7339"/>
                    <a:pt x="18747" y="7539"/>
                  </a:cubicBezTo>
                  <a:cubicBezTo>
                    <a:pt x="18814" y="7839"/>
                    <a:pt x="18914" y="8139"/>
                    <a:pt x="18981" y="8440"/>
                  </a:cubicBezTo>
                  <a:cubicBezTo>
                    <a:pt x="19047" y="8707"/>
                    <a:pt x="19081" y="8973"/>
                    <a:pt x="19047" y="9207"/>
                  </a:cubicBezTo>
                  <a:cubicBezTo>
                    <a:pt x="19047" y="9374"/>
                    <a:pt x="19047" y="9507"/>
                    <a:pt x="19014" y="9641"/>
                  </a:cubicBezTo>
                  <a:cubicBezTo>
                    <a:pt x="18981" y="9741"/>
                    <a:pt x="18947" y="9841"/>
                    <a:pt x="18947" y="9907"/>
                  </a:cubicBezTo>
                  <a:cubicBezTo>
                    <a:pt x="18914" y="9974"/>
                    <a:pt x="18881" y="10041"/>
                    <a:pt x="18881" y="10108"/>
                  </a:cubicBezTo>
                  <a:cubicBezTo>
                    <a:pt x="18814" y="10241"/>
                    <a:pt x="18781" y="10374"/>
                    <a:pt x="18714" y="10508"/>
                  </a:cubicBezTo>
                  <a:cubicBezTo>
                    <a:pt x="18647" y="10641"/>
                    <a:pt x="18580" y="10775"/>
                    <a:pt x="18480" y="10908"/>
                  </a:cubicBezTo>
                  <a:cubicBezTo>
                    <a:pt x="18414" y="11042"/>
                    <a:pt x="18347" y="11175"/>
                    <a:pt x="18247" y="11308"/>
                  </a:cubicBezTo>
                  <a:cubicBezTo>
                    <a:pt x="18113" y="11575"/>
                    <a:pt x="17947" y="11809"/>
                    <a:pt x="17780" y="12042"/>
                  </a:cubicBezTo>
                  <a:cubicBezTo>
                    <a:pt x="17746" y="12109"/>
                    <a:pt x="17713" y="12176"/>
                    <a:pt x="17646" y="12242"/>
                  </a:cubicBezTo>
                  <a:cubicBezTo>
                    <a:pt x="17646" y="12276"/>
                    <a:pt x="17646" y="12276"/>
                    <a:pt x="17613" y="12309"/>
                  </a:cubicBezTo>
                  <a:cubicBezTo>
                    <a:pt x="17680" y="12342"/>
                    <a:pt x="17780" y="12376"/>
                    <a:pt x="17847" y="12409"/>
                  </a:cubicBezTo>
                  <a:cubicBezTo>
                    <a:pt x="18013" y="12476"/>
                    <a:pt x="18213" y="12543"/>
                    <a:pt x="18380" y="12609"/>
                  </a:cubicBezTo>
                  <a:cubicBezTo>
                    <a:pt x="19081" y="12843"/>
                    <a:pt x="19815" y="13110"/>
                    <a:pt x="20615" y="13343"/>
                  </a:cubicBezTo>
                  <a:cubicBezTo>
                    <a:pt x="20782" y="13377"/>
                    <a:pt x="20949" y="13410"/>
                    <a:pt x="21116" y="13477"/>
                  </a:cubicBezTo>
                  <a:lnTo>
                    <a:pt x="21516" y="13577"/>
                  </a:lnTo>
                  <a:cubicBezTo>
                    <a:pt x="21716" y="13643"/>
                    <a:pt x="21916" y="13710"/>
                    <a:pt x="22083" y="13743"/>
                  </a:cubicBezTo>
                  <a:cubicBezTo>
                    <a:pt x="22050" y="13710"/>
                    <a:pt x="22016" y="13677"/>
                    <a:pt x="21983" y="13643"/>
                  </a:cubicBezTo>
                  <a:cubicBezTo>
                    <a:pt x="21783" y="13377"/>
                    <a:pt x="21616" y="13110"/>
                    <a:pt x="21482" y="12843"/>
                  </a:cubicBezTo>
                  <a:cubicBezTo>
                    <a:pt x="21349" y="12543"/>
                    <a:pt x="21249" y="12242"/>
                    <a:pt x="21216" y="11942"/>
                  </a:cubicBezTo>
                  <a:cubicBezTo>
                    <a:pt x="21149" y="11609"/>
                    <a:pt x="21182" y="11308"/>
                    <a:pt x="21249" y="10975"/>
                  </a:cubicBezTo>
                  <a:cubicBezTo>
                    <a:pt x="21282" y="10808"/>
                    <a:pt x="21316" y="10675"/>
                    <a:pt x="21382" y="10508"/>
                  </a:cubicBezTo>
                  <a:cubicBezTo>
                    <a:pt x="21416" y="10408"/>
                    <a:pt x="21449" y="10274"/>
                    <a:pt x="21482" y="10174"/>
                  </a:cubicBezTo>
                  <a:cubicBezTo>
                    <a:pt x="21516" y="10041"/>
                    <a:pt x="21583" y="9907"/>
                    <a:pt x="21616" y="9774"/>
                  </a:cubicBezTo>
                  <a:cubicBezTo>
                    <a:pt x="21649" y="9707"/>
                    <a:pt x="21716" y="9607"/>
                    <a:pt x="21749" y="9507"/>
                  </a:cubicBezTo>
                  <a:cubicBezTo>
                    <a:pt x="21783" y="9440"/>
                    <a:pt x="21816" y="9340"/>
                    <a:pt x="21883" y="9240"/>
                  </a:cubicBezTo>
                  <a:cubicBezTo>
                    <a:pt x="21949" y="9140"/>
                    <a:pt x="22016" y="9007"/>
                    <a:pt x="22083" y="8873"/>
                  </a:cubicBezTo>
                  <a:cubicBezTo>
                    <a:pt x="22183" y="8673"/>
                    <a:pt x="22283" y="8506"/>
                    <a:pt x="22383" y="8306"/>
                  </a:cubicBezTo>
                  <a:cubicBezTo>
                    <a:pt x="22483" y="8139"/>
                    <a:pt x="22583" y="7939"/>
                    <a:pt x="22683" y="7739"/>
                  </a:cubicBezTo>
                  <a:cubicBezTo>
                    <a:pt x="22783" y="7472"/>
                    <a:pt x="22917" y="7205"/>
                    <a:pt x="23017" y="6905"/>
                  </a:cubicBezTo>
                  <a:cubicBezTo>
                    <a:pt x="23084" y="6738"/>
                    <a:pt x="23117" y="6572"/>
                    <a:pt x="23117" y="6372"/>
                  </a:cubicBezTo>
                  <a:cubicBezTo>
                    <a:pt x="23150" y="6205"/>
                    <a:pt x="23150" y="6005"/>
                    <a:pt x="23150" y="5838"/>
                  </a:cubicBezTo>
                  <a:cubicBezTo>
                    <a:pt x="23184" y="5571"/>
                    <a:pt x="23184" y="5304"/>
                    <a:pt x="23184" y="5037"/>
                  </a:cubicBezTo>
                  <a:cubicBezTo>
                    <a:pt x="23117" y="4971"/>
                    <a:pt x="23050" y="4937"/>
                    <a:pt x="22984" y="4870"/>
                  </a:cubicBezTo>
                  <a:cubicBezTo>
                    <a:pt x="22650" y="4570"/>
                    <a:pt x="22283" y="4237"/>
                    <a:pt x="21949" y="3903"/>
                  </a:cubicBezTo>
                  <a:cubicBezTo>
                    <a:pt x="21816" y="3803"/>
                    <a:pt x="21716" y="3703"/>
                    <a:pt x="21616" y="3603"/>
                  </a:cubicBezTo>
                  <a:cubicBezTo>
                    <a:pt x="21583" y="3570"/>
                    <a:pt x="21549" y="3536"/>
                    <a:pt x="21516" y="3503"/>
                  </a:cubicBezTo>
                  <a:lnTo>
                    <a:pt x="21516" y="3536"/>
                  </a:lnTo>
                  <a:lnTo>
                    <a:pt x="21482" y="3870"/>
                  </a:lnTo>
                  <a:cubicBezTo>
                    <a:pt x="21482" y="3970"/>
                    <a:pt x="21449" y="4037"/>
                    <a:pt x="21449" y="4137"/>
                  </a:cubicBezTo>
                  <a:cubicBezTo>
                    <a:pt x="21449" y="4237"/>
                    <a:pt x="21449" y="4337"/>
                    <a:pt x="21416" y="4470"/>
                  </a:cubicBezTo>
                  <a:cubicBezTo>
                    <a:pt x="21416" y="4604"/>
                    <a:pt x="21382" y="4737"/>
                    <a:pt x="21349" y="4870"/>
                  </a:cubicBezTo>
                  <a:cubicBezTo>
                    <a:pt x="21349" y="4971"/>
                    <a:pt x="21316" y="5104"/>
                    <a:pt x="21316" y="5204"/>
                  </a:cubicBezTo>
                  <a:cubicBezTo>
                    <a:pt x="21282" y="5337"/>
                    <a:pt x="21249" y="5504"/>
                    <a:pt x="21216" y="5638"/>
                  </a:cubicBezTo>
                  <a:cubicBezTo>
                    <a:pt x="21182" y="5804"/>
                    <a:pt x="21149" y="5971"/>
                    <a:pt x="21116" y="6138"/>
                  </a:cubicBezTo>
                  <a:cubicBezTo>
                    <a:pt x="21116" y="6271"/>
                    <a:pt x="21082" y="6405"/>
                    <a:pt x="21082" y="6538"/>
                  </a:cubicBezTo>
                  <a:cubicBezTo>
                    <a:pt x="21082" y="6672"/>
                    <a:pt x="21082" y="6805"/>
                    <a:pt x="21049" y="6939"/>
                  </a:cubicBezTo>
                  <a:cubicBezTo>
                    <a:pt x="21049" y="7139"/>
                    <a:pt x="21049" y="7372"/>
                    <a:pt x="21015" y="7572"/>
                  </a:cubicBezTo>
                  <a:cubicBezTo>
                    <a:pt x="21015" y="7606"/>
                    <a:pt x="21015" y="7672"/>
                    <a:pt x="21015" y="7739"/>
                  </a:cubicBezTo>
                  <a:cubicBezTo>
                    <a:pt x="20982" y="7472"/>
                    <a:pt x="20949" y="7239"/>
                    <a:pt x="20949" y="7005"/>
                  </a:cubicBezTo>
                  <a:cubicBezTo>
                    <a:pt x="20915" y="6672"/>
                    <a:pt x="20882" y="6338"/>
                    <a:pt x="20915" y="6005"/>
                  </a:cubicBezTo>
                  <a:cubicBezTo>
                    <a:pt x="20949" y="5638"/>
                    <a:pt x="21049" y="5271"/>
                    <a:pt x="21149" y="4904"/>
                  </a:cubicBezTo>
                  <a:cubicBezTo>
                    <a:pt x="21149" y="4804"/>
                    <a:pt x="21182" y="4704"/>
                    <a:pt x="21216" y="4604"/>
                  </a:cubicBezTo>
                  <a:cubicBezTo>
                    <a:pt x="21249" y="4504"/>
                    <a:pt x="21249" y="4403"/>
                    <a:pt x="21282" y="4303"/>
                  </a:cubicBezTo>
                  <a:cubicBezTo>
                    <a:pt x="21316" y="4170"/>
                    <a:pt x="21316" y="4037"/>
                    <a:pt x="21349" y="3903"/>
                  </a:cubicBezTo>
                  <a:cubicBezTo>
                    <a:pt x="21382" y="3736"/>
                    <a:pt x="21416" y="3603"/>
                    <a:pt x="21449" y="3469"/>
                  </a:cubicBezTo>
                  <a:cubicBezTo>
                    <a:pt x="21082" y="3136"/>
                    <a:pt x="20715" y="2802"/>
                    <a:pt x="20348" y="2469"/>
                  </a:cubicBezTo>
                  <a:cubicBezTo>
                    <a:pt x="20215" y="2369"/>
                    <a:pt x="20081" y="2269"/>
                    <a:pt x="19948" y="2169"/>
                  </a:cubicBezTo>
                  <a:cubicBezTo>
                    <a:pt x="19448" y="1768"/>
                    <a:pt x="18881" y="1435"/>
                    <a:pt x="18447" y="1168"/>
                  </a:cubicBezTo>
                  <a:cubicBezTo>
                    <a:pt x="18013" y="934"/>
                    <a:pt x="17646" y="701"/>
                    <a:pt x="17246" y="501"/>
                  </a:cubicBezTo>
                  <a:lnTo>
                    <a:pt x="17246" y="501"/>
                  </a:lnTo>
                  <a:cubicBezTo>
                    <a:pt x="17246" y="534"/>
                    <a:pt x="17279" y="567"/>
                    <a:pt x="17279" y="567"/>
                  </a:cubicBezTo>
                  <a:cubicBezTo>
                    <a:pt x="17313" y="734"/>
                    <a:pt x="17380" y="868"/>
                    <a:pt x="17413" y="1034"/>
                  </a:cubicBezTo>
                  <a:cubicBezTo>
                    <a:pt x="17446" y="1368"/>
                    <a:pt x="17446" y="1735"/>
                    <a:pt x="17380" y="2068"/>
                  </a:cubicBezTo>
                  <a:cubicBezTo>
                    <a:pt x="17346" y="2302"/>
                    <a:pt x="17246" y="2569"/>
                    <a:pt x="17179" y="2802"/>
                  </a:cubicBezTo>
                  <a:cubicBezTo>
                    <a:pt x="17146" y="2902"/>
                    <a:pt x="17113" y="3036"/>
                    <a:pt x="17046" y="3136"/>
                  </a:cubicBezTo>
                  <a:cubicBezTo>
                    <a:pt x="16946" y="3369"/>
                    <a:pt x="16846" y="3603"/>
                    <a:pt x="16712" y="3836"/>
                  </a:cubicBezTo>
                  <a:cubicBezTo>
                    <a:pt x="16546" y="4203"/>
                    <a:pt x="16379" y="4570"/>
                    <a:pt x="16279" y="4937"/>
                  </a:cubicBezTo>
                  <a:cubicBezTo>
                    <a:pt x="16179" y="5271"/>
                    <a:pt x="16112" y="5638"/>
                    <a:pt x="16112" y="5971"/>
                  </a:cubicBezTo>
                  <a:cubicBezTo>
                    <a:pt x="16079" y="6405"/>
                    <a:pt x="16112" y="6805"/>
                    <a:pt x="16179" y="7205"/>
                  </a:cubicBezTo>
                  <a:cubicBezTo>
                    <a:pt x="16212" y="7472"/>
                    <a:pt x="16245" y="7739"/>
                    <a:pt x="16312" y="7973"/>
                  </a:cubicBezTo>
                  <a:cubicBezTo>
                    <a:pt x="16379" y="8273"/>
                    <a:pt x="16412" y="8540"/>
                    <a:pt x="16479" y="8840"/>
                  </a:cubicBezTo>
                  <a:lnTo>
                    <a:pt x="16546" y="9107"/>
                  </a:lnTo>
                  <a:cubicBezTo>
                    <a:pt x="16412" y="8840"/>
                    <a:pt x="16312" y="8540"/>
                    <a:pt x="16179" y="8240"/>
                  </a:cubicBezTo>
                  <a:cubicBezTo>
                    <a:pt x="16112" y="8073"/>
                    <a:pt x="16045" y="7873"/>
                    <a:pt x="15979" y="7706"/>
                  </a:cubicBezTo>
                  <a:cubicBezTo>
                    <a:pt x="15845" y="7272"/>
                    <a:pt x="15712" y="6839"/>
                    <a:pt x="15645" y="6405"/>
                  </a:cubicBezTo>
                  <a:cubicBezTo>
                    <a:pt x="15578" y="5971"/>
                    <a:pt x="15578" y="5504"/>
                    <a:pt x="15678" y="5037"/>
                  </a:cubicBezTo>
                  <a:cubicBezTo>
                    <a:pt x="15745" y="4670"/>
                    <a:pt x="15878" y="4303"/>
                    <a:pt x="16045" y="3970"/>
                  </a:cubicBezTo>
                  <a:cubicBezTo>
                    <a:pt x="16145" y="3803"/>
                    <a:pt x="16212" y="3636"/>
                    <a:pt x="16312" y="3503"/>
                  </a:cubicBezTo>
                  <a:cubicBezTo>
                    <a:pt x="16379" y="3369"/>
                    <a:pt x="16446" y="3236"/>
                    <a:pt x="16546" y="3103"/>
                  </a:cubicBezTo>
                  <a:cubicBezTo>
                    <a:pt x="16746" y="2736"/>
                    <a:pt x="16946" y="2335"/>
                    <a:pt x="17079" y="1902"/>
                  </a:cubicBezTo>
                  <a:cubicBezTo>
                    <a:pt x="17146" y="1635"/>
                    <a:pt x="17213" y="1368"/>
                    <a:pt x="17213" y="1101"/>
                  </a:cubicBezTo>
                  <a:cubicBezTo>
                    <a:pt x="17213" y="901"/>
                    <a:pt x="17213" y="734"/>
                    <a:pt x="17179" y="534"/>
                  </a:cubicBezTo>
                  <a:cubicBezTo>
                    <a:pt x="17179" y="534"/>
                    <a:pt x="17179" y="567"/>
                    <a:pt x="17179" y="567"/>
                  </a:cubicBezTo>
                  <a:cubicBezTo>
                    <a:pt x="17179" y="534"/>
                    <a:pt x="17179" y="501"/>
                    <a:pt x="17146" y="467"/>
                  </a:cubicBezTo>
                  <a:cubicBezTo>
                    <a:pt x="16979" y="401"/>
                    <a:pt x="16812" y="301"/>
                    <a:pt x="16612" y="234"/>
                  </a:cubicBezTo>
                  <a:lnTo>
                    <a:pt x="16579" y="234"/>
                  </a:lnTo>
                  <a:cubicBezTo>
                    <a:pt x="16412" y="200"/>
                    <a:pt x="16212" y="134"/>
                    <a:pt x="16045" y="100"/>
                  </a:cubicBezTo>
                  <a:cubicBezTo>
                    <a:pt x="15912" y="100"/>
                    <a:pt x="15778" y="67"/>
                    <a:pt x="15645" y="34"/>
                  </a:cubicBezTo>
                  <a:cubicBezTo>
                    <a:pt x="15512" y="34"/>
                    <a:pt x="15411" y="34"/>
                    <a:pt x="153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8"/>
            <p:cNvSpPr/>
            <p:nvPr/>
          </p:nvSpPr>
          <p:spPr>
            <a:xfrm>
              <a:off x="5489100" y="9394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8"/>
            <p:cNvSpPr/>
            <p:nvPr/>
          </p:nvSpPr>
          <p:spPr>
            <a:xfrm>
              <a:off x="5586650" y="896075"/>
              <a:ext cx="25" cy="1700"/>
            </a:xfrm>
            <a:custGeom>
              <a:avLst/>
              <a:gdLst/>
              <a:ahLst/>
              <a:cxnLst/>
              <a:rect l="l" t="t" r="r" b="b"/>
              <a:pathLst>
                <a:path w="1" h="68" extrusionOk="0">
                  <a:moveTo>
                    <a:pt x="1" y="1"/>
                  </a:moveTo>
                  <a:lnTo>
                    <a:pt x="1" y="34"/>
                  </a:lnTo>
                  <a:lnTo>
                    <a:pt x="1" y="6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8"/>
            <p:cNvSpPr/>
            <p:nvPr/>
          </p:nvSpPr>
          <p:spPr>
            <a:xfrm>
              <a:off x="5830175" y="818525"/>
              <a:ext cx="178475" cy="249375"/>
            </a:xfrm>
            <a:custGeom>
              <a:avLst/>
              <a:gdLst/>
              <a:ahLst/>
              <a:cxnLst/>
              <a:rect l="l" t="t" r="r" b="b"/>
              <a:pathLst>
                <a:path w="7139" h="9975" extrusionOk="0">
                  <a:moveTo>
                    <a:pt x="1701" y="1"/>
                  </a:moveTo>
                  <a:lnTo>
                    <a:pt x="1701" y="1"/>
                  </a:lnTo>
                  <a:cubicBezTo>
                    <a:pt x="1735" y="201"/>
                    <a:pt x="1735" y="401"/>
                    <a:pt x="1768" y="601"/>
                  </a:cubicBezTo>
                  <a:cubicBezTo>
                    <a:pt x="1802" y="1068"/>
                    <a:pt x="1835" y="1502"/>
                    <a:pt x="1735" y="1935"/>
                  </a:cubicBezTo>
                  <a:cubicBezTo>
                    <a:pt x="1668" y="2236"/>
                    <a:pt x="1568" y="2502"/>
                    <a:pt x="1468" y="2769"/>
                  </a:cubicBezTo>
                  <a:cubicBezTo>
                    <a:pt x="1401" y="2936"/>
                    <a:pt x="1335" y="3103"/>
                    <a:pt x="1234" y="3270"/>
                  </a:cubicBezTo>
                  <a:cubicBezTo>
                    <a:pt x="1134" y="3503"/>
                    <a:pt x="1034" y="3737"/>
                    <a:pt x="934" y="3970"/>
                  </a:cubicBezTo>
                  <a:cubicBezTo>
                    <a:pt x="834" y="4137"/>
                    <a:pt x="734" y="4304"/>
                    <a:pt x="667" y="4504"/>
                  </a:cubicBezTo>
                  <a:lnTo>
                    <a:pt x="501" y="4871"/>
                  </a:lnTo>
                  <a:cubicBezTo>
                    <a:pt x="501" y="4904"/>
                    <a:pt x="467" y="4937"/>
                    <a:pt x="467" y="4971"/>
                  </a:cubicBezTo>
                  <a:cubicBezTo>
                    <a:pt x="434" y="5038"/>
                    <a:pt x="400" y="5104"/>
                    <a:pt x="367" y="5204"/>
                  </a:cubicBezTo>
                  <a:cubicBezTo>
                    <a:pt x="334" y="5271"/>
                    <a:pt x="300" y="5371"/>
                    <a:pt x="267" y="5438"/>
                  </a:cubicBezTo>
                  <a:cubicBezTo>
                    <a:pt x="234" y="5538"/>
                    <a:pt x="200" y="5671"/>
                    <a:pt x="167" y="5771"/>
                  </a:cubicBezTo>
                  <a:cubicBezTo>
                    <a:pt x="100" y="6072"/>
                    <a:pt x="34" y="6372"/>
                    <a:pt x="0" y="6672"/>
                  </a:cubicBezTo>
                  <a:cubicBezTo>
                    <a:pt x="0" y="6872"/>
                    <a:pt x="34" y="7072"/>
                    <a:pt x="67" y="7306"/>
                  </a:cubicBezTo>
                  <a:cubicBezTo>
                    <a:pt x="134" y="7606"/>
                    <a:pt x="267" y="7906"/>
                    <a:pt x="400" y="8206"/>
                  </a:cubicBezTo>
                  <a:cubicBezTo>
                    <a:pt x="501" y="8373"/>
                    <a:pt x="601" y="8573"/>
                    <a:pt x="734" y="8740"/>
                  </a:cubicBezTo>
                  <a:cubicBezTo>
                    <a:pt x="767" y="8740"/>
                    <a:pt x="834" y="8774"/>
                    <a:pt x="867" y="8774"/>
                  </a:cubicBezTo>
                  <a:cubicBezTo>
                    <a:pt x="2369" y="9241"/>
                    <a:pt x="3703" y="9574"/>
                    <a:pt x="4937" y="9908"/>
                  </a:cubicBezTo>
                  <a:lnTo>
                    <a:pt x="5071" y="9941"/>
                  </a:lnTo>
                  <a:cubicBezTo>
                    <a:pt x="5071" y="9941"/>
                    <a:pt x="5104" y="9941"/>
                    <a:pt x="5137" y="9974"/>
                  </a:cubicBezTo>
                  <a:lnTo>
                    <a:pt x="5137" y="9774"/>
                  </a:lnTo>
                  <a:cubicBezTo>
                    <a:pt x="5137" y="9708"/>
                    <a:pt x="5137" y="9641"/>
                    <a:pt x="5171" y="9574"/>
                  </a:cubicBezTo>
                  <a:cubicBezTo>
                    <a:pt x="5171" y="9441"/>
                    <a:pt x="5237" y="9274"/>
                    <a:pt x="5271" y="9140"/>
                  </a:cubicBezTo>
                  <a:cubicBezTo>
                    <a:pt x="5404" y="8807"/>
                    <a:pt x="5604" y="8473"/>
                    <a:pt x="5804" y="8206"/>
                  </a:cubicBezTo>
                  <a:cubicBezTo>
                    <a:pt x="5938" y="8040"/>
                    <a:pt x="6038" y="7906"/>
                    <a:pt x="6171" y="7739"/>
                  </a:cubicBezTo>
                  <a:cubicBezTo>
                    <a:pt x="6305" y="7573"/>
                    <a:pt x="6438" y="7373"/>
                    <a:pt x="6572" y="7206"/>
                  </a:cubicBezTo>
                  <a:cubicBezTo>
                    <a:pt x="6772" y="6906"/>
                    <a:pt x="6905" y="6572"/>
                    <a:pt x="7005" y="6238"/>
                  </a:cubicBezTo>
                  <a:cubicBezTo>
                    <a:pt x="7039" y="6072"/>
                    <a:pt x="7105" y="5905"/>
                    <a:pt x="7139" y="5771"/>
                  </a:cubicBezTo>
                  <a:lnTo>
                    <a:pt x="7039" y="5638"/>
                  </a:lnTo>
                  <a:cubicBezTo>
                    <a:pt x="6838" y="5338"/>
                    <a:pt x="6605" y="5071"/>
                    <a:pt x="6371" y="4804"/>
                  </a:cubicBezTo>
                  <a:cubicBezTo>
                    <a:pt x="6071" y="4437"/>
                    <a:pt x="5738" y="4104"/>
                    <a:pt x="5437" y="3737"/>
                  </a:cubicBezTo>
                  <a:cubicBezTo>
                    <a:pt x="5437" y="3837"/>
                    <a:pt x="5404" y="3903"/>
                    <a:pt x="5371" y="4003"/>
                  </a:cubicBezTo>
                  <a:cubicBezTo>
                    <a:pt x="5304" y="4270"/>
                    <a:pt x="5204" y="4571"/>
                    <a:pt x="5104" y="4837"/>
                  </a:cubicBezTo>
                  <a:cubicBezTo>
                    <a:pt x="5071" y="5004"/>
                    <a:pt x="5004" y="5138"/>
                    <a:pt x="4970" y="5271"/>
                  </a:cubicBezTo>
                  <a:cubicBezTo>
                    <a:pt x="4937" y="5338"/>
                    <a:pt x="4904" y="5438"/>
                    <a:pt x="4870" y="5505"/>
                  </a:cubicBezTo>
                  <a:cubicBezTo>
                    <a:pt x="4837" y="5571"/>
                    <a:pt x="4804" y="5671"/>
                    <a:pt x="4770" y="5738"/>
                  </a:cubicBezTo>
                  <a:cubicBezTo>
                    <a:pt x="4770" y="5771"/>
                    <a:pt x="4737" y="5838"/>
                    <a:pt x="4737" y="5871"/>
                  </a:cubicBezTo>
                  <a:cubicBezTo>
                    <a:pt x="4704" y="5972"/>
                    <a:pt x="4670" y="6105"/>
                    <a:pt x="4604" y="6238"/>
                  </a:cubicBezTo>
                  <a:cubicBezTo>
                    <a:pt x="4537" y="6439"/>
                    <a:pt x="4503" y="6639"/>
                    <a:pt x="4437" y="6839"/>
                  </a:cubicBezTo>
                  <a:cubicBezTo>
                    <a:pt x="4403" y="6872"/>
                    <a:pt x="4403" y="6939"/>
                    <a:pt x="4370" y="6972"/>
                  </a:cubicBezTo>
                  <a:cubicBezTo>
                    <a:pt x="4370" y="6906"/>
                    <a:pt x="4403" y="6839"/>
                    <a:pt x="4403" y="6772"/>
                  </a:cubicBezTo>
                  <a:cubicBezTo>
                    <a:pt x="4437" y="6539"/>
                    <a:pt x="4470" y="6338"/>
                    <a:pt x="4537" y="6105"/>
                  </a:cubicBezTo>
                  <a:cubicBezTo>
                    <a:pt x="4537" y="6005"/>
                    <a:pt x="4570" y="5905"/>
                    <a:pt x="4570" y="5805"/>
                  </a:cubicBezTo>
                  <a:cubicBezTo>
                    <a:pt x="4637" y="5638"/>
                    <a:pt x="4670" y="5505"/>
                    <a:pt x="4704" y="5371"/>
                  </a:cubicBezTo>
                  <a:cubicBezTo>
                    <a:pt x="4770" y="5138"/>
                    <a:pt x="4837" y="4937"/>
                    <a:pt x="4937" y="4737"/>
                  </a:cubicBezTo>
                  <a:cubicBezTo>
                    <a:pt x="5037" y="4437"/>
                    <a:pt x="5204" y="4104"/>
                    <a:pt x="5304" y="3770"/>
                  </a:cubicBezTo>
                  <a:cubicBezTo>
                    <a:pt x="5304" y="3737"/>
                    <a:pt x="5337" y="3670"/>
                    <a:pt x="5337" y="3637"/>
                  </a:cubicBezTo>
                  <a:cubicBezTo>
                    <a:pt x="5204" y="3536"/>
                    <a:pt x="5104" y="3403"/>
                    <a:pt x="5004" y="3270"/>
                  </a:cubicBezTo>
                  <a:cubicBezTo>
                    <a:pt x="4770" y="3036"/>
                    <a:pt x="4537" y="2769"/>
                    <a:pt x="4270" y="2469"/>
                  </a:cubicBezTo>
                  <a:cubicBezTo>
                    <a:pt x="4270" y="2536"/>
                    <a:pt x="4270" y="2569"/>
                    <a:pt x="4270" y="2602"/>
                  </a:cubicBezTo>
                  <a:cubicBezTo>
                    <a:pt x="4237" y="2836"/>
                    <a:pt x="4203" y="3036"/>
                    <a:pt x="4170" y="3236"/>
                  </a:cubicBezTo>
                  <a:cubicBezTo>
                    <a:pt x="4103" y="3637"/>
                    <a:pt x="3970" y="4037"/>
                    <a:pt x="3770" y="4404"/>
                  </a:cubicBezTo>
                  <a:cubicBezTo>
                    <a:pt x="3603" y="4771"/>
                    <a:pt x="3369" y="5104"/>
                    <a:pt x="3169" y="5438"/>
                  </a:cubicBezTo>
                  <a:cubicBezTo>
                    <a:pt x="3069" y="5638"/>
                    <a:pt x="2969" y="5805"/>
                    <a:pt x="2869" y="6005"/>
                  </a:cubicBezTo>
                  <a:cubicBezTo>
                    <a:pt x="2802" y="6172"/>
                    <a:pt x="2702" y="6372"/>
                    <a:pt x="2635" y="6539"/>
                  </a:cubicBezTo>
                  <a:cubicBezTo>
                    <a:pt x="2569" y="6805"/>
                    <a:pt x="2535" y="7039"/>
                    <a:pt x="2469" y="7272"/>
                  </a:cubicBezTo>
                  <a:cubicBezTo>
                    <a:pt x="2469" y="7406"/>
                    <a:pt x="2435" y="7539"/>
                    <a:pt x="2435" y="7673"/>
                  </a:cubicBezTo>
                  <a:cubicBezTo>
                    <a:pt x="2435" y="7806"/>
                    <a:pt x="2402" y="7940"/>
                    <a:pt x="2402" y="8073"/>
                  </a:cubicBezTo>
                  <a:cubicBezTo>
                    <a:pt x="2402" y="8240"/>
                    <a:pt x="2402" y="8440"/>
                    <a:pt x="2435" y="8607"/>
                  </a:cubicBezTo>
                  <a:cubicBezTo>
                    <a:pt x="2435" y="8807"/>
                    <a:pt x="2469" y="9040"/>
                    <a:pt x="2502" y="9241"/>
                  </a:cubicBezTo>
                  <a:cubicBezTo>
                    <a:pt x="2435" y="9040"/>
                    <a:pt x="2402" y="8840"/>
                    <a:pt x="2369" y="8607"/>
                  </a:cubicBezTo>
                  <a:cubicBezTo>
                    <a:pt x="2335" y="8540"/>
                    <a:pt x="2335" y="8440"/>
                    <a:pt x="2335" y="8340"/>
                  </a:cubicBezTo>
                  <a:cubicBezTo>
                    <a:pt x="2302" y="8240"/>
                    <a:pt x="2302" y="8173"/>
                    <a:pt x="2302" y="8073"/>
                  </a:cubicBezTo>
                  <a:cubicBezTo>
                    <a:pt x="2302" y="7973"/>
                    <a:pt x="2302" y="7906"/>
                    <a:pt x="2302" y="7806"/>
                  </a:cubicBezTo>
                  <a:cubicBezTo>
                    <a:pt x="2302" y="7673"/>
                    <a:pt x="2302" y="7573"/>
                    <a:pt x="2302" y="7439"/>
                  </a:cubicBezTo>
                  <a:cubicBezTo>
                    <a:pt x="2335" y="7272"/>
                    <a:pt x="2369" y="7072"/>
                    <a:pt x="2402" y="6872"/>
                  </a:cubicBezTo>
                  <a:cubicBezTo>
                    <a:pt x="2402" y="6772"/>
                    <a:pt x="2435" y="6672"/>
                    <a:pt x="2435" y="6572"/>
                  </a:cubicBezTo>
                  <a:cubicBezTo>
                    <a:pt x="2469" y="6472"/>
                    <a:pt x="2502" y="6372"/>
                    <a:pt x="2535" y="6238"/>
                  </a:cubicBezTo>
                  <a:cubicBezTo>
                    <a:pt x="2602" y="6072"/>
                    <a:pt x="2669" y="5871"/>
                    <a:pt x="2769" y="5705"/>
                  </a:cubicBezTo>
                  <a:cubicBezTo>
                    <a:pt x="2869" y="5538"/>
                    <a:pt x="2969" y="5338"/>
                    <a:pt x="3069" y="5171"/>
                  </a:cubicBezTo>
                  <a:cubicBezTo>
                    <a:pt x="3169" y="4971"/>
                    <a:pt x="3269" y="4804"/>
                    <a:pt x="3403" y="4637"/>
                  </a:cubicBezTo>
                  <a:cubicBezTo>
                    <a:pt x="3436" y="4537"/>
                    <a:pt x="3503" y="4470"/>
                    <a:pt x="3536" y="4370"/>
                  </a:cubicBezTo>
                  <a:cubicBezTo>
                    <a:pt x="3603" y="4270"/>
                    <a:pt x="3636" y="4170"/>
                    <a:pt x="3670" y="4104"/>
                  </a:cubicBezTo>
                  <a:cubicBezTo>
                    <a:pt x="3770" y="3903"/>
                    <a:pt x="3836" y="3737"/>
                    <a:pt x="3903" y="3536"/>
                  </a:cubicBezTo>
                  <a:cubicBezTo>
                    <a:pt x="3970" y="3236"/>
                    <a:pt x="4036" y="2969"/>
                    <a:pt x="4103" y="2669"/>
                  </a:cubicBezTo>
                  <a:cubicBezTo>
                    <a:pt x="4103" y="2569"/>
                    <a:pt x="4137" y="2469"/>
                    <a:pt x="4137" y="2336"/>
                  </a:cubicBezTo>
                  <a:cubicBezTo>
                    <a:pt x="3936" y="2102"/>
                    <a:pt x="3703" y="1869"/>
                    <a:pt x="3436" y="1635"/>
                  </a:cubicBezTo>
                  <a:cubicBezTo>
                    <a:pt x="2869" y="1068"/>
                    <a:pt x="2302" y="534"/>
                    <a:pt x="17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8"/>
            <p:cNvSpPr/>
            <p:nvPr/>
          </p:nvSpPr>
          <p:spPr>
            <a:xfrm>
              <a:off x="5840175" y="1022850"/>
              <a:ext cx="25" cy="850"/>
            </a:xfrm>
            <a:custGeom>
              <a:avLst/>
              <a:gdLst/>
              <a:ahLst/>
              <a:cxnLst/>
              <a:rect l="l" t="t" r="r" b="b"/>
              <a:pathLst>
                <a:path w="1" h="34" extrusionOk="0">
                  <a:moveTo>
                    <a:pt x="0" y="33"/>
                  </a:moveTo>
                  <a:cubicBezTo>
                    <a:pt x="0" y="33"/>
                    <a:pt x="0" y="33"/>
                    <a:pt x="0" y="3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33"/>
                    <a:pt x="0" y="3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8"/>
            <p:cNvSpPr/>
            <p:nvPr/>
          </p:nvSpPr>
          <p:spPr>
            <a:xfrm>
              <a:off x="5959425" y="972800"/>
              <a:ext cx="61725" cy="98425"/>
            </a:xfrm>
            <a:custGeom>
              <a:avLst/>
              <a:gdLst/>
              <a:ahLst/>
              <a:cxnLst/>
              <a:rect l="l" t="t" r="r" b="b"/>
              <a:pathLst>
                <a:path w="2469" h="3937" extrusionOk="0">
                  <a:moveTo>
                    <a:pt x="2236" y="1"/>
                  </a:moveTo>
                  <a:cubicBezTo>
                    <a:pt x="2202" y="234"/>
                    <a:pt x="2135" y="468"/>
                    <a:pt x="2035" y="701"/>
                  </a:cubicBezTo>
                  <a:cubicBezTo>
                    <a:pt x="1969" y="901"/>
                    <a:pt x="1869" y="1068"/>
                    <a:pt x="1769" y="1235"/>
                  </a:cubicBezTo>
                  <a:cubicBezTo>
                    <a:pt x="1668" y="1402"/>
                    <a:pt x="1535" y="1568"/>
                    <a:pt x="1402" y="1702"/>
                  </a:cubicBezTo>
                  <a:cubicBezTo>
                    <a:pt x="1302" y="1835"/>
                    <a:pt x="1168" y="1935"/>
                    <a:pt x="1068" y="2069"/>
                  </a:cubicBezTo>
                  <a:cubicBezTo>
                    <a:pt x="935" y="2202"/>
                    <a:pt x="835" y="2336"/>
                    <a:pt x="701" y="2469"/>
                  </a:cubicBezTo>
                  <a:cubicBezTo>
                    <a:pt x="568" y="2603"/>
                    <a:pt x="468" y="2769"/>
                    <a:pt x="334" y="2936"/>
                  </a:cubicBezTo>
                  <a:cubicBezTo>
                    <a:pt x="234" y="3103"/>
                    <a:pt x="167" y="3270"/>
                    <a:pt x="101" y="3436"/>
                  </a:cubicBezTo>
                  <a:cubicBezTo>
                    <a:pt x="67" y="3537"/>
                    <a:pt x="34" y="3670"/>
                    <a:pt x="1" y="3803"/>
                  </a:cubicBezTo>
                  <a:cubicBezTo>
                    <a:pt x="267" y="3870"/>
                    <a:pt x="534" y="3937"/>
                    <a:pt x="801" y="3937"/>
                  </a:cubicBezTo>
                  <a:lnTo>
                    <a:pt x="1201" y="3937"/>
                  </a:lnTo>
                  <a:cubicBezTo>
                    <a:pt x="1201" y="3870"/>
                    <a:pt x="1201" y="3803"/>
                    <a:pt x="1168" y="3737"/>
                  </a:cubicBezTo>
                  <a:cubicBezTo>
                    <a:pt x="1168" y="3503"/>
                    <a:pt x="1135" y="3270"/>
                    <a:pt x="1168" y="3070"/>
                  </a:cubicBezTo>
                  <a:cubicBezTo>
                    <a:pt x="1201" y="2836"/>
                    <a:pt x="1235" y="2636"/>
                    <a:pt x="1335" y="2436"/>
                  </a:cubicBezTo>
                  <a:cubicBezTo>
                    <a:pt x="1468" y="2002"/>
                    <a:pt x="1702" y="1635"/>
                    <a:pt x="1935" y="1268"/>
                  </a:cubicBezTo>
                  <a:lnTo>
                    <a:pt x="1935" y="1268"/>
                  </a:lnTo>
                  <a:cubicBezTo>
                    <a:pt x="1902" y="1302"/>
                    <a:pt x="1902" y="1302"/>
                    <a:pt x="1902" y="1302"/>
                  </a:cubicBezTo>
                  <a:cubicBezTo>
                    <a:pt x="2102" y="1035"/>
                    <a:pt x="2269" y="735"/>
                    <a:pt x="2469" y="468"/>
                  </a:cubicBezTo>
                  <a:cubicBezTo>
                    <a:pt x="2469" y="468"/>
                    <a:pt x="2436" y="434"/>
                    <a:pt x="2436" y="434"/>
                  </a:cubicBezTo>
                  <a:cubicBezTo>
                    <a:pt x="2402" y="301"/>
                    <a:pt x="2302" y="134"/>
                    <a:pt x="22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>
              <a:off x="5967775" y="1045350"/>
              <a:ext cx="850" cy="875"/>
            </a:xfrm>
            <a:custGeom>
              <a:avLst/>
              <a:gdLst/>
              <a:ahLst/>
              <a:cxnLst/>
              <a:rect l="l" t="t" r="r" b="b"/>
              <a:pathLst>
                <a:path w="34" h="35" extrusionOk="0">
                  <a:moveTo>
                    <a:pt x="34" y="1"/>
                  </a:moveTo>
                  <a:cubicBezTo>
                    <a:pt x="0" y="1"/>
                    <a:pt x="0" y="34"/>
                    <a:pt x="0" y="34"/>
                  </a:cubicBezTo>
                  <a:cubicBezTo>
                    <a:pt x="0" y="34"/>
                    <a:pt x="34" y="34"/>
                    <a:pt x="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>
              <a:off x="5995275" y="985325"/>
              <a:ext cx="34225" cy="85075"/>
            </a:xfrm>
            <a:custGeom>
              <a:avLst/>
              <a:gdLst/>
              <a:ahLst/>
              <a:cxnLst/>
              <a:rect l="l" t="t" r="r" b="b"/>
              <a:pathLst>
                <a:path w="1369" h="3403" extrusionOk="0">
                  <a:moveTo>
                    <a:pt x="1035" y="0"/>
                  </a:moveTo>
                  <a:cubicBezTo>
                    <a:pt x="935" y="234"/>
                    <a:pt x="835" y="500"/>
                    <a:pt x="735" y="734"/>
                  </a:cubicBezTo>
                  <a:cubicBezTo>
                    <a:pt x="535" y="1168"/>
                    <a:pt x="301" y="1601"/>
                    <a:pt x="168" y="2068"/>
                  </a:cubicBezTo>
                  <a:cubicBezTo>
                    <a:pt x="68" y="2368"/>
                    <a:pt x="34" y="2669"/>
                    <a:pt x="1" y="3002"/>
                  </a:cubicBezTo>
                  <a:cubicBezTo>
                    <a:pt x="1" y="3136"/>
                    <a:pt x="1" y="3269"/>
                    <a:pt x="1" y="3402"/>
                  </a:cubicBezTo>
                  <a:cubicBezTo>
                    <a:pt x="34" y="3402"/>
                    <a:pt x="101" y="3402"/>
                    <a:pt x="134" y="3369"/>
                  </a:cubicBezTo>
                  <a:cubicBezTo>
                    <a:pt x="368" y="3302"/>
                    <a:pt x="601" y="3169"/>
                    <a:pt x="802" y="2935"/>
                  </a:cubicBezTo>
                  <a:cubicBezTo>
                    <a:pt x="968" y="2769"/>
                    <a:pt x="1135" y="2535"/>
                    <a:pt x="1235" y="2302"/>
                  </a:cubicBezTo>
                  <a:cubicBezTo>
                    <a:pt x="1335" y="2035"/>
                    <a:pt x="1369" y="1735"/>
                    <a:pt x="1369" y="1368"/>
                  </a:cubicBezTo>
                  <a:cubicBezTo>
                    <a:pt x="1369" y="1134"/>
                    <a:pt x="1302" y="901"/>
                    <a:pt x="1235" y="701"/>
                  </a:cubicBezTo>
                  <a:lnTo>
                    <a:pt x="1235" y="600"/>
                  </a:lnTo>
                  <a:cubicBezTo>
                    <a:pt x="1168" y="367"/>
                    <a:pt x="1102" y="167"/>
                    <a:pt x="103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>
              <a:off x="6005300" y="9744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>
              <a:off x="5890200" y="10203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>
              <a:off x="5065450" y="864400"/>
              <a:ext cx="875" cy="850"/>
            </a:xfrm>
            <a:custGeom>
              <a:avLst/>
              <a:gdLst/>
              <a:ahLst/>
              <a:cxnLst/>
              <a:rect l="l" t="t" r="r" b="b"/>
              <a:pathLst>
                <a:path w="35" h="34" extrusionOk="0">
                  <a:moveTo>
                    <a:pt x="1" y="0"/>
                  </a:moveTo>
                  <a:cubicBezTo>
                    <a:pt x="1" y="0"/>
                    <a:pt x="34" y="0"/>
                    <a:pt x="34" y="34"/>
                  </a:cubicBezTo>
                  <a:cubicBezTo>
                    <a:pt x="34" y="0"/>
                    <a:pt x="34" y="0"/>
                    <a:pt x="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>
              <a:off x="4960375" y="710950"/>
              <a:ext cx="363625" cy="381125"/>
            </a:xfrm>
            <a:custGeom>
              <a:avLst/>
              <a:gdLst/>
              <a:ahLst/>
              <a:cxnLst/>
              <a:rect l="l" t="t" r="r" b="b"/>
              <a:pathLst>
                <a:path w="14545" h="15245" extrusionOk="0">
                  <a:moveTo>
                    <a:pt x="5838" y="4070"/>
                  </a:moveTo>
                  <a:cubicBezTo>
                    <a:pt x="5817" y="4084"/>
                    <a:pt x="5796" y="4100"/>
                    <a:pt x="5774" y="4116"/>
                  </a:cubicBezTo>
                  <a:lnTo>
                    <a:pt x="5774" y="4116"/>
                  </a:lnTo>
                  <a:cubicBezTo>
                    <a:pt x="5796" y="4101"/>
                    <a:pt x="5817" y="4086"/>
                    <a:pt x="5838" y="4070"/>
                  </a:cubicBezTo>
                  <a:close/>
                  <a:moveTo>
                    <a:pt x="5774" y="4116"/>
                  </a:moveTo>
                  <a:cubicBezTo>
                    <a:pt x="5701" y="4169"/>
                    <a:pt x="5629" y="4222"/>
                    <a:pt x="5557" y="4275"/>
                  </a:cubicBezTo>
                  <a:lnTo>
                    <a:pt x="5557" y="4275"/>
                  </a:lnTo>
                  <a:cubicBezTo>
                    <a:pt x="5639" y="4226"/>
                    <a:pt x="5708" y="4167"/>
                    <a:pt x="5774" y="4116"/>
                  </a:cubicBezTo>
                  <a:close/>
                  <a:moveTo>
                    <a:pt x="5557" y="4275"/>
                  </a:moveTo>
                  <a:lnTo>
                    <a:pt x="5557" y="4275"/>
                  </a:lnTo>
                  <a:cubicBezTo>
                    <a:pt x="5540" y="4285"/>
                    <a:pt x="5523" y="4295"/>
                    <a:pt x="5505" y="4304"/>
                  </a:cubicBezTo>
                  <a:cubicBezTo>
                    <a:pt x="5490" y="4319"/>
                    <a:pt x="5475" y="4333"/>
                    <a:pt x="5460" y="4346"/>
                  </a:cubicBezTo>
                  <a:lnTo>
                    <a:pt x="5460" y="4346"/>
                  </a:lnTo>
                  <a:cubicBezTo>
                    <a:pt x="5492" y="4323"/>
                    <a:pt x="5525" y="4299"/>
                    <a:pt x="5557" y="4275"/>
                  </a:cubicBezTo>
                  <a:close/>
                  <a:moveTo>
                    <a:pt x="1635" y="13544"/>
                  </a:moveTo>
                  <a:cubicBezTo>
                    <a:pt x="1635" y="13544"/>
                    <a:pt x="1635" y="13577"/>
                    <a:pt x="1635" y="13577"/>
                  </a:cubicBezTo>
                  <a:lnTo>
                    <a:pt x="1669" y="13577"/>
                  </a:lnTo>
                  <a:cubicBezTo>
                    <a:pt x="1635" y="13577"/>
                    <a:pt x="1635" y="13577"/>
                    <a:pt x="1635" y="13544"/>
                  </a:cubicBezTo>
                  <a:close/>
                  <a:moveTo>
                    <a:pt x="1835" y="7940"/>
                  </a:moveTo>
                  <a:cubicBezTo>
                    <a:pt x="1835" y="8173"/>
                    <a:pt x="1835" y="8440"/>
                    <a:pt x="1835" y="8673"/>
                  </a:cubicBezTo>
                  <a:lnTo>
                    <a:pt x="1835" y="9007"/>
                  </a:lnTo>
                  <a:cubicBezTo>
                    <a:pt x="1835" y="9140"/>
                    <a:pt x="1835" y="9274"/>
                    <a:pt x="1802" y="9407"/>
                  </a:cubicBezTo>
                  <a:cubicBezTo>
                    <a:pt x="1802" y="9474"/>
                    <a:pt x="1802" y="9507"/>
                    <a:pt x="1802" y="9574"/>
                  </a:cubicBezTo>
                  <a:cubicBezTo>
                    <a:pt x="1802" y="9674"/>
                    <a:pt x="1802" y="9741"/>
                    <a:pt x="1769" y="9841"/>
                  </a:cubicBezTo>
                  <a:cubicBezTo>
                    <a:pt x="1769" y="9974"/>
                    <a:pt x="1735" y="10141"/>
                    <a:pt x="1735" y="10275"/>
                  </a:cubicBezTo>
                  <a:cubicBezTo>
                    <a:pt x="1669" y="10675"/>
                    <a:pt x="1635" y="11042"/>
                    <a:pt x="1602" y="11442"/>
                  </a:cubicBezTo>
                  <a:cubicBezTo>
                    <a:pt x="1602" y="11542"/>
                    <a:pt x="1602" y="11676"/>
                    <a:pt x="1602" y="11776"/>
                  </a:cubicBezTo>
                  <a:cubicBezTo>
                    <a:pt x="1602" y="11842"/>
                    <a:pt x="1602" y="11909"/>
                    <a:pt x="1602" y="11976"/>
                  </a:cubicBezTo>
                  <a:cubicBezTo>
                    <a:pt x="1602" y="12076"/>
                    <a:pt x="1635" y="12143"/>
                    <a:pt x="1635" y="12243"/>
                  </a:cubicBezTo>
                  <a:lnTo>
                    <a:pt x="1635" y="12476"/>
                  </a:lnTo>
                  <a:cubicBezTo>
                    <a:pt x="1635" y="12543"/>
                    <a:pt x="1669" y="12610"/>
                    <a:pt x="1669" y="12643"/>
                  </a:cubicBezTo>
                  <a:cubicBezTo>
                    <a:pt x="1669" y="12810"/>
                    <a:pt x="1702" y="12943"/>
                    <a:pt x="1702" y="13077"/>
                  </a:cubicBezTo>
                  <a:cubicBezTo>
                    <a:pt x="1735" y="13243"/>
                    <a:pt x="1769" y="13410"/>
                    <a:pt x="1802" y="13577"/>
                  </a:cubicBezTo>
                  <a:cubicBezTo>
                    <a:pt x="1835" y="13810"/>
                    <a:pt x="1902" y="14044"/>
                    <a:pt x="1969" y="14277"/>
                  </a:cubicBezTo>
                  <a:cubicBezTo>
                    <a:pt x="1969" y="14344"/>
                    <a:pt x="1969" y="14377"/>
                    <a:pt x="2002" y="14411"/>
                  </a:cubicBezTo>
                  <a:cubicBezTo>
                    <a:pt x="2035" y="14511"/>
                    <a:pt x="2035" y="14611"/>
                    <a:pt x="2069" y="14711"/>
                  </a:cubicBezTo>
                  <a:lnTo>
                    <a:pt x="2136" y="14978"/>
                  </a:lnTo>
                  <a:cubicBezTo>
                    <a:pt x="2102" y="14911"/>
                    <a:pt x="2069" y="14844"/>
                    <a:pt x="2035" y="14744"/>
                  </a:cubicBezTo>
                  <a:cubicBezTo>
                    <a:pt x="1969" y="14611"/>
                    <a:pt x="1935" y="14444"/>
                    <a:pt x="1869" y="14311"/>
                  </a:cubicBezTo>
                  <a:cubicBezTo>
                    <a:pt x="1869" y="14277"/>
                    <a:pt x="1835" y="14244"/>
                    <a:pt x="1835" y="14211"/>
                  </a:cubicBezTo>
                  <a:cubicBezTo>
                    <a:pt x="1802" y="14111"/>
                    <a:pt x="1769" y="14011"/>
                    <a:pt x="1769" y="13944"/>
                  </a:cubicBezTo>
                  <a:cubicBezTo>
                    <a:pt x="1735" y="13844"/>
                    <a:pt x="1702" y="13777"/>
                    <a:pt x="1669" y="13677"/>
                  </a:cubicBezTo>
                  <a:cubicBezTo>
                    <a:pt x="1669" y="13644"/>
                    <a:pt x="1669" y="13610"/>
                    <a:pt x="1635" y="13577"/>
                  </a:cubicBezTo>
                  <a:cubicBezTo>
                    <a:pt x="1635" y="13443"/>
                    <a:pt x="1602" y="13343"/>
                    <a:pt x="1568" y="13210"/>
                  </a:cubicBezTo>
                  <a:cubicBezTo>
                    <a:pt x="1568" y="13143"/>
                    <a:pt x="1535" y="13077"/>
                    <a:pt x="1535" y="13010"/>
                  </a:cubicBezTo>
                  <a:cubicBezTo>
                    <a:pt x="1502" y="12910"/>
                    <a:pt x="1502" y="12810"/>
                    <a:pt x="1468" y="12743"/>
                  </a:cubicBezTo>
                  <a:lnTo>
                    <a:pt x="1468" y="12543"/>
                  </a:lnTo>
                  <a:cubicBezTo>
                    <a:pt x="1468" y="12543"/>
                    <a:pt x="1435" y="12509"/>
                    <a:pt x="1435" y="12476"/>
                  </a:cubicBezTo>
                  <a:lnTo>
                    <a:pt x="1402" y="11976"/>
                  </a:lnTo>
                  <a:cubicBezTo>
                    <a:pt x="1402" y="11876"/>
                    <a:pt x="1402" y="11809"/>
                    <a:pt x="1402" y="11709"/>
                  </a:cubicBezTo>
                  <a:cubicBezTo>
                    <a:pt x="1402" y="11609"/>
                    <a:pt x="1402" y="11475"/>
                    <a:pt x="1402" y="11375"/>
                  </a:cubicBezTo>
                  <a:cubicBezTo>
                    <a:pt x="1402" y="11275"/>
                    <a:pt x="1402" y="11142"/>
                    <a:pt x="1435" y="11008"/>
                  </a:cubicBezTo>
                  <a:cubicBezTo>
                    <a:pt x="1435" y="10942"/>
                    <a:pt x="1435" y="10875"/>
                    <a:pt x="1435" y="10808"/>
                  </a:cubicBezTo>
                  <a:cubicBezTo>
                    <a:pt x="1468" y="10641"/>
                    <a:pt x="1502" y="10475"/>
                    <a:pt x="1535" y="10308"/>
                  </a:cubicBezTo>
                  <a:cubicBezTo>
                    <a:pt x="1535" y="10141"/>
                    <a:pt x="1568" y="10008"/>
                    <a:pt x="1602" y="9841"/>
                  </a:cubicBezTo>
                  <a:cubicBezTo>
                    <a:pt x="1602" y="9774"/>
                    <a:pt x="1635" y="9707"/>
                    <a:pt x="1635" y="9641"/>
                  </a:cubicBezTo>
                  <a:cubicBezTo>
                    <a:pt x="1635" y="9574"/>
                    <a:pt x="1669" y="9474"/>
                    <a:pt x="1669" y="9407"/>
                  </a:cubicBezTo>
                  <a:cubicBezTo>
                    <a:pt x="1702" y="9274"/>
                    <a:pt x="1702" y="9107"/>
                    <a:pt x="1735" y="8974"/>
                  </a:cubicBezTo>
                  <a:cubicBezTo>
                    <a:pt x="1769" y="8640"/>
                    <a:pt x="1802" y="8273"/>
                    <a:pt x="1802" y="7940"/>
                  </a:cubicBezTo>
                  <a:close/>
                  <a:moveTo>
                    <a:pt x="14211" y="1"/>
                  </a:moveTo>
                  <a:cubicBezTo>
                    <a:pt x="14111" y="1"/>
                    <a:pt x="14044" y="34"/>
                    <a:pt x="13944" y="34"/>
                  </a:cubicBezTo>
                  <a:cubicBezTo>
                    <a:pt x="13877" y="34"/>
                    <a:pt x="13811" y="34"/>
                    <a:pt x="13744" y="67"/>
                  </a:cubicBezTo>
                  <a:cubicBezTo>
                    <a:pt x="13610" y="67"/>
                    <a:pt x="13510" y="101"/>
                    <a:pt x="13377" y="134"/>
                  </a:cubicBezTo>
                  <a:cubicBezTo>
                    <a:pt x="13277" y="134"/>
                    <a:pt x="13143" y="167"/>
                    <a:pt x="13043" y="201"/>
                  </a:cubicBezTo>
                  <a:cubicBezTo>
                    <a:pt x="12943" y="234"/>
                    <a:pt x="12877" y="267"/>
                    <a:pt x="12810" y="267"/>
                  </a:cubicBezTo>
                  <a:cubicBezTo>
                    <a:pt x="12810" y="334"/>
                    <a:pt x="12776" y="367"/>
                    <a:pt x="12776" y="401"/>
                  </a:cubicBezTo>
                  <a:cubicBezTo>
                    <a:pt x="12776" y="534"/>
                    <a:pt x="12776" y="634"/>
                    <a:pt x="12776" y="734"/>
                  </a:cubicBezTo>
                  <a:cubicBezTo>
                    <a:pt x="12776" y="1135"/>
                    <a:pt x="12743" y="1535"/>
                    <a:pt x="12676" y="1935"/>
                  </a:cubicBezTo>
                  <a:cubicBezTo>
                    <a:pt x="12643" y="2269"/>
                    <a:pt x="12610" y="2636"/>
                    <a:pt x="12576" y="2969"/>
                  </a:cubicBezTo>
                  <a:cubicBezTo>
                    <a:pt x="12576" y="2803"/>
                    <a:pt x="12576" y="2602"/>
                    <a:pt x="12576" y="2402"/>
                  </a:cubicBezTo>
                  <a:cubicBezTo>
                    <a:pt x="12576" y="2035"/>
                    <a:pt x="12576" y="1702"/>
                    <a:pt x="12610" y="1335"/>
                  </a:cubicBezTo>
                  <a:cubicBezTo>
                    <a:pt x="12643" y="1001"/>
                    <a:pt x="12710" y="634"/>
                    <a:pt x="12743" y="301"/>
                  </a:cubicBezTo>
                  <a:lnTo>
                    <a:pt x="12743" y="301"/>
                  </a:lnTo>
                  <a:cubicBezTo>
                    <a:pt x="12543" y="367"/>
                    <a:pt x="12343" y="401"/>
                    <a:pt x="12143" y="468"/>
                  </a:cubicBezTo>
                  <a:cubicBezTo>
                    <a:pt x="12009" y="534"/>
                    <a:pt x="11876" y="568"/>
                    <a:pt x="11742" y="601"/>
                  </a:cubicBezTo>
                  <a:cubicBezTo>
                    <a:pt x="11609" y="668"/>
                    <a:pt x="11509" y="701"/>
                    <a:pt x="11375" y="768"/>
                  </a:cubicBezTo>
                  <a:cubicBezTo>
                    <a:pt x="11342" y="768"/>
                    <a:pt x="11309" y="768"/>
                    <a:pt x="11275" y="801"/>
                  </a:cubicBezTo>
                  <a:cubicBezTo>
                    <a:pt x="11275" y="901"/>
                    <a:pt x="11275" y="1035"/>
                    <a:pt x="11275" y="1135"/>
                  </a:cubicBezTo>
                  <a:cubicBezTo>
                    <a:pt x="11275" y="1402"/>
                    <a:pt x="11242" y="1668"/>
                    <a:pt x="11242" y="1935"/>
                  </a:cubicBezTo>
                  <a:cubicBezTo>
                    <a:pt x="11209" y="2235"/>
                    <a:pt x="11175" y="2536"/>
                    <a:pt x="11175" y="2803"/>
                  </a:cubicBezTo>
                  <a:cubicBezTo>
                    <a:pt x="11142" y="3069"/>
                    <a:pt x="11142" y="3336"/>
                    <a:pt x="11109" y="3570"/>
                  </a:cubicBezTo>
                  <a:cubicBezTo>
                    <a:pt x="11109" y="3837"/>
                    <a:pt x="11109" y="4070"/>
                    <a:pt x="11075" y="4337"/>
                  </a:cubicBezTo>
                  <a:cubicBezTo>
                    <a:pt x="11075" y="4570"/>
                    <a:pt x="11075" y="4837"/>
                    <a:pt x="11109" y="5071"/>
                  </a:cubicBezTo>
                  <a:cubicBezTo>
                    <a:pt x="11109" y="5271"/>
                    <a:pt x="11109" y="5471"/>
                    <a:pt x="11142" y="5671"/>
                  </a:cubicBezTo>
                  <a:lnTo>
                    <a:pt x="11242" y="6305"/>
                  </a:lnTo>
                  <a:cubicBezTo>
                    <a:pt x="11275" y="6639"/>
                    <a:pt x="11342" y="6972"/>
                    <a:pt x="11409" y="7339"/>
                  </a:cubicBezTo>
                  <a:cubicBezTo>
                    <a:pt x="11242" y="6905"/>
                    <a:pt x="11109" y="6472"/>
                    <a:pt x="10975" y="6038"/>
                  </a:cubicBezTo>
                  <a:cubicBezTo>
                    <a:pt x="10842" y="5638"/>
                    <a:pt x="10742" y="5238"/>
                    <a:pt x="10708" y="4804"/>
                  </a:cubicBezTo>
                  <a:cubicBezTo>
                    <a:pt x="10675" y="4470"/>
                    <a:pt x="10675" y="4137"/>
                    <a:pt x="10675" y="3803"/>
                  </a:cubicBezTo>
                  <a:cubicBezTo>
                    <a:pt x="10708" y="3670"/>
                    <a:pt x="10708" y="3536"/>
                    <a:pt x="10708" y="3403"/>
                  </a:cubicBezTo>
                  <a:cubicBezTo>
                    <a:pt x="10742" y="3236"/>
                    <a:pt x="10742" y="3069"/>
                    <a:pt x="10775" y="2903"/>
                  </a:cubicBezTo>
                  <a:cubicBezTo>
                    <a:pt x="10808" y="2636"/>
                    <a:pt x="10842" y="2336"/>
                    <a:pt x="10908" y="2069"/>
                  </a:cubicBezTo>
                  <a:cubicBezTo>
                    <a:pt x="10975" y="1768"/>
                    <a:pt x="11009" y="1502"/>
                    <a:pt x="11075" y="1201"/>
                  </a:cubicBezTo>
                  <a:cubicBezTo>
                    <a:pt x="11075" y="1101"/>
                    <a:pt x="11109" y="968"/>
                    <a:pt x="11109" y="868"/>
                  </a:cubicBezTo>
                  <a:lnTo>
                    <a:pt x="11109" y="868"/>
                  </a:lnTo>
                  <a:cubicBezTo>
                    <a:pt x="11109" y="868"/>
                    <a:pt x="11075" y="868"/>
                    <a:pt x="11042" y="901"/>
                  </a:cubicBezTo>
                  <a:cubicBezTo>
                    <a:pt x="10942" y="935"/>
                    <a:pt x="10842" y="1001"/>
                    <a:pt x="10742" y="1035"/>
                  </a:cubicBezTo>
                  <a:cubicBezTo>
                    <a:pt x="10275" y="1268"/>
                    <a:pt x="9808" y="1502"/>
                    <a:pt x="9341" y="1735"/>
                  </a:cubicBezTo>
                  <a:cubicBezTo>
                    <a:pt x="9274" y="1802"/>
                    <a:pt x="9174" y="1835"/>
                    <a:pt x="9107" y="1869"/>
                  </a:cubicBezTo>
                  <a:cubicBezTo>
                    <a:pt x="9074" y="1902"/>
                    <a:pt x="9074" y="1902"/>
                    <a:pt x="9074" y="1902"/>
                  </a:cubicBezTo>
                  <a:cubicBezTo>
                    <a:pt x="9074" y="2035"/>
                    <a:pt x="9074" y="2135"/>
                    <a:pt x="9074" y="2269"/>
                  </a:cubicBezTo>
                  <a:cubicBezTo>
                    <a:pt x="9074" y="2502"/>
                    <a:pt x="9040" y="2736"/>
                    <a:pt x="9007" y="3003"/>
                  </a:cubicBezTo>
                  <a:cubicBezTo>
                    <a:pt x="8974" y="3103"/>
                    <a:pt x="8940" y="3203"/>
                    <a:pt x="8907" y="3303"/>
                  </a:cubicBezTo>
                  <a:cubicBezTo>
                    <a:pt x="8807" y="3703"/>
                    <a:pt x="8707" y="4103"/>
                    <a:pt x="8640" y="4504"/>
                  </a:cubicBezTo>
                  <a:cubicBezTo>
                    <a:pt x="8607" y="4137"/>
                    <a:pt x="8640" y="3803"/>
                    <a:pt x="8674" y="3470"/>
                  </a:cubicBezTo>
                  <a:cubicBezTo>
                    <a:pt x="8707" y="3003"/>
                    <a:pt x="8807" y="2502"/>
                    <a:pt x="8840" y="2035"/>
                  </a:cubicBezTo>
                  <a:lnTo>
                    <a:pt x="8840" y="2035"/>
                  </a:lnTo>
                  <a:cubicBezTo>
                    <a:pt x="8740" y="2102"/>
                    <a:pt x="8674" y="2135"/>
                    <a:pt x="8573" y="2202"/>
                  </a:cubicBezTo>
                  <a:cubicBezTo>
                    <a:pt x="8507" y="2235"/>
                    <a:pt x="8473" y="2269"/>
                    <a:pt x="8407" y="2302"/>
                  </a:cubicBezTo>
                  <a:cubicBezTo>
                    <a:pt x="8307" y="2369"/>
                    <a:pt x="8207" y="2436"/>
                    <a:pt x="8106" y="2502"/>
                  </a:cubicBezTo>
                  <a:cubicBezTo>
                    <a:pt x="8040" y="2536"/>
                    <a:pt x="7973" y="2602"/>
                    <a:pt x="7906" y="2636"/>
                  </a:cubicBezTo>
                  <a:lnTo>
                    <a:pt x="7406" y="3003"/>
                  </a:lnTo>
                  <a:cubicBezTo>
                    <a:pt x="7206" y="3169"/>
                    <a:pt x="7006" y="3303"/>
                    <a:pt x="6839" y="3436"/>
                  </a:cubicBezTo>
                  <a:cubicBezTo>
                    <a:pt x="6806" y="3436"/>
                    <a:pt x="6806" y="3436"/>
                    <a:pt x="6772" y="3470"/>
                  </a:cubicBezTo>
                  <a:cubicBezTo>
                    <a:pt x="6806" y="3570"/>
                    <a:pt x="6839" y="3703"/>
                    <a:pt x="6906" y="3837"/>
                  </a:cubicBezTo>
                  <a:cubicBezTo>
                    <a:pt x="6906" y="3937"/>
                    <a:pt x="6939" y="4037"/>
                    <a:pt x="6972" y="4103"/>
                  </a:cubicBezTo>
                  <a:cubicBezTo>
                    <a:pt x="7006" y="4237"/>
                    <a:pt x="7006" y="4370"/>
                    <a:pt x="7039" y="4504"/>
                  </a:cubicBezTo>
                  <a:cubicBezTo>
                    <a:pt x="7072" y="4637"/>
                    <a:pt x="7072" y="4737"/>
                    <a:pt x="7072" y="4871"/>
                  </a:cubicBezTo>
                  <a:cubicBezTo>
                    <a:pt x="7072" y="5338"/>
                    <a:pt x="7072" y="5771"/>
                    <a:pt x="7039" y="6205"/>
                  </a:cubicBezTo>
                  <a:cubicBezTo>
                    <a:pt x="7039" y="6238"/>
                    <a:pt x="7039" y="6272"/>
                    <a:pt x="7039" y="6305"/>
                  </a:cubicBezTo>
                  <a:cubicBezTo>
                    <a:pt x="7072" y="6605"/>
                    <a:pt x="7072" y="6872"/>
                    <a:pt x="7072" y="7139"/>
                  </a:cubicBezTo>
                  <a:cubicBezTo>
                    <a:pt x="7072" y="7372"/>
                    <a:pt x="7072" y="7573"/>
                    <a:pt x="7106" y="7773"/>
                  </a:cubicBezTo>
                  <a:cubicBezTo>
                    <a:pt x="7106" y="7973"/>
                    <a:pt x="7106" y="8206"/>
                    <a:pt x="7106" y="8407"/>
                  </a:cubicBezTo>
                  <a:cubicBezTo>
                    <a:pt x="7139" y="8640"/>
                    <a:pt x="7139" y="8840"/>
                    <a:pt x="7172" y="9074"/>
                  </a:cubicBezTo>
                  <a:cubicBezTo>
                    <a:pt x="7106" y="8840"/>
                    <a:pt x="7072" y="8640"/>
                    <a:pt x="7039" y="8407"/>
                  </a:cubicBezTo>
                  <a:cubicBezTo>
                    <a:pt x="6972" y="8173"/>
                    <a:pt x="6939" y="7940"/>
                    <a:pt x="6906" y="7739"/>
                  </a:cubicBezTo>
                  <a:cubicBezTo>
                    <a:pt x="6906" y="7539"/>
                    <a:pt x="6872" y="7339"/>
                    <a:pt x="6839" y="7139"/>
                  </a:cubicBezTo>
                  <a:cubicBezTo>
                    <a:pt x="6839" y="6872"/>
                    <a:pt x="6806" y="6572"/>
                    <a:pt x="6806" y="6305"/>
                  </a:cubicBezTo>
                  <a:cubicBezTo>
                    <a:pt x="6806" y="6238"/>
                    <a:pt x="6806" y="6205"/>
                    <a:pt x="6806" y="6172"/>
                  </a:cubicBezTo>
                  <a:cubicBezTo>
                    <a:pt x="6806" y="6005"/>
                    <a:pt x="6806" y="5871"/>
                    <a:pt x="6806" y="5738"/>
                  </a:cubicBezTo>
                  <a:cubicBezTo>
                    <a:pt x="6839" y="5438"/>
                    <a:pt x="6839" y="5138"/>
                    <a:pt x="6872" y="4871"/>
                  </a:cubicBezTo>
                  <a:lnTo>
                    <a:pt x="6872" y="4837"/>
                  </a:lnTo>
                  <a:cubicBezTo>
                    <a:pt x="6872" y="4704"/>
                    <a:pt x="6872" y="4604"/>
                    <a:pt x="6839" y="4470"/>
                  </a:cubicBezTo>
                  <a:cubicBezTo>
                    <a:pt x="6839" y="4337"/>
                    <a:pt x="6839" y="4204"/>
                    <a:pt x="6806" y="4070"/>
                  </a:cubicBezTo>
                  <a:cubicBezTo>
                    <a:pt x="6806" y="4003"/>
                    <a:pt x="6772" y="3903"/>
                    <a:pt x="6772" y="3837"/>
                  </a:cubicBezTo>
                  <a:cubicBezTo>
                    <a:pt x="6772" y="3737"/>
                    <a:pt x="6739" y="3603"/>
                    <a:pt x="6705" y="3503"/>
                  </a:cubicBezTo>
                  <a:cubicBezTo>
                    <a:pt x="6539" y="3636"/>
                    <a:pt x="6339" y="3770"/>
                    <a:pt x="6138" y="3903"/>
                  </a:cubicBezTo>
                  <a:cubicBezTo>
                    <a:pt x="5938" y="4070"/>
                    <a:pt x="5738" y="4204"/>
                    <a:pt x="5538" y="4337"/>
                  </a:cubicBezTo>
                  <a:cubicBezTo>
                    <a:pt x="5438" y="4437"/>
                    <a:pt x="5338" y="4504"/>
                    <a:pt x="5238" y="4570"/>
                  </a:cubicBezTo>
                  <a:cubicBezTo>
                    <a:pt x="5071" y="4671"/>
                    <a:pt x="4938" y="4771"/>
                    <a:pt x="4804" y="4871"/>
                  </a:cubicBezTo>
                  <a:cubicBezTo>
                    <a:pt x="4938" y="4771"/>
                    <a:pt x="5071" y="4671"/>
                    <a:pt x="5204" y="4570"/>
                  </a:cubicBezTo>
                  <a:cubicBezTo>
                    <a:pt x="5290" y="4485"/>
                    <a:pt x="5375" y="4424"/>
                    <a:pt x="5460" y="4346"/>
                  </a:cubicBezTo>
                  <a:lnTo>
                    <a:pt x="5460" y="4346"/>
                  </a:lnTo>
                  <a:cubicBezTo>
                    <a:pt x="4997" y="4688"/>
                    <a:pt x="4550" y="5030"/>
                    <a:pt x="4104" y="5371"/>
                  </a:cubicBezTo>
                  <a:cubicBezTo>
                    <a:pt x="4237" y="5571"/>
                    <a:pt x="4337" y="5771"/>
                    <a:pt x="4404" y="6005"/>
                  </a:cubicBezTo>
                  <a:cubicBezTo>
                    <a:pt x="4571" y="6405"/>
                    <a:pt x="4704" y="6872"/>
                    <a:pt x="4771" y="7306"/>
                  </a:cubicBezTo>
                  <a:cubicBezTo>
                    <a:pt x="4771" y="7473"/>
                    <a:pt x="4804" y="7639"/>
                    <a:pt x="4804" y="7806"/>
                  </a:cubicBezTo>
                  <a:cubicBezTo>
                    <a:pt x="4837" y="8173"/>
                    <a:pt x="4904" y="8573"/>
                    <a:pt x="4971" y="8940"/>
                  </a:cubicBezTo>
                  <a:cubicBezTo>
                    <a:pt x="5038" y="9174"/>
                    <a:pt x="5104" y="9441"/>
                    <a:pt x="5171" y="9674"/>
                  </a:cubicBezTo>
                  <a:cubicBezTo>
                    <a:pt x="5238" y="9874"/>
                    <a:pt x="5338" y="10108"/>
                    <a:pt x="5471" y="10308"/>
                  </a:cubicBezTo>
                  <a:cubicBezTo>
                    <a:pt x="5638" y="10675"/>
                    <a:pt x="5838" y="11008"/>
                    <a:pt x="6038" y="11375"/>
                  </a:cubicBezTo>
                  <a:cubicBezTo>
                    <a:pt x="5838" y="11142"/>
                    <a:pt x="5671" y="10942"/>
                    <a:pt x="5505" y="10708"/>
                  </a:cubicBezTo>
                  <a:cubicBezTo>
                    <a:pt x="5304" y="10475"/>
                    <a:pt x="5104" y="10208"/>
                    <a:pt x="4938" y="9908"/>
                  </a:cubicBezTo>
                  <a:cubicBezTo>
                    <a:pt x="4771" y="9641"/>
                    <a:pt x="4671" y="9341"/>
                    <a:pt x="4571" y="9040"/>
                  </a:cubicBezTo>
                  <a:cubicBezTo>
                    <a:pt x="4471" y="8707"/>
                    <a:pt x="4404" y="8407"/>
                    <a:pt x="4404" y="8073"/>
                  </a:cubicBezTo>
                  <a:cubicBezTo>
                    <a:pt x="4370" y="7906"/>
                    <a:pt x="4370" y="7739"/>
                    <a:pt x="4370" y="7606"/>
                  </a:cubicBezTo>
                  <a:cubicBezTo>
                    <a:pt x="4370" y="7406"/>
                    <a:pt x="4370" y="7239"/>
                    <a:pt x="4337" y="7072"/>
                  </a:cubicBezTo>
                  <a:cubicBezTo>
                    <a:pt x="4337" y="6739"/>
                    <a:pt x="4270" y="6438"/>
                    <a:pt x="4204" y="6105"/>
                  </a:cubicBezTo>
                  <a:cubicBezTo>
                    <a:pt x="4137" y="5905"/>
                    <a:pt x="4070" y="5671"/>
                    <a:pt x="4004" y="5471"/>
                  </a:cubicBezTo>
                  <a:cubicBezTo>
                    <a:pt x="3937" y="5504"/>
                    <a:pt x="3903" y="5571"/>
                    <a:pt x="3837" y="5605"/>
                  </a:cubicBezTo>
                  <a:cubicBezTo>
                    <a:pt x="2636" y="6572"/>
                    <a:pt x="1535" y="7673"/>
                    <a:pt x="634" y="8607"/>
                  </a:cubicBezTo>
                  <a:cubicBezTo>
                    <a:pt x="401" y="8840"/>
                    <a:pt x="201" y="9074"/>
                    <a:pt x="1" y="9307"/>
                  </a:cubicBezTo>
                  <a:cubicBezTo>
                    <a:pt x="1" y="9341"/>
                    <a:pt x="1" y="9374"/>
                    <a:pt x="1" y="9407"/>
                  </a:cubicBezTo>
                  <a:cubicBezTo>
                    <a:pt x="1" y="9574"/>
                    <a:pt x="1" y="9707"/>
                    <a:pt x="34" y="9841"/>
                  </a:cubicBezTo>
                  <a:cubicBezTo>
                    <a:pt x="34" y="9908"/>
                    <a:pt x="34" y="9941"/>
                    <a:pt x="34" y="10008"/>
                  </a:cubicBezTo>
                  <a:cubicBezTo>
                    <a:pt x="34" y="10241"/>
                    <a:pt x="34" y="10475"/>
                    <a:pt x="34" y="10708"/>
                  </a:cubicBezTo>
                  <a:cubicBezTo>
                    <a:pt x="1" y="10908"/>
                    <a:pt x="1" y="11108"/>
                    <a:pt x="1" y="11342"/>
                  </a:cubicBezTo>
                  <a:cubicBezTo>
                    <a:pt x="1" y="11542"/>
                    <a:pt x="1" y="11776"/>
                    <a:pt x="1" y="12009"/>
                  </a:cubicBezTo>
                  <a:cubicBezTo>
                    <a:pt x="1" y="12076"/>
                    <a:pt x="1" y="12143"/>
                    <a:pt x="1" y="12209"/>
                  </a:cubicBezTo>
                  <a:cubicBezTo>
                    <a:pt x="34" y="12343"/>
                    <a:pt x="34" y="12509"/>
                    <a:pt x="34" y="12643"/>
                  </a:cubicBezTo>
                  <a:cubicBezTo>
                    <a:pt x="34" y="12843"/>
                    <a:pt x="67" y="13043"/>
                    <a:pt x="67" y="13243"/>
                  </a:cubicBezTo>
                  <a:cubicBezTo>
                    <a:pt x="101" y="13677"/>
                    <a:pt x="134" y="14111"/>
                    <a:pt x="201" y="14544"/>
                  </a:cubicBezTo>
                  <a:lnTo>
                    <a:pt x="234" y="14544"/>
                  </a:lnTo>
                  <a:cubicBezTo>
                    <a:pt x="268" y="14744"/>
                    <a:pt x="334" y="14945"/>
                    <a:pt x="401" y="15145"/>
                  </a:cubicBezTo>
                  <a:cubicBezTo>
                    <a:pt x="401" y="15178"/>
                    <a:pt x="434" y="15211"/>
                    <a:pt x="434" y="15245"/>
                  </a:cubicBezTo>
                  <a:cubicBezTo>
                    <a:pt x="568" y="15245"/>
                    <a:pt x="701" y="15245"/>
                    <a:pt x="835" y="15211"/>
                  </a:cubicBezTo>
                  <a:cubicBezTo>
                    <a:pt x="1202" y="15178"/>
                    <a:pt x="1568" y="15145"/>
                    <a:pt x="1835" y="15111"/>
                  </a:cubicBezTo>
                  <a:cubicBezTo>
                    <a:pt x="1935" y="15111"/>
                    <a:pt x="2069" y="15078"/>
                    <a:pt x="2169" y="15078"/>
                  </a:cubicBezTo>
                  <a:cubicBezTo>
                    <a:pt x="2136" y="15045"/>
                    <a:pt x="2136" y="15011"/>
                    <a:pt x="2136" y="14978"/>
                  </a:cubicBezTo>
                  <a:lnTo>
                    <a:pt x="2136" y="14978"/>
                  </a:lnTo>
                  <a:lnTo>
                    <a:pt x="2169" y="15045"/>
                  </a:lnTo>
                  <a:lnTo>
                    <a:pt x="2236" y="15045"/>
                  </a:lnTo>
                  <a:lnTo>
                    <a:pt x="2402" y="15011"/>
                  </a:lnTo>
                  <a:cubicBezTo>
                    <a:pt x="2502" y="14978"/>
                    <a:pt x="2603" y="14978"/>
                    <a:pt x="2703" y="14945"/>
                  </a:cubicBezTo>
                  <a:cubicBezTo>
                    <a:pt x="2936" y="14911"/>
                    <a:pt x="3170" y="14878"/>
                    <a:pt x="3370" y="14844"/>
                  </a:cubicBezTo>
                  <a:lnTo>
                    <a:pt x="3403" y="14844"/>
                  </a:lnTo>
                  <a:cubicBezTo>
                    <a:pt x="4437" y="14644"/>
                    <a:pt x="5505" y="14377"/>
                    <a:pt x="6572" y="14011"/>
                  </a:cubicBezTo>
                  <a:cubicBezTo>
                    <a:pt x="6339" y="13844"/>
                    <a:pt x="6105" y="13710"/>
                    <a:pt x="5905" y="13577"/>
                  </a:cubicBezTo>
                  <a:cubicBezTo>
                    <a:pt x="5671" y="13410"/>
                    <a:pt x="5405" y="13243"/>
                    <a:pt x="5204" y="13077"/>
                  </a:cubicBezTo>
                  <a:cubicBezTo>
                    <a:pt x="5071" y="12976"/>
                    <a:pt x="4971" y="12843"/>
                    <a:pt x="4871" y="12743"/>
                  </a:cubicBezTo>
                  <a:cubicBezTo>
                    <a:pt x="4771" y="12610"/>
                    <a:pt x="4671" y="12476"/>
                    <a:pt x="4604" y="12343"/>
                  </a:cubicBezTo>
                  <a:cubicBezTo>
                    <a:pt x="4537" y="12209"/>
                    <a:pt x="4437" y="12042"/>
                    <a:pt x="4404" y="11909"/>
                  </a:cubicBezTo>
                  <a:cubicBezTo>
                    <a:pt x="4337" y="11742"/>
                    <a:pt x="4270" y="11609"/>
                    <a:pt x="4237" y="11442"/>
                  </a:cubicBezTo>
                  <a:cubicBezTo>
                    <a:pt x="4170" y="11309"/>
                    <a:pt x="4137" y="11142"/>
                    <a:pt x="4070" y="11008"/>
                  </a:cubicBezTo>
                  <a:cubicBezTo>
                    <a:pt x="4004" y="10775"/>
                    <a:pt x="3937" y="10541"/>
                    <a:pt x="3903" y="10308"/>
                  </a:cubicBezTo>
                  <a:lnTo>
                    <a:pt x="3903" y="10308"/>
                  </a:lnTo>
                  <a:cubicBezTo>
                    <a:pt x="3970" y="10508"/>
                    <a:pt x="4070" y="10708"/>
                    <a:pt x="4137" y="10875"/>
                  </a:cubicBezTo>
                  <a:cubicBezTo>
                    <a:pt x="4204" y="11008"/>
                    <a:pt x="4270" y="11108"/>
                    <a:pt x="4304" y="11209"/>
                  </a:cubicBezTo>
                  <a:cubicBezTo>
                    <a:pt x="4404" y="11409"/>
                    <a:pt x="4504" y="11609"/>
                    <a:pt x="4604" y="11809"/>
                  </a:cubicBezTo>
                  <a:cubicBezTo>
                    <a:pt x="4671" y="11976"/>
                    <a:pt x="4771" y="12143"/>
                    <a:pt x="4871" y="12309"/>
                  </a:cubicBezTo>
                  <a:cubicBezTo>
                    <a:pt x="4971" y="12443"/>
                    <a:pt x="5071" y="12576"/>
                    <a:pt x="5171" y="12710"/>
                  </a:cubicBezTo>
                  <a:cubicBezTo>
                    <a:pt x="5371" y="12910"/>
                    <a:pt x="5571" y="13110"/>
                    <a:pt x="5771" y="13277"/>
                  </a:cubicBezTo>
                  <a:cubicBezTo>
                    <a:pt x="5872" y="13377"/>
                    <a:pt x="5972" y="13443"/>
                    <a:pt x="6072" y="13544"/>
                  </a:cubicBezTo>
                  <a:cubicBezTo>
                    <a:pt x="6238" y="13677"/>
                    <a:pt x="6439" y="13844"/>
                    <a:pt x="6605" y="13977"/>
                  </a:cubicBezTo>
                  <a:cubicBezTo>
                    <a:pt x="6872" y="13877"/>
                    <a:pt x="7139" y="13777"/>
                    <a:pt x="7439" y="13677"/>
                  </a:cubicBezTo>
                  <a:cubicBezTo>
                    <a:pt x="8140" y="13410"/>
                    <a:pt x="8774" y="13143"/>
                    <a:pt x="9374" y="12910"/>
                  </a:cubicBezTo>
                  <a:cubicBezTo>
                    <a:pt x="9174" y="12610"/>
                    <a:pt x="9007" y="12243"/>
                    <a:pt x="8907" y="11909"/>
                  </a:cubicBezTo>
                  <a:cubicBezTo>
                    <a:pt x="8840" y="11676"/>
                    <a:pt x="8807" y="11409"/>
                    <a:pt x="8774" y="11175"/>
                  </a:cubicBezTo>
                  <a:cubicBezTo>
                    <a:pt x="8740" y="11008"/>
                    <a:pt x="8740" y="10808"/>
                    <a:pt x="8740" y="10641"/>
                  </a:cubicBezTo>
                  <a:cubicBezTo>
                    <a:pt x="8740" y="10475"/>
                    <a:pt x="8740" y="10308"/>
                    <a:pt x="8740" y="10141"/>
                  </a:cubicBezTo>
                  <a:cubicBezTo>
                    <a:pt x="8740" y="10008"/>
                    <a:pt x="8774" y="9841"/>
                    <a:pt x="8774" y="9674"/>
                  </a:cubicBezTo>
                  <a:cubicBezTo>
                    <a:pt x="8807" y="9541"/>
                    <a:pt x="8807" y="9441"/>
                    <a:pt x="8840" y="9307"/>
                  </a:cubicBezTo>
                  <a:cubicBezTo>
                    <a:pt x="8840" y="9174"/>
                    <a:pt x="8874" y="9074"/>
                    <a:pt x="8874" y="8940"/>
                  </a:cubicBezTo>
                  <a:cubicBezTo>
                    <a:pt x="8907" y="8807"/>
                    <a:pt x="8940" y="8640"/>
                    <a:pt x="8974" y="8507"/>
                  </a:cubicBezTo>
                  <a:cubicBezTo>
                    <a:pt x="9007" y="8340"/>
                    <a:pt x="9040" y="8206"/>
                    <a:pt x="9074" y="8040"/>
                  </a:cubicBezTo>
                  <a:cubicBezTo>
                    <a:pt x="9107" y="7906"/>
                    <a:pt x="9141" y="7773"/>
                    <a:pt x="9174" y="7639"/>
                  </a:cubicBezTo>
                  <a:cubicBezTo>
                    <a:pt x="9241" y="7339"/>
                    <a:pt x="9274" y="7039"/>
                    <a:pt x="9307" y="6772"/>
                  </a:cubicBezTo>
                  <a:lnTo>
                    <a:pt x="9307" y="6739"/>
                  </a:lnTo>
                  <a:cubicBezTo>
                    <a:pt x="9307" y="6372"/>
                    <a:pt x="9241" y="5971"/>
                    <a:pt x="9207" y="5571"/>
                  </a:cubicBezTo>
                  <a:lnTo>
                    <a:pt x="9207" y="5571"/>
                  </a:lnTo>
                  <a:cubicBezTo>
                    <a:pt x="9307" y="5905"/>
                    <a:pt x="9374" y="6205"/>
                    <a:pt x="9407" y="6539"/>
                  </a:cubicBezTo>
                  <a:cubicBezTo>
                    <a:pt x="9474" y="6839"/>
                    <a:pt x="9474" y="7172"/>
                    <a:pt x="9441" y="7473"/>
                  </a:cubicBezTo>
                  <a:cubicBezTo>
                    <a:pt x="9407" y="7739"/>
                    <a:pt x="9374" y="7973"/>
                    <a:pt x="9341" y="8206"/>
                  </a:cubicBezTo>
                  <a:cubicBezTo>
                    <a:pt x="9307" y="8473"/>
                    <a:pt x="9307" y="8740"/>
                    <a:pt x="9274" y="8974"/>
                  </a:cubicBezTo>
                  <a:cubicBezTo>
                    <a:pt x="9241" y="9207"/>
                    <a:pt x="9241" y="9407"/>
                    <a:pt x="9241" y="9607"/>
                  </a:cubicBezTo>
                  <a:cubicBezTo>
                    <a:pt x="9241" y="9741"/>
                    <a:pt x="9241" y="9874"/>
                    <a:pt x="9207" y="10008"/>
                  </a:cubicBezTo>
                  <a:cubicBezTo>
                    <a:pt x="9207" y="10108"/>
                    <a:pt x="9207" y="10208"/>
                    <a:pt x="9241" y="10308"/>
                  </a:cubicBezTo>
                  <a:cubicBezTo>
                    <a:pt x="9241" y="10441"/>
                    <a:pt x="9241" y="10608"/>
                    <a:pt x="9241" y="10775"/>
                  </a:cubicBezTo>
                  <a:cubicBezTo>
                    <a:pt x="9274" y="11075"/>
                    <a:pt x="9307" y="11375"/>
                    <a:pt x="9374" y="11676"/>
                  </a:cubicBezTo>
                  <a:cubicBezTo>
                    <a:pt x="9407" y="11842"/>
                    <a:pt x="9441" y="12042"/>
                    <a:pt x="9507" y="12209"/>
                  </a:cubicBezTo>
                  <a:cubicBezTo>
                    <a:pt x="9574" y="12376"/>
                    <a:pt x="9641" y="12543"/>
                    <a:pt x="9741" y="12710"/>
                  </a:cubicBezTo>
                  <a:cubicBezTo>
                    <a:pt x="9741" y="12710"/>
                    <a:pt x="9741" y="12743"/>
                    <a:pt x="9774" y="12743"/>
                  </a:cubicBezTo>
                  <a:cubicBezTo>
                    <a:pt x="10275" y="12509"/>
                    <a:pt x="10808" y="12276"/>
                    <a:pt x="11242" y="12076"/>
                  </a:cubicBezTo>
                  <a:cubicBezTo>
                    <a:pt x="11442" y="11976"/>
                    <a:pt x="11609" y="11909"/>
                    <a:pt x="11809" y="11809"/>
                  </a:cubicBezTo>
                  <a:cubicBezTo>
                    <a:pt x="11809" y="11776"/>
                    <a:pt x="11776" y="11776"/>
                    <a:pt x="11776" y="11742"/>
                  </a:cubicBezTo>
                  <a:cubicBezTo>
                    <a:pt x="11642" y="11609"/>
                    <a:pt x="11542" y="11442"/>
                    <a:pt x="11476" y="11275"/>
                  </a:cubicBezTo>
                  <a:cubicBezTo>
                    <a:pt x="11375" y="11075"/>
                    <a:pt x="11309" y="10908"/>
                    <a:pt x="11242" y="10708"/>
                  </a:cubicBezTo>
                  <a:cubicBezTo>
                    <a:pt x="11209" y="10541"/>
                    <a:pt x="11175" y="10375"/>
                    <a:pt x="11142" y="10174"/>
                  </a:cubicBezTo>
                  <a:cubicBezTo>
                    <a:pt x="11109" y="9941"/>
                    <a:pt x="11075" y="9674"/>
                    <a:pt x="11075" y="9407"/>
                  </a:cubicBezTo>
                  <a:cubicBezTo>
                    <a:pt x="11075" y="9274"/>
                    <a:pt x="11075" y="9140"/>
                    <a:pt x="11042" y="9007"/>
                  </a:cubicBezTo>
                  <a:lnTo>
                    <a:pt x="11009" y="8407"/>
                  </a:lnTo>
                  <a:lnTo>
                    <a:pt x="11009" y="8407"/>
                  </a:lnTo>
                  <a:cubicBezTo>
                    <a:pt x="11042" y="8540"/>
                    <a:pt x="11075" y="8673"/>
                    <a:pt x="11109" y="8807"/>
                  </a:cubicBezTo>
                  <a:cubicBezTo>
                    <a:pt x="11142" y="8907"/>
                    <a:pt x="11175" y="8974"/>
                    <a:pt x="11175" y="9074"/>
                  </a:cubicBezTo>
                  <a:cubicBezTo>
                    <a:pt x="11242" y="9374"/>
                    <a:pt x="11275" y="9674"/>
                    <a:pt x="11342" y="9974"/>
                  </a:cubicBezTo>
                  <a:cubicBezTo>
                    <a:pt x="11409" y="10141"/>
                    <a:pt x="11442" y="10308"/>
                    <a:pt x="11509" y="10475"/>
                  </a:cubicBezTo>
                  <a:cubicBezTo>
                    <a:pt x="11542" y="10641"/>
                    <a:pt x="11609" y="10775"/>
                    <a:pt x="11676" y="10908"/>
                  </a:cubicBezTo>
                  <a:cubicBezTo>
                    <a:pt x="11809" y="11142"/>
                    <a:pt x="11943" y="11342"/>
                    <a:pt x="12076" y="11542"/>
                  </a:cubicBezTo>
                  <a:cubicBezTo>
                    <a:pt x="12109" y="11575"/>
                    <a:pt x="12109" y="11609"/>
                    <a:pt x="12143" y="11642"/>
                  </a:cubicBezTo>
                  <a:cubicBezTo>
                    <a:pt x="12443" y="11509"/>
                    <a:pt x="12743" y="11375"/>
                    <a:pt x="13043" y="11242"/>
                  </a:cubicBezTo>
                  <a:cubicBezTo>
                    <a:pt x="13277" y="11142"/>
                    <a:pt x="13510" y="11042"/>
                    <a:pt x="13744" y="10942"/>
                  </a:cubicBezTo>
                  <a:cubicBezTo>
                    <a:pt x="13610" y="10808"/>
                    <a:pt x="13544" y="10675"/>
                    <a:pt x="13444" y="10508"/>
                  </a:cubicBezTo>
                  <a:cubicBezTo>
                    <a:pt x="13243" y="10141"/>
                    <a:pt x="13077" y="9808"/>
                    <a:pt x="12977" y="9407"/>
                  </a:cubicBezTo>
                  <a:cubicBezTo>
                    <a:pt x="12776" y="8807"/>
                    <a:pt x="12676" y="8173"/>
                    <a:pt x="12676" y="7539"/>
                  </a:cubicBezTo>
                  <a:cubicBezTo>
                    <a:pt x="12676" y="7272"/>
                    <a:pt x="12676" y="6972"/>
                    <a:pt x="12676" y="6705"/>
                  </a:cubicBezTo>
                  <a:cubicBezTo>
                    <a:pt x="12710" y="6205"/>
                    <a:pt x="12710" y="5705"/>
                    <a:pt x="12743" y="5204"/>
                  </a:cubicBezTo>
                  <a:cubicBezTo>
                    <a:pt x="12776" y="4837"/>
                    <a:pt x="12843" y="4437"/>
                    <a:pt x="12943" y="4070"/>
                  </a:cubicBezTo>
                  <a:cubicBezTo>
                    <a:pt x="13010" y="3870"/>
                    <a:pt x="13077" y="3670"/>
                    <a:pt x="13143" y="3470"/>
                  </a:cubicBezTo>
                  <a:cubicBezTo>
                    <a:pt x="13210" y="3303"/>
                    <a:pt x="13277" y="3103"/>
                    <a:pt x="13377" y="2936"/>
                  </a:cubicBezTo>
                  <a:cubicBezTo>
                    <a:pt x="13444" y="2803"/>
                    <a:pt x="13510" y="2636"/>
                    <a:pt x="13577" y="2502"/>
                  </a:cubicBezTo>
                  <a:cubicBezTo>
                    <a:pt x="13644" y="2402"/>
                    <a:pt x="13677" y="2302"/>
                    <a:pt x="13744" y="2202"/>
                  </a:cubicBezTo>
                  <a:cubicBezTo>
                    <a:pt x="13811" y="2069"/>
                    <a:pt x="13877" y="1935"/>
                    <a:pt x="13944" y="1802"/>
                  </a:cubicBezTo>
                  <a:cubicBezTo>
                    <a:pt x="14044" y="1635"/>
                    <a:pt x="14144" y="1435"/>
                    <a:pt x="14211" y="1268"/>
                  </a:cubicBezTo>
                  <a:cubicBezTo>
                    <a:pt x="14278" y="1101"/>
                    <a:pt x="14344" y="935"/>
                    <a:pt x="14378" y="768"/>
                  </a:cubicBezTo>
                  <a:cubicBezTo>
                    <a:pt x="14378" y="768"/>
                    <a:pt x="14378" y="768"/>
                    <a:pt x="14411" y="734"/>
                  </a:cubicBezTo>
                  <a:cubicBezTo>
                    <a:pt x="14478" y="501"/>
                    <a:pt x="14511" y="267"/>
                    <a:pt x="145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>
              <a:off x="5000400" y="997000"/>
              <a:ext cx="25" cy="850"/>
            </a:xfrm>
            <a:custGeom>
              <a:avLst/>
              <a:gdLst/>
              <a:ahLst/>
              <a:cxnLst/>
              <a:rect l="l" t="t" r="r" b="b"/>
              <a:pathLst>
                <a:path w="1" h="34" extrusionOk="0">
                  <a:moveTo>
                    <a:pt x="1" y="33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>
              <a:off x="5084625" y="933600"/>
              <a:ext cx="875" cy="1700"/>
            </a:xfrm>
            <a:custGeom>
              <a:avLst/>
              <a:gdLst/>
              <a:ahLst/>
              <a:cxnLst/>
              <a:rect l="l" t="t" r="r" b="b"/>
              <a:pathLst>
                <a:path w="35" h="68" extrusionOk="0">
                  <a:moveTo>
                    <a:pt x="34" y="68"/>
                  </a:moveTo>
                  <a:lnTo>
                    <a:pt x="34" y="68"/>
                  </a:lnTo>
                  <a:cubicBezTo>
                    <a:pt x="34" y="34"/>
                    <a:pt x="1" y="34"/>
                    <a:pt x="1" y="1"/>
                  </a:cubicBezTo>
                  <a:cubicBezTo>
                    <a:pt x="1" y="34"/>
                    <a:pt x="34" y="34"/>
                    <a:pt x="34" y="6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>
              <a:off x="4901175" y="947775"/>
              <a:ext cx="63400" cy="144300"/>
            </a:xfrm>
            <a:custGeom>
              <a:avLst/>
              <a:gdLst/>
              <a:ahLst/>
              <a:cxnLst/>
              <a:rect l="l" t="t" r="r" b="b"/>
              <a:pathLst>
                <a:path w="2536" h="5772" extrusionOk="0">
                  <a:moveTo>
                    <a:pt x="2235" y="1"/>
                  </a:moveTo>
                  <a:cubicBezTo>
                    <a:pt x="2068" y="234"/>
                    <a:pt x="1868" y="468"/>
                    <a:pt x="1635" y="701"/>
                  </a:cubicBezTo>
                  <a:cubicBezTo>
                    <a:pt x="1468" y="935"/>
                    <a:pt x="1268" y="1168"/>
                    <a:pt x="1068" y="1502"/>
                  </a:cubicBezTo>
                  <a:cubicBezTo>
                    <a:pt x="834" y="1802"/>
                    <a:pt x="567" y="2169"/>
                    <a:pt x="367" y="2569"/>
                  </a:cubicBezTo>
                  <a:cubicBezTo>
                    <a:pt x="301" y="2703"/>
                    <a:pt x="234" y="2836"/>
                    <a:pt x="200" y="2970"/>
                  </a:cubicBezTo>
                  <a:cubicBezTo>
                    <a:pt x="134" y="3137"/>
                    <a:pt x="100" y="3303"/>
                    <a:pt x="67" y="3437"/>
                  </a:cubicBezTo>
                  <a:lnTo>
                    <a:pt x="34" y="3470"/>
                  </a:lnTo>
                  <a:cubicBezTo>
                    <a:pt x="0" y="3637"/>
                    <a:pt x="0" y="3837"/>
                    <a:pt x="0" y="4004"/>
                  </a:cubicBezTo>
                  <a:cubicBezTo>
                    <a:pt x="0" y="4204"/>
                    <a:pt x="34" y="4437"/>
                    <a:pt x="100" y="4604"/>
                  </a:cubicBezTo>
                  <a:cubicBezTo>
                    <a:pt x="200" y="4904"/>
                    <a:pt x="367" y="5138"/>
                    <a:pt x="634" y="5338"/>
                  </a:cubicBezTo>
                  <a:lnTo>
                    <a:pt x="634" y="5371"/>
                  </a:lnTo>
                  <a:cubicBezTo>
                    <a:pt x="834" y="5505"/>
                    <a:pt x="1101" y="5605"/>
                    <a:pt x="1435" y="5705"/>
                  </a:cubicBezTo>
                  <a:cubicBezTo>
                    <a:pt x="1635" y="5738"/>
                    <a:pt x="1802" y="5738"/>
                    <a:pt x="1935" y="5772"/>
                  </a:cubicBezTo>
                  <a:lnTo>
                    <a:pt x="2535" y="5772"/>
                  </a:lnTo>
                  <a:cubicBezTo>
                    <a:pt x="2402" y="5572"/>
                    <a:pt x="2302" y="5338"/>
                    <a:pt x="2235" y="5105"/>
                  </a:cubicBezTo>
                  <a:cubicBezTo>
                    <a:pt x="2135" y="4804"/>
                    <a:pt x="2102" y="4504"/>
                    <a:pt x="2068" y="4171"/>
                  </a:cubicBezTo>
                  <a:cubicBezTo>
                    <a:pt x="2035" y="3904"/>
                    <a:pt x="2002" y="3637"/>
                    <a:pt x="2002" y="3370"/>
                  </a:cubicBezTo>
                  <a:cubicBezTo>
                    <a:pt x="1968" y="3270"/>
                    <a:pt x="1968" y="3170"/>
                    <a:pt x="1968" y="3070"/>
                  </a:cubicBezTo>
                  <a:lnTo>
                    <a:pt x="1968" y="2670"/>
                  </a:lnTo>
                  <a:cubicBezTo>
                    <a:pt x="1968" y="2536"/>
                    <a:pt x="2002" y="2403"/>
                    <a:pt x="2002" y="2303"/>
                  </a:cubicBezTo>
                  <a:cubicBezTo>
                    <a:pt x="2002" y="2136"/>
                    <a:pt x="2035" y="2002"/>
                    <a:pt x="2035" y="1836"/>
                  </a:cubicBezTo>
                  <a:cubicBezTo>
                    <a:pt x="2068" y="1602"/>
                    <a:pt x="2102" y="1335"/>
                    <a:pt x="2135" y="1068"/>
                  </a:cubicBezTo>
                  <a:cubicBezTo>
                    <a:pt x="2169" y="902"/>
                    <a:pt x="2169" y="735"/>
                    <a:pt x="2202" y="568"/>
                  </a:cubicBezTo>
                  <a:cubicBezTo>
                    <a:pt x="2202" y="468"/>
                    <a:pt x="2202" y="368"/>
                    <a:pt x="2235" y="268"/>
                  </a:cubicBezTo>
                  <a:cubicBezTo>
                    <a:pt x="2235" y="168"/>
                    <a:pt x="2235" y="101"/>
                    <a:pt x="22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>
              <a:off x="5929400" y="1123750"/>
              <a:ext cx="130950" cy="165150"/>
            </a:xfrm>
            <a:custGeom>
              <a:avLst/>
              <a:gdLst/>
              <a:ahLst/>
              <a:cxnLst/>
              <a:rect l="l" t="t" r="r" b="b"/>
              <a:pathLst>
                <a:path w="5238" h="6606" extrusionOk="0">
                  <a:moveTo>
                    <a:pt x="67" y="0"/>
                  </a:moveTo>
                  <a:cubicBezTo>
                    <a:pt x="201" y="167"/>
                    <a:pt x="301" y="334"/>
                    <a:pt x="368" y="534"/>
                  </a:cubicBezTo>
                  <a:cubicBezTo>
                    <a:pt x="501" y="768"/>
                    <a:pt x="601" y="1034"/>
                    <a:pt x="635" y="1301"/>
                  </a:cubicBezTo>
                  <a:cubicBezTo>
                    <a:pt x="701" y="1568"/>
                    <a:pt x="701" y="1835"/>
                    <a:pt x="668" y="2102"/>
                  </a:cubicBezTo>
                  <a:cubicBezTo>
                    <a:pt x="635" y="2536"/>
                    <a:pt x="468" y="2969"/>
                    <a:pt x="334" y="3403"/>
                  </a:cubicBezTo>
                  <a:cubicBezTo>
                    <a:pt x="268" y="3570"/>
                    <a:pt x="201" y="3770"/>
                    <a:pt x="134" y="3937"/>
                  </a:cubicBezTo>
                  <a:cubicBezTo>
                    <a:pt x="67" y="4203"/>
                    <a:pt x="1" y="4437"/>
                    <a:pt x="1" y="4704"/>
                  </a:cubicBezTo>
                  <a:cubicBezTo>
                    <a:pt x="1" y="4937"/>
                    <a:pt x="34" y="5137"/>
                    <a:pt x="67" y="5338"/>
                  </a:cubicBezTo>
                  <a:cubicBezTo>
                    <a:pt x="134" y="5704"/>
                    <a:pt x="268" y="6071"/>
                    <a:pt x="334" y="6472"/>
                  </a:cubicBezTo>
                  <a:cubicBezTo>
                    <a:pt x="334" y="6505"/>
                    <a:pt x="334" y="6538"/>
                    <a:pt x="334" y="6605"/>
                  </a:cubicBezTo>
                  <a:cubicBezTo>
                    <a:pt x="501" y="6538"/>
                    <a:pt x="701" y="6505"/>
                    <a:pt x="868" y="6438"/>
                  </a:cubicBezTo>
                  <a:cubicBezTo>
                    <a:pt x="1068" y="6372"/>
                    <a:pt x="1268" y="6305"/>
                    <a:pt x="1468" y="6238"/>
                  </a:cubicBezTo>
                  <a:lnTo>
                    <a:pt x="1769" y="6105"/>
                  </a:lnTo>
                  <a:cubicBezTo>
                    <a:pt x="1769" y="6038"/>
                    <a:pt x="1802" y="5938"/>
                    <a:pt x="1802" y="5838"/>
                  </a:cubicBezTo>
                  <a:cubicBezTo>
                    <a:pt x="1902" y="5504"/>
                    <a:pt x="1969" y="5204"/>
                    <a:pt x="2036" y="4871"/>
                  </a:cubicBezTo>
                  <a:cubicBezTo>
                    <a:pt x="2069" y="4670"/>
                    <a:pt x="2136" y="4437"/>
                    <a:pt x="2169" y="4237"/>
                  </a:cubicBezTo>
                  <a:cubicBezTo>
                    <a:pt x="2202" y="4170"/>
                    <a:pt x="2202" y="4103"/>
                    <a:pt x="2236" y="4003"/>
                  </a:cubicBezTo>
                  <a:cubicBezTo>
                    <a:pt x="2269" y="3903"/>
                    <a:pt x="2269" y="3836"/>
                    <a:pt x="2302" y="3736"/>
                  </a:cubicBezTo>
                  <a:cubicBezTo>
                    <a:pt x="2369" y="3470"/>
                    <a:pt x="2436" y="3203"/>
                    <a:pt x="2469" y="2936"/>
                  </a:cubicBezTo>
                  <a:cubicBezTo>
                    <a:pt x="2503" y="2702"/>
                    <a:pt x="2536" y="2469"/>
                    <a:pt x="2536" y="2235"/>
                  </a:cubicBezTo>
                  <a:cubicBezTo>
                    <a:pt x="2536" y="2102"/>
                    <a:pt x="2569" y="2002"/>
                    <a:pt x="2569" y="1902"/>
                  </a:cubicBezTo>
                  <a:cubicBezTo>
                    <a:pt x="2569" y="1702"/>
                    <a:pt x="2569" y="1501"/>
                    <a:pt x="2569" y="1301"/>
                  </a:cubicBezTo>
                  <a:cubicBezTo>
                    <a:pt x="2603" y="1435"/>
                    <a:pt x="2636" y="1568"/>
                    <a:pt x="2636" y="1668"/>
                  </a:cubicBezTo>
                  <a:cubicBezTo>
                    <a:pt x="2669" y="1902"/>
                    <a:pt x="2703" y="2169"/>
                    <a:pt x="2703" y="2402"/>
                  </a:cubicBezTo>
                  <a:cubicBezTo>
                    <a:pt x="2703" y="2669"/>
                    <a:pt x="2669" y="2969"/>
                    <a:pt x="2636" y="3236"/>
                  </a:cubicBezTo>
                  <a:cubicBezTo>
                    <a:pt x="2603" y="3336"/>
                    <a:pt x="2603" y="3436"/>
                    <a:pt x="2569" y="3570"/>
                  </a:cubicBezTo>
                  <a:cubicBezTo>
                    <a:pt x="2569" y="3636"/>
                    <a:pt x="2536" y="3736"/>
                    <a:pt x="2536" y="3803"/>
                  </a:cubicBezTo>
                  <a:cubicBezTo>
                    <a:pt x="2503" y="3937"/>
                    <a:pt x="2469" y="4070"/>
                    <a:pt x="2436" y="4170"/>
                  </a:cubicBezTo>
                  <a:cubicBezTo>
                    <a:pt x="2369" y="4370"/>
                    <a:pt x="2336" y="4537"/>
                    <a:pt x="2269" y="4704"/>
                  </a:cubicBezTo>
                  <a:cubicBezTo>
                    <a:pt x="2236" y="4871"/>
                    <a:pt x="2169" y="5037"/>
                    <a:pt x="2136" y="5171"/>
                  </a:cubicBezTo>
                  <a:cubicBezTo>
                    <a:pt x="2036" y="5471"/>
                    <a:pt x="1935" y="5771"/>
                    <a:pt x="1869" y="6071"/>
                  </a:cubicBezTo>
                  <a:cubicBezTo>
                    <a:pt x="1935" y="6038"/>
                    <a:pt x="2036" y="6005"/>
                    <a:pt x="2136" y="5971"/>
                  </a:cubicBezTo>
                  <a:cubicBezTo>
                    <a:pt x="2536" y="5805"/>
                    <a:pt x="2936" y="5671"/>
                    <a:pt x="3336" y="5504"/>
                  </a:cubicBezTo>
                  <a:cubicBezTo>
                    <a:pt x="3537" y="5404"/>
                    <a:pt x="3770" y="5304"/>
                    <a:pt x="3970" y="5204"/>
                  </a:cubicBezTo>
                  <a:cubicBezTo>
                    <a:pt x="4137" y="5137"/>
                    <a:pt x="4337" y="5037"/>
                    <a:pt x="4504" y="4937"/>
                  </a:cubicBezTo>
                  <a:cubicBezTo>
                    <a:pt x="4671" y="4871"/>
                    <a:pt x="4838" y="4770"/>
                    <a:pt x="4971" y="4670"/>
                  </a:cubicBezTo>
                  <a:lnTo>
                    <a:pt x="5038" y="4637"/>
                  </a:lnTo>
                  <a:cubicBezTo>
                    <a:pt x="5071" y="4504"/>
                    <a:pt x="5138" y="4370"/>
                    <a:pt x="5171" y="4237"/>
                  </a:cubicBezTo>
                  <a:cubicBezTo>
                    <a:pt x="5238" y="3903"/>
                    <a:pt x="5238" y="3570"/>
                    <a:pt x="5138" y="3236"/>
                  </a:cubicBezTo>
                  <a:cubicBezTo>
                    <a:pt x="4971" y="2702"/>
                    <a:pt x="4637" y="2235"/>
                    <a:pt x="4070" y="1835"/>
                  </a:cubicBezTo>
                  <a:cubicBezTo>
                    <a:pt x="4037" y="1802"/>
                    <a:pt x="3970" y="1768"/>
                    <a:pt x="3937" y="1735"/>
                  </a:cubicBezTo>
                  <a:lnTo>
                    <a:pt x="3937" y="1735"/>
                  </a:lnTo>
                  <a:cubicBezTo>
                    <a:pt x="4004" y="1868"/>
                    <a:pt x="4037" y="2035"/>
                    <a:pt x="4037" y="2202"/>
                  </a:cubicBezTo>
                  <a:cubicBezTo>
                    <a:pt x="4070" y="2502"/>
                    <a:pt x="4037" y="2769"/>
                    <a:pt x="4004" y="3036"/>
                  </a:cubicBezTo>
                  <a:cubicBezTo>
                    <a:pt x="3970" y="3369"/>
                    <a:pt x="3937" y="3703"/>
                    <a:pt x="3837" y="4037"/>
                  </a:cubicBezTo>
                  <a:cubicBezTo>
                    <a:pt x="3837" y="3736"/>
                    <a:pt x="3837" y="3470"/>
                    <a:pt x="3837" y="3203"/>
                  </a:cubicBezTo>
                  <a:cubicBezTo>
                    <a:pt x="3837" y="3036"/>
                    <a:pt x="3837" y="2869"/>
                    <a:pt x="3837" y="2702"/>
                  </a:cubicBezTo>
                  <a:cubicBezTo>
                    <a:pt x="3837" y="2335"/>
                    <a:pt x="3870" y="1968"/>
                    <a:pt x="3803" y="1635"/>
                  </a:cubicBezTo>
                  <a:cubicBezTo>
                    <a:pt x="3437" y="1401"/>
                    <a:pt x="3070" y="1201"/>
                    <a:pt x="2803" y="1068"/>
                  </a:cubicBezTo>
                  <a:cubicBezTo>
                    <a:pt x="2503" y="901"/>
                    <a:pt x="2202" y="768"/>
                    <a:pt x="1902" y="634"/>
                  </a:cubicBezTo>
                  <a:cubicBezTo>
                    <a:pt x="1302" y="367"/>
                    <a:pt x="701" y="167"/>
                    <a:pt x="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5798475" y="1100400"/>
              <a:ext cx="140125" cy="240200"/>
            </a:xfrm>
            <a:custGeom>
              <a:avLst/>
              <a:gdLst/>
              <a:ahLst/>
              <a:cxnLst/>
              <a:rect l="l" t="t" r="r" b="b"/>
              <a:pathLst>
                <a:path w="5605" h="9608" extrusionOk="0">
                  <a:moveTo>
                    <a:pt x="1" y="0"/>
                  </a:moveTo>
                  <a:cubicBezTo>
                    <a:pt x="201" y="367"/>
                    <a:pt x="368" y="701"/>
                    <a:pt x="534" y="1068"/>
                  </a:cubicBezTo>
                  <a:cubicBezTo>
                    <a:pt x="701" y="1468"/>
                    <a:pt x="868" y="1868"/>
                    <a:pt x="1035" y="2269"/>
                  </a:cubicBezTo>
                  <a:cubicBezTo>
                    <a:pt x="1135" y="2536"/>
                    <a:pt x="1235" y="2802"/>
                    <a:pt x="1368" y="3103"/>
                  </a:cubicBezTo>
                  <a:cubicBezTo>
                    <a:pt x="1468" y="3369"/>
                    <a:pt x="1535" y="3670"/>
                    <a:pt x="1602" y="3937"/>
                  </a:cubicBezTo>
                  <a:cubicBezTo>
                    <a:pt x="1635" y="4070"/>
                    <a:pt x="1668" y="4203"/>
                    <a:pt x="1702" y="4303"/>
                  </a:cubicBezTo>
                  <a:cubicBezTo>
                    <a:pt x="1802" y="4737"/>
                    <a:pt x="1869" y="5171"/>
                    <a:pt x="1935" y="5604"/>
                  </a:cubicBezTo>
                  <a:cubicBezTo>
                    <a:pt x="1969" y="6071"/>
                    <a:pt x="2002" y="6538"/>
                    <a:pt x="2035" y="7005"/>
                  </a:cubicBezTo>
                  <a:cubicBezTo>
                    <a:pt x="2035" y="7306"/>
                    <a:pt x="2069" y="7572"/>
                    <a:pt x="2035" y="7873"/>
                  </a:cubicBezTo>
                  <a:cubicBezTo>
                    <a:pt x="2035" y="8140"/>
                    <a:pt x="2002" y="8440"/>
                    <a:pt x="1935" y="8707"/>
                  </a:cubicBezTo>
                  <a:lnTo>
                    <a:pt x="1835" y="9307"/>
                  </a:lnTo>
                  <a:cubicBezTo>
                    <a:pt x="1835" y="9407"/>
                    <a:pt x="1802" y="9507"/>
                    <a:pt x="1769" y="9607"/>
                  </a:cubicBezTo>
                  <a:cubicBezTo>
                    <a:pt x="1969" y="9440"/>
                    <a:pt x="2202" y="9274"/>
                    <a:pt x="2402" y="9107"/>
                  </a:cubicBezTo>
                  <a:cubicBezTo>
                    <a:pt x="2502" y="9040"/>
                    <a:pt x="2603" y="8940"/>
                    <a:pt x="2736" y="8873"/>
                  </a:cubicBezTo>
                  <a:cubicBezTo>
                    <a:pt x="2803" y="8673"/>
                    <a:pt x="2836" y="8440"/>
                    <a:pt x="2903" y="8240"/>
                  </a:cubicBezTo>
                  <a:cubicBezTo>
                    <a:pt x="2903" y="8140"/>
                    <a:pt x="2936" y="8039"/>
                    <a:pt x="2936" y="7939"/>
                  </a:cubicBezTo>
                  <a:cubicBezTo>
                    <a:pt x="2969" y="7806"/>
                    <a:pt x="3003" y="7673"/>
                    <a:pt x="3003" y="7539"/>
                  </a:cubicBezTo>
                  <a:cubicBezTo>
                    <a:pt x="3036" y="7406"/>
                    <a:pt x="3070" y="7239"/>
                    <a:pt x="3070" y="7105"/>
                  </a:cubicBezTo>
                  <a:cubicBezTo>
                    <a:pt x="3103" y="6805"/>
                    <a:pt x="3136" y="6538"/>
                    <a:pt x="3136" y="6238"/>
                  </a:cubicBezTo>
                  <a:cubicBezTo>
                    <a:pt x="3170" y="5938"/>
                    <a:pt x="3170" y="5671"/>
                    <a:pt x="3203" y="5371"/>
                  </a:cubicBezTo>
                  <a:cubicBezTo>
                    <a:pt x="3203" y="5237"/>
                    <a:pt x="3236" y="5071"/>
                    <a:pt x="3236" y="4937"/>
                  </a:cubicBezTo>
                  <a:cubicBezTo>
                    <a:pt x="3236" y="4737"/>
                    <a:pt x="3270" y="4504"/>
                    <a:pt x="3270" y="4303"/>
                  </a:cubicBezTo>
                  <a:cubicBezTo>
                    <a:pt x="3270" y="3970"/>
                    <a:pt x="3270" y="3636"/>
                    <a:pt x="3236" y="3336"/>
                  </a:cubicBezTo>
                  <a:cubicBezTo>
                    <a:pt x="3203" y="3136"/>
                    <a:pt x="3170" y="2969"/>
                    <a:pt x="3136" y="2802"/>
                  </a:cubicBezTo>
                  <a:cubicBezTo>
                    <a:pt x="3136" y="2702"/>
                    <a:pt x="3136" y="2602"/>
                    <a:pt x="3103" y="2536"/>
                  </a:cubicBezTo>
                  <a:cubicBezTo>
                    <a:pt x="3070" y="2402"/>
                    <a:pt x="3070" y="2269"/>
                    <a:pt x="3036" y="2135"/>
                  </a:cubicBezTo>
                  <a:cubicBezTo>
                    <a:pt x="2936" y="1802"/>
                    <a:pt x="2869" y="1468"/>
                    <a:pt x="2769" y="1168"/>
                  </a:cubicBezTo>
                  <a:lnTo>
                    <a:pt x="2803" y="1168"/>
                  </a:lnTo>
                  <a:cubicBezTo>
                    <a:pt x="2903" y="1468"/>
                    <a:pt x="3036" y="1768"/>
                    <a:pt x="3136" y="2069"/>
                  </a:cubicBezTo>
                  <a:cubicBezTo>
                    <a:pt x="3203" y="2202"/>
                    <a:pt x="3236" y="2335"/>
                    <a:pt x="3270" y="2469"/>
                  </a:cubicBezTo>
                  <a:cubicBezTo>
                    <a:pt x="3303" y="2602"/>
                    <a:pt x="3336" y="2736"/>
                    <a:pt x="3370" y="2869"/>
                  </a:cubicBezTo>
                  <a:cubicBezTo>
                    <a:pt x="3403" y="2969"/>
                    <a:pt x="3403" y="3036"/>
                    <a:pt x="3436" y="3103"/>
                  </a:cubicBezTo>
                  <a:cubicBezTo>
                    <a:pt x="3470" y="3303"/>
                    <a:pt x="3503" y="3503"/>
                    <a:pt x="3537" y="3703"/>
                  </a:cubicBezTo>
                  <a:cubicBezTo>
                    <a:pt x="3570" y="3903"/>
                    <a:pt x="3570" y="4103"/>
                    <a:pt x="3570" y="4303"/>
                  </a:cubicBezTo>
                  <a:cubicBezTo>
                    <a:pt x="3570" y="4437"/>
                    <a:pt x="3537" y="4570"/>
                    <a:pt x="3537" y="4704"/>
                  </a:cubicBezTo>
                  <a:cubicBezTo>
                    <a:pt x="3503" y="5004"/>
                    <a:pt x="3470" y="5271"/>
                    <a:pt x="3436" y="5571"/>
                  </a:cubicBezTo>
                  <a:cubicBezTo>
                    <a:pt x="3403" y="5838"/>
                    <a:pt x="3370" y="6138"/>
                    <a:pt x="3336" y="6438"/>
                  </a:cubicBezTo>
                  <a:cubicBezTo>
                    <a:pt x="3270" y="6705"/>
                    <a:pt x="3236" y="6972"/>
                    <a:pt x="3170" y="7272"/>
                  </a:cubicBezTo>
                  <a:cubicBezTo>
                    <a:pt x="3136" y="7406"/>
                    <a:pt x="3136" y="7539"/>
                    <a:pt x="3103" y="7673"/>
                  </a:cubicBezTo>
                  <a:cubicBezTo>
                    <a:pt x="3036" y="7839"/>
                    <a:pt x="3003" y="8006"/>
                    <a:pt x="2969" y="8173"/>
                  </a:cubicBezTo>
                  <a:cubicBezTo>
                    <a:pt x="2936" y="8340"/>
                    <a:pt x="2869" y="8506"/>
                    <a:pt x="2836" y="8673"/>
                  </a:cubicBezTo>
                  <a:cubicBezTo>
                    <a:pt x="2803" y="8740"/>
                    <a:pt x="2803" y="8773"/>
                    <a:pt x="2769" y="8840"/>
                  </a:cubicBezTo>
                  <a:cubicBezTo>
                    <a:pt x="2836" y="8807"/>
                    <a:pt x="2903" y="8740"/>
                    <a:pt x="2969" y="8707"/>
                  </a:cubicBezTo>
                  <a:cubicBezTo>
                    <a:pt x="3170" y="8607"/>
                    <a:pt x="3370" y="8473"/>
                    <a:pt x="3570" y="8373"/>
                  </a:cubicBezTo>
                  <a:cubicBezTo>
                    <a:pt x="3970" y="8140"/>
                    <a:pt x="4370" y="7939"/>
                    <a:pt x="4804" y="7773"/>
                  </a:cubicBezTo>
                  <a:cubicBezTo>
                    <a:pt x="4971" y="7706"/>
                    <a:pt x="5104" y="7673"/>
                    <a:pt x="5271" y="7606"/>
                  </a:cubicBezTo>
                  <a:cubicBezTo>
                    <a:pt x="5271" y="7606"/>
                    <a:pt x="5238" y="7572"/>
                    <a:pt x="5238" y="7572"/>
                  </a:cubicBezTo>
                  <a:cubicBezTo>
                    <a:pt x="5204" y="7306"/>
                    <a:pt x="5104" y="7072"/>
                    <a:pt x="5004" y="6839"/>
                  </a:cubicBezTo>
                  <a:cubicBezTo>
                    <a:pt x="4938" y="6605"/>
                    <a:pt x="4837" y="6338"/>
                    <a:pt x="4804" y="6105"/>
                  </a:cubicBezTo>
                  <a:cubicBezTo>
                    <a:pt x="4737" y="5838"/>
                    <a:pt x="4737" y="5571"/>
                    <a:pt x="4771" y="5338"/>
                  </a:cubicBezTo>
                  <a:cubicBezTo>
                    <a:pt x="4804" y="5104"/>
                    <a:pt x="4837" y="4871"/>
                    <a:pt x="4938" y="4670"/>
                  </a:cubicBezTo>
                  <a:cubicBezTo>
                    <a:pt x="4971" y="4504"/>
                    <a:pt x="5038" y="4337"/>
                    <a:pt x="5104" y="4203"/>
                  </a:cubicBezTo>
                  <a:cubicBezTo>
                    <a:pt x="5238" y="3903"/>
                    <a:pt x="5371" y="3603"/>
                    <a:pt x="5471" y="3269"/>
                  </a:cubicBezTo>
                  <a:cubicBezTo>
                    <a:pt x="5538" y="3036"/>
                    <a:pt x="5571" y="2769"/>
                    <a:pt x="5605" y="2536"/>
                  </a:cubicBezTo>
                  <a:cubicBezTo>
                    <a:pt x="5605" y="2302"/>
                    <a:pt x="5571" y="2069"/>
                    <a:pt x="5538" y="1868"/>
                  </a:cubicBezTo>
                  <a:cubicBezTo>
                    <a:pt x="5471" y="1602"/>
                    <a:pt x="5371" y="1335"/>
                    <a:pt x="5238" y="1068"/>
                  </a:cubicBezTo>
                  <a:cubicBezTo>
                    <a:pt x="5238" y="1068"/>
                    <a:pt x="5238" y="1068"/>
                    <a:pt x="5238" y="1034"/>
                  </a:cubicBezTo>
                  <a:lnTo>
                    <a:pt x="5138" y="868"/>
                  </a:lnTo>
                  <a:cubicBezTo>
                    <a:pt x="4404" y="668"/>
                    <a:pt x="3670" y="501"/>
                    <a:pt x="2903" y="367"/>
                  </a:cubicBezTo>
                  <a:cubicBezTo>
                    <a:pt x="1802" y="134"/>
                    <a:pt x="868" y="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5571650" y="14064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>
              <a:off x="5716750" y="12797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>
              <a:off x="5380675" y="1100400"/>
              <a:ext cx="456200" cy="405300"/>
            </a:xfrm>
            <a:custGeom>
              <a:avLst/>
              <a:gdLst/>
              <a:ahLst/>
              <a:cxnLst/>
              <a:rect l="l" t="t" r="r" b="b"/>
              <a:pathLst>
                <a:path w="18248" h="16212" extrusionOk="0">
                  <a:moveTo>
                    <a:pt x="4337" y="3003"/>
                  </a:moveTo>
                  <a:cubicBezTo>
                    <a:pt x="4337" y="3004"/>
                    <a:pt x="4337" y="3006"/>
                    <a:pt x="4337" y="3008"/>
                  </a:cubicBezTo>
                  <a:lnTo>
                    <a:pt x="4337" y="3008"/>
                  </a:lnTo>
                  <a:cubicBezTo>
                    <a:pt x="4348" y="3007"/>
                    <a:pt x="4359" y="3005"/>
                    <a:pt x="4370" y="3003"/>
                  </a:cubicBezTo>
                  <a:close/>
                  <a:moveTo>
                    <a:pt x="9961" y="3309"/>
                  </a:moveTo>
                  <a:cubicBezTo>
                    <a:pt x="9965" y="3318"/>
                    <a:pt x="9970" y="3327"/>
                    <a:pt x="9974" y="3336"/>
                  </a:cubicBezTo>
                  <a:cubicBezTo>
                    <a:pt x="9974" y="3321"/>
                    <a:pt x="9968" y="3313"/>
                    <a:pt x="9961" y="3309"/>
                  </a:cubicBezTo>
                  <a:close/>
                  <a:moveTo>
                    <a:pt x="7006" y="8673"/>
                  </a:moveTo>
                  <a:cubicBezTo>
                    <a:pt x="7006" y="8707"/>
                    <a:pt x="7006" y="8740"/>
                    <a:pt x="7006" y="8773"/>
                  </a:cubicBezTo>
                  <a:cubicBezTo>
                    <a:pt x="7006" y="9040"/>
                    <a:pt x="7039" y="9307"/>
                    <a:pt x="7106" y="9541"/>
                  </a:cubicBezTo>
                  <a:cubicBezTo>
                    <a:pt x="7206" y="9941"/>
                    <a:pt x="7273" y="10341"/>
                    <a:pt x="7339" y="10775"/>
                  </a:cubicBezTo>
                  <a:cubicBezTo>
                    <a:pt x="7373" y="10875"/>
                    <a:pt x="7406" y="11008"/>
                    <a:pt x="7406" y="11142"/>
                  </a:cubicBezTo>
                  <a:cubicBezTo>
                    <a:pt x="7439" y="11275"/>
                    <a:pt x="7473" y="11442"/>
                    <a:pt x="7506" y="11609"/>
                  </a:cubicBezTo>
                  <a:cubicBezTo>
                    <a:pt x="7539" y="11842"/>
                    <a:pt x="7606" y="12042"/>
                    <a:pt x="7639" y="12242"/>
                  </a:cubicBezTo>
                  <a:lnTo>
                    <a:pt x="7639" y="12276"/>
                  </a:lnTo>
                  <a:cubicBezTo>
                    <a:pt x="7673" y="12409"/>
                    <a:pt x="7706" y="12543"/>
                    <a:pt x="7740" y="12676"/>
                  </a:cubicBezTo>
                  <a:lnTo>
                    <a:pt x="7773" y="12943"/>
                  </a:lnTo>
                  <a:cubicBezTo>
                    <a:pt x="7806" y="13043"/>
                    <a:pt x="7840" y="13143"/>
                    <a:pt x="7873" y="13243"/>
                  </a:cubicBezTo>
                  <a:cubicBezTo>
                    <a:pt x="7840" y="13176"/>
                    <a:pt x="7773" y="13076"/>
                    <a:pt x="7740" y="13010"/>
                  </a:cubicBezTo>
                  <a:cubicBezTo>
                    <a:pt x="7606" y="12743"/>
                    <a:pt x="7506" y="12476"/>
                    <a:pt x="7439" y="12242"/>
                  </a:cubicBezTo>
                  <a:cubicBezTo>
                    <a:pt x="7373" y="12042"/>
                    <a:pt x="7306" y="11876"/>
                    <a:pt x="7239" y="11709"/>
                  </a:cubicBezTo>
                  <a:cubicBezTo>
                    <a:pt x="7239" y="11642"/>
                    <a:pt x="7239" y="11609"/>
                    <a:pt x="7206" y="11575"/>
                  </a:cubicBezTo>
                  <a:cubicBezTo>
                    <a:pt x="7206" y="11475"/>
                    <a:pt x="7172" y="11375"/>
                    <a:pt x="7139" y="11275"/>
                  </a:cubicBezTo>
                  <a:cubicBezTo>
                    <a:pt x="7139" y="11142"/>
                    <a:pt x="7072" y="10975"/>
                    <a:pt x="7072" y="10841"/>
                  </a:cubicBezTo>
                  <a:cubicBezTo>
                    <a:pt x="7039" y="10675"/>
                    <a:pt x="7039" y="10508"/>
                    <a:pt x="7006" y="10341"/>
                  </a:cubicBezTo>
                  <a:cubicBezTo>
                    <a:pt x="7006" y="10141"/>
                    <a:pt x="6972" y="9974"/>
                    <a:pt x="6972" y="9807"/>
                  </a:cubicBezTo>
                  <a:cubicBezTo>
                    <a:pt x="6939" y="9607"/>
                    <a:pt x="6939" y="9374"/>
                    <a:pt x="6939" y="9174"/>
                  </a:cubicBezTo>
                  <a:cubicBezTo>
                    <a:pt x="6939" y="9007"/>
                    <a:pt x="6972" y="8840"/>
                    <a:pt x="7006" y="8673"/>
                  </a:cubicBezTo>
                  <a:close/>
                  <a:moveTo>
                    <a:pt x="16546" y="0"/>
                  </a:moveTo>
                  <a:cubicBezTo>
                    <a:pt x="16112" y="34"/>
                    <a:pt x="15712" y="67"/>
                    <a:pt x="15312" y="134"/>
                  </a:cubicBezTo>
                  <a:cubicBezTo>
                    <a:pt x="14811" y="201"/>
                    <a:pt x="14411" y="301"/>
                    <a:pt x="14044" y="401"/>
                  </a:cubicBezTo>
                  <a:cubicBezTo>
                    <a:pt x="13811" y="467"/>
                    <a:pt x="13577" y="534"/>
                    <a:pt x="13344" y="634"/>
                  </a:cubicBezTo>
                  <a:cubicBezTo>
                    <a:pt x="13444" y="701"/>
                    <a:pt x="13544" y="768"/>
                    <a:pt x="13610" y="834"/>
                  </a:cubicBezTo>
                  <a:cubicBezTo>
                    <a:pt x="13710" y="901"/>
                    <a:pt x="13844" y="1001"/>
                    <a:pt x="13944" y="1101"/>
                  </a:cubicBezTo>
                  <a:cubicBezTo>
                    <a:pt x="14044" y="1201"/>
                    <a:pt x="14177" y="1301"/>
                    <a:pt x="14278" y="1401"/>
                  </a:cubicBezTo>
                  <a:cubicBezTo>
                    <a:pt x="14478" y="1568"/>
                    <a:pt x="14678" y="1768"/>
                    <a:pt x="14845" y="1968"/>
                  </a:cubicBezTo>
                  <a:cubicBezTo>
                    <a:pt x="14945" y="2069"/>
                    <a:pt x="15045" y="2202"/>
                    <a:pt x="15111" y="2335"/>
                  </a:cubicBezTo>
                  <a:cubicBezTo>
                    <a:pt x="15178" y="2402"/>
                    <a:pt x="15212" y="2502"/>
                    <a:pt x="15278" y="2569"/>
                  </a:cubicBezTo>
                  <a:cubicBezTo>
                    <a:pt x="15345" y="2669"/>
                    <a:pt x="15412" y="2802"/>
                    <a:pt x="15478" y="2902"/>
                  </a:cubicBezTo>
                  <a:cubicBezTo>
                    <a:pt x="15578" y="3069"/>
                    <a:pt x="15645" y="3236"/>
                    <a:pt x="15745" y="3403"/>
                  </a:cubicBezTo>
                  <a:cubicBezTo>
                    <a:pt x="15879" y="3736"/>
                    <a:pt x="15979" y="4103"/>
                    <a:pt x="16012" y="4470"/>
                  </a:cubicBezTo>
                  <a:cubicBezTo>
                    <a:pt x="16045" y="4637"/>
                    <a:pt x="16045" y="4804"/>
                    <a:pt x="16045" y="5004"/>
                  </a:cubicBezTo>
                  <a:cubicBezTo>
                    <a:pt x="16079" y="5304"/>
                    <a:pt x="16079" y="5604"/>
                    <a:pt x="16112" y="5938"/>
                  </a:cubicBezTo>
                  <a:cubicBezTo>
                    <a:pt x="16112" y="6238"/>
                    <a:pt x="16146" y="6538"/>
                    <a:pt x="16212" y="6839"/>
                  </a:cubicBezTo>
                  <a:cubicBezTo>
                    <a:pt x="16246" y="7172"/>
                    <a:pt x="16279" y="7506"/>
                    <a:pt x="16346" y="7839"/>
                  </a:cubicBezTo>
                  <a:lnTo>
                    <a:pt x="16312" y="7839"/>
                  </a:lnTo>
                  <a:cubicBezTo>
                    <a:pt x="16246" y="7539"/>
                    <a:pt x="16146" y="7272"/>
                    <a:pt x="16045" y="7005"/>
                  </a:cubicBezTo>
                  <a:cubicBezTo>
                    <a:pt x="15979" y="6705"/>
                    <a:pt x="15912" y="6438"/>
                    <a:pt x="15812" y="6171"/>
                  </a:cubicBezTo>
                  <a:cubicBezTo>
                    <a:pt x="15779" y="6038"/>
                    <a:pt x="15779" y="5871"/>
                    <a:pt x="15745" y="5738"/>
                  </a:cubicBezTo>
                  <a:cubicBezTo>
                    <a:pt x="15712" y="5604"/>
                    <a:pt x="15679" y="5471"/>
                    <a:pt x="15679" y="5338"/>
                  </a:cubicBezTo>
                  <a:cubicBezTo>
                    <a:pt x="15612" y="5037"/>
                    <a:pt x="15578" y="4704"/>
                    <a:pt x="15512" y="4404"/>
                  </a:cubicBezTo>
                  <a:cubicBezTo>
                    <a:pt x="15445" y="4137"/>
                    <a:pt x="15378" y="3903"/>
                    <a:pt x="15245" y="3670"/>
                  </a:cubicBezTo>
                  <a:cubicBezTo>
                    <a:pt x="15212" y="3603"/>
                    <a:pt x="15178" y="3536"/>
                    <a:pt x="15145" y="3436"/>
                  </a:cubicBezTo>
                  <a:cubicBezTo>
                    <a:pt x="15011" y="3203"/>
                    <a:pt x="14878" y="2969"/>
                    <a:pt x="14711" y="2736"/>
                  </a:cubicBezTo>
                  <a:cubicBezTo>
                    <a:pt x="14578" y="2469"/>
                    <a:pt x="14411" y="2235"/>
                    <a:pt x="14211" y="2002"/>
                  </a:cubicBezTo>
                  <a:cubicBezTo>
                    <a:pt x="14111" y="1902"/>
                    <a:pt x="14011" y="1802"/>
                    <a:pt x="13944" y="1668"/>
                  </a:cubicBezTo>
                  <a:cubicBezTo>
                    <a:pt x="13644" y="1368"/>
                    <a:pt x="13377" y="1068"/>
                    <a:pt x="13077" y="768"/>
                  </a:cubicBezTo>
                  <a:lnTo>
                    <a:pt x="13010" y="734"/>
                  </a:lnTo>
                  <a:cubicBezTo>
                    <a:pt x="12510" y="901"/>
                    <a:pt x="11943" y="1068"/>
                    <a:pt x="11309" y="1268"/>
                  </a:cubicBezTo>
                  <a:cubicBezTo>
                    <a:pt x="11309" y="1268"/>
                    <a:pt x="11342" y="1301"/>
                    <a:pt x="11342" y="1335"/>
                  </a:cubicBezTo>
                  <a:cubicBezTo>
                    <a:pt x="11509" y="1535"/>
                    <a:pt x="11676" y="1735"/>
                    <a:pt x="11842" y="1968"/>
                  </a:cubicBezTo>
                  <a:cubicBezTo>
                    <a:pt x="11943" y="2102"/>
                    <a:pt x="12043" y="2202"/>
                    <a:pt x="12109" y="2335"/>
                  </a:cubicBezTo>
                  <a:cubicBezTo>
                    <a:pt x="12176" y="2469"/>
                    <a:pt x="12276" y="2569"/>
                    <a:pt x="12343" y="2702"/>
                  </a:cubicBezTo>
                  <a:cubicBezTo>
                    <a:pt x="12510" y="2936"/>
                    <a:pt x="12643" y="3203"/>
                    <a:pt x="12776" y="3470"/>
                  </a:cubicBezTo>
                  <a:cubicBezTo>
                    <a:pt x="12910" y="3770"/>
                    <a:pt x="13043" y="4103"/>
                    <a:pt x="13143" y="4470"/>
                  </a:cubicBezTo>
                  <a:cubicBezTo>
                    <a:pt x="13210" y="4670"/>
                    <a:pt x="13277" y="4871"/>
                    <a:pt x="13310" y="5104"/>
                  </a:cubicBezTo>
                  <a:cubicBezTo>
                    <a:pt x="13377" y="5404"/>
                    <a:pt x="13444" y="5704"/>
                    <a:pt x="13510" y="6038"/>
                  </a:cubicBezTo>
                  <a:cubicBezTo>
                    <a:pt x="13610" y="6672"/>
                    <a:pt x="13610" y="7306"/>
                    <a:pt x="13610" y="7973"/>
                  </a:cubicBezTo>
                  <a:cubicBezTo>
                    <a:pt x="13577" y="7706"/>
                    <a:pt x="13510" y="7439"/>
                    <a:pt x="13444" y="7172"/>
                  </a:cubicBezTo>
                  <a:lnTo>
                    <a:pt x="13444" y="7139"/>
                  </a:lnTo>
                  <a:cubicBezTo>
                    <a:pt x="13410" y="7039"/>
                    <a:pt x="13410" y="6939"/>
                    <a:pt x="13377" y="6805"/>
                  </a:cubicBezTo>
                  <a:cubicBezTo>
                    <a:pt x="13277" y="6505"/>
                    <a:pt x="13210" y="6205"/>
                    <a:pt x="13110" y="5905"/>
                  </a:cubicBezTo>
                  <a:cubicBezTo>
                    <a:pt x="13010" y="5604"/>
                    <a:pt x="12910" y="5271"/>
                    <a:pt x="12810" y="4937"/>
                  </a:cubicBezTo>
                  <a:cubicBezTo>
                    <a:pt x="12643" y="4404"/>
                    <a:pt x="12443" y="3870"/>
                    <a:pt x="12209" y="3336"/>
                  </a:cubicBezTo>
                  <a:cubicBezTo>
                    <a:pt x="12176" y="3203"/>
                    <a:pt x="12109" y="3069"/>
                    <a:pt x="12043" y="2969"/>
                  </a:cubicBezTo>
                  <a:cubicBezTo>
                    <a:pt x="11976" y="2802"/>
                    <a:pt x="11909" y="2669"/>
                    <a:pt x="11842" y="2536"/>
                  </a:cubicBezTo>
                  <a:lnTo>
                    <a:pt x="11542" y="2035"/>
                  </a:lnTo>
                  <a:cubicBezTo>
                    <a:pt x="11476" y="1868"/>
                    <a:pt x="11375" y="1735"/>
                    <a:pt x="11309" y="1602"/>
                  </a:cubicBezTo>
                  <a:cubicBezTo>
                    <a:pt x="11242" y="1501"/>
                    <a:pt x="11209" y="1401"/>
                    <a:pt x="11142" y="1301"/>
                  </a:cubicBezTo>
                  <a:cubicBezTo>
                    <a:pt x="11109" y="1301"/>
                    <a:pt x="11075" y="1335"/>
                    <a:pt x="11042" y="1335"/>
                  </a:cubicBezTo>
                  <a:cubicBezTo>
                    <a:pt x="10508" y="1501"/>
                    <a:pt x="10008" y="1635"/>
                    <a:pt x="9507" y="1768"/>
                  </a:cubicBezTo>
                  <a:cubicBezTo>
                    <a:pt x="9541" y="1935"/>
                    <a:pt x="9608" y="2102"/>
                    <a:pt x="9708" y="2269"/>
                  </a:cubicBezTo>
                  <a:cubicBezTo>
                    <a:pt x="9874" y="2569"/>
                    <a:pt x="10041" y="2836"/>
                    <a:pt x="10241" y="3103"/>
                  </a:cubicBezTo>
                  <a:cubicBezTo>
                    <a:pt x="10341" y="3269"/>
                    <a:pt x="10441" y="3436"/>
                    <a:pt x="10542" y="3603"/>
                  </a:cubicBezTo>
                  <a:cubicBezTo>
                    <a:pt x="10675" y="3803"/>
                    <a:pt x="10775" y="4003"/>
                    <a:pt x="10875" y="4237"/>
                  </a:cubicBezTo>
                  <a:cubicBezTo>
                    <a:pt x="11009" y="4437"/>
                    <a:pt x="11109" y="4637"/>
                    <a:pt x="11209" y="4871"/>
                  </a:cubicBezTo>
                  <a:cubicBezTo>
                    <a:pt x="11309" y="5104"/>
                    <a:pt x="11409" y="5338"/>
                    <a:pt x="11476" y="5604"/>
                  </a:cubicBezTo>
                  <a:cubicBezTo>
                    <a:pt x="11576" y="5905"/>
                    <a:pt x="11609" y="6205"/>
                    <a:pt x="11642" y="6538"/>
                  </a:cubicBezTo>
                  <a:cubicBezTo>
                    <a:pt x="11642" y="6805"/>
                    <a:pt x="11676" y="7072"/>
                    <a:pt x="11676" y="7306"/>
                  </a:cubicBezTo>
                  <a:cubicBezTo>
                    <a:pt x="11676" y="7439"/>
                    <a:pt x="11676" y="7572"/>
                    <a:pt x="11676" y="7673"/>
                  </a:cubicBezTo>
                  <a:cubicBezTo>
                    <a:pt x="11709" y="7806"/>
                    <a:pt x="11709" y="7939"/>
                    <a:pt x="11709" y="8073"/>
                  </a:cubicBezTo>
                  <a:cubicBezTo>
                    <a:pt x="11709" y="8206"/>
                    <a:pt x="11709" y="8340"/>
                    <a:pt x="11742" y="8473"/>
                  </a:cubicBezTo>
                  <a:cubicBezTo>
                    <a:pt x="11742" y="8607"/>
                    <a:pt x="11776" y="8773"/>
                    <a:pt x="11809" y="8907"/>
                  </a:cubicBezTo>
                  <a:cubicBezTo>
                    <a:pt x="11709" y="8707"/>
                    <a:pt x="11642" y="8506"/>
                    <a:pt x="11609" y="8273"/>
                  </a:cubicBezTo>
                  <a:cubicBezTo>
                    <a:pt x="11542" y="8073"/>
                    <a:pt x="11509" y="7873"/>
                    <a:pt x="11476" y="7673"/>
                  </a:cubicBezTo>
                  <a:lnTo>
                    <a:pt x="11375" y="7072"/>
                  </a:lnTo>
                  <a:cubicBezTo>
                    <a:pt x="11309" y="6805"/>
                    <a:pt x="11275" y="6505"/>
                    <a:pt x="11209" y="6205"/>
                  </a:cubicBezTo>
                  <a:cubicBezTo>
                    <a:pt x="11142" y="5971"/>
                    <a:pt x="11075" y="5704"/>
                    <a:pt x="10975" y="5438"/>
                  </a:cubicBezTo>
                  <a:cubicBezTo>
                    <a:pt x="10908" y="5271"/>
                    <a:pt x="10842" y="5137"/>
                    <a:pt x="10742" y="4971"/>
                  </a:cubicBezTo>
                  <a:cubicBezTo>
                    <a:pt x="10675" y="4770"/>
                    <a:pt x="10575" y="4570"/>
                    <a:pt x="10475" y="4370"/>
                  </a:cubicBezTo>
                  <a:cubicBezTo>
                    <a:pt x="10408" y="4203"/>
                    <a:pt x="10308" y="4003"/>
                    <a:pt x="10208" y="3803"/>
                  </a:cubicBezTo>
                  <a:cubicBezTo>
                    <a:pt x="10108" y="3636"/>
                    <a:pt x="10041" y="3470"/>
                    <a:pt x="9941" y="3303"/>
                  </a:cubicBezTo>
                  <a:lnTo>
                    <a:pt x="9941" y="3303"/>
                  </a:lnTo>
                  <a:cubicBezTo>
                    <a:pt x="9941" y="3303"/>
                    <a:pt x="9952" y="3303"/>
                    <a:pt x="9961" y="3309"/>
                  </a:cubicBezTo>
                  <a:lnTo>
                    <a:pt x="9961" y="3309"/>
                  </a:lnTo>
                  <a:cubicBezTo>
                    <a:pt x="9899" y="3184"/>
                    <a:pt x="9836" y="3060"/>
                    <a:pt x="9774" y="2936"/>
                  </a:cubicBezTo>
                  <a:cubicBezTo>
                    <a:pt x="9674" y="2702"/>
                    <a:pt x="9541" y="2502"/>
                    <a:pt x="9474" y="2302"/>
                  </a:cubicBezTo>
                  <a:cubicBezTo>
                    <a:pt x="9407" y="2135"/>
                    <a:pt x="9374" y="2002"/>
                    <a:pt x="9341" y="1835"/>
                  </a:cubicBezTo>
                  <a:cubicBezTo>
                    <a:pt x="9241" y="1868"/>
                    <a:pt x="9141" y="1902"/>
                    <a:pt x="9007" y="1902"/>
                  </a:cubicBezTo>
                  <a:cubicBezTo>
                    <a:pt x="8640" y="2002"/>
                    <a:pt x="8273" y="2102"/>
                    <a:pt x="7906" y="2202"/>
                  </a:cubicBezTo>
                  <a:cubicBezTo>
                    <a:pt x="7973" y="2302"/>
                    <a:pt x="8006" y="2435"/>
                    <a:pt x="8073" y="2536"/>
                  </a:cubicBezTo>
                  <a:cubicBezTo>
                    <a:pt x="8173" y="2869"/>
                    <a:pt x="8240" y="3203"/>
                    <a:pt x="8307" y="3570"/>
                  </a:cubicBezTo>
                  <a:cubicBezTo>
                    <a:pt x="8307" y="3536"/>
                    <a:pt x="8307" y="3536"/>
                    <a:pt x="8307" y="3536"/>
                  </a:cubicBezTo>
                  <a:cubicBezTo>
                    <a:pt x="8340" y="3570"/>
                    <a:pt x="8340" y="3636"/>
                    <a:pt x="8340" y="3670"/>
                  </a:cubicBezTo>
                  <a:cubicBezTo>
                    <a:pt x="8407" y="4003"/>
                    <a:pt x="8473" y="4337"/>
                    <a:pt x="8540" y="4670"/>
                  </a:cubicBezTo>
                  <a:cubicBezTo>
                    <a:pt x="8573" y="4904"/>
                    <a:pt x="8607" y="5171"/>
                    <a:pt x="8640" y="5404"/>
                  </a:cubicBezTo>
                  <a:cubicBezTo>
                    <a:pt x="8740" y="6005"/>
                    <a:pt x="8807" y="6605"/>
                    <a:pt x="8874" y="7206"/>
                  </a:cubicBezTo>
                  <a:cubicBezTo>
                    <a:pt x="8840" y="7072"/>
                    <a:pt x="8807" y="6939"/>
                    <a:pt x="8774" y="6805"/>
                  </a:cubicBezTo>
                  <a:cubicBezTo>
                    <a:pt x="8674" y="6205"/>
                    <a:pt x="8540" y="5604"/>
                    <a:pt x="8440" y="5004"/>
                  </a:cubicBezTo>
                  <a:cubicBezTo>
                    <a:pt x="8373" y="4704"/>
                    <a:pt x="8307" y="4437"/>
                    <a:pt x="8273" y="4170"/>
                  </a:cubicBezTo>
                  <a:lnTo>
                    <a:pt x="8207" y="3703"/>
                  </a:lnTo>
                  <a:lnTo>
                    <a:pt x="8140" y="3369"/>
                  </a:lnTo>
                  <a:cubicBezTo>
                    <a:pt x="8106" y="3169"/>
                    <a:pt x="8073" y="2969"/>
                    <a:pt x="8006" y="2769"/>
                  </a:cubicBezTo>
                  <a:cubicBezTo>
                    <a:pt x="7973" y="2602"/>
                    <a:pt x="7940" y="2402"/>
                    <a:pt x="7873" y="2235"/>
                  </a:cubicBezTo>
                  <a:cubicBezTo>
                    <a:pt x="7873" y="2235"/>
                    <a:pt x="7873" y="2202"/>
                    <a:pt x="7873" y="2202"/>
                  </a:cubicBezTo>
                  <a:cubicBezTo>
                    <a:pt x="7573" y="2269"/>
                    <a:pt x="7306" y="2335"/>
                    <a:pt x="7006" y="2402"/>
                  </a:cubicBezTo>
                  <a:lnTo>
                    <a:pt x="6572" y="2502"/>
                  </a:lnTo>
                  <a:cubicBezTo>
                    <a:pt x="6339" y="2569"/>
                    <a:pt x="6072" y="2636"/>
                    <a:pt x="5838" y="2702"/>
                  </a:cubicBezTo>
                  <a:cubicBezTo>
                    <a:pt x="5838" y="2802"/>
                    <a:pt x="5838" y="2902"/>
                    <a:pt x="5838" y="3003"/>
                  </a:cubicBezTo>
                  <a:cubicBezTo>
                    <a:pt x="5872" y="3303"/>
                    <a:pt x="5872" y="3636"/>
                    <a:pt x="5905" y="3937"/>
                  </a:cubicBezTo>
                  <a:cubicBezTo>
                    <a:pt x="5972" y="4537"/>
                    <a:pt x="6072" y="5137"/>
                    <a:pt x="6172" y="5738"/>
                  </a:cubicBezTo>
                  <a:cubicBezTo>
                    <a:pt x="6238" y="5971"/>
                    <a:pt x="6305" y="6205"/>
                    <a:pt x="6372" y="6405"/>
                  </a:cubicBezTo>
                  <a:cubicBezTo>
                    <a:pt x="6439" y="6572"/>
                    <a:pt x="6539" y="6705"/>
                    <a:pt x="6605" y="6872"/>
                  </a:cubicBezTo>
                  <a:cubicBezTo>
                    <a:pt x="6672" y="7039"/>
                    <a:pt x="6739" y="7172"/>
                    <a:pt x="6839" y="7339"/>
                  </a:cubicBezTo>
                  <a:cubicBezTo>
                    <a:pt x="6839" y="7372"/>
                    <a:pt x="6872" y="7406"/>
                    <a:pt x="6906" y="7439"/>
                  </a:cubicBezTo>
                  <a:lnTo>
                    <a:pt x="6872" y="7439"/>
                  </a:lnTo>
                  <a:cubicBezTo>
                    <a:pt x="6739" y="7272"/>
                    <a:pt x="6605" y="7105"/>
                    <a:pt x="6472" y="6905"/>
                  </a:cubicBezTo>
                  <a:cubicBezTo>
                    <a:pt x="6372" y="6772"/>
                    <a:pt x="6305" y="6672"/>
                    <a:pt x="6205" y="6538"/>
                  </a:cubicBezTo>
                  <a:cubicBezTo>
                    <a:pt x="6172" y="6438"/>
                    <a:pt x="6105" y="6338"/>
                    <a:pt x="6038" y="6205"/>
                  </a:cubicBezTo>
                  <a:cubicBezTo>
                    <a:pt x="5938" y="5971"/>
                    <a:pt x="5838" y="5704"/>
                    <a:pt x="5805" y="5438"/>
                  </a:cubicBezTo>
                  <a:cubicBezTo>
                    <a:pt x="5705" y="5171"/>
                    <a:pt x="5671" y="4871"/>
                    <a:pt x="5638" y="4604"/>
                  </a:cubicBezTo>
                  <a:cubicBezTo>
                    <a:pt x="5605" y="4303"/>
                    <a:pt x="5605" y="4037"/>
                    <a:pt x="5605" y="3770"/>
                  </a:cubicBezTo>
                  <a:cubicBezTo>
                    <a:pt x="5638" y="3470"/>
                    <a:pt x="5638" y="3169"/>
                    <a:pt x="5671" y="2902"/>
                  </a:cubicBezTo>
                  <a:cubicBezTo>
                    <a:pt x="5671" y="2836"/>
                    <a:pt x="5671" y="2802"/>
                    <a:pt x="5671" y="2736"/>
                  </a:cubicBezTo>
                  <a:lnTo>
                    <a:pt x="5638" y="2736"/>
                  </a:lnTo>
                  <a:cubicBezTo>
                    <a:pt x="5304" y="2836"/>
                    <a:pt x="4904" y="2902"/>
                    <a:pt x="4471" y="2969"/>
                  </a:cubicBezTo>
                  <a:cubicBezTo>
                    <a:pt x="4437" y="3036"/>
                    <a:pt x="4437" y="3103"/>
                    <a:pt x="4404" y="3136"/>
                  </a:cubicBezTo>
                  <a:cubicBezTo>
                    <a:pt x="4404" y="3203"/>
                    <a:pt x="4370" y="3236"/>
                    <a:pt x="4370" y="3269"/>
                  </a:cubicBezTo>
                  <a:cubicBezTo>
                    <a:pt x="4304" y="3403"/>
                    <a:pt x="4270" y="3536"/>
                    <a:pt x="4204" y="3670"/>
                  </a:cubicBezTo>
                  <a:cubicBezTo>
                    <a:pt x="4137" y="3870"/>
                    <a:pt x="4037" y="4070"/>
                    <a:pt x="3937" y="4270"/>
                  </a:cubicBezTo>
                  <a:cubicBezTo>
                    <a:pt x="3837" y="4504"/>
                    <a:pt x="3737" y="4704"/>
                    <a:pt x="3637" y="4937"/>
                  </a:cubicBezTo>
                  <a:cubicBezTo>
                    <a:pt x="3570" y="5071"/>
                    <a:pt x="3503" y="5204"/>
                    <a:pt x="3436" y="5338"/>
                  </a:cubicBezTo>
                  <a:cubicBezTo>
                    <a:pt x="3270" y="5638"/>
                    <a:pt x="3170" y="5938"/>
                    <a:pt x="3070" y="6238"/>
                  </a:cubicBezTo>
                  <a:cubicBezTo>
                    <a:pt x="2969" y="6572"/>
                    <a:pt x="2903" y="6872"/>
                    <a:pt x="2869" y="7206"/>
                  </a:cubicBezTo>
                  <a:cubicBezTo>
                    <a:pt x="2836" y="7439"/>
                    <a:pt x="2803" y="7673"/>
                    <a:pt x="2803" y="7906"/>
                  </a:cubicBezTo>
                  <a:cubicBezTo>
                    <a:pt x="2769" y="8173"/>
                    <a:pt x="2769" y="8473"/>
                    <a:pt x="2736" y="8740"/>
                  </a:cubicBezTo>
                  <a:lnTo>
                    <a:pt x="2736" y="8773"/>
                  </a:lnTo>
                  <a:cubicBezTo>
                    <a:pt x="2736" y="9074"/>
                    <a:pt x="2736" y="9407"/>
                    <a:pt x="2803" y="9707"/>
                  </a:cubicBezTo>
                  <a:cubicBezTo>
                    <a:pt x="2836" y="9841"/>
                    <a:pt x="2836" y="10008"/>
                    <a:pt x="2869" y="10141"/>
                  </a:cubicBezTo>
                  <a:cubicBezTo>
                    <a:pt x="2903" y="10374"/>
                    <a:pt x="2936" y="10641"/>
                    <a:pt x="3003" y="10875"/>
                  </a:cubicBezTo>
                  <a:cubicBezTo>
                    <a:pt x="2903" y="10641"/>
                    <a:pt x="2836" y="10408"/>
                    <a:pt x="2736" y="10141"/>
                  </a:cubicBezTo>
                  <a:cubicBezTo>
                    <a:pt x="2703" y="10008"/>
                    <a:pt x="2669" y="9874"/>
                    <a:pt x="2603" y="9741"/>
                  </a:cubicBezTo>
                  <a:cubicBezTo>
                    <a:pt x="2569" y="9574"/>
                    <a:pt x="2536" y="9440"/>
                    <a:pt x="2502" y="9274"/>
                  </a:cubicBezTo>
                  <a:cubicBezTo>
                    <a:pt x="2469" y="9107"/>
                    <a:pt x="2436" y="8940"/>
                    <a:pt x="2436" y="8773"/>
                  </a:cubicBezTo>
                  <a:cubicBezTo>
                    <a:pt x="2402" y="8473"/>
                    <a:pt x="2402" y="8140"/>
                    <a:pt x="2402" y="7839"/>
                  </a:cubicBezTo>
                  <a:cubicBezTo>
                    <a:pt x="2402" y="7706"/>
                    <a:pt x="2402" y="7572"/>
                    <a:pt x="2436" y="7439"/>
                  </a:cubicBezTo>
                  <a:cubicBezTo>
                    <a:pt x="2436" y="7272"/>
                    <a:pt x="2436" y="7105"/>
                    <a:pt x="2469" y="6939"/>
                  </a:cubicBezTo>
                  <a:cubicBezTo>
                    <a:pt x="2536" y="6572"/>
                    <a:pt x="2603" y="6238"/>
                    <a:pt x="2736" y="5905"/>
                  </a:cubicBezTo>
                  <a:cubicBezTo>
                    <a:pt x="2869" y="5638"/>
                    <a:pt x="3003" y="5371"/>
                    <a:pt x="3136" y="5137"/>
                  </a:cubicBezTo>
                  <a:lnTo>
                    <a:pt x="3370" y="4770"/>
                  </a:lnTo>
                  <a:cubicBezTo>
                    <a:pt x="3436" y="4637"/>
                    <a:pt x="3503" y="4537"/>
                    <a:pt x="3603" y="4437"/>
                  </a:cubicBezTo>
                  <a:cubicBezTo>
                    <a:pt x="3670" y="4270"/>
                    <a:pt x="3770" y="4137"/>
                    <a:pt x="3837" y="4003"/>
                  </a:cubicBezTo>
                  <a:cubicBezTo>
                    <a:pt x="3903" y="3903"/>
                    <a:pt x="3970" y="3803"/>
                    <a:pt x="4004" y="3703"/>
                  </a:cubicBezTo>
                  <a:cubicBezTo>
                    <a:pt x="4037" y="3636"/>
                    <a:pt x="4070" y="3570"/>
                    <a:pt x="4137" y="3503"/>
                  </a:cubicBezTo>
                  <a:cubicBezTo>
                    <a:pt x="4170" y="3403"/>
                    <a:pt x="4204" y="3303"/>
                    <a:pt x="4270" y="3203"/>
                  </a:cubicBezTo>
                  <a:cubicBezTo>
                    <a:pt x="4303" y="3170"/>
                    <a:pt x="4335" y="3075"/>
                    <a:pt x="4337" y="3008"/>
                  </a:cubicBezTo>
                  <a:lnTo>
                    <a:pt x="4337" y="3008"/>
                  </a:lnTo>
                  <a:cubicBezTo>
                    <a:pt x="3979" y="3071"/>
                    <a:pt x="3591" y="3104"/>
                    <a:pt x="3203" y="3136"/>
                  </a:cubicBezTo>
                  <a:cubicBezTo>
                    <a:pt x="2969" y="3169"/>
                    <a:pt x="2769" y="3203"/>
                    <a:pt x="2536" y="3203"/>
                  </a:cubicBezTo>
                  <a:cubicBezTo>
                    <a:pt x="2502" y="3236"/>
                    <a:pt x="2469" y="3269"/>
                    <a:pt x="2436" y="3303"/>
                  </a:cubicBezTo>
                  <a:cubicBezTo>
                    <a:pt x="2369" y="3369"/>
                    <a:pt x="2302" y="3436"/>
                    <a:pt x="2236" y="3536"/>
                  </a:cubicBezTo>
                  <a:cubicBezTo>
                    <a:pt x="2169" y="3603"/>
                    <a:pt x="2102" y="3670"/>
                    <a:pt x="2035" y="3770"/>
                  </a:cubicBezTo>
                  <a:cubicBezTo>
                    <a:pt x="1835" y="3970"/>
                    <a:pt x="1669" y="4170"/>
                    <a:pt x="1502" y="4370"/>
                  </a:cubicBezTo>
                  <a:cubicBezTo>
                    <a:pt x="1435" y="4470"/>
                    <a:pt x="1368" y="4537"/>
                    <a:pt x="1302" y="4637"/>
                  </a:cubicBezTo>
                  <a:lnTo>
                    <a:pt x="1068" y="4971"/>
                  </a:lnTo>
                  <a:cubicBezTo>
                    <a:pt x="968" y="5137"/>
                    <a:pt x="868" y="5271"/>
                    <a:pt x="801" y="5438"/>
                  </a:cubicBezTo>
                  <a:cubicBezTo>
                    <a:pt x="768" y="5504"/>
                    <a:pt x="701" y="5604"/>
                    <a:pt x="668" y="5671"/>
                  </a:cubicBezTo>
                  <a:cubicBezTo>
                    <a:pt x="634" y="5771"/>
                    <a:pt x="568" y="5871"/>
                    <a:pt x="534" y="5971"/>
                  </a:cubicBezTo>
                  <a:cubicBezTo>
                    <a:pt x="501" y="6071"/>
                    <a:pt x="468" y="6171"/>
                    <a:pt x="401" y="6272"/>
                  </a:cubicBezTo>
                  <a:cubicBezTo>
                    <a:pt x="368" y="6338"/>
                    <a:pt x="368" y="6405"/>
                    <a:pt x="334" y="6505"/>
                  </a:cubicBezTo>
                  <a:cubicBezTo>
                    <a:pt x="301" y="6572"/>
                    <a:pt x="268" y="6672"/>
                    <a:pt x="234" y="6772"/>
                  </a:cubicBezTo>
                  <a:cubicBezTo>
                    <a:pt x="201" y="6839"/>
                    <a:pt x="167" y="6939"/>
                    <a:pt x="134" y="7005"/>
                  </a:cubicBezTo>
                  <a:cubicBezTo>
                    <a:pt x="134" y="7105"/>
                    <a:pt x="101" y="7172"/>
                    <a:pt x="67" y="7272"/>
                  </a:cubicBezTo>
                  <a:cubicBezTo>
                    <a:pt x="67" y="7339"/>
                    <a:pt x="34" y="7439"/>
                    <a:pt x="34" y="7539"/>
                  </a:cubicBezTo>
                  <a:cubicBezTo>
                    <a:pt x="1" y="7673"/>
                    <a:pt x="1" y="7806"/>
                    <a:pt x="1" y="7973"/>
                  </a:cubicBezTo>
                  <a:cubicBezTo>
                    <a:pt x="1" y="8240"/>
                    <a:pt x="1" y="8473"/>
                    <a:pt x="1" y="8740"/>
                  </a:cubicBezTo>
                  <a:cubicBezTo>
                    <a:pt x="34" y="8907"/>
                    <a:pt x="34" y="9040"/>
                    <a:pt x="34" y="9207"/>
                  </a:cubicBezTo>
                  <a:cubicBezTo>
                    <a:pt x="67" y="9307"/>
                    <a:pt x="67" y="9440"/>
                    <a:pt x="101" y="9574"/>
                  </a:cubicBezTo>
                  <a:cubicBezTo>
                    <a:pt x="101" y="9641"/>
                    <a:pt x="134" y="9741"/>
                    <a:pt x="167" y="9807"/>
                  </a:cubicBezTo>
                  <a:cubicBezTo>
                    <a:pt x="201" y="9941"/>
                    <a:pt x="234" y="10041"/>
                    <a:pt x="301" y="10141"/>
                  </a:cubicBezTo>
                  <a:cubicBezTo>
                    <a:pt x="334" y="10241"/>
                    <a:pt x="368" y="10341"/>
                    <a:pt x="401" y="10408"/>
                  </a:cubicBezTo>
                  <a:cubicBezTo>
                    <a:pt x="468" y="10541"/>
                    <a:pt x="534" y="10675"/>
                    <a:pt x="568" y="10808"/>
                  </a:cubicBezTo>
                  <a:cubicBezTo>
                    <a:pt x="701" y="11142"/>
                    <a:pt x="768" y="11475"/>
                    <a:pt x="801" y="11842"/>
                  </a:cubicBezTo>
                  <a:cubicBezTo>
                    <a:pt x="801" y="11976"/>
                    <a:pt x="801" y="12142"/>
                    <a:pt x="835" y="12276"/>
                  </a:cubicBezTo>
                  <a:cubicBezTo>
                    <a:pt x="835" y="12409"/>
                    <a:pt x="835" y="12509"/>
                    <a:pt x="835" y="12643"/>
                  </a:cubicBezTo>
                  <a:cubicBezTo>
                    <a:pt x="868" y="12776"/>
                    <a:pt x="868" y="12876"/>
                    <a:pt x="868" y="13010"/>
                  </a:cubicBezTo>
                  <a:cubicBezTo>
                    <a:pt x="901" y="13243"/>
                    <a:pt x="935" y="13510"/>
                    <a:pt x="968" y="13744"/>
                  </a:cubicBezTo>
                  <a:cubicBezTo>
                    <a:pt x="1001" y="13877"/>
                    <a:pt x="1035" y="14010"/>
                    <a:pt x="1035" y="14110"/>
                  </a:cubicBezTo>
                  <a:cubicBezTo>
                    <a:pt x="1068" y="14311"/>
                    <a:pt x="1101" y="14477"/>
                    <a:pt x="1135" y="14644"/>
                  </a:cubicBezTo>
                  <a:cubicBezTo>
                    <a:pt x="1235" y="15044"/>
                    <a:pt x="1368" y="15378"/>
                    <a:pt x="1535" y="15745"/>
                  </a:cubicBezTo>
                  <a:cubicBezTo>
                    <a:pt x="1568" y="15845"/>
                    <a:pt x="1602" y="15978"/>
                    <a:pt x="1669" y="16079"/>
                  </a:cubicBezTo>
                  <a:cubicBezTo>
                    <a:pt x="2035" y="16112"/>
                    <a:pt x="2436" y="16145"/>
                    <a:pt x="2869" y="16179"/>
                  </a:cubicBezTo>
                  <a:cubicBezTo>
                    <a:pt x="3303" y="16212"/>
                    <a:pt x="3737" y="16212"/>
                    <a:pt x="4204" y="16212"/>
                  </a:cubicBezTo>
                  <a:cubicBezTo>
                    <a:pt x="4137" y="16112"/>
                    <a:pt x="4070" y="16012"/>
                    <a:pt x="4004" y="15912"/>
                  </a:cubicBezTo>
                  <a:cubicBezTo>
                    <a:pt x="3870" y="15678"/>
                    <a:pt x="3737" y="15478"/>
                    <a:pt x="3603" y="15245"/>
                  </a:cubicBezTo>
                  <a:cubicBezTo>
                    <a:pt x="3303" y="14711"/>
                    <a:pt x="3070" y="14144"/>
                    <a:pt x="2803" y="13610"/>
                  </a:cubicBezTo>
                  <a:lnTo>
                    <a:pt x="2836" y="13610"/>
                  </a:lnTo>
                  <a:cubicBezTo>
                    <a:pt x="3103" y="14044"/>
                    <a:pt x="3403" y="14477"/>
                    <a:pt x="3670" y="14911"/>
                  </a:cubicBezTo>
                  <a:cubicBezTo>
                    <a:pt x="3803" y="15111"/>
                    <a:pt x="3937" y="15311"/>
                    <a:pt x="4037" y="15545"/>
                  </a:cubicBezTo>
                  <a:cubicBezTo>
                    <a:pt x="4170" y="15745"/>
                    <a:pt x="4304" y="15945"/>
                    <a:pt x="4404" y="16145"/>
                  </a:cubicBezTo>
                  <a:cubicBezTo>
                    <a:pt x="4404" y="16179"/>
                    <a:pt x="4437" y="16179"/>
                    <a:pt x="4437" y="16212"/>
                  </a:cubicBezTo>
                  <a:cubicBezTo>
                    <a:pt x="4671" y="16212"/>
                    <a:pt x="4938" y="16179"/>
                    <a:pt x="5204" y="16179"/>
                  </a:cubicBezTo>
                  <a:cubicBezTo>
                    <a:pt x="5405" y="16145"/>
                    <a:pt x="5571" y="16145"/>
                    <a:pt x="5771" y="16112"/>
                  </a:cubicBezTo>
                  <a:cubicBezTo>
                    <a:pt x="5571" y="15845"/>
                    <a:pt x="5405" y="15545"/>
                    <a:pt x="5204" y="15278"/>
                  </a:cubicBezTo>
                  <a:cubicBezTo>
                    <a:pt x="4938" y="14844"/>
                    <a:pt x="4637" y="14411"/>
                    <a:pt x="4471" y="13910"/>
                  </a:cubicBezTo>
                  <a:cubicBezTo>
                    <a:pt x="4404" y="13710"/>
                    <a:pt x="4337" y="13510"/>
                    <a:pt x="4304" y="13310"/>
                  </a:cubicBezTo>
                  <a:cubicBezTo>
                    <a:pt x="4270" y="13143"/>
                    <a:pt x="4237" y="12943"/>
                    <a:pt x="4237" y="12743"/>
                  </a:cubicBezTo>
                  <a:cubicBezTo>
                    <a:pt x="4237" y="12543"/>
                    <a:pt x="4237" y="12343"/>
                    <a:pt x="4237" y="12142"/>
                  </a:cubicBezTo>
                  <a:cubicBezTo>
                    <a:pt x="4237" y="11842"/>
                    <a:pt x="4237" y="11509"/>
                    <a:pt x="4270" y="11208"/>
                  </a:cubicBezTo>
                  <a:cubicBezTo>
                    <a:pt x="4270" y="10908"/>
                    <a:pt x="4270" y="10608"/>
                    <a:pt x="4304" y="10308"/>
                  </a:cubicBezTo>
                  <a:cubicBezTo>
                    <a:pt x="4337" y="10541"/>
                    <a:pt x="4370" y="10741"/>
                    <a:pt x="4370" y="10975"/>
                  </a:cubicBezTo>
                  <a:cubicBezTo>
                    <a:pt x="4404" y="11142"/>
                    <a:pt x="4437" y="11342"/>
                    <a:pt x="4437" y="11509"/>
                  </a:cubicBezTo>
                  <a:cubicBezTo>
                    <a:pt x="4471" y="11742"/>
                    <a:pt x="4504" y="11976"/>
                    <a:pt x="4504" y="12209"/>
                  </a:cubicBezTo>
                  <a:cubicBezTo>
                    <a:pt x="4537" y="12576"/>
                    <a:pt x="4604" y="12943"/>
                    <a:pt x="4671" y="13277"/>
                  </a:cubicBezTo>
                  <a:lnTo>
                    <a:pt x="4671" y="13310"/>
                  </a:lnTo>
                  <a:cubicBezTo>
                    <a:pt x="4737" y="13577"/>
                    <a:pt x="4804" y="13844"/>
                    <a:pt x="4904" y="14110"/>
                  </a:cubicBezTo>
                  <a:cubicBezTo>
                    <a:pt x="5004" y="14311"/>
                    <a:pt x="5104" y="14511"/>
                    <a:pt x="5204" y="14711"/>
                  </a:cubicBezTo>
                  <a:cubicBezTo>
                    <a:pt x="5271" y="14878"/>
                    <a:pt x="5371" y="15044"/>
                    <a:pt x="5438" y="15245"/>
                  </a:cubicBezTo>
                  <a:cubicBezTo>
                    <a:pt x="5571" y="15511"/>
                    <a:pt x="5738" y="15812"/>
                    <a:pt x="5872" y="16112"/>
                  </a:cubicBezTo>
                  <a:cubicBezTo>
                    <a:pt x="6305" y="16045"/>
                    <a:pt x="6772" y="15978"/>
                    <a:pt x="7206" y="15912"/>
                  </a:cubicBezTo>
                  <a:cubicBezTo>
                    <a:pt x="7439" y="15878"/>
                    <a:pt x="7673" y="15812"/>
                    <a:pt x="7873" y="15778"/>
                  </a:cubicBezTo>
                  <a:cubicBezTo>
                    <a:pt x="7873" y="15745"/>
                    <a:pt x="7840" y="15678"/>
                    <a:pt x="7840" y="15645"/>
                  </a:cubicBezTo>
                  <a:lnTo>
                    <a:pt x="7806" y="15645"/>
                  </a:lnTo>
                  <a:cubicBezTo>
                    <a:pt x="7673" y="15378"/>
                    <a:pt x="7539" y="15145"/>
                    <a:pt x="7339" y="14911"/>
                  </a:cubicBezTo>
                  <a:cubicBezTo>
                    <a:pt x="7273" y="14811"/>
                    <a:pt x="7172" y="14678"/>
                    <a:pt x="7072" y="14577"/>
                  </a:cubicBezTo>
                  <a:cubicBezTo>
                    <a:pt x="6906" y="14344"/>
                    <a:pt x="6705" y="14144"/>
                    <a:pt x="6539" y="13910"/>
                  </a:cubicBezTo>
                  <a:cubicBezTo>
                    <a:pt x="6439" y="13777"/>
                    <a:pt x="6339" y="13643"/>
                    <a:pt x="6205" y="13477"/>
                  </a:cubicBezTo>
                  <a:cubicBezTo>
                    <a:pt x="6172" y="13443"/>
                    <a:pt x="6172" y="13377"/>
                    <a:pt x="6138" y="13343"/>
                  </a:cubicBezTo>
                  <a:cubicBezTo>
                    <a:pt x="6072" y="13243"/>
                    <a:pt x="6005" y="13176"/>
                    <a:pt x="5972" y="13076"/>
                  </a:cubicBezTo>
                  <a:cubicBezTo>
                    <a:pt x="5872" y="12943"/>
                    <a:pt x="5805" y="12843"/>
                    <a:pt x="5738" y="12709"/>
                  </a:cubicBezTo>
                  <a:cubicBezTo>
                    <a:pt x="5605" y="12443"/>
                    <a:pt x="5471" y="12176"/>
                    <a:pt x="5338" y="11876"/>
                  </a:cubicBezTo>
                  <a:cubicBezTo>
                    <a:pt x="5204" y="11509"/>
                    <a:pt x="5071" y="11075"/>
                    <a:pt x="5038" y="10675"/>
                  </a:cubicBezTo>
                  <a:cubicBezTo>
                    <a:pt x="5038" y="10475"/>
                    <a:pt x="5038" y="10274"/>
                    <a:pt x="5038" y="10074"/>
                  </a:cubicBezTo>
                  <a:cubicBezTo>
                    <a:pt x="5038" y="9974"/>
                    <a:pt x="5038" y="9874"/>
                    <a:pt x="5071" y="9774"/>
                  </a:cubicBezTo>
                  <a:cubicBezTo>
                    <a:pt x="5071" y="9674"/>
                    <a:pt x="5071" y="9574"/>
                    <a:pt x="5104" y="9474"/>
                  </a:cubicBezTo>
                  <a:cubicBezTo>
                    <a:pt x="5104" y="9841"/>
                    <a:pt x="5138" y="10241"/>
                    <a:pt x="5204" y="10608"/>
                  </a:cubicBezTo>
                  <a:cubicBezTo>
                    <a:pt x="5304" y="10975"/>
                    <a:pt x="5438" y="11308"/>
                    <a:pt x="5605" y="11675"/>
                  </a:cubicBezTo>
                  <a:cubicBezTo>
                    <a:pt x="5771" y="11942"/>
                    <a:pt x="5938" y="12209"/>
                    <a:pt x="6105" y="12476"/>
                  </a:cubicBezTo>
                  <a:cubicBezTo>
                    <a:pt x="6205" y="12609"/>
                    <a:pt x="6272" y="12743"/>
                    <a:pt x="6372" y="12876"/>
                  </a:cubicBezTo>
                  <a:cubicBezTo>
                    <a:pt x="6472" y="13010"/>
                    <a:pt x="6539" y="13110"/>
                    <a:pt x="6639" y="13243"/>
                  </a:cubicBezTo>
                  <a:cubicBezTo>
                    <a:pt x="6739" y="13377"/>
                    <a:pt x="6839" y="13510"/>
                    <a:pt x="6972" y="13677"/>
                  </a:cubicBezTo>
                  <a:cubicBezTo>
                    <a:pt x="7039" y="13810"/>
                    <a:pt x="7139" y="13910"/>
                    <a:pt x="7239" y="14044"/>
                  </a:cubicBezTo>
                  <a:cubicBezTo>
                    <a:pt x="7339" y="14144"/>
                    <a:pt x="7406" y="14277"/>
                    <a:pt x="7506" y="14377"/>
                  </a:cubicBezTo>
                  <a:cubicBezTo>
                    <a:pt x="7773" y="14778"/>
                    <a:pt x="8006" y="15245"/>
                    <a:pt x="8173" y="15712"/>
                  </a:cubicBezTo>
                  <a:cubicBezTo>
                    <a:pt x="8273" y="15678"/>
                    <a:pt x="8373" y="15645"/>
                    <a:pt x="8473" y="15645"/>
                  </a:cubicBezTo>
                  <a:cubicBezTo>
                    <a:pt x="8674" y="15578"/>
                    <a:pt x="8874" y="15511"/>
                    <a:pt x="9074" y="15478"/>
                  </a:cubicBezTo>
                  <a:cubicBezTo>
                    <a:pt x="9074" y="15378"/>
                    <a:pt x="9074" y="15278"/>
                    <a:pt x="9074" y="15178"/>
                  </a:cubicBezTo>
                  <a:cubicBezTo>
                    <a:pt x="9074" y="15011"/>
                    <a:pt x="9074" y="14878"/>
                    <a:pt x="9074" y="14744"/>
                  </a:cubicBezTo>
                  <a:cubicBezTo>
                    <a:pt x="9074" y="14577"/>
                    <a:pt x="9107" y="14411"/>
                    <a:pt x="9107" y="14244"/>
                  </a:cubicBezTo>
                  <a:cubicBezTo>
                    <a:pt x="9141" y="14044"/>
                    <a:pt x="9141" y="13844"/>
                    <a:pt x="9174" y="13643"/>
                  </a:cubicBezTo>
                  <a:cubicBezTo>
                    <a:pt x="9174" y="13410"/>
                    <a:pt x="9141" y="13176"/>
                    <a:pt x="9107" y="12943"/>
                  </a:cubicBezTo>
                  <a:cubicBezTo>
                    <a:pt x="9107" y="12743"/>
                    <a:pt x="9074" y="12543"/>
                    <a:pt x="9074" y="12343"/>
                  </a:cubicBezTo>
                  <a:cubicBezTo>
                    <a:pt x="9074" y="12209"/>
                    <a:pt x="9074" y="12109"/>
                    <a:pt x="9040" y="11976"/>
                  </a:cubicBezTo>
                  <a:cubicBezTo>
                    <a:pt x="9040" y="11876"/>
                    <a:pt x="9040" y="11742"/>
                    <a:pt x="9040" y="11642"/>
                  </a:cubicBezTo>
                  <a:cubicBezTo>
                    <a:pt x="9040" y="11442"/>
                    <a:pt x="9074" y="11275"/>
                    <a:pt x="9074" y="11108"/>
                  </a:cubicBezTo>
                  <a:cubicBezTo>
                    <a:pt x="9074" y="10775"/>
                    <a:pt x="9141" y="10441"/>
                    <a:pt x="9207" y="10141"/>
                  </a:cubicBezTo>
                  <a:cubicBezTo>
                    <a:pt x="9274" y="9974"/>
                    <a:pt x="9307" y="9774"/>
                    <a:pt x="9374" y="9607"/>
                  </a:cubicBezTo>
                  <a:cubicBezTo>
                    <a:pt x="9441" y="9440"/>
                    <a:pt x="9507" y="9274"/>
                    <a:pt x="9608" y="9107"/>
                  </a:cubicBezTo>
                  <a:cubicBezTo>
                    <a:pt x="9674" y="8973"/>
                    <a:pt x="9741" y="8807"/>
                    <a:pt x="9841" y="8673"/>
                  </a:cubicBezTo>
                  <a:cubicBezTo>
                    <a:pt x="9974" y="8440"/>
                    <a:pt x="10108" y="8206"/>
                    <a:pt x="10241" y="7973"/>
                  </a:cubicBezTo>
                  <a:lnTo>
                    <a:pt x="10241" y="7973"/>
                  </a:lnTo>
                  <a:cubicBezTo>
                    <a:pt x="10175" y="8206"/>
                    <a:pt x="10075" y="8406"/>
                    <a:pt x="10008" y="8640"/>
                  </a:cubicBezTo>
                  <a:cubicBezTo>
                    <a:pt x="9908" y="8907"/>
                    <a:pt x="9808" y="9174"/>
                    <a:pt x="9708" y="9440"/>
                  </a:cubicBezTo>
                  <a:cubicBezTo>
                    <a:pt x="9641" y="9674"/>
                    <a:pt x="9608" y="9941"/>
                    <a:pt x="9541" y="10208"/>
                  </a:cubicBezTo>
                  <a:cubicBezTo>
                    <a:pt x="9507" y="10441"/>
                    <a:pt x="9507" y="10708"/>
                    <a:pt x="9474" y="10942"/>
                  </a:cubicBezTo>
                  <a:cubicBezTo>
                    <a:pt x="9474" y="11175"/>
                    <a:pt x="9474" y="11409"/>
                    <a:pt x="9474" y="11642"/>
                  </a:cubicBezTo>
                  <a:cubicBezTo>
                    <a:pt x="9474" y="11742"/>
                    <a:pt x="9474" y="11842"/>
                    <a:pt x="9474" y="11942"/>
                  </a:cubicBezTo>
                  <a:cubicBezTo>
                    <a:pt x="9474" y="12042"/>
                    <a:pt x="9474" y="12109"/>
                    <a:pt x="9474" y="12209"/>
                  </a:cubicBezTo>
                  <a:cubicBezTo>
                    <a:pt x="9474" y="12509"/>
                    <a:pt x="9474" y="12776"/>
                    <a:pt x="9474" y="13076"/>
                  </a:cubicBezTo>
                  <a:cubicBezTo>
                    <a:pt x="9474" y="13210"/>
                    <a:pt x="9474" y="13377"/>
                    <a:pt x="9474" y="13510"/>
                  </a:cubicBezTo>
                  <a:cubicBezTo>
                    <a:pt x="9441" y="13744"/>
                    <a:pt x="9374" y="13944"/>
                    <a:pt x="9341" y="14144"/>
                  </a:cubicBezTo>
                  <a:cubicBezTo>
                    <a:pt x="9274" y="14411"/>
                    <a:pt x="9241" y="14644"/>
                    <a:pt x="9207" y="14878"/>
                  </a:cubicBezTo>
                  <a:cubicBezTo>
                    <a:pt x="9174" y="15078"/>
                    <a:pt x="9141" y="15278"/>
                    <a:pt x="9141" y="15445"/>
                  </a:cubicBezTo>
                  <a:cubicBezTo>
                    <a:pt x="9274" y="15411"/>
                    <a:pt x="9441" y="15345"/>
                    <a:pt x="9574" y="15311"/>
                  </a:cubicBezTo>
                  <a:cubicBezTo>
                    <a:pt x="10075" y="15145"/>
                    <a:pt x="10575" y="14944"/>
                    <a:pt x="11075" y="14744"/>
                  </a:cubicBezTo>
                  <a:cubicBezTo>
                    <a:pt x="11075" y="14744"/>
                    <a:pt x="11109" y="14744"/>
                    <a:pt x="11109" y="14711"/>
                  </a:cubicBezTo>
                  <a:cubicBezTo>
                    <a:pt x="11109" y="14711"/>
                    <a:pt x="11109" y="14678"/>
                    <a:pt x="11142" y="14644"/>
                  </a:cubicBezTo>
                  <a:cubicBezTo>
                    <a:pt x="11242" y="14377"/>
                    <a:pt x="11342" y="14110"/>
                    <a:pt x="11442" y="13810"/>
                  </a:cubicBezTo>
                  <a:cubicBezTo>
                    <a:pt x="11542" y="13443"/>
                    <a:pt x="11609" y="13076"/>
                    <a:pt x="11642" y="12676"/>
                  </a:cubicBezTo>
                  <a:cubicBezTo>
                    <a:pt x="11676" y="11876"/>
                    <a:pt x="11542" y="11108"/>
                    <a:pt x="11375" y="10341"/>
                  </a:cubicBezTo>
                  <a:lnTo>
                    <a:pt x="11375" y="10341"/>
                  </a:lnTo>
                  <a:cubicBezTo>
                    <a:pt x="11542" y="10708"/>
                    <a:pt x="11709" y="11108"/>
                    <a:pt x="11809" y="11475"/>
                  </a:cubicBezTo>
                  <a:cubicBezTo>
                    <a:pt x="11909" y="11842"/>
                    <a:pt x="11976" y="12176"/>
                    <a:pt x="12009" y="12543"/>
                  </a:cubicBezTo>
                  <a:cubicBezTo>
                    <a:pt x="12043" y="12910"/>
                    <a:pt x="12043" y="13310"/>
                    <a:pt x="11943" y="13677"/>
                  </a:cubicBezTo>
                  <a:cubicBezTo>
                    <a:pt x="11909" y="13944"/>
                    <a:pt x="11809" y="14211"/>
                    <a:pt x="11709" y="14477"/>
                  </a:cubicBezTo>
                  <a:cubicBezTo>
                    <a:pt x="12276" y="14244"/>
                    <a:pt x="12843" y="14010"/>
                    <a:pt x="13444" y="13810"/>
                  </a:cubicBezTo>
                  <a:cubicBezTo>
                    <a:pt x="13510" y="13777"/>
                    <a:pt x="13544" y="13744"/>
                    <a:pt x="13610" y="13710"/>
                  </a:cubicBezTo>
                  <a:cubicBezTo>
                    <a:pt x="13811" y="13577"/>
                    <a:pt x="13977" y="13443"/>
                    <a:pt x="14177" y="13310"/>
                  </a:cubicBezTo>
                  <a:cubicBezTo>
                    <a:pt x="14211" y="13277"/>
                    <a:pt x="14244" y="13277"/>
                    <a:pt x="14278" y="13243"/>
                  </a:cubicBezTo>
                  <a:cubicBezTo>
                    <a:pt x="14311" y="13110"/>
                    <a:pt x="14378" y="12976"/>
                    <a:pt x="14411" y="12843"/>
                  </a:cubicBezTo>
                  <a:cubicBezTo>
                    <a:pt x="14511" y="12443"/>
                    <a:pt x="14611" y="12009"/>
                    <a:pt x="14644" y="11609"/>
                  </a:cubicBezTo>
                  <a:cubicBezTo>
                    <a:pt x="14678" y="11409"/>
                    <a:pt x="14711" y="11208"/>
                    <a:pt x="14745" y="11008"/>
                  </a:cubicBezTo>
                  <a:cubicBezTo>
                    <a:pt x="14778" y="10741"/>
                    <a:pt x="14811" y="10441"/>
                    <a:pt x="14878" y="10174"/>
                  </a:cubicBezTo>
                  <a:cubicBezTo>
                    <a:pt x="14978" y="9574"/>
                    <a:pt x="15111" y="8973"/>
                    <a:pt x="15278" y="8373"/>
                  </a:cubicBezTo>
                  <a:lnTo>
                    <a:pt x="15312" y="8373"/>
                  </a:lnTo>
                  <a:lnTo>
                    <a:pt x="15278" y="8740"/>
                  </a:lnTo>
                  <a:cubicBezTo>
                    <a:pt x="15245" y="9307"/>
                    <a:pt x="15212" y="9874"/>
                    <a:pt x="15145" y="10408"/>
                  </a:cubicBezTo>
                  <a:cubicBezTo>
                    <a:pt x="15111" y="10808"/>
                    <a:pt x="15078" y="11208"/>
                    <a:pt x="14978" y="11609"/>
                  </a:cubicBezTo>
                  <a:cubicBezTo>
                    <a:pt x="14911" y="12009"/>
                    <a:pt x="14811" y="12409"/>
                    <a:pt x="14611" y="12810"/>
                  </a:cubicBezTo>
                  <a:cubicBezTo>
                    <a:pt x="14578" y="12910"/>
                    <a:pt x="14544" y="13010"/>
                    <a:pt x="14478" y="13076"/>
                  </a:cubicBezTo>
                  <a:cubicBezTo>
                    <a:pt x="14678" y="12976"/>
                    <a:pt x="14878" y="12843"/>
                    <a:pt x="15045" y="12709"/>
                  </a:cubicBezTo>
                  <a:cubicBezTo>
                    <a:pt x="15111" y="12676"/>
                    <a:pt x="15212" y="12609"/>
                    <a:pt x="15278" y="12576"/>
                  </a:cubicBezTo>
                  <a:cubicBezTo>
                    <a:pt x="15578" y="12309"/>
                    <a:pt x="15845" y="12042"/>
                    <a:pt x="16112" y="11809"/>
                  </a:cubicBezTo>
                  <a:cubicBezTo>
                    <a:pt x="16279" y="11642"/>
                    <a:pt x="16446" y="11509"/>
                    <a:pt x="16579" y="11342"/>
                  </a:cubicBezTo>
                  <a:cubicBezTo>
                    <a:pt x="16613" y="11142"/>
                    <a:pt x="16613" y="10942"/>
                    <a:pt x="16613" y="10741"/>
                  </a:cubicBezTo>
                  <a:cubicBezTo>
                    <a:pt x="16646" y="10508"/>
                    <a:pt x="16646" y="10274"/>
                    <a:pt x="16646" y="10041"/>
                  </a:cubicBezTo>
                  <a:cubicBezTo>
                    <a:pt x="16646" y="9907"/>
                    <a:pt x="16646" y="9774"/>
                    <a:pt x="16646" y="9641"/>
                  </a:cubicBezTo>
                  <a:cubicBezTo>
                    <a:pt x="16646" y="9440"/>
                    <a:pt x="16646" y="9240"/>
                    <a:pt x="16646" y="9040"/>
                  </a:cubicBezTo>
                  <a:cubicBezTo>
                    <a:pt x="16646" y="8707"/>
                    <a:pt x="16679" y="8373"/>
                    <a:pt x="16679" y="8039"/>
                  </a:cubicBezTo>
                  <a:lnTo>
                    <a:pt x="16679" y="8140"/>
                  </a:lnTo>
                  <a:cubicBezTo>
                    <a:pt x="16713" y="8540"/>
                    <a:pt x="16746" y="8907"/>
                    <a:pt x="16779" y="9307"/>
                  </a:cubicBezTo>
                  <a:cubicBezTo>
                    <a:pt x="16779" y="9641"/>
                    <a:pt x="16813" y="9974"/>
                    <a:pt x="16779" y="10308"/>
                  </a:cubicBezTo>
                  <a:cubicBezTo>
                    <a:pt x="16779" y="10575"/>
                    <a:pt x="16746" y="10875"/>
                    <a:pt x="16713" y="11142"/>
                  </a:cubicBezTo>
                  <a:cubicBezTo>
                    <a:pt x="16713" y="11175"/>
                    <a:pt x="16713" y="11208"/>
                    <a:pt x="16679" y="11275"/>
                  </a:cubicBezTo>
                  <a:cubicBezTo>
                    <a:pt x="16813" y="11142"/>
                    <a:pt x="16946" y="11042"/>
                    <a:pt x="17046" y="10908"/>
                  </a:cubicBezTo>
                  <a:cubicBezTo>
                    <a:pt x="17346" y="10641"/>
                    <a:pt x="17647" y="10341"/>
                    <a:pt x="17980" y="10074"/>
                  </a:cubicBezTo>
                  <a:cubicBezTo>
                    <a:pt x="18047" y="9807"/>
                    <a:pt x="18080" y="9541"/>
                    <a:pt x="18114" y="9274"/>
                  </a:cubicBezTo>
                  <a:cubicBezTo>
                    <a:pt x="18147" y="9074"/>
                    <a:pt x="18147" y="8873"/>
                    <a:pt x="18180" y="8673"/>
                  </a:cubicBezTo>
                  <a:cubicBezTo>
                    <a:pt x="18214" y="8440"/>
                    <a:pt x="18214" y="8173"/>
                    <a:pt x="18247" y="7939"/>
                  </a:cubicBezTo>
                  <a:cubicBezTo>
                    <a:pt x="18247" y="7439"/>
                    <a:pt x="18214" y="6972"/>
                    <a:pt x="18180" y="6472"/>
                  </a:cubicBezTo>
                  <a:cubicBezTo>
                    <a:pt x="18147" y="6238"/>
                    <a:pt x="18147" y="5971"/>
                    <a:pt x="18114" y="5704"/>
                  </a:cubicBezTo>
                  <a:cubicBezTo>
                    <a:pt x="18080" y="5304"/>
                    <a:pt x="18014" y="4871"/>
                    <a:pt x="17913" y="4437"/>
                  </a:cubicBezTo>
                  <a:cubicBezTo>
                    <a:pt x="17847" y="4103"/>
                    <a:pt x="17780" y="3736"/>
                    <a:pt x="17680" y="3369"/>
                  </a:cubicBezTo>
                  <a:cubicBezTo>
                    <a:pt x="17613" y="3136"/>
                    <a:pt x="17547" y="2869"/>
                    <a:pt x="17480" y="2636"/>
                  </a:cubicBezTo>
                  <a:cubicBezTo>
                    <a:pt x="17413" y="2402"/>
                    <a:pt x="17346" y="2202"/>
                    <a:pt x="17246" y="1968"/>
                  </a:cubicBezTo>
                  <a:cubicBezTo>
                    <a:pt x="17113" y="1535"/>
                    <a:pt x="16979" y="1135"/>
                    <a:pt x="16846" y="734"/>
                  </a:cubicBezTo>
                  <a:cubicBezTo>
                    <a:pt x="16746" y="467"/>
                    <a:pt x="16646" y="234"/>
                    <a:pt x="1654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>
              <a:off x="5581650" y="11696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5407375" y="1223825"/>
              <a:ext cx="850" cy="850"/>
            </a:xfrm>
            <a:custGeom>
              <a:avLst/>
              <a:gdLst/>
              <a:ahLst/>
              <a:cxnLst/>
              <a:rect l="l" t="t" r="r" b="b"/>
              <a:pathLst>
                <a:path w="34" h="34" extrusionOk="0">
                  <a:moveTo>
                    <a:pt x="0" y="34"/>
                  </a:moveTo>
                  <a:cubicBezTo>
                    <a:pt x="0" y="34"/>
                    <a:pt x="0" y="34"/>
                    <a:pt x="0" y="34"/>
                  </a:cubicBezTo>
                  <a:cubicBezTo>
                    <a:pt x="0" y="34"/>
                    <a:pt x="0" y="0"/>
                    <a:pt x="33" y="0"/>
                  </a:cubicBezTo>
                  <a:cubicBezTo>
                    <a:pt x="0" y="0"/>
                    <a:pt x="0" y="34"/>
                    <a:pt x="0" y="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5576650" y="14915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8"/>
            <p:cNvSpPr/>
            <p:nvPr/>
          </p:nvSpPr>
          <p:spPr>
            <a:xfrm>
              <a:off x="5469900" y="1211300"/>
              <a:ext cx="875" cy="25"/>
            </a:xfrm>
            <a:custGeom>
              <a:avLst/>
              <a:gdLst/>
              <a:ahLst/>
              <a:cxnLst/>
              <a:rect l="l" t="t" r="r" b="b"/>
              <a:pathLst>
                <a:path w="35" h="1" extrusionOk="0">
                  <a:moveTo>
                    <a:pt x="34" y="1"/>
                  </a:moveTo>
                  <a:cubicBezTo>
                    <a:pt x="34" y="1"/>
                    <a:pt x="34" y="1"/>
                    <a:pt x="34" y="1"/>
                  </a:cubicBezTo>
                  <a:cubicBezTo>
                    <a:pt x="34" y="1"/>
                    <a:pt x="1" y="1"/>
                    <a:pt x="1" y="1"/>
                  </a:cubicBezTo>
                  <a:cubicBezTo>
                    <a:pt x="1" y="1"/>
                    <a:pt x="34" y="1"/>
                    <a:pt x="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8"/>
            <p:cNvSpPr/>
            <p:nvPr/>
          </p:nvSpPr>
          <p:spPr>
            <a:xfrm>
              <a:off x="5575825" y="1491500"/>
              <a:ext cx="850" cy="25"/>
            </a:xfrm>
            <a:custGeom>
              <a:avLst/>
              <a:gdLst/>
              <a:ahLst/>
              <a:cxnLst/>
              <a:rect l="l" t="t" r="r" b="b"/>
              <a:pathLst>
                <a:path w="34" h="1" extrusionOk="0">
                  <a:moveTo>
                    <a:pt x="0" y="1"/>
                  </a:moveTo>
                  <a:cubicBezTo>
                    <a:pt x="0" y="1"/>
                    <a:pt x="34" y="1"/>
                    <a:pt x="0" y="1"/>
                  </a:cubicBezTo>
                  <a:cubicBezTo>
                    <a:pt x="0" y="1"/>
                    <a:pt x="34" y="1"/>
                    <a:pt x="34" y="1"/>
                  </a:cubicBezTo>
                  <a:cubicBezTo>
                    <a:pt x="34" y="1"/>
                    <a:pt x="34" y="1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5497425" y="14323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5050450" y="1107350"/>
              <a:ext cx="389475" cy="394200"/>
            </a:xfrm>
            <a:custGeom>
              <a:avLst/>
              <a:gdLst/>
              <a:ahLst/>
              <a:cxnLst/>
              <a:rect l="l" t="t" r="r" b="b"/>
              <a:pathLst>
                <a:path w="15579" h="15768" extrusionOk="0">
                  <a:moveTo>
                    <a:pt x="7572" y="756"/>
                  </a:moveTo>
                  <a:lnTo>
                    <a:pt x="7572" y="756"/>
                  </a:lnTo>
                  <a:cubicBezTo>
                    <a:pt x="7472" y="957"/>
                    <a:pt x="7372" y="1157"/>
                    <a:pt x="7272" y="1357"/>
                  </a:cubicBezTo>
                  <a:cubicBezTo>
                    <a:pt x="7205" y="1457"/>
                    <a:pt x="7139" y="1590"/>
                    <a:pt x="7072" y="1690"/>
                  </a:cubicBezTo>
                  <a:cubicBezTo>
                    <a:pt x="7005" y="1857"/>
                    <a:pt x="6939" y="1991"/>
                    <a:pt x="6838" y="2157"/>
                  </a:cubicBezTo>
                  <a:cubicBezTo>
                    <a:pt x="6805" y="2191"/>
                    <a:pt x="6772" y="2258"/>
                    <a:pt x="6738" y="2324"/>
                  </a:cubicBezTo>
                  <a:cubicBezTo>
                    <a:pt x="6605" y="2591"/>
                    <a:pt x="6472" y="2825"/>
                    <a:pt x="6338" y="3091"/>
                  </a:cubicBezTo>
                  <a:cubicBezTo>
                    <a:pt x="6171" y="3392"/>
                    <a:pt x="6005" y="3692"/>
                    <a:pt x="5871" y="3992"/>
                  </a:cubicBezTo>
                  <a:lnTo>
                    <a:pt x="5871" y="3959"/>
                  </a:lnTo>
                  <a:cubicBezTo>
                    <a:pt x="5938" y="3759"/>
                    <a:pt x="6038" y="3525"/>
                    <a:pt x="6138" y="3292"/>
                  </a:cubicBezTo>
                  <a:cubicBezTo>
                    <a:pt x="6238" y="3091"/>
                    <a:pt x="6338" y="2858"/>
                    <a:pt x="6438" y="2658"/>
                  </a:cubicBezTo>
                  <a:cubicBezTo>
                    <a:pt x="6505" y="2558"/>
                    <a:pt x="6538" y="2458"/>
                    <a:pt x="6572" y="2358"/>
                  </a:cubicBezTo>
                  <a:cubicBezTo>
                    <a:pt x="6605" y="2324"/>
                    <a:pt x="6638" y="2291"/>
                    <a:pt x="6638" y="2258"/>
                  </a:cubicBezTo>
                  <a:cubicBezTo>
                    <a:pt x="6705" y="2124"/>
                    <a:pt x="6772" y="2024"/>
                    <a:pt x="6838" y="1891"/>
                  </a:cubicBezTo>
                  <a:cubicBezTo>
                    <a:pt x="6939" y="1724"/>
                    <a:pt x="7072" y="1557"/>
                    <a:pt x="7172" y="1357"/>
                  </a:cubicBezTo>
                  <a:cubicBezTo>
                    <a:pt x="7305" y="1157"/>
                    <a:pt x="7439" y="957"/>
                    <a:pt x="7572" y="756"/>
                  </a:cubicBezTo>
                  <a:close/>
                  <a:moveTo>
                    <a:pt x="1668" y="4259"/>
                  </a:moveTo>
                  <a:cubicBezTo>
                    <a:pt x="1642" y="4286"/>
                    <a:pt x="1636" y="4291"/>
                    <a:pt x="1635" y="4309"/>
                  </a:cubicBezTo>
                  <a:lnTo>
                    <a:pt x="1635" y="4309"/>
                  </a:lnTo>
                  <a:cubicBezTo>
                    <a:pt x="1646" y="4292"/>
                    <a:pt x="1657" y="4276"/>
                    <a:pt x="1668" y="4259"/>
                  </a:cubicBezTo>
                  <a:close/>
                  <a:moveTo>
                    <a:pt x="5334" y="1"/>
                  </a:moveTo>
                  <a:cubicBezTo>
                    <a:pt x="5214" y="1"/>
                    <a:pt x="5101" y="9"/>
                    <a:pt x="5004" y="23"/>
                  </a:cubicBezTo>
                  <a:cubicBezTo>
                    <a:pt x="4770" y="23"/>
                    <a:pt x="4570" y="56"/>
                    <a:pt x="4370" y="123"/>
                  </a:cubicBezTo>
                  <a:lnTo>
                    <a:pt x="4303" y="123"/>
                  </a:lnTo>
                  <a:cubicBezTo>
                    <a:pt x="4237" y="106"/>
                    <a:pt x="4178" y="98"/>
                    <a:pt x="4120" y="98"/>
                  </a:cubicBezTo>
                  <a:cubicBezTo>
                    <a:pt x="4062" y="98"/>
                    <a:pt x="4003" y="106"/>
                    <a:pt x="3936" y="123"/>
                  </a:cubicBezTo>
                  <a:cubicBezTo>
                    <a:pt x="3836" y="123"/>
                    <a:pt x="3703" y="156"/>
                    <a:pt x="3603" y="156"/>
                  </a:cubicBezTo>
                  <a:lnTo>
                    <a:pt x="3603" y="189"/>
                  </a:lnTo>
                  <a:cubicBezTo>
                    <a:pt x="3636" y="323"/>
                    <a:pt x="3636" y="456"/>
                    <a:pt x="3603" y="623"/>
                  </a:cubicBezTo>
                  <a:cubicBezTo>
                    <a:pt x="3569" y="890"/>
                    <a:pt x="3469" y="1190"/>
                    <a:pt x="3369" y="1457"/>
                  </a:cubicBezTo>
                  <a:cubicBezTo>
                    <a:pt x="3269" y="1690"/>
                    <a:pt x="3136" y="1924"/>
                    <a:pt x="3036" y="2157"/>
                  </a:cubicBezTo>
                  <a:cubicBezTo>
                    <a:pt x="2936" y="2358"/>
                    <a:pt x="2836" y="2524"/>
                    <a:pt x="2736" y="2691"/>
                  </a:cubicBezTo>
                  <a:cubicBezTo>
                    <a:pt x="2669" y="2758"/>
                    <a:pt x="2635" y="2858"/>
                    <a:pt x="2569" y="2925"/>
                  </a:cubicBezTo>
                  <a:cubicBezTo>
                    <a:pt x="2502" y="3058"/>
                    <a:pt x="2402" y="3158"/>
                    <a:pt x="2335" y="3292"/>
                  </a:cubicBezTo>
                  <a:lnTo>
                    <a:pt x="1968" y="3825"/>
                  </a:lnTo>
                  <a:cubicBezTo>
                    <a:pt x="1868" y="3992"/>
                    <a:pt x="1735" y="4159"/>
                    <a:pt x="1635" y="4326"/>
                  </a:cubicBezTo>
                  <a:cubicBezTo>
                    <a:pt x="1635" y="4319"/>
                    <a:pt x="1635" y="4313"/>
                    <a:pt x="1635" y="4309"/>
                  </a:cubicBezTo>
                  <a:lnTo>
                    <a:pt x="1635" y="4309"/>
                  </a:lnTo>
                  <a:cubicBezTo>
                    <a:pt x="1518" y="4487"/>
                    <a:pt x="1426" y="4640"/>
                    <a:pt x="1335" y="4793"/>
                  </a:cubicBezTo>
                  <a:cubicBezTo>
                    <a:pt x="1234" y="4959"/>
                    <a:pt x="1134" y="5160"/>
                    <a:pt x="1034" y="5326"/>
                  </a:cubicBezTo>
                  <a:cubicBezTo>
                    <a:pt x="968" y="5460"/>
                    <a:pt x="901" y="5560"/>
                    <a:pt x="834" y="5693"/>
                  </a:cubicBezTo>
                  <a:cubicBezTo>
                    <a:pt x="767" y="5827"/>
                    <a:pt x="734" y="5927"/>
                    <a:pt x="667" y="6060"/>
                  </a:cubicBezTo>
                  <a:cubicBezTo>
                    <a:pt x="567" y="6327"/>
                    <a:pt x="467" y="6594"/>
                    <a:pt x="401" y="6861"/>
                  </a:cubicBezTo>
                  <a:cubicBezTo>
                    <a:pt x="401" y="6861"/>
                    <a:pt x="401" y="6827"/>
                    <a:pt x="401" y="6827"/>
                  </a:cubicBezTo>
                  <a:cubicBezTo>
                    <a:pt x="401" y="6861"/>
                    <a:pt x="401" y="6861"/>
                    <a:pt x="367" y="6861"/>
                  </a:cubicBezTo>
                  <a:cubicBezTo>
                    <a:pt x="367" y="6861"/>
                    <a:pt x="367" y="6861"/>
                    <a:pt x="367" y="6894"/>
                  </a:cubicBezTo>
                  <a:cubicBezTo>
                    <a:pt x="167" y="7595"/>
                    <a:pt x="34" y="8362"/>
                    <a:pt x="0" y="9129"/>
                  </a:cubicBezTo>
                  <a:cubicBezTo>
                    <a:pt x="0" y="9296"/>
                    <a:pt x="0" y="9496"/>
                    <a:pt x="0" y="9663"/>
                  </a:cubicBezTo>
                  <a:cubicBezTo>
                    <a:pt x="167" y="9730"/>
                    <a:pt x="334" y="9763"/>
                    <a:pt x="501" y="9796"/>
                  </a:cubicBezTo>
                  <a:cubicBezTo>
                    <a:pt x="1101" y="9996"/>
                    <a:pt x="1701" y="10197"/>
                    <a:pt x="2435" y="10530"/>
                  </a:cubicBezTo>
                  <a:cubicBezTo>
                    <a:pt x="2369" y="10197"/>
                    <a:pt x="2335" y="9896"/>
                    <a:pt x="2302" y="9563"/>
                  </a:cubicBezTo>
                  <a:cubicBezTo>
                    <a:pt x="2302" y="9463"/>
                    <a:pt x="2302" y="9363"/>
                    <a:pt x="2302" y="9263"/>
                  </a:cubicBezTo>
                  <a:cubicBezTo>
                    <a:pt x="2302" y="9162"/>
                    <a:pt x="2302" y="9062"/>
                    <a:pt x="2335" y="8962"/>
                  </a:cubicBezTo>
                  <a:cubicBezTo>
                    <a:pt x="2369" y="8695"/>
                    <a:pt x="2469" y="8462"/>
                    <a:pt x="2569" y="8228"/>
                  </a:cubicBezTo>
                  <a:cubicBezTo>
                    <a:pt x="2669" y="8028"/>
                    <a:pt x="2769" y="7828"/>
                    <a:pt x="2902" y="7628"/>
                  </a:cubicBezTo>
                  <a:lnTo>
                    <a:pt x="2902" y="7628"/>
                  </a:lnTo>
                  <a:cubicBezTo>
                    <a:pt x="2869" y="7728"/>
                    <a:pt x="2836" y="7828"/>
                    <a:pt x="2802" y="7928"/>
                  </a:cubicBezTo>
                  <a:cubicBezTo>
                    <a:pt x="2702" y="8295"/>
                    <a:pt x="2569" y="8662"/>
                    <a:pt x="2569" y="9062"/>
                  </a:cubicBezTo>
                  <a:cubicBezTo>
                    <a:pt x="2535" y="9396"/>
                    <a:pt x="2569" y="9730"/>
                    <a:pt x="2569" y="10063"/>
                  </a:cubicBezTo>
                  <a:cubicBezTo>
                    <a:pt x="2569" y="10230"/>
                    <a:pt x="2569" y="10397"/>
                    <a:pt x="2535" y="10563"/>
                  </a:cubicBezTo>
                  <a:cubicBezTo>
                    <a:pt x="2769" y="10664"/>
                    <a:pt x="2969" y="10764"/>
                    <a:pt x="3203" y="10864"/>
                  </a:cubicBezTo>
                  <a:cubicBezTo>
                    <a:pt x="3336" y="10930"/>
                    <a:pt x="3469" y="10964"/>
                    <a:pt x="3603" y="11030"/>
                  </a:cubicBezTo>
                  <a:cubicBezTo>
                    <a:pt x="3970" y="11197"/>
                    <a:pt x="4270" y="11331"/>
                    <a:pt x="4537" y="11497"/>
                  </a:cubicBezTo>
                  <a:cubicBezTo>
                    <a:pt x="4737" y="11598"/>
                    <a:pt x="4904" y="11731"/>
                    <a:pt x="5104" y="11898"/>
                  </a:cubicBezTo>
                  <a:cubicBezTo>
                    <a:pt x="5137" y="11931"/>
                    <a:pt x="5171" y="11931"/>
                    <a:pt x="5204" y="11964"/>
                  </a:cubicBezTo>
                  <a:cubicBezTo>
                    <a:pt x="5071" y="11731"/>
                    <a:pt x="4937" y="11464"/>
                    <a:pt x="4870" y="11231"/>
                  </a:cubicBezTo>
                  <a:cubicBezTo>
                    <a:pt x="4737" y="10964"/>
                    <a:pt x="4637" y="10664"/>
                    <a:pt x="4570" y="10363"/>
                  </a:cubicBezTo>
                  <a:cubicBezTo>
                    <a:pt x="4503" y="10063"/>
                    <a:pt x="4437" y="9730"/>
                    <a:pt x="4370" y="9429"/>
                  </a:cubicBezTo>
                  <a:cubicBezTo>
                    <a:pt x="4337" y="9129"/>
                    <a:pt x="4270" y="8829"/>
                    <a:pt x="4237" y="8529"/>
                  </a:cubicBezTo>
                  <a:lnTo>
                    <a:pt x="4237" y="8529"/>
                  </a:lnTo>
                  <a:cubicBezTo>
                    <a:pt x="4303" y="8695"/>
                    <a:pt x="4370" y="8896"/>
                    <a:pt x="4437" y="9062"/>
                  </a:cubicBezTo>
                  <a:cubicBezTo>
                    <a:pt x="4470" y="9229"/>
                    <a:pt x="4537" y="9396"/>
                    <a:pt x="4604" y="9596"/>
                  </a:cubicBezTo>
                  <a:cubicBezTo>
                    <a:pt x="4737" y="9930"/>
                    <a:pt x="4837" y="10263"/>
                    <a:pt x="4970" y="10597"/>
                  </a:cubicBezTo>
                  <a:cubicBezTo>
                    <a:pt x="5104" y="10930"/>
                    <a:pt x="5271" y="11264"/>
                    <a:pt x="5404" y="11564"/>
                  </a:cubicBezTo>
                  <a:cubicBezTo>
                    <a:pt x="5538" y="11864"/>
                    <a:pt x="5671" y="12165"/>
                    <a:pt x="5804" y="12465"/>
                  </a:cubicBezTo>
                  <a:cubicBezTo>
                    <a:pt x="5871" y="12498"/>
                    <a:pt x="5904" y="12498"/>
                    <a:pt x="5938" y="12532"/>
                  </a:cubicBezTo>
                  <a:cubicBezTo>
                    <a:pt x="6005" y="12598"/>
                    <a:pt x="6071" y="12632"/>
                    <a:pt x="6138" y="12698"/>
                  </a:cubicBezTo>
                  <a:cubicBezTo>
                    <a:pt x="6572" y="13032"/>
                    <a:pt x="6972" y="13299"/>
                    <a:pt x="7339" y="13532"/>
                  </a:cubicBezTo>
                  <a:cubicBezTo>
                    <a:pt x="7339" y="13365"/>
                    <a:pt x="7339" y="13199"/>
                    <a:pt x="7339" y="13032"/>
                  </a:cubicBezTo>
                  <a:cubicBezTo>
                    <a:pt x="7339" y="12765"/>
                    <a:pt x="7305" y="12498"/>
                    <a:pt x="7272" y="12231"/>
                  </a:cubicBezTo>
                  <a:cubicBezTo>
                    <a:pt x="7272" y="12031"/>
                    <a:pt x="7205" y="11798"/>
                    <a:pt x="7172" y="11564"/>
                  </a:cubicBezTo>
                  <a:cubicBezTo>
                    <a:pt x="7139" y="11397"/>
                    <a:pt x="7105" y="11264"/>
                    <a:pt x="7039" y="11131"/>
                  </a:cubicBezTo>
                  <a:cubicBezTo>
                    <a:pt x="7039" y="11030"/>
                    <a:pt x="7005" y="10964"/>
                    <a:pt x="6972" y="10897"/>
                  </a:cubicBezTo>
                  <a:cubicBezTo>
                    <a:pt x="6939" y="10797"/>
                    <a:pt x="6905" y="10697"/>
                    <a:pt x="6872" y="10597"/>
                  </a:cubicBezTo>
                  <a:cubicBezTo>
                    <a:pt x="6805" y="10497"/>
                    <a:pt x="6772" y="10363"/>
                    <a:pt x="6705" y="10263"/>
                  </a:cubicBezTo>
                  <a:cubicBezTo>
                    <a:pt x="6672" y="10130"/>
                    <a:pt x="6605" y="10030"/>
                    <a:pt x="6538" y="9896"/>
                  </a:cubicBezTo>
                  <a:cubicBezTo>
                    <a:pt x="6438" y="9696"/>
                    <a:pt x="6338" y="9463"/>
                    <a:pt x="6271" y="9229"/>
                  </a:cubicBezTo>
                  <a:cubicBezTo>
                    <a:pt x="6171" y="8996"/>
                    <a:pt x="6071" y="8729"/>
                    <a:pt x="6005" y="8495"/>
                  </a:cubicBezTo>
                  <a:cubicBezTo>
                    <a:pt x="5971" y="8329"/>
                    <a:pt x="5938" y="8195"/>
                    <a:pt x="5904" y="8062"/>
                  </a:cubicBezTo>
                  <a:cubicBezTo>
                    <a:pt x="5871" y="7895"/>
                    <a:pt x="5871" y="7761"/>
                    <a:pt x="5871" y="7595"/>
                  </a:cubicBezTo>
                  <a:cubicBezTo>
                    <a:pt x="5838" y="7428"/>
                    <a:pt x="5838" y="7261"/>
                    <a:pt x="5871" y="7094"/>
                  </a:cubicBezTo>
                  <a:cubicBezTo>
                    <a:pt x="5871" y="6928"/>
                    <a:pt x="5938" y="6727"/>
                    <a:pt x="5971" y="6561"/>
                  </a:cubicBezTo>
                  <a:cubicBezTo>
                    <a:pt x="6038" y="6427"/>
                    <a:pt x="6071" y="6260"/>
                    <a:pt x="6138" y="6127"/>
                  </a:cubicBezTo>
                  <a:cubicBezTo>
                    <a:pt x="6205" y="5994"/>
                    <a:pt x="6238" y="5860"/>
                    <a:pt x="6305" y="5727"/>
                  </a:cubicBezTo>
                  <a:cubicBezTo>
                    <a:pt x="6371" y="5593"/>
                    <a:pt x="6405" y="5493"/>
                    <a:pt x="6472" y="5360"/>
                  </a:cubicBezTo>
                  <a:cubicBezTo>
                    <a:pt x="6505" y="5260"/>
                    <a:pt x="6572" y="5160"/>
                    <a:pt x="6638" y="5060"/>
                  </a:cubicBezTo>
                  <a:cubicBezTo>
                    <a:pt x="6738" y="4893"/>
                    <a:pt x="6838" y="4693"/>
                    <a:pt x="6972" y="4526"/>
                  </a:cubicBezTo>
                  <a:cubicBezTo>
                    <a:pt x="7105" y="4326"/>
                    <a:pt x="7239" y="4159"/>
                    <a:pt x="7372" y="3992"/>
                  </a:cubicBezTo>
                  <a:cubicBezTo>
                    <a:pt x="7539" y="3792"/>
                    <a:pt x="7739" y="3592"/>
                    <a:pt x="7906" y="3392"/>
                  </a:cubicBezTo>
                  <a:lnTo>
                    <a:pt x="7939" y="3392"/>
                  </a:lnTo>
                  <a:cubicBezTo>
                    <a:pt x="7639" y="3759"/>
                    <a:pt x="7339" y="4126"/>
                    <a:pt x="7105" y="4526"/>
                  </a:cubicBezTo>
                  <a:lnTo>
                    <a:pt x="7105" y="4492"/>
                  </a:lnTo>
                  <a:cubicBezTo>
                    <a:pt x="7039" y="4659"/>
                    <a:pt x="6939" y="4793"/>
                    <a:pt x="6872" y="4926"/>
                  </a:cubicBezTo>
                  <a:cubicBezTo>
                    <a:pt x="6838" y="4993"/>
                    <a:pt x="6805" y="5060"/>
                    <a:pt x="6772" y="5126"/>
                  </a:cubicBezTo>
                  <a:cubicBezTo>
                    <a:pt x="6738" y="5260"/>
                    <a:pt x="6705" y="5360"/>
                    <a:pt x="6638" y="5460"/>
                  </a:cubicBezTo>
                  <a:cubicBezTo>
                    <a:pt x="6605" y="5593"/>
                    <a:pt x="6572" y="5693"/>
                    <a:pt x="6538" y="5827"/>
                  </a:cubicBezTo>
                  <a:cubicBezTo>
                    <a:pt x="6472" y="5960"/>
                    <a:pt x="6438" y="6094"/>
                    <a:pt x="6405" y="6194"/>
                  </a:cubicBezTo>
                  <a:cubicBezTo>
                    <a:pt x="6338" y="6494"/>
                    <a:pt x="6271" y="6761"/>
                    <a:pt x="6238" y="7061"/>
                  </a:cubicBezTo>
                  <a:cubicBezTo>
                    <a:pt x="6238" y="7294"/>
                    <a:pt x="6271" y="7495"/>
                    <a:pt x="6305" y="7728"/>
                  </a:cubicBezTo>
                  <a:cubicBezTo>
                    <a:pt x="6371" y="7962"/>
                    <a:pt x="6438" y="8195"/>
                    <a:pt x="6538" y="8429"/>
                  </a:cubicBezTo>
                  <a:cubicBezTo>
                    <a:pt x="6605" y="8562"/>
                    <a:pt x="6672" y="8729"/>
                    <a:pt x="6738" y="8896"/>
                  </a:cubicBezTo>
                  <a:cubicBezTo>
                    <a:pt x="6838" y="9129"/>
                    <a:pt x="6972" y="9396"/>
                    <a:pt x="7072" y="9629"/>
                  </a:cubicBezTo>
                  <a:cubicBezTo>
                    <a:pt x="7172" y="9863"/>
                    <a:pt x="7305" y="10096"/>
                    <a:pt x="7406" y="10330"/>
                  </a:cubicBezTo>
                  <a:cubicBezTo>
                    <a:pt x="7506" y="10563"/>
                    <a:pt x="7606" y="10797"/>
                    <a:pt x="7672" y="11030"/>
                  </a:cubicBezTo>
                  <a:cubicBezTo>
                    <a:pt x="7706" y="11097"/>
                    <a:pt x="7706" y="11164"/>
                    <a:pt x="7706" y="11197"/>
                  </a:cubicBezTo>
                  <a:cubicBezTo>
                    <a:pt x="7739" y="11264"/>
                    <a:pt x="7739" y="11331"/>
                    <a:pt x="7772" y="11397"/>
                  </a:cubicBezTo>
                  <a:cubicBezTo>
                    <a:pt x="7806" y="11464"/>
                    <a:pt x="7806" y="11564"/>
                    <a:pt x="7839" y="11664"/>
                  </a:cubicBezTo>
                  <a:cubicBezTo>
                    <a:pt x="7839" y="11698"/>
                    <a:pt x="7839" y="11764"/>
                    <a:pt x="7873" y="11798"/>
                  </a:cubicBezTo>
                  <a:cubicBezTo>
                    <a:pt x="7906" y="12065"/>
                    <a:pt x="7939" y="12298"/>
                    <a:pt x="7939" y="12565"/>
                  </a:cubicBezTo>
                  <a:cubicBezTo>
                    <a:pt x="7973" y="12832"/>
                    <a:pt x="7973" y="13065"/>
                    <a:pt x="7973" y="13332"/>
                  </a:cubicBezTo>
                  <a:cubicBezTo>
                    <a:pt x="7973" y="13499"/>
                    <a:pt x="7973" y="13666"/>
                    <a:pt x="7939" y="13866"/>
                  </a:cubicBezTo>
                  <a:cubicBezTo>
                    <a:pt x="8506" y="14133"/>
                    <a:pt x="9107" y="14366"/>
                    <a:pt x="9774" y="14600"/>
                  </a:cubicBezTo>
                  <a:cubicBezTo>
                    <a:pt x="9874" y="14633"/>
                    <a:pt x="9941" y="14666"/>
                    <a:pt x="10007" y="14700"/>
                  </a:cubicBezTo>
                  <a:cubicBezTo>
                    <a:pt x="9941" y="14366"/>
                    <a:pt x="9874" y="14033"/>
                    <a:pt x="9841" y="13666"/>
                  </a:cubicBezTo>
                  <a:cubicBezTo>
                    <a:pt x="9807" y="13466"/>
                    <a:pt x="9774" y="13265"/>
                    <a:pt x="9774" y="13065"/>
                  </a:cubicBezTo>
                  <a:cubicBezTo>
                    <a:pt x="9774" y="12932"/>
                    <a:pt x="9741" y="12832"/>
                    <a:pt x="9741" y="12732"/>
                  </a:cubicBezTo>
                  <a:cubicBezTo>
                    <a:pt x="9741" y="12632"/>
                    <a:pt x="9741" y="12532"/>
                    <a:pt x="9741" y="12431"/>
                  </a:cubicBezTo>
                  <a:cubicBezTo>
                    <a:pt x="9774" y="12565"/>
                    <a:pt x="9774" y="12698"/>
                    <a:pt x="9807" y="12832"/>
                  </a:cubicBezTo>
                  <a:cubicBezTo>
                    <a:pt x="9807" y="12965"/>
                    <a:pt x="9841" y="13099"/>
                    <a:pt x="9841" y="13232"/>
                  </a:cubicBezTo>
                  <a:cubicBezTo>
                    <a:pt x="9907" y="13499"/>
                    <a:pt x="9941" y="13766"/>
                    <a:pt x="10007" y="14033"/>
                  </a:cubicBezTo>
                  <a:cubicBezTo>
                    <a:pt x="10041" y="14266"/>
                    <a:pt x="10107" y="14500"/>
                    <a:pt x="10174" y="14733"/>
                  </a:cubicBezTo>
                  <a:cubicBezTo>
                    <a:pt x="10775" y="14933"/>
                    <a:pt x="11342" y="15100"/>
                    <a:pt x="11909" y="15200"/>
                  </a:cubicBezTo>
                  <a:lnTo>
                    <a:pt x="12176" y="15267"/>
                  </a:lnTo>
                  <a:cubicBezTo>
                    <a:pt x="12142" y="15200"/>
                    <a:pt x="12076" y="15100"/>
                    <a:pt x="12009" y="15033"/>
                  </a:cubicBezTo>
                  <a:cubicBezTo>
                    <a:pt x="11842" y="14766"/>
                    <a:pt x="11675" y="14500"/>
                    <a:pt x="11575" y="14166"/>
                  </a:cubicBezTo>
                  <a:cubicBezTo>
                    <a:pt x="11475" y="13866"/>
                    <a:pt x="11408" y="13566"/>
                    <a:pt x="11342" y="13232"/>
                  </a:cubicBezTo>
                  <a:cubicBezTo>
                    <a:pt x="11308" y="12898"/>
                    <a:pt x="11275" y="12565"/>
                    <a:pt x="11275" y="12231"/>
                  </a:cubicBezTo>
                  <a:cubicBezTo>
                    <a:pt x="11308" y="11931"/>
                    <a:pt x="11342" y="11598"/>
                    <a:pt x="11408" y="11264"/>
                  </a:cubicBezTo>
                  <a:cubicBezTo>
                    <a:pt x="11475" y="10964"/>
                    <a:pt x="11542" y="10664"/>
                    <a:pt x="11675" y="10363"/>
                  </a:cubicBezTo>
                  <a:lnTo>
                    <a:pt x="11675" y="10363"/>
                  </a:lnTo>
                  <a:cubicBezTo>
                    <a:pt x="11575" y="10797"/>
                    <a:pt x="11508" y="11264"/>
                    <a:pt x="11475" y="11731"/>
                  </a:cubicBezTo>
                  <a:cubicBezTo>
                    <a:pt x="11442" y="12231"/>
                    <a:pt x="11508" y="12698"/>
                    <a:pt x="11609" y="13165"/>
                  </a:cubicBezTo>
                  <a:cubicBezTo>
                    <a:pt x="11675" y="13399"/>
                    <a:pt x="11742" y="13632"/>
                    <a:pt x="11809" y="13866"/>
                  </a:cubicBezTo>
                  <a:cubicBezTo>
                    <a:pt x="11909" y="14099"/>
                    <a:pt x="11975" y="14333"/>
                    <a:pt x="12109" y="14566"/>
                  </a:cubicBezTo>
                  <a:cubicBezTo>
                    <a:pt x="12242" y="14833"/>
                    <a:pt x="12409" y="15100"/>
                    <a:pt x="12609" y="15367"/>
                  </a:cubicBezTo>
                  <a:cubicBezTo>
                    <a:pt x="13076" y="15467"/>
                    <a:pt x="13510" y="15567"/>
                    <a:pt x="13977" y="15634"/>
                  </a:cubicBezTo>
                  <a:cubicBezTo>
                    <a:pt x="14244" y="15700"/>
                    <a:pt x="14511" y="15734"/>
                    <a:pt x="14811" y="15767"/>
                  </a:cubicBezTo>
                  <a:cubicBezTo>
                    <a:pt x="14744" y="15700"/>
                    <a:pt x="14711" y="15600"/>
                    <a:pt x="14677" y="15500"/>
                  </a:cubicBezTo>
                  <a:cubicBezTo>
                    <a:pt x="14544" y="15334"/>
                    <a:pt x="14444" y="15167"/>
                    <a:pt x="14344" y="14967"/>
                  </a:cubicBezTo>
                  <a:cubicBezTo>
                    <a:pt x="14277" y="14800"/>
                    <a:pt x="14177" y="14633"/>
                    <a:pt x="14110" y="14466"/>
                  </a:cubicBezTo>
                  <a:cubicBezTo>
                    <a:pt x="14077" y="14366"/>
                    <a:pt x="14044" y="14233"/>
                    <a:pt x="13977" y="14099"/>
                  </a:cubicBezTo>
                  <a:cubicBezTo>
                    <a:pt x="13944" y="13966"/>
                    <a:pt x="13910" y="13799"/>
                    <a:pt x="13843" y="13666"/>
                  </a:cubicBezTo>
                  <a:cubicBezTo>
                    <a:pt x="13843" y="13599"/>
                    <a:pt x="13810" y="13499"/>
                    <a:pt x="13777" y="13399"/>
                  </a:cubicBezTo>
                  <a:cubicBezTo>
                    <a:pt x="13743" y="13265"/>
                    <a:pt x="13710" y="13099"/>
                    <a:pt x="13677" y="12965"/>
                  </a:cubicBezTo>
                  <a:lnTo>
                    <a:pt x="13577" y="12565"/>
                  </a:lnTo>
                  <a:cubicBezTo>
                    <a:pt x="13543" y="12431"/>
                    <a:pt x="13543" y="12331"/>
                    <a:pt x="13510" y="12198"/>
                  </a:cubicBezTo>
                  <a:cubicBezTo>
                    <a:pt x="13477" y="11898"/>
                    <a:pt x="13443" y="11564"/>
                    <a:pt x="13376" y="11231"/>
                  </a:cubicBezTo>
                  <a:cubicBezTo>
                    <a:pt x="13343" y="11064"/>
                    <a:pt x="13276" y="10864"/>
                    <a:pt x="13210" y="10697"/>
                  </a:cubicBezTo>
                  <a:cubicBezTo>
                    <a:pt x="13176" y="10597"/>
                    <a:pt x="13110" y="10497"/>
                    <a:pt x="13076" y="10397"/>
                  </a:cubicBezTo>
                  <a:cubicBezTo>
                    <a:pt x="12976" y="10197"/>
                    <a:pt x="12876" y="9963"/>
                    <a:pt x="12809" y="9730"/>
                  </a:cubicBezTo>
                  <a:cubicBezTo>
                    <a:pt x="12776" y="9663"/>
                    <a:pt x="12776" y="9563"/>
                    <a:pt x="12743" y="9496"/>
                  </a:cubicBezTo>
                  <a:cubicBezTo>
                    <a:pt x="12743" y="9463"/>
                    <a:pt x="12709" y="9396"/>
                    <a:pt x="12709" y="9329"/>
                  </a:cubicBezTo>
                  <a:cubicBezTo>
                    <a:pt x="12709" y="9229"/>
                    <a:pt x="12676" y="9096"/>
                    <a:pt x="12676" y="8996"/>
                  </a:cubicBezTo>
                  <a:cubicBezTo>
                    <a:pt x="12676" y="8762"/>
                    <a:pt x="12676" y="8495"/>
                    <a:pt x="12676" y="8262"/>
                  </a:cubicBezTo>
                  <a:cubicBezTo>
                    <a:pt x="12676" y="8128"/>
                    <a:pt x="12643" y="7962"/>
                    <a:pt x="12676" y="7828"/>
                  </a:cubicBezTo>
                  <a:cubicBezTo>
                    <a:pt x="12676" y="7761"/>
                    <a:pt x="12676" y="7695"/>
                    <a:pt x="12676" y="7628"/>
                  </a:cubicBezTo>
                  <a:cubicBezTo>
                    <a:pt x="12676" y="7561"/>
                    <a:pt x="12676" y="7495"/>
                    <a:pt x="12709" y="7461"/>
                  </a:cubicBezTo>
                  <a:cubicBezTo>
                    <a:pt x="12743" y="7194"/>
                    <a:pt x="12809" y="6928"/>
                    <a:pt x="12876" y="6694"/>
                  </a:cubicBezTo>
                  <a:cubicBezTo>
                    <a:pt x="12943" y="6461"/>
                    <a:pt x="13043" y="6227"/>
                    <a:pt x="13143" y="5994"/>
                  </a:cubicBezTo>
                  <a:cubicBezTo>
                    <a:pt x="13243" y="5760"/>
                    <a:pt x="13376" y="5560"/>
                    <a:pt x="13477" y="5360"/>
                  </a:cubicBezTo>
                  <a:cubicBezTo>
                    <a:pt x="13510" y="5293"/>
                    <a:pt x="13543" y="5226"/>
                    <a:pt x="13577" y="5193"/>
                  </a:cubicBezTo>
                  <a:cubicBezTo>
                    <a:pt x="13610" y="5126"/>
                    <a:pt x="13643" y="5060"/>
                    <a:pt x="13677" y="5026"/>
                  </a:cubicBezTo>
                  <a:cubicBezTo>
                    <a:pt x="13743" y="4926"/>
                    <a:pt x="13810" y="4826"/>
                    <a:pt x="13877" y="4726"/>
                  </a:cubicBezTo>
                  <a:cubicBezTo>
                    <a:pt x="13944" y="4626"/>
                    <a:pt x="14010" y="4526"/>
                    <a:pt x="14077" y="4459"/>
                  </a:cubicBezTo>
                  <a:cubicBezTo>
                    <a:pt x="14144" y="4392"/>
                    <a:pt x="14210" y="4326"/>
                    <a:pt x="14277" y="4226"/>
                  </a:cubicBezTo>
                  <a:cubicBezTo>
                    <a:pt x="14277" y="4192"/>
                    <a:pt x="14310" y="4159"/>
                    <a:pt x="14344" y="4126"/>
                  </a:cubicBezTo>
                  <a:cubicBezTo>
                    <a:pt x="14511" y="3959"/>
                    <a:pt x="14677" y="3792"/>
                    <a:pt x="14844" y="3625"/>
                  </a:cubicBezTo>
                  <a:cubicBezTo>
                    <a:pt x="14944" y="3525"/>
                    <a:pt x="15044" y="3425"/>
                    <a:pt x="15144" y="3325"/>
                  </a:cubicBezTo>
                  <a:cubicBezTo>
                    <a:pt x="15244" y="3225"/>
                    <a:pt x="15345" y="3125"/>
                    <a:pt x="15445" y="3025"/>
                  </a:cubicBezTo>
                  <a:cubicBezTo>
                    <a:pt x="15478" y="2991"/>
                    <a:pt x="15545" y="2958"/>
                    <a:pt x="15578" y="2925"/>
                  </a:cubicBezTo>
                  <a:lnTo>
                    <a:pt x="15578" y="2925"/>
                  </a:lnTo>
                  <a:cubicBezTo>
                    <a:pt x="14978" y="2958"/>
                    <a:pt x="14377" y="2958"/>
                    <a:pt x="13810" y="2958"/>
                  </a:cubicBezTo>
                  <a:lnTo>
                    <a:pt x="13610" y="2958"/>
                  </a:lnTo>
                  <a:cubicBezTo>
                    <a:pt x="13510" y="3192"/>
                    <a:pt x="13376" y="3458"/>
                    <a:pt x="13210" y="3692"/>
                  </a:cubicBezTo>
                  <a:cubicBezTo>
                    <a:pt x="13043" y="3959"/>
                    <a:pt x="12843" y="4226"/>
                    <a:pt x="12643" y="4492"/>
                  </a:cubicBezTo>
                  <a:cubicBezTo>
                    <a:pt x="12309" y="4859"/>
                    <a:pt x="12009" y="5260"/>
                    <a:pt x="11742" y="5660"/>
                  </a:cubicBezTo>
                  <a:cubicBezTo>
                    <a:pt x="11742" y="5660"/>
                    <a:pt x="11742" y="5693"/>
                    <a:pt x="11742" y="5693"/>
                  </a:cubicBezTo>
                  <a:cubicBezTo>
                    <a:pt x="11542" y="5960"/>
                    <a:pt x="11408" y="6260"/>
                    <a:pt x="11308" y="6594"/>
                  </a:cubicBezTo>
                  <a:cubicBezTo>
                    <a:pt x="11275" y="6727"/>
                    <a:pt x="11242" y="6894"/>
                    <a:pt x="11208" y="7028"/>
                  </a:cubicBezTo>
                  <a:cubicBezTo>
                    <a:pt x="11175" y="7194"/>
                    <a:pt x="11175" y="7328"/>
                    <a:pt x="11175" y="7461"/>
                  </a:cubicBezTo>
                  <a:cubicBezTo>
                    <a:pt x="11142" y="7595"/>
                    <a:pt x="11142" y="7728"/>
                    <a:pt x="11142" y="7828"/>
                  </a:cubicBezTo>
                  <a:cubicBezTo>
                    <a:pt x="11142" y="7895"/>
                    <a:pt x="11142" y="7962"/>
                    <a:pt x="11142" y="8028"/>
                  </a:cubicBezTo>
                  <a:cubicBezTo>
                    <a:pt x="11108" y="7661"/>
                    <a:pt x="11075" y="7261"/>
                    <a:pt x="11108" y="6894"/>
                  </a:cubicBezTo>
                  <a:cubicBezTo>
                    <a:pt x="11175" y="6360"/>
                    <a:pt x="11342" y="5827"/>
                    <a:pt x="11642" y="5360"/>
                  </a:cubicBezTo>
                  <a:cubicBezTo>
                    <a:pt x="11709" y="5226"/>
                    <a:pt x="11775" y="5126"/>
                    <a:pt x="11842" y="5026"/>
                  </a:cubicBezTo>
                  <a:cubicBezTo>
                    <a:pt x="11909" y="4893"/>
                    <a:pt x="11975" y="4793"/>
                    <a:pt x="12076" y="4659"/>
                  </a:cubicBezTo>
                  <a:cubicBezTo>
                    <a:pt x="12176" y="4492"/>
                    <a:pt x="12309" y="4326"/>
                    <a:pt x="12442" y="4192"/>
                  </a:cubicBezTo>
                  <a:cubicBezTo>
                    <a:pt x="12509" y="4059"/>
                    <a:pt x="12609" y="3959"/>
                    <a:pt x="12676" y="3859"/>
                  </a:cubicBezTo>
                  <a:cubicBezTo>
                    <a:pt x="12876" y="3625"/>
                    <a:pt x="13043" y="3392"/>
                    <a:pt x="13210" y="3125"/>
                  </a:cubicBezTo>
                  <a:cubicBezTo>
                    <a:pt x="13243" y="3058"/>
                    <a:pt x="13276" y="2991"/>
                    <a:pt x="13343" y="2925"/>
                  </a:cubicBezTo>
                  <a:cubicBezTo>
                    <a:pt x="13010" y="2891"/>
                    <a:pt x="12743" y="2858"/>
                    <a:pt x="12476" y="2825"/>
                  </a:cubicBezTo>
                  <a:cubicBezTo>
                    <a:pt x="12309" y="2791"/>
                    <a:pt x="12176" y="2791"/>
                    <a:pt x="12009" y="2758"/>
                  </a:cubicBezTo>
                  <a:cubicBezTo>
                    <a:pt x="11842" y="3025"/>
                    <a:pt x="11642" y="3292"/>
                    <a:pt x="11442" y="3525"/>
                  </a:cubicBezTo>
                  <a:cubicBezTo>
                    <a:pt x="11308" y="3692"/>
                    <a:pt x="11142" y="3859"/>
                    <a:pt x="11008" y="4025"/>
                  </a:cubicBezTo>
                  <a:cubicBezTo>
                    <a:pt x="10841" y="4192"/>
                    <a:pt x="10708" y="4359"/>
                    <a:pt x="10541" y="4526"/>
                  </a:cubicBezTo>
                  <a:cubicBezTo>
                    <a:pt x="10474" y="4626"/>
                    <a:pt x="10408" y="4726"/>
                    <a:pt x="10341" y="4793"/>
                  </a:cubicBezTo>
                  <a:cubicBezTo>
                    <a:pt x="10274" y="4859"/>
                    <a:pt x="10241" y="4959"/>
                    <a:pt x="10174" y="5060"/>
                  </a:cubicBezTo>
                  <a:cubicBezTo>
                    <a:pt x="9874" y="5527"/>
                    <a:pt x="9540" y="6027"/>
                    <a:pt x="9374" y="6594"/>
                  </a:cubicBezTo>
                  <a:cubicBezTo>
                    <a:pt x="9274" y="6861"/>
                    <a:pt x="9240" y="7128"/>
                    <a:pt x="9240" y="7395"/>
                  </a:cubicBezTo>
                  <a:cubicBezTo>
                    <a:pt x="9207" y="7761"/>
                    <a:pt x="9274" y="8128"/>
                    <a:pt x="9307" y="8495"/>
                  </a:cubicBezTo>
                  <a:cubicBezTo>
                    <a:pt x="9340" y="8896"/>
                    <a:pt x="9374" y="9263"/>
                    <a:pt x="9474" y="9663"/>
                  </a:cubicBezTo>
                  <a:cubicBezTo>
                    <a:pt x="9507" y="9830"/>
                    <a:pt x="9540" y="9963"/>
                    <a:pt x="9574" y="10130"/>
                  </a:cubicBezTo>
                  <a:cubicBezTo>
                    <a:pt x="9640" y="10297"/>
                    <a:pt x="9707" y="10463"/>
                    <a:pt x="9774" y="10630"/>
                  </a:cubicBezTo>
                  <a:cubicBezTo>
                    <a:pt x="9841" y="10764"/>
                    <a:pt x="9907" y="10897"/>
                    <a:pt x="9974" y="11030"/>
                  </a:cubicBezTo>
                  <a:cubicBezTo>
                    <a:pt x="10074" y="11197"/>
                    <a:pt x="10174" y="11397"/>
                    <a:pt x="10274" y="11598"/>
                  </a:cubicBezTo>
                  <a:cubicBezTo>
                    <a:pt x="10274" y="11631"/>
                    <a:pt x="10308" y="11664"/>
                    <a:pt x="10341" y="11731"/>
                  </a:cubicBezTo>
                  <a:lnTo>
                    <a:pt x="10308" y="11731"/>
                  </a:lnTo>
                  <a:cubicBezTo>
                    <a:pt x="10241" y="11598"/>
                    <a:pt x="10141" y="11497"/>
                    <a:pt x="10074" y="11364"/>
                  </a:cubicBezTo>
                  <a:cubicBezTo>
                    <a:pt x="9841" y="11097"/>
                    <a:pt x="9607" y="10797"/>
                    <a:pt x="9440" y="10463"/>
                  </a:cubicBezTo>
                  <a:cubicBezTo>
                    <a:pt x="9240" y="10130"/>
                    <a:pt x="9107" y="9763"/>
                    <a:pt x="9007" y="9396"/>
                  </a:cubicBezTo>
                  <a:cubicBezTo>
                    <a:pt x="8940" y="9229"/>
                    <a:pt x="8907" y="9062"/>
                    <a:pt x="8873" y="8862"/>
                  </a:cubicBezTo>
                  <a:cubicBezTo>
                    <a:pt x="8840" y="8629"/>
                    <a:pt x="8773" y="8362"/>
                    <a:pt x="8740" y="8128"/>
                  </a:cubicBezTo>
                  <a:cubicBezTo>
                    <a:pt x="8706" y="7862"/>
                    <a:pt x="8673" y="7628"/>
                    <a:pt x="8673" y="7395"/>
                  </a:cubicBezTo>
                  <a:cubicBezTo>
                    <a:pt x="8673" y="7194"/>
                    <a:pt x="8706" y="6994"/>
                    <a:pt x="8740" y="6761"/>
                  </a:cubicBezTo>
                  <a:cubicBezTo>
                    <a:pt x="8773" y="6594"/>
                    <a:pt x="8807" y="6427"/>
                    <a:pt x="8873" y="6260"/>
                  </a:cubicBezTo>
                  <a:cubicBezTo>
                    <a:pt x="9007" y="5960"/>
                    <a:pt x="9173" y="5660"/>
                    <a:pt x="9340" y="5393"/>
                  </a:cubicBezTo>
                  <a:cubicBezTo>
                    <a:pt x="9407" y="5293"/>
                    <a:pt x="9507" y="5193"/>
                    <a:pt x="9574" y="5060"/>
                  </a:cubicBezTo>
                  <a:cubicBezTo>
                    <a:pt x="9674" y="4959"/>
                    <a:pt x="9741" y="4826"/>
                    <a:pt x="9841" y="4726"/>
                  </a:cubicBezTo>
                  <a:cubicBezTo>
                    <a:pt x="9907" y="4659"/>
                    <a:pt x="9941" y="4593"/>
                    <a:pt x="10007" y="4526"/>
                  </a:cubicBezTo>
                  <a:cubicBezTo>
                    <a:pt x="10041" y="4492"/>
                    <a:pt x="10107" y="4459"/>
                    <a:pt x="10141" y="4426"/>
                  </a:cubicBezTo>
                  <a:cubicBezTo>
                    <a:pt x="10541" y="3992"/>
                    <a:pt x="11008" y="3625"/>
                    <a:pt x="11442" y="3258"/>
                  </a:cubicBezTo>
                  <a:cubicBezTo>
                    <a:pt x="11609" y="3091"/>
                    <a:pt x="11742" y="2925"/>
                    <a:pt x="11909" y="2725"/>
                  </a:cubicBezTo>
                  <a:cubicBezTo>
                    <a:pt x="11609" y="2658"/>
                    <a:pt x="11308" y="2591"/>
                    <a:pt x="10941" y="2524"/>
                  </a:cubicBezTo>
                  <a:cubicBezTo>
                    <a:pt x="10841" y="2491"/>
                    <a:pt x="10741" y="2424"/>
                    <a:pt x="10641" y="2358"/>
                  </a:cubicBezTo>
                  <a:cubicBezTo>
                    <a:pt x="10274" y="2191"/>
                    <a:pt x="9941" y="2024"/>
                    <a:pt x="9607" y="1824"/>
                  </a:cubicBezTo>
                  <a:cubicBezTo>
                    <a:pt x="9574" y="1891"/>
                    <a:pt x="9574" y="1991"/>
                    <a:pt x="9540" y="2057"/>
                  </a:cubicBezTo>
                  <a:cubicBezTo>
                    <a:pt x="9507" y="2324"/>
                    <a:pt x="9407" y="2558"/>
                    <a:pt x="9307" y="2825"/>
                  </a:cubicBezTo>
                  <a:cubicBezTo>
                    <a:pt x="9240" y="3025"/>
                    <a:pt x="9173" y="3192"/>
                    <a:pt x="9107" y="3392"/>
                  </a:cubicBezTo>
                  <a:cubicBezTo>
                    <a:pt x="9007" y="3692"/>
                    <a:pt x="8873" y="3992"/>
                    <a:pt x="8773" y="4326"/>
                  </a:cubicBezTo>
                  <a:cubicBezTo>
                    <a:pt x="8706" y="4492"/>
                    <a:pt x="8673" y="4693"/>
                    <a:pt x="8640" y="4926"/>
                  </a:cubicBezTo>
                  <a:cubicBezTo>
                    <a:pt x="8606" y="5126"/>
                    <a:pt x="8606" y="5293"/>
                    <a:pt x="8606" y="5527"/>
                  </a:cubicBezTo>
                  <a:cubicBezTo>
                    <a:pt x="8606" y="5827"/>
                    <a:pt x="8606" y="6094"/>
                    <a:pt x="8573" y="6394"/>
                  </a:cubicBezTo>
                  <a:cubicBezTo>
                    <a:pt x="8573" y="6561"/>
                    <a:pt x="8573" y="6727"/>
                    <a:pt x="8606" y="6928"/>
                  </a:cubicBezTo>
                  <a:lnTo>
                    <a:pt x="8573" y="6928"/>
                  </a:lnTo>
                  <a:cubicBezTo>
                    <a:pt x="8506" y="6661"/>
                    <a:pt x="8473" y="6360"/>
                    <a:pt x="8440" y="6094"/>
                  </a:cubicBezTo>
                  <a:cubicBezTo>
                    <a:pt x="8373" y="5793"/>
                    <a:pt x="8340" y="5493"/>
                    <a:pt x="8306" y="5193"/>
                  </a:cubicBezTo>
                  <a:cubicBezTo>
                    <a:pt x="8306" y="5026"/>
                    <a:pt x="8306" y="4859"/>
                    <a:pt x="8306" y="4693"/>
                  </a:cubicBezTo>
                  <a:cubicBezTo>
                    <a:pt x="8340" y="4526"/>
                    <a:pt x="8340" y="4359"/>
                    <a:pt x="8406" y="4192"/>
                  </a:cubicBezTo>
                  <a:cubicBezTo>
                    <a:pt x="8506" y="3759"/>
                    <a:pt x="8706" y="3325"/>
                    <a:pt x="8907" y="2925"/>
                  </a:cubicBezTo>
                  <a:cubicBezTo>
                    <a:pt x="9073" y="2524"/>
                    <a:pt x="9274" y="2157"/>
                    <a:pt x="9407" y="1757"/>
                  </a:cubicBezTo>
                  <a:cubicBezTo>
                    <a:pt x="9407" y="1724"/>
                    <a:pt x="9407" y="1724"/>
                    <a:pt x="9440" y="1690"/>
                  </a:cubicBezTo>
                  <a:cubicBezTo>
                    <a:pt x="9407" y="1690"/>
                    <a:pt x="9374" y="1657"/>
                    <a:pt x="9340" y="1657"/>
                  </a:cubicBezTo>
                  <a:cubicBezTo>
                    <a:pt x="8873" y="1357"/>
                    <a:pt x="8473" y="1123"/>
                    <a:pt x="8073" y="923"/>
                  </a:cubicBezTo>
                  <a:cubicBezTo>
                    <a:pt x="7672" y="723"/>
                    <a:pt x="7239" y="523"/>
                    <a:pt x="6805" y="323"/>
                  </a:cubicBezTo>
                  <a:cubicBezTo>
                    <a:pt x="6638" y="256"/>
                    <a:pt x="6505" y="223"/>
                    <a:pt x="6371" y="156"/>
                  </a:cubicBezTo>
                  <a:lnTo>
                    <a:pt x="6371" y="356"/>
                  </a:lnTo>
                  <a:cubicBezTo>
                    <a:pt x="6371" y="523"/>
                    <a:pt x="6338" y="690"/>
                    <a:pt x="6305" y="857"/>
                  </a:cubicBezTo>
                  <a:cubicBezTo>
                    <a:pt x="6305" y="923"/>
                    <a:pt x="6271" y="1023"/>
                    <a:pt x="6271" y="1090"/>
                  </a:cubicBezTo>
                  <a:cubicBezTo>
                    <a:pt x="6205" y="1324"/>
                    <a:pt x="6138" y="1557"/>
                    <a:pt x="6005" y="1724"/>
                  </a:cubicBezTo>
                  <a:cubicBezTo>
                    <a:pt x="5838" y="2024"/>
                    <a:pt x="5671" y="2291"/>
                    <a:pt x="5437" y="2558"/>
                  </a:cubicBezTo>
                  <a:cubicBezTo>
                    <a:pt x="5237" y="2791"/>
                    <a:pt x="5037" y="3025"/>
                    <a:pt x="4804" y="3225"/>
                  </a:cubicBezTo>
                  <a:cubicBezTo>
                    <a:pt x="4604" y="3458"/>
                    <a:pt x="4370" y="3692"/>
                    <a:pt x="4170" y="3925"/>
                  </a:cubicBezTo>
                  <a:cubicBezTo>
                    <a:pt x="3970" y="4126"/>
                    <a:pt x="3770" y="4392"/>
                    <a:pt x="3603" y="4626"/>
                  </a:cubicBezTo>
                  <a:cubicBezTo>
                    <a:pt x="3469" y="4826"/>
                    <a:pt x="3369" y="5060"/>
                    <a:pt x="3269" y="5293"/>
                  </a:cubicBezTo>
                  <a:cubicBezTo>
                    <a:pt x="3236" y="5493"/>
                    <a:pt x="3203" y="5693"/>
                    <a:pt x="3203" y="5927"/>
                  </a:cubicBezTo>
                  <a:cubicBezTo>
                    <a:pt x="3203" y="6094"/>
                    <a:pt x="3203" y="6227"/>
                    <a:pt x="3203" y="6394"/>
                  </a:cubicBezTo>
                  <a:cubicBezTo>
                    <a:pt x="3169" y="6260"/>
                    <a:pt x="3136" y="6127"/>
                    <a:pt x="3102" y="5994"/>
                  </a:cubicBezTo>
                  <a:cubicBezTo>
                    <a:pt x="3069" y="5727"/>
                    <a:pt x="3036" y="5493"/>
                    <a:pt x="3069" y="5226"/>
                  </a:cubicBezTo>
                  <a:cubicBezTo>
                    <a:pt x="3102" y="4893"/>
                    <a:pt x="3236" y="4559"/>
                    <a:pt x="3403" y="4259"/>
                  </a:cubicBezTo>
                  <a:cubicBezTo>
                    <a:pt x="3703" y="3725"/>
                    <a:pt x="4103" y="3225"/>
                    <a:pt x="4537" y="2791"/>
                  </a:cubicBezTo>
                  <a:cubicBezTo>
                    <a:pt x="4770" y="2558"/>
                    <a:pt x="5004" y="2358"/>
                    <a:pt x="5204" y="2124"/>
                  </a:cubicBezTo>
                  <a:cubicBezTo>
                    <a:pt x="5437" y="1891"/>
                    <a:pt x="5604" y="1657"/>
                    <a:pt x="5804" y="1424"/>
                  </a:cubicBezTo>
                  <a:cubicBezTo>
                    <a:pt x="5938" y="1157"/>
                    <a:pt x="6038" y="923"/>
                    <a:pt x="6138" y="656"/>
                  </a:cubicBezTo>
                  <a:cubicBezTo>
                    <a:pt x="6171" y="490"/>
                    <a:pt x="6205" y="323"/>
                    <a:pt x="6238" y="123"/>
                  </a:cubicBezTo>
                  <a:cubicBezTo>
                    <a:pt x="6105" y="89"/>
                    <a:pt x="5971" y="56"/>
                    <a:pt x="5838" y="56"/>
                  </a:cubicBezTo>
                  <a:cubicBezTo>
                    <a:pt x="5681" y="17"/>
                    <a:pt x="5502" y="1"/>
                    <a:pt x="53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8"/>
            <p:cNvSpPr/>
            <p:nvPr/>
          </p:nvSpPr>
          <p:spPr>
            <a:xfrm>
              <a:off x="5335650" y="1187950"/>
              <a:ext cx="850" cy="875"/>
            </a:xfrm>
            <a:custGeom>
              <a:avLst/>
              <a:gdLst/>
              <a:ahLst/>
              <a:cxnLst/>
              <a:rect l="l" t="t" r="r" b="b"/>
              <a:pathLst>
                <a:path w="34" h="35" extrusionOk="0">
                  <a:moveTo>
                    <a:pt x="34" y="1"/>
                  </a:moveTo>
                  <a:cubicBezTo>
                    <a:pt x="34" y="1"/>
                    <a:pt x="34" y="34"/>
                    <a:pt x="0" y="34"/>
                  </a:cubicBezTo>
                  <a:lnTo>
                    <a:pt x="34" y="34"/>
                  </a:lnTo>
                  <a:cubicBezTo>
                    <a:pt x="34" y="34"/>
                    <a:pt x="34" y="1"/>
                    <a:pt x="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8"/>
            <p:cNvSpPr/>
            <p:nvPr/>
          </p:nvSpPr>
          <p:spPr>
            <a:xfrm>
              <a:off x="5138000" y="11295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8"/>
            <p:cNvSpPr/>
            <p:nvPr/>
          </p:nvSpPr>
          <p:spPr>
            <a:xfrm>
              <a:off x="5018750" y="1112075"/>
              <a:ext cx="120950" cy="234350"/>
            </a:xfrm>
            <a:custGeom>
              <a:avLst/>
              <a:gdLst/>
              <a:ahLst/>
              <a:cxnLst/>
              <a:rect l="l" t="t" r="r" b="b"/>
              <a:pathLst>
                <a:path w="4838" h="9374" extrusionOk="0">
                  <a:moveTo>
                    <a:pt x="4837" y="0"/>
                  </a:moveTo>
                  <a:cubicBezTo>
                    <a:pt x="4637" y="34"/>
                    <a:pt x="4437" y="67"/>
                    <a:pt x="4170" y="134"/>
                  </a:cubicBezTo>
                  <a:cubicBezTo>
                    <a:pt x="3837" y="234"/>
                    <a:pt x="3470" y="334"/>
                    <a:pt x="3136" y="434"/>
                  </a:cubicBezTo>
                  <a:cubicBezTo>
                    <a:pt x="2969" y="501"/>
                    <a:pt x="2803" y="534"/>
                    <a:pt x="2636" y="601"/>
                  </a:cubicBezTo>
                  <a:cubicBezTo>
                    <a:pt x="2603" y="801"/>
                    <a:pt x="2536" y="1001"/>
                    <a:pt x="2502" y="1201"/>
                  </a:cubicBezTo>
                  <a:cubicBezTo>
                    <a:pt x="2436" y="1535"/>
                    <a:pt x="2369" y="1868"/>
                    <a:pt x="2236" y="2202"/>
                  </a:cubicBezTo>
                  <a:cubicBezTo>
                    <a:pt x="2102" y="2602"/>
                    <a:pt x="1869" y="2969"/>
                    <a:pt x="1669" y="3336"/>
                  </a:cubicBezTo>
                  <a:cubicBezTo>
                    <a:pt x="1568" y="3536"/>
                    <a:pt x="1468" y="3736"/>
                    <a:pt x="1368" y="3937"/>
                  </a:cubicBezTo>
                  <a:cubicBezTo>
                    <a:pt x="1335" y="4003"/>
                    <a:pt x="1302" y="4070"/>
                    <a:pt x="1268" y="4137"/>
                  </a:cubicBezTo>
                  <a:cubicBezTo>
                    <a:pt x="1202" y="4270"/>
                    <a:pt x="1135" y="4404"/>
                    <a:pt x="1068" y="4537"/>
                  </a:cubicBezTo>
                  <a:cubicBezTo>
                    <a:pt x="1035" y="4604"/>
                    <a:pt x="1001" y="4670"/>
                    <a:pt x="1001" y="4737"/>
                  </a:cubicBezTo>
                  <a:cubicBezTo>
                    <a:pt x="935" y="4871"/>
                    <a:pt x="901" y="5004"/>
                    <a:pt x="835" y="5137"/>
                  </a:cubicBezTo>
                  <a:cubicBezTo>
                    <a:pt x="801" y="5204"/>
                    <a:pt x="801" y="5304"/>
                    <a:pt x="768" y="5371"/>
                  </a:cubicBezTo>
                  <a:cubicBezTo>
                    <a:pt x="735" y="5471"/>
                    <a:pt x="701" y="5571"/>
                    <a:pt x="668" y="5671"/>
                  </a:cubicBezTo>
                  <a:cubicBezTo>
                    <a:pt x="601" y="5871"/>
                    <a:pt x="534" y="6071"/>
                    <a:pt x="501" y="6272"/>
                  </a:cubicBezTo>
                  <a:cubicBezTo>
                    <a:pt x="434" y="6472"/>
                    <a:pt x="368" y="6672"/>
                    <a:pt x="334" y="6872"/>
                  </a:cubicBezTo>
                  <a:cubicBezTo>
                    <a:pt x="268" y="7105"/>
                    <a:pt x="234" y="7306"/>
                    <a:pt x="167" y="7539"/>
                  </a:cubicBezTo>
                  <a:cubicBezTo>
                    <a:pt x="167" y="7673"/>
                    <a:pt x="134" y="7806"/>
                    <a:pt x="101" y="7939"/>
                  </a:cubicBezTo>
                  <a:cubicBezTo>
                    <a:pt x="67" y="8039"/>
                    <a:pt x="67" y="8140"/>
                    <a:pt x="67" y="8240"/>
                  </a:cubicBezTo>
                  <a:cubicBezTo>
                    <a:pt x="34" y="8373"/>
                    <a:pt x="34" y="8506"/>
                    <a:pt x="34" y="8640"/>
                  </a:cubicBezTo>
                  <a:cubicBezTo>
                    <a:pt x="1" y="8840"/>
                    <a:pt x="34" y="9040"/>
                    <a:pt x="34" y="9240"/>
                  </a:cubicBezTo>
                  <a:lnTo>
                    <a:pt x="368" y="9307"/>
                  </a:lnTo>
                  <a:cubicBezTo>
                    <a:pt x="468" y="9340"/>
                    <a:pt x="568" y="9340"/>
                    <a:pt x="668" y="9374"/>
                  </a:cubicBezTo>
                  <a:lnTo>
                    <a:pt x="668" y="9140"/>
                  </a:lnTo>
                  <a:cubicBezTo>
                    <a:pt x="701" y="8807"/>
                    <a:pt x="701" y="8506"/>
                    <a:pt x="768" y="8206"/>
                  </a:cubicBezTo>
                  <a:cubicBezTo>
                    <a:pt x="835" y="7572"/>
                    <a:pt x="1001" y="6972"/>
                    <a:pt x="1202" y="6372"/>
                  </a:cubicBezTo>
                  <a:cubicBezTo>
                    <a:pt x="1302" y="6071"/>
                    <a:pt x="1402" y="5805"/>
                    <a:pt x="1568" y="5504"/>
                  </a:cubicBezTo>
                  <a:cubicBezTo>
                    <a:pt x="1669" y="5304"/>
                    <a:pt x="1769" y="5071"/>
                    <a:pt x="1902" y="4871"/>
                  </a:cubicBezTo>
                  <a:cubicBezTo>
                    <a:pt x="1969" y="4770"/>
                    <a:pt x="2069" y="4637"/>
                    <a:pt x="2136" y="4537"/>
                  </a:cubicBezTo>
                  <a:cubicBezTo>
                    <a:pt x="2169" y="4470"/>
                    <a:pt x="2202" y="4404"/>
                    <a:pt x="2236" y="4337"/>
                  </a:cubicBezTo>
                  <a:cubicBezTo>
                    <a:pt x="2369" y="4170"/>
                    <a:pt x="2502" y="4003"/>
                    <a:pt x="2636" y="3836"/>
                  </a:cubicBezTo>
                  <a:cubicBezTo>
                    <a:pt x="2769" y="3636"/>
                    <a:pt x="2903" y="3470"/>
                    <a:pt x="3070" y="3303"/>
                  </a:cubicBezTo>
                  <a:cubicBezTo>
                    <a:pt x="3203" y="3136"/>
                    <a:pt x="3336" y="2936"/>
                    <a:pt x="3503" y="2769"/>
                  </a:cubicBezTo>
                  <a:cubicBezTo>
                    <a:pt x="3637" y="2602"/>
                    <a:pt x="3770" y="2435"/>
                    <a:pt x="3903" y="2235"/>
                  </a:cubicBezTo>
                  <a:cubicBezTo>
                    <a:pt x="3970" y="2169"/>
                    <a:pt x="4037" y="2069"/>
                    <a:pt x="4104" y="2002"/>
                  </a:cubicBezTo>
                  <a:cubicBezTo>
                    <a:pt x="4170" y="1902"/>
                    <a:pt x="4204" y="1802"/>
                    <a:pt x="4270" y="1735"/>
                  </a:cubicBezTo>
                  <a:cubicBezTo>
                    <a:pt x="4337" y="1635"/>
                    <a:pt x="4404" y="1535"/>
                    <a:pt x="4437" y="1401"/>
                  </a:cubicBezTo>
                  <a:cubicBezTo>
                    <a:pt x="4571" y="1201"/>
                    <a:pt x="4671" y="934"/>
                    <a:pt x="4771" y="701"/>
                  </a:cubicBezTo>
                  <a:cubicBezTo>
                    <a:pt x="4804" y="534"/>
                    <a:pt x="4837" y="367"/>
                    <a:pt x="4837" y="201"/>
                  </a:cubicBezTo>
                  <a:cubicBezTo>
                    <a:pt x="4837" y="134"/>
                    <a:pt x="4837" y="67"/>
                    <a:pt x="48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8"/>
            <p:cNvSpPr/>
            <p:nvPr/>
          </p:nvSpPr>
          <p:spPr>
            <a:xfrm>
              <a:off x="5269775" y="12146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8"/>
            <p:cNvSpPr/>
            <p:nvPr/>
          </p:nvSpPr>
          <p:spPr>
            <a:xfrm>
              <a:off x="4977900" y="1128750"/>
              <a:ext cx="102600" cy="214350"/>
            </a:xfrm>
            <a:custGeom>
              <a:avLst/>
              <a:gdLst/>
              <a:ahLst/>
              <a:cxnLst/>
              <a:rect l="l" t="t" r="r" b="b"/>
              <a:pathLst>
                <a:path w="4104" h="8574" extrusionOk="0">
                  <a:moveTo>
                    <a:pt x="4103" y="1"/>
                  </a:moveTo>
                  <a:lnTo>
                    <a:pt x="4103" y="1"/>
                  </a:lnTo>
                  <a:cubicBezTo>
                    <a:pt x="3803" y="134"/>
                    <a:pt x="3536" y="234"/>
                    <a:pt x="3236" y="367"/>
                  </a:cubicBezTo>
                  <a:cubicBezTo>
                    <a:pt x="3036" y="434"/>
                    <a:pt x="2802" y="534"/>
                    <a:pt x="2535" y="668"/>
                  </a:cubicBezTo>
                  <a:cubicBezTo>
                    <a:pt x="2369" y="734"/>
                    <a:pt x="2202" y="834"/>
                    <a:pt x="2035" y="935"/>
                  </a:cubicBezTo>
                  <a:lnTo>
                    <a:pt x="1968" y="935"/>
                  </a:lnTo>
                  <a:cubicBezTo>
                    <a:pt x="1902" y="1001"/>
                    <a:pt x="1835" y="1035"/>
                    <a:pt x="1735" y="1101"/>
                  </a:cubicBezTo>
                  <a:cubicBezTo>
                    <a:pt x="1635" y="1135"/>
                    <a:pt x="1535" y="1201"/>
                    <a:pt x="1401" y="1268"/>
                  </a:cubicBezTo>
                  <a:cubicBezTo>
                    <a:pt x="1401" y="1301"/>
                    <a:pt x="1401" y="1368"/>
                    <a:pt x="1401" y="1402"/>
                  </a:cubicBezTo>
                  <a:cubicBezTo>
                    <a:pt x="1334" y="1768"/>
                    <a:pt x="1168" y="2102"/>
                    <a:pt x="1001" y="2469"/>
                  </a:cubicBezTo>
                  <a:cubicBezTo>
                    <a:pt x="934" y="2636"/>
                    <a:pt x="834" y="2769"/>
                    <a:pt x="767" y="2936"/>
                  </a:cubicBezTo>
                  <a:cubicBezTo>
                    <a:pt x="567" y="3336"/>
                    <a:pt x="434" y="3703"/>
                    <a:pt x="300" y="4103"/>
                  </a:cubicBezTo>
                  <a:cubicBezTo>
                    <a:pt x="134" y="4637"/>
                    <a:pt x="34" y="5171"/>
                    <a:pt x="34" y="5705"/>
                  </a:cubicBezTo>
                  <a:cubicBezTo>
                    <a:pt x="0" y="6138"/>
                    <a:pt x="67" y="6572"/>
                    <a:pt x="100" y="6972"/>
                  </a:cubicBezTo>
                  <a:cubicBezTo>
                    <a:pt x="134" y="7239"/>
                    <a:pt x="200" y="7473"/>
                    <a:pt x="200" y="7706"/>
                  </a:cubicBezTo>
                  <a:cubicBezTo>
                    <a:pt x="267" y="8006"/>
                    <a:pt x="300" y="8273"/>
                    <a:pt x="334" y="8573"/>
                  </a:cubicBezTo>
                  <a:lnTo>
                    <a:pt x="1068" y="8573"/>
                  </a:lnTo>
                  <a:cubicBezTo>
                    <a:pt x="1068" y="8440"/>
                    <a:pt x="1034" y="8340"/>
                    <a:pt x="1034" y="8206"/>
                  </a:cubicBezTo>
                  <a:cubicBezTo>
                    <a:pt x="1034" y="7873"/>
                    <a:pt x="1068" y="7573"/>
                    <a:pt x="1101" y="7239"/>
                  </a:cubicBezTo>
                  <a:cubicBezTo>
                    <a:pt x="1134" y="7106"/>
                    <a:pt x="1168" y="7006"/>
                    <a:pt x="1168" y="6872"/>
                  </a:cubicBezTo>
                  <a:cubicBezTo>
                    <a:pt x="1201" y="6805"/>
                    <a:pt x="1201" y="6705"/>
                    <a:pt x="1234" y="6605"/>
                  </a:cubicBezTo>
                  <a:lnTo>
                    <a:pt x="1334" y="6238"/>
                  </a:lnTo>
                  <a:cubicBezTo>
                    <a:pt x="1368" y="6005"/>
                    <a:pt x="1435" y="5805"/>
                    <a:pt x="1501" y="5605"/>
                  </a:cubicBezTo>
                  <a:cubicBezTo>
                    <a:pt x="1535" y="5371"/>
                    <a:pt x="1601" y="5171"/>
                    <a:pt x="1668" y="4971"/>
                  </a:cubicBezTo>
                  <a:cubicBezTo>
                    <a:pt x="1735" y="4737"/>
                    <a:pt x="1801" y="4504"/>
                    <a:pt x="1902" y="4304"/>
                  </a:cubicBezTo>
                  <a:cubicBezTo>
                    <a:pt x="1935" y="4204"/>
                    <a:pt x="1968" y="4137"/>
                    <a:pt x="2002" y="4037"/>
                  </a:cubicBezTo>
                  <a:cubicBezTo>
                    <a:pt x="2035" y="3970"/>
                    <a:pt x="2068" y="3903"/>
                    <a:pt x="2068" y="3837"/>
                  </a:cubicBezTo>
                  <a:cubicBezTo>
                    <a:pt x="2102" y="3803"/>
                    <a:pt x="2102" y="3770"/>
                    <a:pt x="2135" y="3737"/>
                  </a:cubicBezTo>
                  <a:cubicBezTo>
                    <a:pt x="2168" y="3636"/>
                    <a:pt x="2235" y="3536"/>
                    <a:pt x="2302" y="3436"/>
                  </a:cubicBezTo>
                  <a:cubicBezTo>
                    <a:pt x="2335" y="3370"/>
                    <a:pt x="2369" y="3270"/>
                    <a:pt x="2402" y="3203"/>
                  </a:cubicBezTo>
                  <a:cubicBezTo>
                    <a:pt x="2535" y="3003"/>
                    <a:pt x="2635" y="2803"/>
                    <a:pt x="2769" y="2602"/>
                  </a:cubicBezTo>
                  <a:cubicBezTo>
                    <a:pt x="2936" y="2336"/>
                    <a:pt x="3136" y="2102"/>
                    <a:pt x="3303" y="1835"/>
                  </a:cubicBezTo>
                  <a:cubicBezTo>
                    <a:pt x="3436" y="1602"/>
                    <a:pt x="3569" y="1335"/>
                    <a:pt x="3669" y="1101"/>
                  </a:cubicBezTo>
                  <a:cubicBezTo>
                    <a:pt x="3736" y="968"/>
                    <a:pt x="3770" y="834"/>
                    <a:pt x="3836" y="734"/>
                  </a:cubicBezTo>
                  <a:cubicBezTo>
                    <a:pt x="3903" y="534"/>
                    <a:pt x="3970" y="334"/>
                    <a:pt x="4036" y="167"/>
                  </a:cubicBezTo>
                  <a:cubicBezTo>
                    <a:pt x="4070" y="101"/>
                    <a:pt x="4070" y="67"/>
                    <a:pt x="41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8"/>
            <p:cNvSpPr/>
            <p:nvPr/>
          </p:nvSpPr>
          <p:spPr>
            <a:xfrm>
              <a:off x="4882825" y="1162950"/>
              <a:ext cx="125950" cy="179300"/>
            </a:xfrm>
            <a:custGeom>
              <a:avLst/>
              <a:gdLst/>
              <a:ahLst/>
              <a:cxnLst/>
              <a:rect l="l" t="t" r="r" b="b"/>
              <a:pathLst>
                <a:path w="5038" h="7172" extrusionOk="0">
                  <a:moveTo>
                    <a:pt x="5037" y="0"/>
                  </a:moveTo>
                  <a:lnTo>
                    <a:pt x="5037" y="0"/>
                  </a:lnTo>
                  <a:cubicBezTo>
                    <a:pt x="4904" y="67"/>
                    <a:pt x="4771" y="167"/>
                    <a:pt x="4670" y="234"/>
                  </a:cubicBezTo>
                  <a:lnTo>
                    <a:pt x="4404" y="400"/>
                  </a:lnTo>
                  <a:lnTo>
                    <a:pt x="4170" y="567"/>
                  </a:lnTo>
                  <a:cubicBezTo>
                    <a:pt x="4103" y="601"/>
                    <a:pt x="4037" y="634"/>
                    <a:pt x="4003" y="701"/>
                  </a:cubicBezTo>
                  <a:cubicBezTo>
                    <a:pt x="3670" y="901"/>
                    <a:pt x="3370" y="1134"/>
                    <a:pt x="3103" y="1368"/>
                  </a:cubicBezTo>
                  <a:cubicBezTo>
                    <a:pt x="2869" y="1501"/>
                    <a:pt x="2636" y="1668"/>
                    <a:pt x="2402" y="1801"/>
                  </a:cubicBezTo>
                  <a:cubicBezTo>
                    <a:pt x="2402" y="1835"/>
                    <a:pt x="2402" y="1835"/>
                    <a:pt x="2402" y="1835"/>
                  </a:cubicBezTo>
                  <a:cubicBezTo>
                    <a:pt x="2335" y="2102"/>
                    <a:pt x="2269" y="2402"/>
                    <a:pt x="2235" y="2669"/>
                  </a:cubicBezTo>
                  <a:cubicBezTo>
                    <a:pt x="2169" y="2969"/>
                    <a:pt x="2169" y="3236"/>
                    <a:pt x="2135" y="3503"/>
                  </a:cubicBezTo>
                  <a:cubicBezTo>
                    <a:pt x="2135" y="3736"/>
                    <a:pt x="2135" y="3970"/>
                    <a:pt x="2169" y="4203"/>
                  </a:cubicBezTo>
                  <a:cubicBezTo>
                    <a:pt x="2169" y="4437"/>
                    <a:pt x="2202" y="4670"/>
                    <a:pt x="2235" y="4904"/>
                  </a:cubicBezTo>
                  <a:cubicBezTo>
                    <a:pt x="2302" y="5104"/>
                    <a:pt x="2369" y="5337"/>
                    <a:pt x="2436" y="5537"/>
                  </a:cubicBezTo>
                  <a:cubicBezTo>
                    <a:pt x="2502" y="5671"/>
                    <a:pt x="2536" y="5804"/>
                    <a:pt x="2602" y="5938"/>
                  </a:cubicBezTo>
                  <a:cubicBezTo>
                    <a:pt x="2669" y="6138"/>
                    <a:pt x="2736" y="6305"/>
                    <a:pt x="2836" y="6505"/>
                  </a:cubicBezTo>
                  <a:cubicBezTo>
                    <a:pt x="2736" y="6338"/>
                    <a:pt x="2669" y="6205"/>
                    <a:pt x="2569" y="6038"/>
                  </a:cubicBezTo>
                  <a:cubicBezTo>
                    <a:pt x="2436" y="5738"/>
                    <a:pt x="2269" y="5437"/>
                    <a:pt x="2169" y="5137"/>
                  </a:cubicBezTo>
                  <a:cubicBezTo>
                    <a:pt x="2069" y="4937"/>
                    <a:pt x="2035" y="4704"/>
                    <a:pt x="2002" y="4503"/>
                  </a:cubicBezTo>
                  <a:cubicBezTo>
                    <a:pt x="1969" y="4270"/>
                    <a:pt x="1969" y="4036"/>
                    <a:pt x="1969" y="3836"/>
                  </a:cubicBezTo>
                  <a:cubicBezTo>
                    <a:pt x="1969" y="3369"/>
                    <a:pt x="2002" y="2936"/>
                    <a:pt x="2135" y="2502"/>
                  </a:cubicBezTo>
                  <a:cubicBezTo>
                    <a:pt x="2169" y="2268"/>
                    <a:pt x="2235" y="2068"/>
                    <a:pt x="2302" y="1868"/>
                  </a:cubicBezTo>
                  <a:lnTo>
                    <a:pt x="2302" y="1868"/>
                  </a:lnTo>
                  <a:cubicBezTo>
                    <a:pt x="1802" y="2235"/>
                    <a:pt x="1335" y="2669"/>
                    <a:pt x="968" y="3069"/>
                  </a:cubicBezTo>
                  <a:lnTo>
                    <a:pt x="701" y="3336"/>
                  </a:lnTo>
                  <a:cubicBezTo>
                    <a:pt x="568" y="3469"/>
                    <a:pt x="467" y="3669"/>
                    <a:pt x="367" y="3836"/>
                  </a:cubicBezTo>
                  <a:lnTo>
                    <a:pt x="334" y="3903"/>
                  </a:lnTo>
                  <a:cubicBezTo>
                    <a:pt x="234" y="4070"/>
                    <a:pt x="167" y="4203"/>
                    <a:pt x="134" y="4370"/>
                  </a:cubicBezTo>
                  <a:cubicBezTo>
                    <a:pt x="67" y="4503"/>
                    <a:pt x="34" y="4603"/>
                    <a:pt x="34" y="4737"/>
                  </a:cubicBezTo>
                  <a:cubicBezTo>
                    <a:pt x="0" y="4870"/>
                    <a:pt x="0" y="5004"/>
                    <a:pt x="0" y="5137"/>
                  </a:cubicBezTo>
                  <a:cubicBezTo>
                    <a:pt x="34" y="5337"/>
                    <a:pt x="101" y="5571"/>
                    <a:pt x="267" y="5838"/>
                  </a:cubicBezTo>
                  <a:cubicBezTo>
                    <a:pt x="367" y="6038"/>
                    <a:pt x="501" y="6205"/>
                    <a:pt x="668" y="6338"/>
                  </a:cubicBezTo>
                  <a:cubicBezTo>
                    <a:pt x="668" y="6338"/>
                    <a:pt x="701" y="6371"/>
                    <a:pt x="734" y="6371"/>
                  </a:cubicBezTo>
                  <a:cubicBezTo>
                    <a:pt x="768" y="6405"/>
                    <a:pt x="801" y="6438"/>
                    <a:pt x="834" y="6471"/>
                  </a:cubicBezTo>
                  <a:cubicBezTo>
                    <a:pt x="968" y="6538"/>
                    <a:pt x="1068" y="6605"/>
                    <a:pt x="1235" y="6672"/>
                  </a:cubicBezTo>
                  <a:cubicBezTo>
                    <a:pt x="1301" y="6705"/>
                    <a:pt x="1368" y="6738"/>
                    <a:pt x="1435" y="6772"/>
                  </a:cubicBezTo>
                  <a:cubicBezTo>
                    <a:pt x="1368" y="6605"/>
                    <a:pt x="1335" y="6405"/>
                    <a:pt x="1268" y="6238"/>
                  </a:cubicBezTo>
                  <a:cubicBezTo>
                    <a:pt x="1235" y="6038"/>
                    <a:pt x="1235" y="5838"/>
                    <a:pt x="1201" y="5638"/>
                  </a:cubicBezTo>
                  <a:cubicBezTo>
                    <a:pt x="1201" y="5437"/>
                    <a:pt x="1201" y="5271"/>
                    <a:pt x="1235" y="5070"/>
                  </a:cubicBezTo>
                  <a:cubicBezTo>
                    <a:pt x="1268" y="4837"/>
                    <a:pt x="1368" y="4603"/>
                    <a:pt x="1468" y="4370"/>
                  </a:cubicBezTo>
                  <a:lnTo>
                    <a:pt x="1468" y="4370"/>
                  </a:lnTo>
                  <a:cubicBezTo>
                    <a:pt x="1401" y="4603"/>
                    <a:pt x="1368" y="4870"/>
                    <a:pt x="1368" y="5137"/>
                  </a:cubicBezTo>
                  <a:cubicBezTo>
                    <a:pt x="1335" y="5471"/>
                    <a:pt x="1401" y="5804"/>
                    <a:pt x="1468" y="6138"/>
                  </a:cubicBezTo>
                  <a:lnTo>
                    <a:pt x="1468" y="6171"/>
                  </a:lnTo>
                  <a:cubicBezTo>
                    <a:pt x="1535" y="6405"/>
                    <a:pt x="1602" y="6638"/>
                    <a:pt x="1668" y="6838"/>
                  </a:cubicBezTo>
                  <a:lnTo>
                    <a:pt x="1868" y="6905"/>
                  </a:lnTo>
                  <a:lnTo>
                    <a:pt x="1902" y="6938"/>
                  </a:lnTo>
                  <a:cubicBezTo>
                    <a:pt x="2269" y="7039"/>
                    <a:pt x="2669" y="7105"/>
                    <a:pt x="3036" y="7139"/>
                  </a:cubicBezTo>
                  <a:cubicBezTo>
                    <a:pt x="3303" y="7139"/>
                    <a:pt x="3570" y="7172"/>
                    <a:pt x="3937" y="7172"/>
                  </a:cubicBezTo>
                  <a:lnTo>
                    <a:pt x="4070" y="7172"/>
                  </a:lnTo>
                  <a:cubicBezTo>
                    <a:pt x="4037" y="7072"/>
                    <a:pt x="4003" y="7005"/>
                    <a:pt x="3970" y="6905"/>
                  </a:cubicBezTo>
                  <a:cubicBezTo>
                    <a:pt x="3903" y="6638"/>
                    <a:pt x="3803" y="6371"/>
                    <a:pt x="3736" y="6105"/>
                  </a:cubicBezTo>
                  <a:cubicBezTo>
                    <a:pt x="3703" y="5938"/>
                    <a:pt x="3636" y="5771"/>
                    <a:pt x="3603" y="5604"/>
                  </a:cubicBezTo>
                  <a:cubicBezTo>
                    <a:pt x="3536" y="5471"/>
                    <a:pt x="3503" y="5304"/>
                    <a:pt x="3503" y="5171"/>
                  </a:cubicBezTo>
                  <a:cubicBezTo>
                    <a:pt x="3436" y="4970"/>
                    <a:pt x="3403" y="4770"/>
                    <a:pt x="3403" y="4570"/>
                  </a:cubicBezTo>
                  <a:cubicBezTo>
                    <a:pt x="3370" y="4170"/>
                    <a:pt x="3370" y="3736"/>
                    <a:pt x="3436" y="3336"/>
                  </a:cubicBezTo>
                  <a:cubicBezTo>
                    <a:pt x="3536" y="2936"/>
                    <a:pt x="3636" y="2535"/>
                    <a:pt x="3837" y="2135"/>
                  </a:cubicBezTo>
                  <a:cubicBezTo>
                    <a:pt x="3970" y="1868"/>
                    <a:pt x="4103" y="1601"/>
                    <a:pt x="4270" y="1334"/>
                  </a:cubicBezTo>
                  <a:cubicBezTo>
                    <a:pt x="4337" y="1201"/>
                    <a:pt x="4437" y="1068"/>
                    <a:pt x="4537" y="934"/>
                  </a:cubicBezTo>
                  <a:cubicBezTo>
                    <a:pt x="4537" y="934"/>
                    <a:pt x="4537" y="901"/>
                    <a:pt x="4537" y="901"/>
                  </a:cubicBezTo>
                  <a:cubicBezTo>
                    <a:pt x="4570" y="867"/>
                    <a:pt x="4604" y="801"/>
                    <a:pt x="4637" y="734"/>
                  </a:cubicBezTo>
                  <a:cubicBezTo>
                    <a:pt x="4804" y="501"/>
                    <a:pt x="4937" y="267"/>
                    <a:pt x="50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8"/>
            <p:cNvSpPr/>
            <p:nvPr/>
          </p:nvSpPr>
          <p:spPr>
            <a:xfrm>
              <a:off x="4998750" y="11813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8"/>
            <p:cNvSpPr/>
            <p:nvPr/>
          </p:nvSpPr>
          <p:spPr>
            <a:xfrm>
              <a:off x="4936200" y="12505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8"/>
            <p:cNvSpPr/>
            <p:nvPr/>
          </p:nvSpPr>
          <p:spPr>
            <a:xfrm>
              <a:off x="4920350" y="13172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8"/>
            <p:cNvSpPr/>
            <p:nvPr/>
          </p:nvSpPr>
          <p:spPr>
            <a:xfrm>
              <a:off x="4996250" y="11854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8"/>
            <p:cNvSpPr/>
            <p:nvPr/>
          </p:nvSpPr>
          <p:spPr>
            <a:xfrm>
              <a:off x="4996250" y="11854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8"/>
            <p:cNvSpPr/>
            <p:nvPr/>
          </p:nvSpPr>
          <p:spPr>
            <a:xfrm>
              <a:off x="5265600" y="12455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8"/>
            <p:cNvSpPr/>
            <p:nvPr/>
          </p:nvSpPr>
          <p:spPr>
            <a:xfrm>
              <a:off x="5265600" y="12455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" name="Google Shape;106;p8"/>
          <p:cNvGrpSpPr/>
          <p:nvPr/>
        </p:nvGrpSpPr>
        <p:grpSpPr>
          <a:xfrm rot="1824463">
            <a:off x="7101988" y="562924"/>
            <a:ext cx="1725720" cy="1667162"/>
            <a:chOff x="4025005" y="-349716"/>
            <a:chExt cx="2082177" cy="2011523"/>
          </a:xfrm>
        </p:grpSpPr>
        <p:sp>
          <p:nvSpPr>
            <p:cNvPr id="107" name="Google Shape;107;p8"/>
            <p:cNvSpPr/>
            <p:nvPr/>
          </p:nvSpPr>
          <p:spPr>
            <a:xfrm rot="-9887279">
              <a:off x="4217529" y="464150"/>
              <a:ext cx="1676772" cy="995105"/>
            </a:xfrm>
            <a:custGeom>
              <a:avLst/>
              <a:gdLst/>
              <a:ahLst/>
              <a:cxnLst/>
              <a:rect l="l" t="t" r="r" b="b"/>
              <a:pathLst>
                <a:path w="35960" h="21341" extrusionOk="0">
                  <a:moveTo>
                    <a:pt x="25914" y="478"/>
                  </a:moveTo>
                  <a:cubicBezTo>
                    <a:pt x="25939" y="478"/>
                    <a:pt x="25971" y="519"/>
                    <a:pt x="26019" y="599"/>
                  </a:cubicBezTo>
                  <a:cubicBezTo>
                    <a:pt x="26052" y="699"/>
                    <a:pt x="26019" y="766"/>
                    <a:pt x="25952" y="766"/>
                  </a:cubicBezTo>
                  <a:cubicBezTo>
                    <a:pt x="25937" y="774"/>
                    <a:pt x="25923" y="778"/>
                    <a:pt x="25911" y="778"/>
                  </a:cubicBezTo>
                  <a:cubicBezTo>
                    <a:pt x="25872" y="778"/>
                    <a:pt x="25852" y="734"/>
                    <a:pt x="25852" y="632"/>
                  </a:cubicBezTo>
                  <a:cubicBezTo>
                    <a:pt x="25870" y="528"/>
                    <a:pt x="25887" y="478"/>
                    <a:pt x="25914" y="478"/>
                  </a:cubicBezTo>
                  <a:close/>
                  <a:moveTo>
                    <a:pt x="25719" y="1066"/>
                  </a:moveTo>
                  <a:cubicBezTo>
                    <a:pt x="25786" y="1066"/>
                    <a:pt x="25819" y="1066"/>
                    <a:pt x="25852" y="1133"/>
                  </a:cubicBezTo>
                  <a:cubicBezTo>
                    <a:pt x="25886" y="1199"/>
                    <a:pt x="25919" y="1266"/>
                    <a:pt x="25886" y="1333"/>
                  </a:cubicBezTo>
                  <a:cubicBezTo>
                    <a:pt x="25873" y="1345"/>
                    <a:pt x="25857" y="1353"/>
                    <a:pt x="25839" y="1353"/>
                  </a:cubicBezTo>
                  <a:cubicBezTo>
                    <a:pt x="25808" y="1353"/>
                    <a:pt x="25773" y="1330"/>
                    <a:pt x="25752" y="1266"/>
                  </a:cubicBezTo>
                  <a:cubicBezTo>
                    <a:pt x="25685" y="1199"/>
                    <a:pt x="25685" y="1099"/>
                    <a:pt x="25719" y="1066"/>
                  </a:cubicBezTo>
                  <a:close/>
                  <a:moveTo>
                    <a:pt x="26226" y="1001"/>
                  </a:moveTo>
                  <a:cubicBezTo>
                    <a:pt x="26264" y="1001"/>
                    <a:pt x="26312" y="1044"/>
                    <a:pt x="26386" y="1133"/>
                  </a:cubicBezTo>
                  <a:cubicBezTo>
                    <a:pt x="26573" y="1346"/>
                    <a:pt x="26567" y="1496"/>
                    <a:pt x="26404" y="1496"/>
                  </a:cubicBezTo>
                  <a:cubicBezTo>
                    <a:pt x="26363" y="1496"/>
                    <a:pt x="26313" y="1486"/>
                    <a:pt x="26253" y="1466"/>
                  </a:cubicBezTo>
                  <a:cubicBezTo>
                    <a:pt x="26019" y="1400"/>
                    <a:pt x="26019" y="1400"/>
                    <a:pt x="26086" y="1199"/>
                  </a:cubicBezTo>
                  <a:cubicBezTo>
                    <a:pt x="26142" y="1069"/>
                    <a:pt x="26177" y="1001"/>
                    <a:pt x="26226" y="1001"/>
                  </a:cubicBezTo>
                  <a:close/>
                  <a:moveTo>
                    <a:pt x="26006" y="1611"/>
                  </a:moveTo>
                  <a:cubicBezTo>
                    <a:pt x="26035" y="1611"/>
                    <a:pt x="26066" y="1627"/>
                    <a:pt x="26086" y="1666"/>
                  </a:cubicBezTo>
                  <a:cubicBezTo>
                    <a:pt x="26086" y="1700"/>
                    <a:pt x="26086" y="1733"/>
                    <a:pt x="26052" y="1767"/>
                  </a:cubicBezTo>
                  <a:cubicBezTo>
                    <a:pt x="26043" y="1776"/>
                    <a:pt x="26030" y="1780"/>
                    <a:pt x="26016" y="1780"/>
                  </a:cubicBezTo>
                  <a:cubicBezTo>
                    <a:pt x="25983" y="1780"/>
                    <a:pt x="25943" y="1757"/>
                    <a:pt x="25919" y="1733"/>
                  </a:cubicBezTo>
                  <a:cubicBezTo>
                    <a:pt x="25919" y="1700"/>
                    <a:pt x="25919" y="1633"/>
                    <a:pt x="25952" y="1633"/>
                  </a:cubicBezTo>
                  <a:cubicBezTo>
                    <a:pt x="25966" y="1619"/>
                    <a:pt x="25986" y="1611"/>
                    <a:pt x="26006" y="1611"/>
                  </a:cubicBezTo>
                  <a:close/>
                  <a:moveTo>
                    <a:pt x="26086" y="1833"/>
                  </a:moveTo>
                  <a:cubicBezTo>
                    <a:pt x="26286" y="1833"/>
                    <a:pt x="26286" y="1833"/>
                    <a:pt x="26219" y="2000"/>
                  </a:cubicBezTo>
                  <a:cubicBezTo>
                    <a:pt x="26152" y="2167"/>
                    <a:pt x="26152" y="2167"/>
                    <a:pt x="26319" y="2167"/>
                  </a:cubicBezTo>
                  <a:cubicBezTo>
                    <a:pt x="26332" y="2160"/>
                    <a:pt x="26346" y="2158"/>
                    <a:pt x="26360" y="2158"/>
                  </a:cubicBezTo>
                  <a:cubicBezTo>
                    <a:pt x="26421" y="2158"/>
                    <a:pt x="26486" y="2207"/>
                    <a:pt x="26486" y="2234"/>
                  </a:cubicBezTo>
                  <a:cubicBezTo>
                    <a:pt x="26486" y="2300"/>
                    <a:pt x="26586" y="2367"/>
                    <a:pt x="26653" y="2367"/>
                  </a:cubicBezTo>
                  <a:cubicBezTo>
                    <a:pt x="26689" y="2376"/>
                    <a:pt x="26715" y="2380"/>
                    <a:pt x="26732" y="2380"/>
                  </a:cubicBezTo>
                  <a:cubicBezTo>
                    <a:pt x="26779" y="2380"/>
                    <a:pt x="26759" y="2349"/>
                    <a:pt x="26686" y="2300"/>
                  </a:cubicBezTo>
                  <a:cubicBezTo>
                    <a:pt x="26653" y="2234"/>
                    <a:pt x="26553" y="2133"/>
                    <a:pt x="26486" y="2067"/>
                  </a:cubicBezTo>
                  <a:cubicBezTo>
                    <a:pt x="26386" y="2000"/>
                    <a:pt x="26386" y="1967"/>
                    <a:pt x="26486" y="1900"/>
                  </a:cubicBezTo>
                  <a:cubicBezTo>
                    <a:pt x="26515" y="1881"/>
                    <a:pt x="26541" y="1870"/>
                    <a:pt x="26567" y="1870"/>
                  </a:cubicBezTo>
                  <a:cubicBezTo>
                    <a:pt x="26631" y="1870"/>
                    <a:pt x="26692" y="1935"/>
                    <a:pt x="26786" y="2100"/>
                  </a:cubicBezTo>
                  <a:cubicBezTo>
                    <a:pt x="26886" y="2234"/>
                    <a:pt x="27020" y="2434"/>
                    <a:pt x="27086" y="2534"/>
                  </a:cubicBezTo>
                  <a:cubicBezTo>
                    <a:pt x="27187" y="2634"/>
                    <a:pt x="27220" y="2701"/>
                    <a:pt x="27187" y="2734"/>
                  </a:cubicBezTo>
                  <a:cubicBezTo>
                    <a:pt x="27171" y="2745"/>
                    <a:pt x="27144" y="2749"/>
                    <a:pt x="27109" y="2749"/>
                  </a:cubicBezTo>
                  <a:cubicBezTo>
                    <a:pt x="26928" y="2749"/>
                    <a:pt x="26542" y="2618"/>
                    <a:pt x="26486" y="2534"/>
                  </a:cubicBezTo>
                  <a:cubicBezTo>
                    <a:pt x="26486" y="2467"/>
                    <a:pt x="26353" y="2400"/>
                    <a:pt x="26219" y="2400"/>
                  </a:cubicBezTo>
                  <a:cubicBezTo>
                    <a:pt x="26119" y="2367"/>
                    <a:pt x="25986" y="2300"/>
                    <a:pt x="25986" y="2234"/>
                  </a:cubicBezTo>
                  <a:cubicBezTo>
                    <a:pt x="25886" y="1833"/>
                    <a:pt x="25886" y="1833"/>
                    <a:pt x="26086" y="1833"/>
                  </a:cubicBezTo>
                  <a:close/>
                  <a:moveTo>
                    <a:pt x="14146" y="3020"/>
                  </a:moveTo>
                  <a:cubicBezTo>
                    <a:pt x="14177" y="3020"/>
                    <a:pt x="14211" y="3044"/>
                    <a:pt x="14211" y="3067"/>
                  </a:cubicBezTo>
                  <a:cubicBezTo>
                    <a:pt x="14244" y="3101"/>
                    <a:pt x="14244" y="3168"/>
                    <a:pt x="14211" y="3168"/>
                  </a:cubicBezTo>
                  <a:cubicBezTo>
                    <a:pt x="14177" y="3184"/>
                    <a:pt x="14152" y="3193"/>
                    <a:pt x="14131" y="3193"/>
                  </a:cubicBezTo>
                  <a:cubicBezTo>
                    <a:pt x="14111" y="3193"/>
                    <a:pt x="14094" y="3184"/>
                    <a:pt x="14077" y="3168"/>
                  </a:cubicBezTo>
                  <a:cubicBezTo>
                    <a:pt x="14044" y="3101"/>
                    <a:pt x="14077" y="3067"/>
                    <a:pt x="14111" y="3034"/>
                  </a:cubicBezTo>
                  <a:cubicBezTo>
                    <a:pt x="14120" y="3024"/>
                    <a:pt x="14133" y="3020"/>
                    <a:pt x="14146" y="3020"/>
                  </a:cubicBezTo>
                  <a:close/>
                  <a:moveTo>
                    <a:pt x="14461" y="3226"/>
                  </a:moveTo>
                  <a:cubicBezTo>
                    <a:pt x="14487" y="3226"/>
                    <a:pt x="14505" y="3291"/>
                    <a:pt x="14477" y="3401"/>
                  </a:cubicBezTo>
                  <a:cubicBezTo>
                    <a:pt x="14449" y="3517"/>
                    <a:pt x="14420" y="3608"/>
                    <a:pt x="14391" y="3608"/>
                  </a:cubicBezTo>
                  <a:cubicBezTo>
                    <a:pt x="14386" y="3608"/>
                    <a:pt x="14382" y="3606"/>
                    <a:pt x="14377" y="3601"/>
                  </a:cubicBezTo>
                  <a:cubicBezTo>
                    <a:pt x="14311" y="3601"/>
                    <a:pt x="14344" y="3301"/>
                    <a:pt x="14444" y="3234"/>
                  </a:cubicBezTo>
                  <a:cubicBezTo>
                    <a:pt x="14450" y="3229"/>
                    <a:pt x="14456" y="3226"/>
                    <a:pt x="14461" y="3226"/>
                  </a:cubicBezTo>
                  <a:close/>
                  <a:moveTo>
                    <a:pt x="14578" y="3668"/>
                  </a:moveTo>
                  <a:cubicBezTo>
                    <a:pt x="14611" y="3701"/>
                    <a:pt x="14578" y="3735"/>
                    <a:pt x="14578" y="3801"/>
                  </a:cubicBezTo>
                  <a:cubicBezTo>
                    <a:pt x="14561" y="3818"/>
                    <a:pt x="14544" y="3826"/>
                    <a:pt x="14528" y="3826"/>
                  </a:cubicBezTo>
                  <a:cubicBezTo>
                    <a:pt x="14511" y="3826"/>
                    <a:pt x="14494" y="3818"/>
                    <a:pt x="14477" y="3801"/>
                  </a:cubicBezTo>
                  <a:cubicBezTo>
                    <a:pt x="14444" y="3768"/>
                    <a:pt x="14444" y="3701"/>
                    <a:pt x="14511" y="3668"/>
                  </a:cubicBezTo>
                  <a:close/>
                  <a:moveTo>
                    <a:pt x="31698" y="3779"/>
                  </a:moveTo>
                  <a:cubicBezTo>
                    <a:pt x="31717" y="3779"/>
                    <a:pt x="31737" y="3796"/>
                    <a:pt x="31756" y="3835"/>
                  </a:cubicBezTo>
                  <a:cubicBezTo>
                    <a:pt x="31790" y="3868"/>
                    <a:pt x="31790" y="3901"/>
                    <a:pt x="31756" y="3901"/>
                  </a:cubicBezTo>
                  <a:cubicBezTo>
                    <a:pt x="31756" y="3913"/>
                    <a:pt x="31749" y="3916"/>
                    <a:pt x="31738" y="3916"/>
                  </a:cubicBezTo>
                  <a:cubicBezTo>
                    <a:pt x="31716" y="3916"/>
                    <a:pt x="31679" y="3901"/>
                    <a:pt x="31656" y="3901"/>
                  </a:cubicBezTo>
                  <a:cubicBezTo>
                    <a:pt x="31623" y="3868"/>
                    <a:pt x="31590" y="3835"/>
                    <a:pt x="31656" y="3801"/>
                  </a:cubicBezTo>
                  <a:cubicBezTo>
                    <a:pt x="31670" y="3788"/>
                    <a:pt x="31684" y="3779"/>
                    <a:pt x="31698" y="3779"/>
                  </a:cubicBezTo>
                  <a:close/>
                  <a:moveTo>
                    <a:pt x="19776" y="2975"/>
                  </a:moveTo>
                  <a:cubicBezTo>
                    <a:pt x="19832" y="2975"/>
                    <a:pt x="19956" y="3039"/>
                    <a:pt x="20148" y="3168"/>
                  </a:cubicBezTo>
                  <a:cubicBezTo>
                    <a:pt x="20381" y="3313"/>
                    <a:pt x="20588" y="3407"/>
                    <a:pt x="20659" y="3407"/>
                  </a:cubicBezTo>
                  <a:cubicBezTo>
                    <a:pt x="20670" y="3407"/>
                    <a:pt x="20678" y="3405"/>
                    <a:pt x="20682" y="3401"/>
                  </a:cubicBezTo>
                  <a:cubicBezTo>
                    <a:pt x="20693" y="3395"/>
                    <a:pt x="20706" y="3393"/>
                    <a:pt x="20720" y="3393"/>
                  </a:cubicBezTo>
                  <a:cubicBezTo>
                    <a:pt x="20867" y="3393"/>
                    <a:pt x="21141" y="3711"/>
                    <a:pt x="21416" y="4168"/>
                  </a:cubicBezTo>
                  <a:cubicBezTo>
                    <a:pt x="21573" y="4460"/>
                    <a:pt x="21639" y="4586"/>
                    <a:pt x="21615" y="4586"/>
                  </a:cubicBezTo>
                  <a:cubicBezTo>
                    <a:pt x="21603" y="4586"/>
                    <a:pt x="21570" y="4556"/>
                    <a:pt x="21516" y="4502"/>
                  </a:cubicBezTo>
                  <a:cubicBezTo>
                    <a:pt x="21416" y="4402"/>
                    <a:pt x="21216" y="4302"/>
                    <a:pt x="21082" y="4268"/>
                  </a:cubicBezTo>
                  <a:cubicBezTo>
                    <a:pt x="20949" y="4202"/>
                    <a:pt x="20815" y="4135"/>
                    <a:pt x="20782" y="4068"/>
                  </a:cubicBezTo>
                  <a:cubicBezTo>
                    <a:pt x="20749" y="4001"/>
                    <a:pt x="20682" y="4001"/>
                    <a:pt x="20649" y="4001"/>
                  </a:cubicBezTo>
                  <a:cubicBezTo>
                    <a:pt x="20636" y="4010"/>
                    <a:pt x="20620" y="4014"/>
                    <a:pt x="20603" y="4014"/>
                  </a:cubicBezTo>
                  <a:cubicBezTo>
                    <a:pt x="20481" y="4014"/>
                    <a:pt x="20248" y="3817"/>
                    <a:pt x="20015" y="3468"/>
                  </a:cubicBezTo>
                  <a:cubicBezTo>
                    <a:pt x="19768" y="3139"/>
                    <a:pt x="19686" y="2975"/>
                    <a:pt x="19776" y="2975"/>
                  </a:cubicBezTo>
                  <a:close/>
                  <a:moveTo>
                    <a:pt x="22072" y="4790"/>
                  </a:moveTo>
                  <a:cubicBezTo>
                    <a:pt x="22091" y="4790"/>
                    <a:pt x="22116" y="4794"/>
                    <a:pt x="22150" y="4802"/>
                  </a:cubicBezTo>
                  <a:cubicBezTo>
                    <a:pt x="22250" y="4835"/>
                    <a:pt x="22283" y="4869"/>
                    <a:pt x="22283" y="4935"/>
                  </a:cubicBezTo>
                  <a:cubicBezTo>
                    <a:pt x="22267" y="4998"/>
                    <a:pt x="22214" y="5032"/>
                    <a:pt x="22159" y="5032"/>
                  </a:cubicBezTo>
                  <a:cubicBezTo>
                    <a:pt x="22098" y="5032"/>
                    <a:pt x="22034" y="4990"/>
                    <a:pt x="22016" y="4902"/>
                  </a:cubicBezTo>
                  <a:cubicBezTo>
                    <a:pt x="22016" y="4827"/>
                    <a:pt x="22016" y="4790"/>
                    <a:pt x="22072" y="4790"/>
                  </a:cubicBezTo>
                  <a:close/>
                  <a:moveTo>
                    <a:pt x="12471" y="4593"/>
                  </a:moveTo>
                  <a:cubicBezTo>
                    <a:pt x="12508" y="4593"/>
                    <a:pt x="12504" y="4658"/>
                    <a:pt x="12476" y="4769"/>
                  </a:cubicBezTo>
                  <a:cubicBezTo>
                    <a:pt x="12443" y="4935"/>
                    <a:pt x="12443" y="4969"/>
                    <a:pt x="12609" y="4969"/>
                  </a:cubicBezTo>
                  <a:cubicBezTo>
                    <a:pt x="12810" y="4969"/>
                    <a:pt x="12810" y="5202"/>
                    <a:pt x="12609" y="5236"/>
                  </a:cubicBezTo>
                  <a:cubicBezTo>
                    <a:pt x="12543" y="5236"/>
                    <a:pt x="12543" y="5302"/>
                    <a:pt x="12676" y="5503"/>
                  </a:cubicBezTo>
                  <a:cubicBezTo>
                    <a:pt x="12769" y="5669"/>
                    <a:pt x="12789" y="5764"/>
                    <a:pt x="12755" y="5764"/>
                  </a:cubicBezTo>
                  <a:cubicBezTo>
                    <a:pt x="12728" y="5764"/>
                    <a:pt x="12665" y="5703"/>
                    <a:pt x="12576" y="5569"/>
                  </a:cubicBezTo>
                  <a:lnTo>
                    <a:pt x="12443" y="5369"/>
                  </a:lnTo>
                  <a:lnTo>
                    <a:pt x="12409" y="5603"/>
                  </a:lnTo>
                  <a:lnTo>
                    <a:pt x="12409" y="5836"/>
                  </a:lnTo>
                  <a:lnTo>
                    <a:pt x="12042" y="5803"/>
                  </a:lnTo>
                  <a:cubicBezTo>
                    <a:pt x="11542" y="5736"/>
                    <a:pt x="11242" y="5503"/>
                    <a:pt x="11309" y="5202"/>
                  </a:cubicBezTo>
                  <a:cubicBezTo>
                    <a:pt x="11370" y="5048"/>
                    <a:pt x="11661" y="4865"/>
                    <a:pt x="11836" y="4865"/>
                  </a:cubicBezTo>
                  <a:cubicBezTo>
                    <a:pt x="11850" y="4865"/>
                    <a:pt x="11863" y="4866"/>
                    <a:pt x="11876" y="4869"/>
                  </a:cubicBezTo>
                  <a:cubicBezTo>
                    <a:pt x="11942" y="4902"/>
                    <a:pt x="12042" y="5036"/>
                    <a:pt x="12076" y="5136"/>
                  </a:cubicBezTo>
                  <a:cubicBezTo>
                    <a:pt x="12111" y="5224"/>
                    <a:pt x="12128" y="5265"/>
                    <a:pt x="12140" y="5265"/>
                  </a:cubicBezTo>
                  <a:cubicBezTo>
                    <a:pt x="12152" y="5265"/>
                    <a:pt x="12160" y="5232"/>
                    <a:pt x="12176" y="5169"/>
                  </a:cubicBezTo>
                  <a:cubicBezTo>
                    <a:pt x="12176" y="5069"/>
                    <a:pt x="12109" y="4935"/>
                    <a:pt x="12076" y="4902"/>
                  </a:cubicBezTo>
                  <a:cubicBezTo>
                    <a:pt x="11965" y="4813"/>
                    <a:pt x="12002" y="4754"/>
                    <a:pt x="12098" y="4754"/>
                  </a:cubicBezTo>
                  <a:cubicBezTo>
                    <a:pt x="12146" y="4754"/>
                    <a:pt x="12209" y="4769"/>
                    <a:pt x="12276" y="4802"/>
                  </a:cubicBezTo>
                  <a:cubicBezTo>
                    <a:pt x="12331" y="4816"/>
                    <a:pt x="12369" y="4824"/>
                    <a:pt x="12393" y="4824"/>
                  </a:cubicBezTo>
                  <a:cubicBezTo>
                    <a:pt x="12426" y="4824"/>
                    <a:pt x="12429" y="4808"/>
                    <a:pt x="12409" y="4769"/>
                  </a:cubicBezTo>
                  <a:cubicBezTo>
                    <a:pt x="12376" y="4702"/>
                    <a:pt x="12409" y="4635"/>
                    <a:pt x="12443" y="4602"/>
                  </a:cubicBezTo>
                  <a:cubicBezTo>
                    <a:pt x="12454" y="4596"/>
                    <a:pt x="12464" y="4593"/>
                    <a:pt x="12471" y="4593"/>
                  </a:cubicBezTo>
                  <a:close/>
                  <a:moveTo>
                    <a:pt x="7641" y="6460"/>
                  </a:moveTo>
                  <a:cubicBezTo>
                    <a:pt x="7669" y="6460"/>
                    <a:pt x="7688" y="6495"/>
                    <a:pt x="7673" y="6570"/>
                  </a:cubicBezTo>
                  <a:cubicBezTo>
                    <a:pt x="7673" y="6637"/>
                    <a:pt x="7639" y="6703"/>
                    <a:pt x="7606" y="6737"/>
                  </a:cubicBezTo>
                  <a:cubicBezTo>
                    <a:pt x="7594" y="6743"/>
                    <a:pt x="7584" y="6745"/>
                    <a:pt x="7576" y="6745"/>
                  </a:cubicBezTo>
                  <a:cubicBezTo>
                    <a:pt x="7539" y="6745"/>
                    <a:pt x="7539" y="6686"/>
                    <a:pt x="7539" y="6603"/>
                  </a:cubicBezTo>
                  <a:cubicBezTo>
                    <a:pt x="7558" y="6512"/>
                    <a:pt x="7606" y="6460"/>
                    <a:pt x="7641" y="6460"/>
                  </a:cubicBezTo>
                  <a:close/>
                  <a:moveTo>
                    <a:pt x="32059" y="3921"/>
                  </a:moveTo>
                  <a:cubicBezTo>
                    <a:pt x="32081" y="3921"/>
                    <a:pt x="32104" y="3925"/>
                    <a:pt x="32123" y="3935"/>
                  </a:cubicBezTo>
                  <a:cubicBezTo>
                    <a:pt x="32223" y="3968"/>
                    <a:pt x="32257" y="4035"/>
                    <a:pt x="32223" y="4102"/>
                  </a:cubicBezTo>
                  <a:cubicBezTo>
                    <a:pt x="32200" y="4125"/>
                    <a:pt x="32160" y="4149"/>
                    <a:pt x="32114" y="4149"/>
                  </a:cubicBezTo>
                  <a:cubicBezTo>
                    <a:pt x="32096" y="4149"/>
                    <a:pt x="32076" y="4145"/>
                    <a:pt x="32057" y="4135"/>
                  </a:cubicBezTo>
                  <a:cubicBezTo>
                    <a:pt x="32020" y="4123"/>
                    <a:pt x="31997" y="4115"/>
                    <a:pt x="31982" y="4115"/>
                  </a:cubicBezTo>
                  <a:cubicBezTo>
                    <a:pt x="31957" y="4115"/>
                    <a:pt x="31957" y="4138"/>
                    <a:pt x="31957" y="4202"/>
                  </a:cubicBezTo>
                  <a:cubicBezTo>
                    <a:pt x="31957" y="4277"/>
                    <a:pt x="31975" y="4314"/>
                    <a:pt x="32013" y="4314"/>
                  </a:cubicBezTo>
                  <a:cubicBezTo>
                    <a:pt x="32025" y="4314"/>
                    <a:pt x="32040" y="4310"/>
                    <a:pt x="32057" y="4302"/>
                  </a:cubicBezTo>
                  <a:cubicBezTo>
                    <a:pt x="32090" y="4302"/>
                    <a:pt x="32190" y="4335"/>
                    <a:pt x="32223" y="4402"/>
                  </a:cubicBezTo>
                  <a:cubicBezTo>
                    <a:pt x="32257" y="4452"/>
                    <a:pt x="32274" y="4477"/>
                    <a:pt x="32282" y="4477"/>
                  </a:cubicBezTo>
                  <a:cubicBezTo>
                    <a:pt x="32290" y="4477"/>
                    <a:pt x="32290" y="4452"/>
                    <a:pt x="32290" y="4402"/>
                  </a:cubicBezTo>
                  <a:cubicBezTo>
                    <a:pt x="32290" y="4268"/>
                    <a:pt x="32357" y="4235"/>
                    <a:pt x="32524" y="4235"/>
                  </a:cubicBezTo>
                  <a:cubicBezTo>
                    <a:pt x="32624" y="4235"/>
                    <a:pt x="32690" y="4235"/>
                    <a:pt x="32657" y="4268"/>
                  </a:cubicBezTo>
                  <a:cubicBezTo>
                    <a:pt x="32590" y="4302"/>
                    <a:pt x="32624" y="4368"/>
                    <a:pt x="32757" y="4502"/>
                  </a:cubicBezTo>
                  <a:cubicBezTo>
                    <a:pt x="32924" y="4635"/>
                    <a:pt x="32957" y="4702"/>
                    <a:pt x="32957" y="4902"/>
                  </a:cubicBezTo>
                  <a:cubicBezTo>
                    <a:pt x="32957" y="5059"/>
                    <a:pt x="32978" y="5114"/>
                    <a:pt x="33019" y="5114"/>
                  </a:cubicBezTo>
                  <a:cubicBezTo>
                    <a:pt x="33030" y="5114"/>
                    <a:pt x="33043" y="5109"/>
                    <a:pt x="33057" y="5102"/>
                  </a:cubicBezTo>
                  <a:cubicBezTo>
                    <a:pt x="33065" y="5097"/>
                    <a:pt x="33071" y="5095"/>
                    <a:pt x="33076" y="5095"/>
                  </a:cubicBezTo>
                  <a:cubicBezTo>
                    <a:pt x="33137" y="5095"/>
                    <a:pt x="33014" y="5441"/>
                    <a:pt x="32891" y="5503"/>
                  </a:cubicBezTo>
                  <a:cubicBezTo>
                    <a:pt x="32757" y="5569"/>
                    <a:pt x="32490" y="6336"/>
                    <a:pt x="32557" y="6370"/>
                  </a:cubicBezTo>
                  <a:cubicBezTo>
                    <a:pt x="32624" y="6403"/>
                    <a:pt x="32590" y="6470"/>
                    <a:pt x="32524" y="6503"/>
                  </a:cubicBezTo>
                  <a:cubicBezTo>
                    <a:pt x="32457" y="6537"/>
                    <a:pt x="32357" y="6703"/>
                    <a:pt x="32324" y="6870"/>
                  </a:cubicBezTo>
                  <a:cubicBezTo>
                    <a:pt x="32273" y="7034"/>
                    <a:pt x="32227" y="7117"/>
                    <a:pt x="32187" y="7117"/>
                  </a:cubicBezTo>
                  <a:cubicBezTo>
                    <a:pt x="32119" y="7117"/>
                    <a:pt x="32065" y="6893"/>
                    <a:pt x="32023" y="6437"/>
                  </a:cubicBezTo>
                  <a:cubicBezTo>
                    <a:pt x="31990" y="5736"/>
                    <a:pt x="31756" y="4602"/>
                    <a:pt x="31623" y="4402"/>
                  </a:cubicBezTo>
                  <a:cubicBezTo>
                    <a:pt x="31530" y="4216"/>
                    <a:pt x="31581" y="4031"/>
                    <a:pt x="31721" y="4031"/>
                  </a:cubicBezTo>
                  <a:cubicBezTo>
                    <a:pt x="31732" y="4031"/>
                    <a:pt x="31744" y="4032"/>
                    <a:pt x="31756" y="4035"/>
                  </a:cubicBezTo>
                  <a:cubicBezTo>
                    <a:pt x="31823" y="4035"/>
                    <a:pt x="31923" y="4001"/>
                    <a:pt x="31923" y="3968"/>
                  </a:cubicBezTo>
                  <a:cubicBezTo>
                    <a:pt x="31947" y="3945"/>
                    <a:pt x="32004" y="3921"/>
                    <a:pt x="32059" y="3921"/>
                  </a:cubicBezTo>
                  <a:close/>
                  <a:moveTo>
                    <a:pt x="16079" y="6937"/>
                  </a:moveTo>
                  <a:cubicBezTo>
                    <a:pt x="16112" y="6937"/>
                    <a:pt x="16145" y="6937"/>
                    <a:pt x="16212" y="7004"/>
                  </a:cubicBezTo>
                  <a:cubicBezTo>
                    <a:pt x="16245" y="7070"/>
                    <a:pt x="16245" y="7137"/>
                    <a:pt x="16245" y="7137"/>
                  </a:cubicBezTo>
                  <a:cubicBezTo>
                    <a:pt x="16212" y="7137"/>
                    <a:pt x="16145" y="7104"/>
                    <a:pt x="16112" y="7070"/>
                  </a:cubicBezTo>
                  <a:cubicBezTo>
                    <a:pt x="16045" y="7037"/>
                    <a:pt x="16012" y="6970"/>
                    <a:pt x="16079" y="6937"/>
                  </a:cubicBezTo>
                  <a:close/>
                  <a:moveTo>
                    <a:pt x="28988" y="2687"/>
                  </a:moveTo>
                  <a:cubicBezTo>
                    <a:pt x="29024" y="2687"/>
                    <a:pt x="29072" y="2718"/>
                    <a:pt x="29121" y="2767"/>
                  </a:cubicBezTo>
                  <a:cubicBezTo>
                    <a:pt x="29255" y="2867"/>
                    <a:pt x="29255" y="2967"/>
                    <a:pt x="29155" y="3201"/>
                  </a:cubicBezTo>
                  <a:cubicBezTo>
                    <a:pt x="29041" y="3457"/>
                    <a:pt x="29048" y="3616"/>
                    <a:pt x="29136" y="3616"/>
                  </a:cubicBezTo>
                  <a:cubicBezTo>
                    <a:pt x="29151" y="3616"/>
                    <a:pt x="29168" y="3611"/>
                    <a:pt x="29188" y="3601"/>
                  </a:cubicBezTo>
                  <a:cubicBezTo>
                    <a:pt x="29221" y="3568"/>
                    <a:pt x="29221" y="3501"/>
                    <a:pt x="29221" y="3401"/>
                  </a:cubicBezTo>
                  <a:cubicBezTo>
                    <a:pt x="29183" y="3268"/>
                    <a:pt x="29265" y="3189"/>
                    <a:pt x="29354" y="3189"/>
                  </a:cubicBezTo>
                  <a:cubicBezTo>
                    <a:pt x="29421" y="3189"/>
                    <a:pt x="29493" y="3234"/>
                    <a:pt x="29522" y="3334"/>
                  </a:cubicBezTo>
                  <a:cubicBezTo>
                    <a:pt x="29555" y="3434"/>
                    <a:pt x="29588" y="3534"/>
                    <a:pt x="29555" y="3568"/>
                  </a:cubicBezTo>
                  <a:cubicBezTo>
                    <a:pt x="29522" y="3668"/>
                    <a:pt x="29622" y="4702"/>
                    <a:pt x="29688" y="4869"/>
                  </a:cubicBezTo>
                  <a:cubicBezTo>
                    <a:pt x="29722" y="4935"/>
                    <a:pt x="29755" y="5069"/>
                    <a:pt x="29755" y="5169"/>
                  </a:cubicBezTo>
                  <a:cubicBezTo>
                    <a:pt x="29788" y="5636"/>
                    <a:pt x="29855" y="5836"/>
                    <a:pt x="29955" y="5936"/>
                  </a:cubicBezTo>
                  <a:cubicBezTo>
                    <a:pt x="30055" y="6003"/>
                    <a:pt x="30055" y="6136"/>
                    <a:pt x="29955" y="6270"/>
                  </a:cubicBezTo>
                  <a:cubicBezTo>
                    <a:pt x="29922" y="6403"/>
                    <a:pt x="29888" y="6637"/>
                    <a:pt x="29922" y="6803"/>
                  </a:cubicBezTo>
                  <a:cubicBezTo>
                    <a:pt x="29955" y="6970"/>
                    <a:pt x="29955" y="7137"/>
                    <a:pt x="29888" y="7170"/>
                  </a:cubicBezTo>
                  <a:cubicBezTo>
                    <a:pt x="29875" y="7179"/>
                    <a:pt x="29859" y="7183"/>
                    <a:pt x="29842" y="7183"/>
                  </a:cubicBezTo>
                  <a:cubicBezTo>
                    <a:pt x="29729" y="7183"/>
                    <a:pt x="29550" y="7010"/>
                    <a:pt x="29522" y="6837"/>
                  </a:cubicBezTo>
                  <a:cubicBezTo>
                    <a:pt x="29488" y="6770"/>
                    <a:pt x="29421" y="6570"/>
                    <a:pt x="29355" y="6403"/>
                  </a:cubicBezTo>
                  <a:cubicBezTo>
                    <a:pt x="29288" y="6203"/>
                    <a:pt x="29221" y="6003"/>
                    <a:pt x="29255" y="5903"/>
                  </a:cubicBezTo>
                  <a:cubicBezTo>
                    <a:pt x="29321" y="5603"/>
                    <a:pt x="29188" y="4902"/>
                    <a:pt x="28988" y="4468"/>
                  </a:cubicBezTo>
                  <a:cubicBezTo>
                    <a:pt x="28821" y="4135"/>
                    <a:pt x="28754" y="4035"/>
                    <a:pt x="28588" y="4001"/>
                  </a:cubicBezTo>
                  <a:cubicBezTo>
                    <a:pt x="28487" y="3968"/>
                    <a:pt x="28421" y="3901"/>
                    <a:pt x="28421" y="3868"/>
                  </a:cubicBezTo>
                  <a:cubicBezTo>
                    <a:pt x="28437" y="3851"/>
                    <a:pt x="28454" y="3843"/>
                    <a:pt x="28471" y="3843"/>
                  </a:cubicBezTo>
                  <a:cubicBezTo>
                    <a:pt x="28487" y="3843"/>
                    <a:pt x="28504" y="3851"/>
                    <a:pt x="28521" y="3868"/>
                  </a:cubicBezTo>
                  <a:cubicBezTo>
                    <a:pt x="28532" y="3875"/>
                    <a:pt x="28545" y="3879"/>
                    <a:pt x="28560" y="3879"/>
                  </a:cubicBezTo>
                  <a:cubicBezTo>
                    <a:pt x="28682" y="3879"/>
                    <a:pt x="28914" y="3657"/>
                    <a:pt x="28854" y="3568"/>
                  </a:cubicBezTo>
                  <a:cubicBezTo>
                    <a:pt x="28791" y="3408"/>
                    <a:pt x="28757" y="2730"/>
                    <a:pt x="28842" y="2730"/>
                  </a:cubicBezTo>
                  <a:cubicBezTo>
                    <a:pt x="28846" y="2730"/>
                    <a:pt x="28850" y="2731"/>
                    <a:pt x="28854" y="2734"/>
                  </a:cubicBezTo>
                  <a:cubicBezTo>
                    <a:pt x="28868" y="2748"/>
                    <a:pt x="28882" y="2756"/>
                    <a:pt x="28896" y="2756"/>
                  </a:cubicBezTo>
                  <a:cubicBezTo>
                    <a:pt x="28915" y="2756"/>
                    <a:pt x="28935" y="2740"/>
                    <a:pt x="28954" y="2701"/>
                  </a:cubicBezTo>
                  <a:cubicBezTo>
                    <a:pt x="28963" y="2692"/>
                    <a:pt x="28975" y="2687"/>
                    <a:pt x="28988" y="2687"/>
                  </a:cubicBezTo>
                  <a:close/>
                  <a:moveTo>
                    <a:pt x="30409" y="7182"/>
                  </a:moveTo>
                  <a:cubicBezTo>
                    <a:pt x="30438" y="7182"/>
                    <a:pt x="30469" y="7198"/>
                    <a:pt x="30489" y="7237"/>
                  </a:cubicBezTo>
                  <a:cubicBezTo>
                    <a:pt x="30489" y="7270"/>
                    <a:pt x="30489" y="7304"/>
                    <a:pt x="30489" y="7304"/>
                  </a:cubicBezTo>
                  <a:cubicBezTo>
                    <a:pt x="30478" y="7315"/>
                    <a:pt x="30467" y="7319"/>
                    <a:pt x="30454" y="7319"/>
                  </a:cubicBezTo>
                  <a:cubicBezTo>
                    <a:pt x="30430" y="7319"/>
                    <a:pt x="30400" y="7304"/>
                    <a:pt x="30355" y="7304"/>
                  </a:cubicBezTo>
                  <a:cubicBezTo>
                    <a:pt x="30322" y="7270"/>
                    <a:pt x="30322" y="7237"/>
                    <a:pt x="30355" y="7204"/>
                  </a:cubicBezTo>
                  <a:cubicBezTo>
                    <a:pt x="30369" y="7190"/>
                    <a:pt x="30389" y="7182"/>
                    <a:pt x="30409" y="7182"/>
                  </a:cubicBezTo>
                  <a:close/>
                  <a:moveTo>
                    <a:pt x="26981" y="6783"/>
                  </a:moveTo>
                  <a:cubicBezTo>
                    <a:pt x="27002" y="6783"/>
                    <a:pt x="27026" y="6790"/>
                    <a:pt x="27053" y="6803"/>
                  </a:cubicBezTo>
                  <a:cubicBezTo>
                    <a:pt x="27153" y="6870"/>
                    <a:pt x="27187" y="7237"/>
                    <a:pt x="27120" y="7404"/>
                  </a:cubicBezTo>
                  <a:cubicBezTo>
                    <a:pt x="27086" y="7471"/>
                    <a:pt x="27086" y="7571"/>
                    <a:pt x="27120" y="7637"/>
                  </a:cubicBezTo>
                  <a:cubicBezTo>
                    <a:pt x="27153" y="7671"/>
                    <a:pt x="27153" y="7771"/>
                    <a:pt x="27120" y="7838"/>
                  </a:cubicBezTo>
                  <a:cubicBezTo>
                    <a:pt x="27114" y="7847"/>
                    <a:pt x="27107" y="7851"/>
                    <a:pt x="27099" y="7851"/>
                  </a:cubicBezTo>
                  <a:cubicBezTo>
                    <a:pt x="27023" y="7851"/>
                    <a:pt x="26883" y="7436"/>
                    <a:pt x="26853" y="7104"/>
                  </a:cubicBezTo>
                  <a:cubicBezTo>
                    <a:pt x="26853" y="6890"/>
                    <a:pt x="26896" y="6783"/>
                    <a:pt x="26981" y="6783"/>
                  </a:cubicBezTo>
                  <a:close/>
                  <a:moveTo>
                    <a:pt x="27397" y="8012"/>
                  </a:moveTo>
                  <a:cubicBezTo>
                    <a:pt x="27422" y="8012"/>
                    <a:pt x="27452" y="8020"/>
                    <a:pt x="27487" y="8038"/>
                  </a:cubicBezTo>
                  <a:cubicBezTo>
                    <a:pt x="27553" y="8071"/>
                    <a:pt x="27553" y="8071"/>
                    <a:pt x="27553" y="8104"/>
                  </a:cubicBezTo>
                  <a:cubicBezTo>
                    <a:pt x="27520" y="8104"/>
                    <a:pt x="27487" y="8171"/>
                    <a:pt x="27420" y="8238"/>
                  </a:cubicBezTo>
                  <a:cubicBezTo>
                    <a:pt x="27390" y="8268"/>
                    <a:pt x="27367" y="8284"/>
                    <a:pt x="27350" y="8284"/>
                  </a:cubicBezTo>
                  <a:cubicBezTo>
                    <a:pt x="27330" y="8284"/>
                    <a:pt x="27320" y="8260"/>
                    <a:pt x="27320" y="8204"/>
                  </a:cubicBezTo>
                  <a:cubicBezTo>
                    <a:pt x="27295" y="8081"/>
                    <a:pt x="27326" y="8012"/>
                    <a:pt x="27397" y="8012"/>
                  </a:cubicBezTo>
                  <a:close/>
                  <a:moveTo>
                    <a:pt x="17146" y="8171"/>
                  </a:moveTo>
                  <a:cubicBezTo>
                    <a:pt x="17179" y="8204"/>
                    <a:pt x="17213" y="8271"/>
                    <a:pt x="17246" y="8305"/>
                  </a:cubicBezTo>
                  <a:cubicBezTo>
                    <a:pt x="17246" y="8350"/>
                    <a:pt x="17239" y="8368"/>
                    <a:pt x="17229" y="8368"/>
                  </a:cubicBezTo>
                  <a:cubicBezTo>
                    <a:pt x="17216" y="8368"/>
                    <a:pt x="17198" y="8341"/>
                    <a:pt x="17179" y="8305"/>
                  </a:cubicBezTo>
                  <a:cubicBezTo>
                    <a:pt x="17113" y="8238"/>
                    <a:pt x="17113" y="8171"/>
                    <a:pt x="17146" y="8171"/>
                  </a:cubicBezTo>
                  <a:close/>
                  <a:moveTo>
                    <a:pt x="6476" y="8035"/>
                  </a:moveTo>
                  <a:cubicBezTo>
                    <a:pt x="6495" y="8035"/>
                    <a:pt x="6505" y="8046"/>
                    <a:pt x="6505" y="8071"/>
                  </a:cubicBezTo>
                  <a:cubicBezTo>
                    <a:pt x="6505" y="8104"/>
                    <a:pt x="6472" y="8171"/>
                    <a:pt x="6405" y="8171"/>
                  </a:cubicBezTo>
                  <a:cubicBezTo>
                    <a:pt x="6305" y="8171"/>
                    <a:pt x="6272" y="8238"/>
                    <a:pt x="6338" y="8305"/>
                  </a:cubicBezTo>
                  <a:cubicBezTo>
                    <a:pt x="6372" y="8371"/>
                    <a:pt x="6372" y="8471"/>
                    <a:pt x="6338" y="8505"/>
                  </a:cubicBezTo>
                  <a:cubicBezTo>
                    <a:pt x="6338" y="8523"/>
                    <a:pt x="6331" y="8532"/>
                    <a:pt x="6319" y="8532"/>
                  </a:cubicBezTo>
                  <a:cubicBezTo>
                    <a:pt x="6288" y="8532"/>
                    <a:pt x="6229" y="8477"/>
                    <a:pt x="6205" y="8405"/>
                  </a:cubicBezTo>
                  <a:cubicBezTo>
                    <a:pt x="6105" y="8238"/>
                    <a:pt x="6105" y="8204"/>
                    <a:pt x="6305" y="8104"/>
                  </a:cubicBezTo>
                  <a:cubicBezTo>
                    <a:pt x="6387" y="8063"/>
                    <a:pt x="6444" y="8035"/>
                    <a:pt x="6476" y="8035"/>
                  </a:cubicBezTo>
                  <a:close/>
                  <a:moveTo>
                    <a:pt x="29188" y="7004"/>
                  </a:moveTo>
                  <a:cubicBezTo>
                    <a:pt x="29221" y="7004"/>
                    <a:pt x="29321" y="7104"/>
                    <a:pt x="29421" y="7204"/>
                  </a:cubicBezTo>
                  <a:cubicBezTo>
                    <a:pt x="29555" y="7337"/>
                    <a:pt x="29655" y="7404"/>
                    <a:pt x="29688" y="7404"/>
                  </a:cubicBezTo>
                  <a:cubicBezTo>
                    <a:pt x="29694" y="7400"/>
                    <a:pt x="29700" y="7398"/>
                    <a:pt x="29706" y="7398"/>
                  </a:cubicBezTo>
                  <a:cubicBezTo>
                    <a:pt x="29813" y="7398"/>
                    <a:pt x="30020" y="7913"/>
                    <a:pt x="29989" y="8071"/>
                  </a:cubicBezTo>
                  <a:cubicBezTo>
                    <a:pt x="29989" y="8138"/>
                    <a:pt x="30022" y="8204"/>
                    <a:pt x="30089" y="8271"/>
                  </a:cubicBezTo>
                  <a:cubicBezTo>
                    <a:pt x="30189" y="8338"/>
                    <a:pt x="30155" y="8371"/>
                    <a:pt x="29888" y="8438"/>
                  </a:cubicBezTo>
                  <a:cubicBezTo>
                    <a:pt x="29722" y="8471"/>
                    <a:pt x="29555" y="8571"/>
                    <a:pt x="29555" y="8605"/>
                  </a:cubicBezTo>
                  <a:cubicBezTo>
                    <a:pt x="29534" y="8648"/>
                    <a:pt x="29509" y="8667"/>
                    <a:pt x="29483" y="8667"/>
                  </a:cubicBezTo>
                  <a:cubicBezTo>
                    <a:pt x="29388" y="8667"/>
                    <a:pt x="29274" y="8398"/>
                    <a:pt x="29221" y="8004"/>
                  </a:cubicBezTo>
                  <a:cubicBezTo>
                    <a:pt x="29188" y="7737"/>
                    <a:pt x="29155" y="7437"/>
                    <a:pt x="29088" y="7371"/>
                  </a:cubicBezTo>
                  <a:cubicBezTo>
                    <a:pt x="29021" y="7237"/>
                    <a:pt x="29055" y="7104"/>
                    <a:pt x="29188" y="7004"/>
                  </a:cubicBezTo>
                  <a:close/>
                  <a:moveTo>
                    <a:pt x="14974" y="7537"/>
                  </a:moveTo>
                  <a:cubicBezTo>
                    <a:pt x="15003" y="7537"/>
                    <a:pt x="15011" y="7604"/>
                    <a:pt x="15011" y="7737"/>
                  </a:cubicBezTo>
                  <a:cubicBezTo>
                    <a:pt x="14978" y="7904"/>
                    <a:pt x="15045" y="8004"/>
                    <a:pt x="15145" y="8071"/>
                  </a:cubicBezTo>
                  <a:cubicBezTo>
                    <a:pt x="15345" y="8204"/>
                    <a:pt x="15512" y="8638"/>
                    <a:pt x="15378" y="8738"/>
                  </a:cubicBezTo>
                  <a:cubicBezTo>
                    <a:pt x="15371" y="8742"/>
                    <a:pt x="15364" y="8743"/>
                    <a:pt x="15357" y="8743"/>
                  </a:cubicBezTo>
                  <a:cubicBezTo>
                    <a:pt x="15297" y="8743"/>
                    <a:pt x="15238" y="8624"/>
                    <a:pt x="15178" y="8505"/>
                  </a:cubicBezTo>
                  <a:cubicBezTo>
                    <a:pt x="15126" y="8374"/>
                    <a:pt x="15073" y="8284"/>
                    <a:pt x="15037" y="8284"/>
                  </a:cubicBezTo>
                  <a:cubicBezTo>
                    <a:pt x="15027" y="8284"/>
                    <a:pt x="15018" y="8290"/>
                    <a:pt x="15011" y="8305"/>
                  </a:cubicBezTo>
                  <a:cubicBezTo>
                    <a:pt x="15011" y="8310"/>
                    <a:pt x="15008" y="8313"/>
                    <a:pt x="15003" y="8313"/>
                  </a:cubicBezTo>
                  <a:cubicBezTo>
                    <a:pt x="14978" y="8313"/>
                    <a:pt x="14900" y="8248"/>
                    <a:pt x="14844" y="8138"/>
                  </a:cubicBezTo>
                  <a:cubicBezTo>
                    <a:pt x="14711" y="7971"/>
                    <a:pt x="14711" y="7871"/>
                    <a:pt x="14811" y="7737"/>
                  </a:cubicBezTo>
                  <a:cubicBezTo>
                    <a:pt x="14894" y="7604"/>
                    <a:pt x="14944" y="7537"/>
                    <a:pt x="14974" y="7537"/>
                  </a:cubicBezTo>
                  <a:close/>
                  <a:moveTo>
                    <a:pt x="19214" y="8438"/>
                  </a:moveTo>
                  <a:cubicBezTo>
                    <a:pt x="19248" y="8438"/>
                    <a:pt x="19281" y="8505"/>
                    <a:pt x="19314" y="8571"/>
                  </a:cubicBezTo>
                  <a:cubicBezTo>
                    <a:pt x="19314" y="8680"/>
                    <a:pt x="19270" y="8789"/>
                    <a:pt x="19217" y="8789"/>
                  </a:cubicBezTo>
                  <a:cubicBezTo>
                    <a:pt x="19205" y="8789"/>
                    <a:pt x="19193" y="8784"/>
                    <a:pt x="19181" y="8772"/>
                  </a:cubicBezTo>
                  <a:cubicBezTo>
                    <a:pt x="19114" y="8638"/>
                    <a:pt x="19147" y="8438"/>
                    <a:pt x="19214" y="8438"/>
                  </a:cubicBezTo>
                  <a:close/>
                  <a:moveTo>
                    <a:pt x="27587" y="8738"/>
                  </a:moveTo>
                  <a:cubicBezTo>
                    <a:pt x="27620" y="8738"/>
                    <a:pt x="27654" y="8738"/>
                    <a:pt x="27687" y="8772"/>
                  </a:cubicBezTo>
                  <a:cubicBezTo>
                    <a:pt x="27754" y="8872"/>
                    <a:pt x="27720" y="9105"/>
                    <a:pt x="27654" y="9105"/>
                  </a:cubicBezTo>
                  <a:cubicBezTo>
                    <a:pt x="27553" y="9072"/>
                    <a:pt x="27520" y="8805"/>
                    <a:pt x="27587" y="8738"/>
                  </a:cubicBezTo>
                  <a:close/>
                  <a:moveTo>
                    <a:pt x="15532" y="8880"/>
                  </a:moveTo>
                  <a:cubicBezTo>
                    <a:pt x="15594" y="8880"/>
                    <a:pt x="15671" y="8924"/>
                    <a:pt x="15712" y="9005"/>
                  </a:cubicBezTo>
                  <a:cubicBezTo>
                    <a:pt x="15778" y="9072"/>
                    <a:pt x="15745" y="9172"/>
                    <a:pt x="15712" y="9239"/>
                  </a:cubicBezTo>
                  <a:cubicBezTo>
                    <a:pt x="15684" y="9266"/>
                    <a:pt x="15662" y="9282"/>
                    <a:pt x="15641" y="9282"/>
                  </a:cubicBezTo>
                  <a:cubicBezTo>
                    <a:pt x="15612" y="9282"/>
                    <a:pt x="15584" y="9250"/>
                    <a:pt x="15545" y="9172"/>
                  </a:cubicBezTo>
                  <a:cubicBezTo>
                    <a:pt x="15478" y="9105"/>
                    <a:pt x="15445" y="8972"/>
                    <a:pt x="15445" y="8938"/>
                  </a:cubicBezTo>
                  <a:cubicBezTo>
                    <a:pt x="15458" y="8899"/>
                    <a:pt x="15492" y="8880"/>
                    <a:pt x="15532" y="8880"/>
                  </a:cubicBezTo>
                  <a:close/>
                  <a:moveTo>
                    <a:pt x="19360" y="8938"/>
                  </a:moveTo>
                  <a:cubicBezTo>
                    <a:pt x="19381" y="8938"/>
                    <a:pt x="19414" y="9005"/>
                    <a:pt x="19448" y="9138"/>
                  </a:cubicBezTo>
                  <a:cubicBezTo>
                    <a:pt x="19481" y="9272"/>
                    <a:pt x="19481" y="9372"/>
                    <a:pt x="19448" y="9405"/>
                  </a:cubicBezTo>
                  <a:cubicBezTo>
                    <a:pt x="19430" y="9423"/>
                    <a:pt x="19414" y="9434"/>
                    <a:pt x="19401" y="9434"/>
                  </a:cubicBezTo>
                  <a:cubicBezTo>
                    <a:pt x="19365" y="9434"/>
                    <a:pt x="19348" y="9357"/>
                    <a:pt x="19348" y="9138"/>
                  </a:cubicBezTo>
                  <a:cubicBezTo>
                    <a:pt x="19331" y="9005"/>
                    <a:pt x="19339" y="8938"/>
                    <a:pt x="19360" y="8938"/>
                  </a:cubicBezTo>
                  <a:close/>
                  <a:moveTo>
                    <a:pt x="19903" y="7232"/>
                  </a:moveTo>
                  <a:cubicBezTo>
                    <a:pt x="19977" y="7232"/>
                    <a:pt x="20173" y="7448"/>
                    <a:pt x="20448" y="7838"/>
                  </a:cubicBezTo>
                  <a:cubicBezTo>
                    <a:pt x="20715" y="8204"/>
                    <a:pt x="20949" y="8438"/>
                    <a:pt x="21049" y="8471"/>
                  </a:cubicBezTo>
                  <a:cubicBezTo>
                    <a:pt x="21216" y="8538"/>
                    <a:pt x="21216" y="8538"/>
                    <a:pt x="21116" y="8605"/>
                  </a:cubicBezTo>
                  <a:cubicBezTo>
                    <a:pt x="21049" y="8671"/>
                    <a:pt x="21049" y="8738"/>
                    <a:pt x="21116" y="8872"/>
                  </a:cubicBezTo>
                  <a:cubicBezTo>
                    <a:pt x="21149" y="8972"/>
                    <a:pt x="21182" y="9072"/>
                    <a:pt x="21149" y="9072"/>
                  </a:cubicBezTo>
                  <a:cubicBezTo>
                    <a:pt x="21116" y="9105"/>
                    <a:pt x="21116" y="9172"/>
                    <a:pt x="21149" y="9239"/>
                  </a:cubicBezTo>
                  <a:cubicBezTo>
                    <a:pt x="21182" y="9305"/>
                    <a:pt x="21149" y="9405"/>
                    <a:pt x="21082" y="9472"/>
                  </a:cubicBezTo>
                  <a:cubicBezTo>
                    <a:pt x="20949" y="9605"/>
                    <a:pt x="20982" y="9605"/>
                    <a:pt x="21149" y="9706"/>
                  </a:cubicBezTo>
                  <a:cubicBezTo>
                    <a:pt x="21282" y="9772"/>
                    <a:pt x="21349" y="9839"/>
                    <a:pt x="21316" y="9906"/>
                  </a:cubicBezTo>
                  <a:cubicBezTo>
                    <a:pt x="21316" y="9920"/>
                    <a:pt x="21304" y="9928"/>
                    <a:pt x="21288" y="9928"/>
                  </a:cubicBezTo>
                  <a:cubicBezTo>
                    <a:pt x="21266" y="9928"/>
                    <a:pt x="21235" y="9911"/>
                    <a:pt x="21216" y="9872"/>
                  </a:cubicBezTo>
                  <a:cubicBezTo>
                    <a:pt x="21191" y="9824"/>
                    <a:pt x="21149" y="9793"/>
                    <a:pt x="21115" y="9793"/>
                  </a:cubicBezTo>
                  <a:cubicBezTo>
                    <a:pt x="21102" y="9793"/>
                    <a:pt x="21091" y="9797"/>
                    <a:pt x="21082" y="9806"/>
                  </a:cubicBezTo>
                  <a:cubicBezTo>
                    <a:pt x="21080" y="9807"/>
                    <a:pt x="21078" y="9807"/>
                    <a:pt x="21076" y="9807"/>
                  </a:cubicBezTo>
                  <a:cubicBezTo>
                    <a:pt x="20950" y="9807"/>
                    <a:pt x="20078" y="8026"/>
                    <a:pt x="19881" y="7371"/>
                  </a:cubicBezTo>
                  <a:cubicBezTo>
                    <a:pt x="19860" y="7277"/>
                    <a:pt x="19869" y="7232"/>
                    <a:pt x="19903" y="7232"/>
                  </a:cubicBezTo>
                  <a:close/>
                  <a:moveTo>
                    <a:pt x="27323" y="8431"/>
                  </a:moveTo>
                  <a:cubicBezTo>
                    <a:pt x="27337" y="8431"/>
                    <a:pt x="27391" y="8518"/>
                    <a:pt x="27420" y="8605"/>
                  </a:cubicBezTo>
                  <a:cubicBezTo>
                    <a:pt x="27453" y="8738"/>
                    <a:pt x="27487" y="8838"/>
                    <a:pt x="27453" y="8905"/>
                  </a:cubicBezTo>
                  <a:cubicBezTo>
                    <a:pt x="27420" y="8938"/>
                    <a:pt x="27453" y="9038"/>
                    <a:pt x="27487" y="9105"/>
                  </a:cubicBezTo>
                  <a:cubicBezTo>
                    <a:pt x="27553" y="9205"/>
                    <a:pt x="27553" y="9239"/>
                    <a:pt x="27487" y="9239"/>
                  </a:cubicBezTo>
                  <a:cubicBezTo>
                    <a:pt x="27420" y="9239"/>
                    <a:pt x="27420" y="9272"/>
                    <a:pt x="27420" y="9305"/>
                  </a:cubicBezTo>
                  <a:cubicBezTo>
                    <a:pt x="27487" y="9405"/>
                    <a:pt x="27353" y="9972"/>
                    <a:pt x="27287" y="10006"/>
                  </a:cubicBezTo>
                  <a:cubicBezTo>
                    <a:pt x="27253" y="10026"/>
                    <a:pt x="27223" y="10035"/>
                    <a:pt x="27198" y="10035"/>
                  </a:cubicBezTo>
                  <a:cubicBezTo>
                    <a:pt x="27098" y="10035"/>
                    <a:pt x="27067" y="9892"/>
                    <a:pt x="27120" y="9706"/>
                  </a:cubicBezTo>
                  <a:cubicBezTo>
                    <a:pt x="27187" y="9539"/>
                    <a:pt x="27187" y="9405"/>
                    <a:pt x="27187" y="9372"/>
                  </a:cubicBezTo>
                  <a:cubicBezTo>
                    <a:pt x="27120" y="9305"/>
                    <a:pt x="27253" y="8471"/>
                    <a:pt x="27320" y="8438"/>
                  </a:cubicBezTo>
                  <a:cubicBezTo>
                    <a:pt x="27320" y="8434"/>
                    <a:pt x="27321" y="8431"/>
                    <a:pt x="27323" y="8431"/>
                  </a:cubicBezTo>
                  <a:close/>
                  <a:moveTo>
                    <a:pt x="15813" y="9764"/>
                  </a:moveTo>
                  <a:cubicBezTo>
                    <a:pt x="15836" y="9764"/>
                    <a:pt x="15881" y="9780"/>
                    <a:pt x="15945" y="9806"/>
                  </a:cubicBezTo>
                  <a:cubicBezTo>
                    <a:pt x="16045" y="9872"/>
                    <a:pt x="16179" y="9972"/>
                    <a:pt x="16212" y="10072"/>
                  </a:cubicBezTo>
                  <a:cubicBezTo>
                    <a:pt x="16245" y="10273"/>
                    <a:pt x="16245" y="10273"/>
                    <a:pt x="15979" y="10339"/>
                  </a:cubicBezTo>
                  <a:cubicBezTo>
                    <a:pt x="15812" y="10339"/>
                    <a:pt x="15812" y="10339"/>
                    <a:pt x="15878" y="10239"/>
                  </a:cubicBezTo>
                  <a:cubicBezTo>
                    <a:pt x="15945" y="10139"/>
                    <a:pt x="15945" y="10039"/>
                    <a:pt x="15878" y="9906"/>
                  </a:cubicBezTo>
                  <a:cubicBezTo>
                    <a:pt x="15797" y="9804"/>
                    <a:pt x="15778" y="9764"/>
                    <a:pt x="15813" y="9764"/>
                  </a:cubicBezTo>
                  <a:close/>
                  <a:moveTo>
                    <a:pt x="7842" y="9764"/>
                  </a:moveTo>
                  <a:cubicBezTo>
                    <a:pt x="7869" y="9764"/>
                    <a:pt x="7908" y="9780"/>
                    <a:pt x="7973" y="9806"/>
                  </a:cubicBezTo>
                  <a:cubicBezTo>
                    <a:pt x="8073" y="9839"/>
                    <a:pt x="8173" y="9906"/>
                    <a:pt x="8206" y="9972"/>
                  </a:cubicBezTo>
                  <a:cubicBezTo>
                    <a:pt x="8507" y="10406"/>
                    <a:pt x="8807" y="11006"/>
                    <a:pt x="8807" y="11107"/>
                  </a:cubicBezTo>
                  <a:cubicBezTo>
                    <a:pt x="8801" y="11125"/>
                    <a:pt x="8791" y="11135"/>
                    <a:pt x="8776" y="11135"/>
                  </a:cubicBezTo>
                  <a:cubicBezTo>
                    <a:pt x="8705" y="11135"/>
                    <a:pt x="8507" y="10922"/>
                    <a:pt x="7906" y="10239"/>
                  </a:cubicBezTo>
                  <a:cubicBezTo>
                    <a:pt x="7806" y="10139"/>
                    <a:pt x="7773" y="9972"/>
                    <a:pt x="7773" y="9906"/>
                  </a:cubicBezTo>
                  <a:cubicBezTo>
                    <a:pt x="7793" y="9804"/>
                    <a:pt x="7801" y="9764"/>
                    <a:pt x="7842" y="9764"/>
                  </a:cubicBezTo>
                  <a:close/>
                  <a:moveTo>
                    <a:pt x="5256" y="10998"/>
                  </a:moveTo>
                  <a:cubicBezTo>
                    <a:pt x="5260" y="10998"/>
                    <a:pt x="5265" y="11001"/>
                    <a:pt x="5271" y="11006"/>
                  </a:cubicBezTo>
                  <a:cubicBezTo>
                    <a:pt x="5304" y="11006"/>
                    <a:pt x="5338" y="11073"/>
                    <a:pt x="5371" y="11173"/>
                  </a:cubicBezTo>
                  <a:cubicBezTo>
                    <a:pt x="5371" y="11240"/>
                    <a:pt x="5371" y="11307"/>
                    <a:pt x="5338" y="11307"/>
                  </a:cubicBezTo>
                  <a:cubicBezTo>
                    <a:pt x="5304" y="11273"/>
                    <a:pt x="5271" y="11207"/>
                    <a:pt x="5238" y="11140"/>
                  </a:cubicBezTo>
                  <a:cubicBezTo>
                    <a:pt x="5238" y="11058"/>
                    <a:pt x="5238" y="10998"/>
                    <a:pt x="5256" y="10998"/>
                  </a:cubicBezTo>
                  <a:close/>
                  <a:moveTo>
                    <a:pt x="6802" y="11548"/>
                  </a:moveTo>
                  <a:cubicBezTo>
                    <a:pt x="6890" y="11548"/>
                    <a:pt x="7059" y="11652"/>
                    <a:pt x="7306" y="11874"/>
                  </a:cubicBezTo>
                  <a:cubicBezTo>
                    <a:pt x="7619" y="12156"/>
                    <a:pt x="7961" y="12614"/>
                    <a:pt x="7864" y="12614"/>
                  </a:cubicBezTo>
                  <a:cubicBezTo>
                    <a:pt x="7858" y="12614"/>
                    <a:pt x="7850" y="12612"/>
                    <a:pt x="7839" y="12608"/>
                  </a:cubicBezTo>
                  <a:cubicBezTo>
                    <a:pt x="7773" y="12574"/>
                    <a:pt x="7639" y="12574"/>
                    <a:pt x="7472" y="12574"/>
                  </a:cubicBezTo>
                  <a:cubicBezTo>
                    <a:pt x="7445" y="12580"/>
                    <a:pt x="7419" y="12583"/>
                    <a:pt x="7394" y="12583"/>
                  </a:cubicBezTo>
                  <a:cubicBezTo>
                    <a:pt x="7271" y="12583"/>
                    <a:pt x="7183" y="12513"/>
                    <a:pt x="7072" y="12374"/>
                  </a:cubicBezTo>
                  <a:cubicBezTo>
                    <a:pt x="6736" y="11849"/>
                    <a:pt x="6651" y="11548"/>
                    <a:pt x="6802" y="11548"/>
                  </a:cubicBezTo>
                  <a:close/>
                  <a:moveTo>
                    <a:pt x="2590" y="11682"/>
                  </a:moveTo>
                  <a:cubicBezTo>
                    <a:pt x="2636" y="11682"/>
                    <a:pt x="2702" y="11724"/>
                    <a:pt x="2769" y="11807"/>
                  </a:cubicBezTo>
                  <a:cubicBezTo>
                    <a:pt x="2802" y="11874"/>
                    <a:pt x="2869" y="11974"/>
                    <a:pt x="2903" y="12041"/>
                  </a:cubicBezTo>
                  <a:cubicBezTo>
                    <a:pt x="2903" y="12074"/>
                    <a:pt x="2969" y="12207"/>
                    <a:pt x="3036" y="12307"/>
                  </a:cubicBezTo>
                  <a:cubicBezTo>
                    <a:pt x="3103" y="12407"/>
                    <a:pt x="3136" y="12541"/>
                    <a:pt x="3103" y="12608"/>
                  </a:cubicBezTo>
                  <a:cubicBezTo>
                    <a:pt x="3103" y="12621"/>
                    <a:pt x="3097" y="12630"/>
                    <a:pt x="3090" y="12630"/>
                  </a:cubicBezTo>
                  <a:cubicBezTo>
                    <a:pt x="3081" y="12630"/>
                    <a:pt x="3069" y="12613"/>
                    <a:pt x="3069" y="12574"/>
                  </a:cubicBezTo>
                  <a:cubicBezTo>
                    <a:pt x="3069" y="12541"/>
                    <a:pt x="2936" y="12374"/>
                    <a:pt x="2802" y="12207"/>
                  </a:cubicBezTo>
                  <a:cubicBezTo>
                    <a:pt x="2669" y="12041"/>
                    <a:pt x="2569" y="11874"/>
                    <a:pt x="2536" y="11807"/>
                  </a:cubicBezTo>
                  <a:cubicBezTo>
                    <a:pt x="2519" y="11724"/>
                    <a:pt x="2544" y="11682"/>
                    <a:pt x="2590" y="11682"/>
                  </a:cubicBezTo>
                  <a:close/>
                  <a:moveTo>
                    <a:pt x="10385" y="12540"/>
                  </a:moveTo>
                  <a:cubicBezTo>
                    <a:pt x="10462" y="12540"/>
                    <a:pt x="10587" y="12666"/>
                    <a:pt x="10741" y="12908"/>
                  </a:cubicBezTo>
                  <a:cubicBezTo>
                    <a:pt x="10926" y="13208"/>
                    <a:pt x="10999" y="13381"/>
                    <a:pt x="10949" y="13381"/>
                  </a:cubicBezTo>
                  <a:cubicBezTo>
                    <a:pt x="10927" y="13381"/>
                    <a:pt x="10880" y="13347"/>
                    <a:pt x="10808" y="13275"/>
                  </a:cubicBezTo>
                  <a:cubicBezTo>
                    <a:pt x="10708" y="13175"/>
                    <a:pt x="10608" y="13141"/>
                    <a:pt x="10575" y="13141"/>
                  </a:cubicBezTo>
                  <a:cubicBezTo>
                    <a:pt x="10567" y="13146"/>
                    <a:pt x="10559" y="13149"/>
                    <a:pt x="10551" y="13149"/>
                  </a:cubicBezTo>
                  <a:cubicBezTo>
                    <a:pt x="10450" y="13149"/>
                    <a:pt x="10308" y="12795"/>
                    <a:pt x="10308" y="12641"/>
                  </a:cubicBezTo>
                  <a:cubicBezTo>
                    <a:pt x="10319" y="12573"/>
                    <a:pt x="10346" y="12540"/>
                    <a:pt x="10385" y="12540"/>
                  </a:cubicBezTo>
                  <a:close/>
                  <a:moveTo>
                    <a:pt x="11991" y="12446"/>
                  </a:moveTo>
                  <a:cubicBezTo>
                    <a:pt x="12054" y="12446"/>
                    <a:pt x="12171" y="12522"/>
                    <a:pt x="12343" y="12674"/>
                  </a:cubicBezTo>
                  <a:cubicBezTo>
                    <a:pt x="12609" y="12941"/>
                    <a:pt x="12676" y="13341"/>
                    <a:pt x="12409" y="13575"/>
                  </a:cubicBezTo>
                  <a:cubicBezTo>
                    <a:pt x="12309" y="13642"/>
                    <a:pt x="12209" y="13775"/>
                    <a:pt x="12142" y="13842"/>
                  </a:cubicBezTo>
                  <a:cubicBezTo>
                    <a:pt x="12083" y="13882"/>
                    <a:pt x="12032" y="13901"/>
                    <a:pt x="11993" y="13901"/>
                  </a:cubicBezTo>
                  <a:cubicBezTo>
                    <a:pt x="11900" y="13901"/>
                    <a:pt x="11872" y="13796"/>
                    <a:pt x="11942" y="13608"/>
                  </a:cubicBezTo>
                  <a:cubicBezTo>
                    <a:pt x="12042" y="13375"/>
                    <a:pt x="12042" y="12941"/>
                    <a:pt x="11942" y="12574"/>
                  </a:cubicBezTo>
                  <a:cubicBezTo>
                    <a:pt x="11928" y="12489"/>
                    <a:pt x="11944" y="12446"/>
                    <a:pt x="11991" y="12446"/>
                  </a:cubicBezTo>
                  <a:close/>
                  <a:moveTo>
                    <a:pt x="3436" y="13275"/>
                  </a:moveTo>
                  <a:lnTo>
                    <a:pt x="3703" y="13408"/>
                  </a:lnTo>
                  <a:cubicBezTo>
                    <a:pt x="3837" y="13475"/>
                    <a:pt x="4037" y="13608"/>
                    <a:pt x="4070" y="13708"/>
                  </a:cubicBezTo>
                  <a:cubicBezTo>
                    <a:pt x="4137" y="13775"/>
                    <a:pt x="4137" y="13875"/>
                    <a:pt x="4103" y="13909"/>
                  </a:cubicBezTo>
                  <a:cubicBezTo>
                    <a:pt x="4094" y="13918"/>
                    <a:pt x="4083" y="13922"/>
                    <a:pt x="4071" y="13922"/>
                  </a:cubicBezTo>
                  <a:cubicBezTo>
                    <a:pt x="4037" y="13922"/>
                    <a:pt x="3994" y="13891"/>
                    <a:pt x="3970" y="13842"/>
                  </a:cubicBezTo>
                  <a:cubicBezTo>
                    <a:pt x="3937" y="13775"/>
                    <a:pt x="3870" y="13742"/>
                    <a:pt x="3837" y="13742"/>
                  </a:cubicBezTo>
                  <a:cubicBezTo>
                    <a:pt x="3832" y="13746"/>
                    <a:pt x="3827" y="13748"/>
                    <a:pt x="3820" y="13748"/>
                  </a:cubicBezTo>
                  <a:cubicBezTo>
                    <a:pt x="3777" y="13748"/>
                    <a:pt x="3690" y="13658"/>
                    <a:pt x="3603" y="13542"/>
                  </a:cubicBezTo>
                  <a:lnTo>
                    <a:pt x="3436" y="13275"/>
                  </a:lnTo>
                  <a:close/>
                  <a:moveTo>
                    <a:pt x="8507" y="15209"/>
                  </a:moveTo>
                  <a:cubicBezTo>
                    <a:pt x="8507" y="15243"/>
                    <a:pt x="8507" y="15276"/>
                    <a:pt x="8473" y="15343"/>
                  </a:cubicBezTo>
                  <a:cubicBezTo>
                    <a:pt x="8457" y="15360"/>
                    <a:pt x="8440" y="15368"/>
                    <a:pt x="8423" y="15368"/>
                  </a:cubicBezTo>
                  <a:cubicBezTo>
                    <a:pt x="8406" y="15368"/>
                    <a:pt x="8390" y="15360"/>
                    <a:pt x="8373" y="15343"/>
                  </a:cubicBezTo>
                  <a:cubicBezTo>
                    <a:pt x="8373" y="15310"/>
                    <a:pt x="8373" y="15243"/>
                    <a:pt x="8406" y="15243"/>
                  </a:cubicBezTo>
                  <a:cubicBezTo>
                    <a:pt x="8440" y="15209"/>
                    <a:pt x="8473" y="15209"/>
                    <a:pt x="8507" y="15209"/>
                  </a:cubicBezTo>
                  <a:close/>
                  <a:moveTo>
                    <a:pt x="4473" y="14465"/>
                  </a:moveTo>
                  <a:cubicBezTo>
                    <a:pt x="4494" y="14465"/>
                    <a:pt x="4535" y="14481"/>
                    <a:pt x="4604" y="14509"/>
                  </a:cubicBezTo>
                  <a:cubicBezTo>
                    <a:pt x="4737" y="14576"/>
                    <a:pt x="4804" y="14609"/>
                    <a:pt x="4771" y="14676"/>
                  </a:cubicBezTo>
                  <a:cubicBezTo>
                    <a:pt x="4704" y="14742"/>
                    <a:pt x="4937" y="14909"/>
                    <a:pt x="5204" y="14976"/>
                  </a:cubicBezTo>
                  <a:cubicBezTo>
                    <a:pt x="5304" y="15009"/>
                    <a:pt x="5404" y="15109"/>
                    <a:pt x="5471" y="15310"/>
                  </a:cubicBezTo>
                  <a:cubicBezTo>
                    <a:pt x="5527" y="15449"/>
                    <a:pt x="5582" y="15518"/>
                    <a:pt x="5619" y="15518"/>
                  </a:cubicBezTo>
                  <a:cubicBezTo>
                    <a:pt x="5626" y="15518"/>
                    <a:pt x="5632" y="15515"/>
                    <a:pt x="5638" y="15510"/>
                  </a:cubicBezTo>
                  <a:cubicBezTo>
                    <a:pt x="5648" y="15500"/>
                    <a:pt x="5660" y="15496"/>
                    <a:pt x="5674" y="15496"/>
                  </a:cubicBezTo>
                  <a:cubicBezTo>
                    <a:pt x="5707" y="15496"/>
                    <a:pt x="5748" y="15519"/>
                    <a:pt x="5771" y="15543"/>
                  </a:cubicBezTo>
                  <a:cubicBezTo>
                    <a:pt x="5771" y="15576"/>
                    <a:pt x="5738" y="15643"/>
                    <a:pt x="5638" y="15710"/>
                  </a:cubicBezTo>
                  <a:cubicBezTo>
                    <a:pt x="5591" y="15733"/>
                    <a:pt x="5547" y="15746"/>
                    <a:pt x="5502" y="15746"/>
                  </a:cubicBezTo>
                  <a:cubicBezTo>
                    <a:pt x="5353" y="15746"/>
                    <a:pt x="5201" y="15609"/>
                    <a:pt x="4971" y="15276"/>
                  </a:cubicBezTo>
                  <a:cubicBezTo>
                    <a:pt x="4871" y="15176"/>
                    <a:pt x="4737" y="15009"/>
                    <a:pt x="4637" y="14909"/>
                  </a:cubicBezTo>
                  <a:cubicBezTo>
                    <a:pt x="4570" y="14809"/>
                    <a:pt x="4470" y="14676"/>
                    <a:pt x="4470" y="14576"/>
                  </a:cubicBezTo>
                  <a:cubicBezTo>
                    <a:pt x="4451" y="14498"/>
                    <a:pt x="4443" y="14465"/>
                    <a:pt x="4473" y="14465"/>
                  </a:cubicBezTo>
                  <a:close/>
                  <a:moveTo>
                    <a:pt x="8240" y="15610"/>
                  </a:moveTo>
                  <a:cubicBezTo>
                    <a:pt x="8273" y="15610"/>
                    <a:pt x="8373" y="15643"/>
                    <a:pt x="8473" y="15743"/>
                  </a:cubicBezTo>
                  <a:cubicBezTo>
                    <a:pt x="8599" y="15890"/>
                    <a:pt x="8633" y="15984"/>
                    <a:pt x="8582" y="15984"/>
                  </a:cubicBezTo>
                  <a:cubicBezTo>
                    <a:pt x="8552" y="15984"/>
                    <a:pt x="8493" y="15951"/>
                    <a:pt x="8406" y="15877"/>
                  </a:cubicBezTo>
                  <a:cubicBezTo>
                    <a:pt x="8173" y="15677"/>
                    <a:pt x="8173" y="15677"/>
                    <a:pt x="8240" y="15610"/>
                  </a:cubicBezTo>
                  <a:close/>
                  <a:moveTo>
                    <a:pt x="11509" y="15843"/>
                  </a:moveTo>
                  <a:cubicBezTo>
                    <a:pt x="11575" y="15943"/>
                    <a:pt x="11575" y="16177"/>
                    <a:pt x="11509" y="16177"/>
                  </a:cubicBezTo>
                  <a:cubicBezTo>
                    <a:pt x="11342" y="16144"/>
                    <a:pt x="11275" y="15943"/>
                    <a:pt x="11375" y="15877"/>
                  </a:cubicBezTo>
                  <a:cubicBezTo>
                    <a:pt x="11442" y="15843"/>
                    <a:pt x="11509" y="15843"/>
                    <a:pt x="11509" y="15843"/>
                  </a:cubicBezTo>
                  <a:close/>
                  <a:moveTo>
                    <a:pt x="11675" y="16310"/>
                  </a:moveTo>
                  <a:cubicBezTo>
                    <a:pt x="11742" y="16310"/>
                    <a:pt x="11809" y="16310"/>
                    <a:pt x="11809" y="16344"/>
                  </a:cubicBezTo>
                  <a:cubicBezTo>
                    <a:pt x="11852" y="16408"/>
                    <a:pt x="11826" y="16445"/>
                    <a:pt x="11774" y="16445"/>
                  </a:cubicBezTo>
                  <a:cubicBezTo>
                    <a:pt x="11746" y="16445"/>
                    <a:pt x="11711" y="16434"/>
                    <a:pt x="11675" y="16410"/>
                  </a:cubicBezTo>
                  <a:cubicBezTo>
                    <a:pt x="11609" y="16377"/>
                    <a:pt x="11642" y="16344"/>
                    <a:pt x="11675" y="16310"/>
                  </a:cubicBezTo>
                  <a:close/>
                  <a:moveTo>
                    <a:pt x="5741" y="13954"/>
                  </a:moveTo>
                  <a:cubicBezTo>
                    <a:pt x="5830" y="13954"/>
                    <a:pt x="5934" y="14038"/>
                    <a:pt x="6038" y="14142"/>
                  </a:cubicBezTo>
                  <a:cubicBezTo>
                    <a:pt x="6172" y="14275"/>
                    <a:pt x="6338" y="14409"/>
                    <a:pt x="6372" y="14442"/>
                  </a:cubicBezTo>
                  <a:cubicBezTo>
                    <a:pt x="6438" y="14476"/>
                    <a:pt x="6572" y="14576"/>
                    <a:pt x="6705" y="14709"/>
                  </a:cubicBezTo>
                  <a:cubicBezTo>
                    <a:pt x="6872" y="14909"/>
                    <a:pt x="6872" y="14976"/>
                    <a:pt x="6772" y="14976"/>
                  </a:cubicBezTo>
                  <a:cubicBezTo>
                    <a:pt x="6705" y="15009"/>
                    <a:pt x="6639" y="15043"/>
                    <a:pt x="6639" y="15076"/>
                  </a:cubicBezTo>
                  <a:cubicBezTo>
                    <a:pt x="6639" y="15209"/>
                    <a:pt x="7172" y="15777"/>
                    <a:pt x="7339" y="15843"/>
                  </a:cubicBezTo>
                  <a:cubicBezTo>
                    <a:pt x="7406" y="15877"/>
                    <a:pt x="7439" y="15910"/>
                    <a:pt x="7406" y="15977"/>
                  </a:cubicBezTo>
                  <a:cubicBezTo>
                    <a:pt x="7372" y="16010"/>
                    <a:pt x="7372" y="16077"/>
                    <a:pt x="7439" y="16110"/>
                  </a:cubicBezTo>
                  <a:cubicBezTo>
                    <a:pt x="7472" y="16144"/>
                    <a:pt x="7472" y="16177"/>
                    <a:pt x="7439" y="16210"/>
                  </a:cubicBezTo>
                  <a:cubicBezTo>
                    <a:pt x="7406" y="16244"/>
                    <a:pt x="7406" y="16344"/>
                    <a:pt x="7472" y="16444"/>
                  </a:cubicBezTo>
                  <a:cubicBezTo>
                    <a:pt x="7539" y="16510"/>
                    <a:pt x="7573" y="16611"/>
                    <a:pt x="7539" y="16611"/>
                  </a:cubicBezTo>
                  <a:cubicBezTo>
                    <a:pt x="7489" y="16644"/>
                    <a:pt x="7414" y="16661"/>
                    <a:pt x="7343" y="16661"/>
                  </a:cubicBezTo>
                  <a:cubicBezTo>
                    <a:pt x="7272" y="16661"/>
                    <a:pt x="7206" y="16644"/>
                    <a:pt x="7172" y="16611"/>
                  </a:cubicBezTo>
                  <a:cubicBezTo>
                    <a:pt x="7139" y="16544"/>
                    <a:pt x="7039" y="16444"/>
                    <a:pt x="6905" y="16377"/>
                  </a:cubicBezTo>
                  <a:cubicBezTo>
                    <a:pt x="6772" y="16277"/>
                    <a:pt x="6639" y="16144"/>
                    <a:pt x="6572" y="15977"/>
                  </a:cubicBezTo>
                  <a:cubicBezTo>
                    <a:pt x="6505" y="15843"/>
                    <a:pt x="6438" y="15743"/>
                    <a:pt x="6372" y="15743"/>
                  </a:cubicBezTo>
                  <a:cubicBezTo>
                    <a:pt x="6305" y="15743"/>
                    <a:pt x="6272" y="15677"/>
                    <a:pt x="6272" y="15576"/>
                  </a:cubicBezTo>
                  <a:cubicBezTo>
                    <a:pt x="6238" y="15476"/>
                    <a:pt x="6105" y="15109"/>
                    <a:pt x="5905" y="14709"/>
                  </a:cubicBezTo>
                  <a:cubicBezTo>
                    <a:pt x="5604" y="14109"/>
                    <a:pt x="5571" y="14009"/>
                    <a:pt x="5671" y="13975"/>
                  </a:cubicBezTo>
                  <a:cubicBezTo>
                    <a:pt x="5693" y="13961"/>
                    <a:pt x="5717" y="13954"/>
                    <a:pt x="5741" y="13954"/>
                  </a:cubicBezTo>
                  <a:close/>
                  <a:moveTo>
                    <a:pt x="2836" y="17898"/>
                  </a:moveTo>
                  <a:cubicBezTo>
                    <a:pt x="2899" y="17898"/>
                    <a:pt x="3078" y="18009"/>
                    <a:pt x="3303" y="18212"/>
                  </a:cubicBezTo>
                  <a:cubicBezTo>
                    <a:pt x="3470" y="18378"/>
                    <a:pt x="3570" y="18512"/>
                    <a:pt x="3536" y="18545"/>
                  </a:cubicBezTo>
                  <a:cubicBezTo>
                    <a:pt x="3470" y="18579"/>
                    <a:pt x="3670" y="18745"/>
                    <a:pt x="3970" y="18845"/>
                  </a:cubicBezTo>
                  <a:cubicBezTo>
                    <a:pt x="4103" y="18912"/>
                    <a:pt x="4237" y="19012"/>
                    <a:pt x="4270" y="19079"/>
                  </a:cubicBezTo>
                  <a:cubicBezTo>
                    <a:pt x="4304" y="19146"/>
                    <a:pt x="4470" y="19279"/>
                    <a:pt x="4637" y="19379"/>
                  </a:cubicBezTo>
                  <a:cubicBezTo>
                    <a:pt x="4804" y="19479"/>
                    <a:pt x="4904" y="19613"/>
                    <a:pt x="4904" y="19646"/>
                  </a:cubicBezTo>
                  <a:cubicBezTo>
                    <a:pt x="4894" y="19656"/>
                    <a:pt x="4873" y="19661"/>
                    <a:pt x="4844" y="19661"/>
                  </a:cubicBezTo>
                  <a:cubicBezTo>
                    <a:pt x="4688" y="19661"/>
                    <a:pt x="4296" y="19520"/>
                    <a:pt x="4070" y="19379"/>
                  </a:cubicBezTo>
                  <a:cubicBezTo>
                    <a:pt x="3988" y="19325"/>
                    <a:pt x="3862" y="19270"/>
                    <a:pt x="3764" y="19270"/>
                  </a:cubicBezTo>
                  <a:cubicBezTo>
                    <a:pt x="3742" y="19270"/>
                    <a:pt x="3721" y="19273"/>
                    <a:pt x="3703" y="19279"/>
                  </a:cubicBezTo>
                  <a:cubicBezTo>
                    <a:pt x="3688" y="19282"/>
                    <a:pt x="3673" y="19283"/>
                    <a:pt x="3656" y="19283"/>
                  </a:cubicBezTo>
                  <a:cubicBezTo>
                    <a:pt x="3445" y="19283"/>
                    <a:pt x="3093" y="19095"/>
                    <a:pt x="2969" y="18879"/>
                  </a:cubicBezTo>
                  <a:cubicBezTo>
                    <a:pt x="2936" y="18779"/>
                    <a:pt x="2936" y="18745"/>
                    <a:pt x="3036" y="18712"/>
                  </a:cubicBezTo>
                  <a:cubicBezTo>
                    <a:pt x="3103" y="18712"/>
                    <a:pt x="3136" y="18645"/>
                    <a:pt x="3069" y="18579"/>
                  </a:cubicBezTo>
                  <a:cubicBezTo>
                    <a:pt x="3036" y="18512"/>
                    <a:pt x="3036" y="18412"/>
                    <a:pt x="3103" y="18345"/>
                  </a:cubicBezTo>
                  <a:cubicBezTo>
                    <a:pt x="3136" y="18278"/>
                    <a:pt x="3136" y="18212"/>
                    <a:pt x="3036" y="18145"/>
                  </a:cubicBezTo>
                  <a:cubicBezTo>
                    <a:pt x="2969" y="18112"/>
                    <a:pt x="2869" y="18012"/>
                    <a:pt x="2836" y="17978"/>
                  </a:cubicBezTo>
                  <a:cubicBezTo>
                    <a:pt x="2803" y="17924"/>
                    <a:pt x="2806" y="17898"/>
                    <a:pt x="2836" y="17898"/>
                  </a:cubicBezTo>
                  <a:close/>
                  <a:moveTo>
                    <a:pt x="5308" y="19864"/>
                  </a:moveTo>
                  <a:cubicBezTo>
                    <a:pt x="5365" y="19864"/>
                    <a:pt x="5446" y="19916"/>
                    <a:pt x="5504" y="20013"/>
                  </a:cubicBezTo>
                  <a:cubicBezTo>
                    <a:pt x="5549" y="20102"/>
                    <a:pt x="5564" y="20132"/>
                    <a:pt x="5519" y="20132"/>
                  </a:cubicBezTo>
                  <a:cubicBezTo>
                    <a:pt x="5497" y="20132"/>
                    <a:pt x="5460" y="20124"/>
                    <a:pt x="5404" y="20113"/>
                  </a:cubicBezTo>
                  <a:cubicBezTo>
                    <a:pt x="5304" y="20080"/>
                    <a:pt x="5238" y="20013"/>
                    <a:pt x="5238" y="19946"/>
                  </a:cubicBezTo>
                  <a:cubicBezTo>
                    <a:pt x="5238" y="19891"/>
                    <a:pt x="5267" y="19864"/>
                    <a:pt x="5308" y="19864"/>
                  </a:cubicBezTo>
                  <a:close/>
                  <a:moveTo>
                    <a:pt x="24360" y="0"/>
                  </a:moveTo>
                  <a:cubicBezTo>
                    <a:pt x="24269" y="0"/>
                    <a:pt x="24169" y="12"/>
                    <a:pt x="24051" y="32"/>
                  </a:cubicBezTo>
                  <a:cubicBezTo>
                    <a:pt x="23817" y="99"/>
                    <a:pt x="23551" y="132"/>
                    <a:pt x="23451" y="132"/>
                  </a:cubicBezTo>
                  <a:cubicBezTo>
                    <a:pt x="23217" y="132"/>
                    <a:pt x="22583" y="432"/>
                    <a:pt x="22650" y="499"/>
                  </a:cubicBezTo>
                  <a:cubicBezTo>
                    <a:pt x="22683" y="532"/>
                    <a:pt x="22617" y="599"/>
                    <a:pt x="22483" y="666"/>
                  </a:cubicBezTo>
                  <a:cubicBezTo>
                    <a:pt x="22316" y="699"/>
                    <a:pt x="22283" y="766"/>
                    <a:pt x="22350" y="899"/>
                  </a:cubicBezTo>
                  <a:cubicBezTo>
                    <a:pt x="22380" y="1034"/>
                    <a:pt x="22356" y="1102"/>
                    <a:pt x="22296" y="1102"/>
                  </a:cubicBezTo>
                  <a:cubicBezTo>
                    <a:pt x="22223" y="1102"/>
                    <a:pt x="22096" y="1001"/>
                    <a:pt x="21949" y="799"/>
                  </a:cubicBezTo>
                  <a:cubicBezTo>
                    <a:pt x="21715" y="494"/>
                    <a:pt x="21579" y="371"/>
                    <a:pt x="21311" y="371"/>
                  </a:cubicBezTo>
                  <a:cubicBezTo>
                    <a:pt x="21197" y="371"/>
                    <a:pt x="21060" y="393"/>
                    <a:pt x="20882" y="432"/>
                  </a:cubicBezTo>
                  <a:cubicBezTo>
                    <a:pt x="20807" y="441"/>
                    <a:pt x="20728" y="445"/>
                    <a:pt x="20644" y="445"/>
                  </a:cubicBezTo>
                  <a:cubicBezTo>
                    <a:pt x="20394" y="445"/>
                    <a:pt x="20107" y="407"/>
                    <a:pt x="19781" y="332"/>
                  </a:cubicBezTo>
                  <a:cubicBezTo>
                    <a:pt x="19545" y="285"/>
                    <a:pt x="19293" y="238"/>
                    <a:pt x="19142" y="238"/>
                  </a:cubicBezTo>
                  <a:cubicBezTo>
                    <a:pt x="19079" y="238"/>
                    <a:pt x="19034" y="246"/>
                    <a:pt x="19014" y="265"/>
                  </a:cubicBezTo>
                  <a:cubicBezTo>
                    <a:pt x="18967" y="289"/>
                    <a:pt x="18886" y="313"/>
                    <a:pt x="18820" y="313"/>
                  </a:cubicBezTo>
                  <a:cubicBezTo>
                    <a:pt x="18792" y="313"/>
                    <a:pt x="18767" y="309"/>
                    <a:pt x="18747" y="299"/>
                  </a:cubicBezTo>
                  <a:cubicBezTo>
                    <a:pt x="18740" y="297"/>
                    <a:pt x="18731" y="297"/>
                    <a:pt x="18721" y="297"/>
                  </a:cubicBezTo>
                  <a:cubicBezTo>
                    <a:pt x="18493" y="297"/>
                    <a:pt x="17539" y="640"/>
                    <a:pt x="17380" y="799"/>
                  </a:cubicBezTo>
                  <a:cubicBezTo>
                    <a:pt x="17315" y="864"/>
                    <a:pt x="17250" y="901"/>
                    <a:pt x="17168" y="901"/>
                  </a:cubicBezTo>
                  <a:cubicBezTo>
                    <a:pt x="17122" y="901"/>
                    <a:pt x="17072" y="890"/>
                    <a:pt x="17013" y="866"/>
                  </a:cubicBezTo>
                  <a:cubicBezTo>
                    <a:pt x="16977" y="857"/>
                    <a:pt x="16936" y="853"/>
                    <a:pt x="16893" y="853"/>
                  </a:cubicBezTo>
                  <a:cubicBezTo>
                    <a:pt x="16774" y="853"/>
                    <a:pt x="16634" y="884"/>
                    <a:pt x="16512" y="933"/>
                  </a:cubicBezTo>
                  <a:cubicBezTo>
                    <a:pt x="16394" y="956"/>
                    <a:pt x="16276" y="980"/>
                    <a:pt x="16194" y="980"/>
                  </a:cubicBezTo>
                  <a:cubicBezTo>
                    <a:pt x="16160" y="980"/>
                    <a:pt x="16132" y="976"/>
                    <a:pt x="16112" y="966"/>
                  </a:cubicBezTo>
                  <a:cubicBezTo>
                    <a:pt x="16012" y="966"/>
                    <a:pt x="15912" y="999"/>
                    <a:pt x="15812" y="1066"/>
                  </a:cubicBezTo>
                  <a:cubicBezTo>
                    <a:pt x="15745" y="1133"/>
                    <a:pt x="15578" y="1199"/>
                    <a:pt x="15411" y="1199"/>
                  </a:cubicBezTo>
                  <a:cubicBezTo>
                    <a:pt x="15145" y="1233"/>
                    <a:pt x="15011" y="1333"/>
                    <a:pt x="14911" y="1566"/>
                  </a:cubicBezTo>
                  <a:cubicBezTo>
                    <a:pt x="14844" y="1666"/>
                    <a:pt x="14377" y="1900"/>
                    <a:pt x="14111" y="1900"/>
                  </a:cubicBezTo>
                  <a:cubicBezTo>
                    <a:pt x="13977" y="1933"/>
                    <a:pt x="13944" y="1967"/>
                    <a:pt x="13944" y="2033"/>
                  </a:cubicBezTo>
                  <a:cubicBezTo>
                    <a:pt x="13944" y="2100"/>
                    <a:pt x="13877" y="2133"/>
                    <a:pt x="13810" y="2167"/>
                  </a:cubicBezTo>
                  <a:cubicBezTo>
                    <a:pt x="13610" y="2200"/>
                    <a:pt x="13610" y="2534"/>
                    <a:pt x="13777" y="2901"/>
                  </a:cubicBezTo>
                  <a:cubicBezTo>
                    <a:pt x="13844" y="3101"/>
                    <a:pt x="14144" y="3635"/>
                    <a:pt x="14444" y="4102"/>
                  </a:cubicBezTo>
                  <a:cubicBezTo>
                    <a:pt x="14811" y="4702"/>
                    <a:pt x="14944" y="5036"/>
                    <a:pt x="14978" y="5236"/>
                  </a:cubicBezTo>
                  <a:cubicBezTo>
                    <a:pt x="14978" y="5402"/>
                    <a:pt x="15045" y="5603"/>
                    <a:pt x="15111" y="5669"/>
                  </a:cubicBezTo>
                  <a:cubicBezTo>
                    <a:pt x="15145" y="5736"/>
                    <a:pt x="15411" y="6203"/>
                    <a:pt x="15645" y="6670"/>
                  </a:cubicBezTo>
                  <a:cubicBezTo>
                    <a:pt x="15942" y="7263"/>
                    <a:pt x="16145" y="7560"/>
                    <a:pt x="16233" y="7560"/>
                  </a:cubicBezTo>
                  <a:cubicBezTo>
                    <a:pt x="16273" y="7560"/>
                    <a:pt x="16289" y="7497"/>
                    <a:pt x="16279" y="7371"/>
                  </a:cubicBezTo>
                  <a:cubicBezTo>
                    <a:pt x="16279" y="7308"/>
                    <a:pt x="16286" y="7274"/>
                    <a:pt x="16305" y="7274"/>
                  </a:cubicBezTo>
                  <a:cubicBezTo>
                    <a:pt x="16325" y="7274"/>
                    <a:pt x="16359" y="7316"/>
                    <a:pt x="16412" y="7404"/>
                  </a:cubicBezTo>
                  <a:cubicBezTo>
                    <a:pt x="16512" y="7571"/>
                    <a:pt x="16512" y="7637"/>
                    <a:pt x="16412" y="7637"/>
                  </a:cubicBezTo>
                  <a:cubicBezTo>
                    <a:pt x="16279" y="7671"/>
                    <a:pt x="16279" y="7737"/>
                    <a:pt x="16479" y="8071"/>
                  </a:cubicBezTo>
                  <a:cubicBezTo>
                    <a:pt x="16546" y="8138"/>
                    <a:pt x="16646" y="8405"/>
                    <a:pt x="16779" y="8671"/>
                  </a:cubicBezTo>
                  <a:cubicBezTo>
                    <a:pt x="16879" y="8938"/>
                    <a:pt x="16979" y="9239"/>
                    <a:pt x="17046" y="9339"/>
                  </a:cubicBezTo>
                  <a:cubicBezTo>
                    <a:pt x="17113" y="9539"/>
                    <a:pt x="17113" y="9639"/>
                    <a:pt x="16979" y="9639"/>
                  </a:cubicBezTo>
                  <a:cubicBezTo>
                    <a:pt x="16913" y="9639"/>
                    <a:pt x="16846" y="9572"/>
                    <a:pt x="16846" y="9505"/>
                  </a:cubicBezTo>
                  <a:cubicBezTo>
                    <a:pt x="16879" y="9472"/>
                    <a:pt x="16746" y="9239"/>
                    <a:pt x="16612" y="9005"/>
                  </a:cubicBezTo>
                  <a:cubicBezTo>
                    <a:pt x="16145" y="8271"/>
                    <a:pt x="16045" y="8104"/>
                    <a:pt x="16045" y="7838"/>
                  </a:cubicBezTo>
                  <a:cubicBezTo>
                    <a:pt x="16045" y="7671"/>
                    <a:pt x="15979" y="7537"/>
                    <a:pt x="15778" y="7337"/>
                  </a:cubicBezTo>
                  <a:cubicBezTo>
                    <a:pt x="15612" y="7170"/>
                    <a:pt x="15545" y="7037"/>
                    <a:pt x="15578" y="6937"/>
                  </a:cubicBezTo>
                  <a:cubicBezTo>
                    <a:pt x="15578" y="6870"/>
                    <a:pt x="15545" y="6803"/>
                    <a:pt x="15478" y="6770"/>
                  </a:cubicBezTo>
                  <a:cubicBezTo>
                    <a:pt x="15345" y="6703"/>
                    <a:pt x="15145" y="6403"/>
                    <a:pt x="14311" y="5069"/>
                  </a:cubicBezTo>
                  <a:cubicBezTo>
                    <a:pt x="14010" y="4602"/>
                    <a:pt x="13710" y="4202"/>
                    <a:pt x="13677" y="4168"/>
                  </a:cubicBezTo>
                  <a:cubicBezTo>
                    <a:pt x="13610" y="4168"/>
                    <a:pt x="13577" y="4001"/>
                    <a:pt x="13577" y="3868"/>
                  </a:cubicBezTo>
                  <a:cubicBezTo>
                    <a:pt x="13577" y="3701"/>
                    <a:pt x="13443" y="3368"/>
                    <a:pt x="13343" y="3134"/>
                  </a:cubicBezTo>
                  <a:lnTo>
                    <a:pt x="13110" y="2667"/>
                  </a:lnTo>
                  <a:lnTo>
                    <a:pt x="12676" y="2667"/>
                  </a:lnTo>
                  <a:cubicBezTo>
                    <a:pt x="12644" y="2666"/>
                    <a:pt x="12611" y="2665"/>
                    <a:pt x="12578" y="2665"/>
                  </a:cubicBezTo>
                  <a:cubicBezTo>
                    <a:pt x="11701" y="2665"/>
                    <a:pt x="10727" y="3087"/>
                    <a:pt x="10341" y="3601"/>
                  </a:cubicBezTo>
                  <a:cubicBezTo>
                    <a:pt x="9941" y="4102"/>
                    <a:pt x="8907" y="5202"/>
                    <a:pt x="8707" y="5369"/>
                  </a:cubicBezTo>
                  <a:cubicBezTo>
                    <a:pt x="8006" y="5869"/>
                    <a:pt x="7506" y="6336"/>
                    <a:pt x="7439" y="6537"/>
                  </a:cubicBezTo>
                  <a:cubicBezTo>
                    <a:pt x="7372" y="6703"/>
                    <a:pt x="7206" y="6837"/>
                    <a:pt x="6939" y="7004"/>
                  </a:cubicBezTo>
                  <a:cubicBezTo>
                    <a:pt x="6624" y="7224"/>
                    <a:pt x="6458" y="7473"/>
                    <a:pt x="6636" y="7473"/>
                  </a:cubicBezTo>
                  <a:cubicBezTo>
                    <a:pt x="6646" y="7473"/>
                    <a:pt x="6659" y="7473"/>
                    <a:pt x="6672" y="7471"/>
                  </a:cubicBezTo>
                  <a:cubicBezTo>
                    <a:pt x="6691" y="7461"/>
                    <a:pt x="6711" y="7457"/>
                    <a:pt x="6730" y="7457"/>
                  </a:cubicBezTo>
                  <a:cubicBezTo>
                    <a:pt x="6775" y="7457"/>
                    <a:pt x="6815" y="7480"/>
                    <a:pt x="6839" y="7504"/>
                  </a:cubicBezTo>
                  <a:cubicBezTo>
                    <a:pt x="6872" y="7571"/>
                    <a:pt x="6839" y="7571"/>
                    <a:pt x="6739" y="7571"/>
                  </a:cubicBezTo>
                  <a:cubicBezTo>
                    <a:pt x="6709" y="7561"/>
                    <a:pt x="6680" y="7556"/>
                    <a:pt x="6651" y="7556"/>
                  </a:cubicBezTo>
                  <a:cubicBezTo>
                    <a:pt x="6480" y="7556"/>
                    <a:pt x="6309" y="7719"/>
                    <a:pt x="6138" y="8004"/>
                  </a:cubicBezTo>
                  <a:cubicBezTo>
                    <a:pt x="6005" y="8204"/>
                    <a:pt x="6005" y="8338"/>
                    <a:pt x="6071" y="8405"/>
                  </a:cubicBezTo>
                  <a:cubicBezTo>
                    <a:pt x="6138" y="8471"/>
                    <a:pt x="6138" y="8538"/>
                    <a:pt x="6038" y="8605"/>
                  </a:cubicBezTo>
                  <a:cubicBezTo>
                    <a:pt x="5705" y="8872"/>
                    <a:pt x="4804" y="9706"/>
                    <a:pt x="4670" y="9906"/>
                  </a:cubicBezTo>
                  <a:cubicBezTo>
                    <a:pt x="4527" y="10097"/>
                    <a:pt x="4504" y="10254"/>
                    <a:pt x="4575" y="10254"/>
                  </a:cubicBezTo>
                  <a:cubicBezTo>
                    <a:pt x="4604" y="10254"/>
                    <a:pt x="4647" y="10229"/>
                    <a:pt x="4704" y="10173"/>
                  </a:cubicBezTo>
                  <a:cubicBezTo>
                    <a:pt x="4753" y="10111"/>
                    <a:pt x="4793" y="10082"/>
                    <a:pt x="4820" y="10082"/>
                  </a:cubicBezTo>
                  <a:cubicBezTo>
                    <a:pt x="4868" y="10082"/>
                    <a:pt x="4880" y="10170"/>
                    <a:pt x="4837" y="10339"/>
                  </a:cubicBezTo>
                  <a:cubicBezTo>
                    <a:pt x="4810" y="10450"/>
                    <a:pt x="4828" y="10515"/>
                    <a:pt x="4854" y="10515"/>
                  </a:cubicBezTo>
                  <a:cubicBezTo>
                    <a:pt x="4859" y="10515"/>
                    <a:pt x="4865" y="10512"/>
                    <a:pt x="4871" y="10506"/>
                  </a:cubicBezTo>
                  <a:cubicBezTo>
                    <a:pt x="4888" y="10497"/>
                    <a:pt x="4906" y="10493"/>
                    <a:pt x="4924" y="10493"/>
                  </a:cubicBezTo>
                  <a:cubicBezTo>
                    <a:pt x="4971" y="10493"/>
                    <a:pt x="5013" y="10524"/>
                    <a:pt x="5037" y="10573"/>
                  </a:cubicBezTo>
                  <a:cubicBezTo>
                    <a:pt x="5082" y="10662"/>
                    <a:pt x="5037" y="10736"/>
                    <a:pt x="4983" y="10736"/>
                  </a:cubicBezTo>
                  <a:cubicBezTo>
                    <a:pt x="4956" y="10736"/>
                    <a:pt x="4926" y="10717"/>
                    <a:pt x="4904" y="10673"/>
                  </a:cubicBezTo>
                  <a:cubicBezTo>
                    <a:pt x="4895" y="10654"/>
                    <a:pt x="4885" y="10646"/>
                    <a:pt x="4877" y="10646"/>
                  </a:cubicBezTo>
                  <a:cubicBezTo>
                    <a:pt x="4855" y="10646"/>
                    <a:pt x="4837" y="10701"/>
                    <a:pt x="4837" y="10773"/>
                  </a:cubicBezTo>
                  <a:cubicBezTo>
                    <a:pt x="4837" y="10906"/>
                    <a:pt x="4871" y="10940"/>
                    <a:pt x="4937" y="10940"/>
                  </a:cubicBezTo>
                  <a:cubicBezTo>
                    <a:pt x="4948" y="10934"/>
                    <a:pt x="4959" y="10931"/>
                    <a:pt x="4968" y="10931"/>
                  </a:cubicBezTo>
                  <a:cubicBezTo>
                    <a:pt x="5015" y="10931"/>
                    <a:pt x="5043" y="11001"/>
                    <a:pt x="5071" y="11140"/>
                  </a:cubicBezTo>
                  <a:cubicBezTo>
                    <a:pt x="5104" y="11273"/>
                    <a:pt x="5137" y="11373"/>
                    <a:pt x="5204" y="11407"/>
                  </a:cubicBezTo>
                  <a:cubicBezTo>
                    <a:pt x="5271" y="11440"/>
                    <a:pt x="5238" y="11440"/>
                    <a:pt x="5171" y="11440"/>
                  </a:cubicBezTo>
                  <a:cubicBezTo>
                    <a:pt x="5104" y="11440"/>
                    <a:pt x="5104" y="11507"/>
                    <a:pt x="5137" y="11574"/>
                  </a:cubicBezTo>
                  <a:cubicBezTo>
                    <a:pt x="5154" y="11607"/>
                    <a:pt x="5188" y="11624"/>
                    <a:pt x="5229" y="11624"/>
                  </a:cubicBezTo>
                  <a:cubicBezTo>
                    <a:pt x="5271" y="11624"/>
                    <a:pt x="5321" y="11607"/>
                    <a:pt x="5371" y="11574"/>
                  </a:cubicBezTo>
                  <a:cubicBezTo>
                    <a:pt x="5434" y="11542"/>
                    <a:pt x="5483" y="11524"/>
                    <a:pt x="5523" y="11524"/>
                  </a:cubicBezTo>
                  <a:cubicBezTo>
                    <a:pt x="5610" y="11524"/>
                    <a:pt x="5648" y="11611"/>
                    <a:pt x="5671" y="11840"/>
                  </a:cubicBezTo>
                  <a:cubicBezTo>
                    <a:pt x="5694" y="11954"/>
                    <a:pt x="5717" y="12006"/>
                    <a:pt x="5740" y="12006"/>
                  </a:cubicBezTo>
                  <a:cubicBezTo>
                    <a:pt x="5750" y="12006"/>
                    <a:pt x="5761" y="11995"/>
                    <a:pt x="5771" y="11974"/>
                  </a:cubicBezTo>
                  <a:cubicBezTo>
                    <a:pt x="5782" y="11952"/>
                    <a:pt x="5794" y="11940"/>
                    <a:pt x="5803" y="11940"/>
                  </a:cubicBezTo>
                  <a:cubicBezTo>
                    <a:pt x="5823" y="11940"/>
                    <a:pt x="5838" y="11985"/>
                    <a:pt x="5838" y="12074"/>
                  </a:cubicBezTo>
                  <a:cubicBezTo>
                    <a:pt x="5838" y="12174"/>
                    <a:pt x="5871" y="12241"/>
                    <a:pt x="5905" y="12241"/>
                  </a:cubicBezTo>
                  <a:cubicBezTo>
                    <a:pt x="5915" y="12236"/>
                    <a:pt x="5925" y="12233"/>
                    <a:pt x="5937" y="12233"/>
                  </a:cubicBezTo>
                  <a:cubicBezTo>
                    <a:pt x="6077" y="12233"/>
                    <a:pt x="6305" y="12594"/>
                    <a:pt x="6305" y="12841"/>
                  </a:cubicBezTo>
                  <a:cubicBezTo>
                    <a:pt x="6326" y="13026"/>
                    <a:pt x="6346" y="13122"/>
                    <a:pt x="6374" y="13122"/>
                  </a:cubicBezTo>
                  <a:cubicBezTo>
                    <a:pt x="6392" y="13122"/>
                    <a:pt x="6413" y="13085"/>
                    <a:pt x="6438" y="13008"/>
                  </a:cubicBezTo>
                  <a:cubicBezTo>
                    <a:pt x="6452" y="12941"/>
                    <a:pt x="6487" y="12911"/>
                    <a:pt x="6522" y="12911"/>
                  </a:cubicBezTo>
                  <a:cubicBezTo>
                    <a:pt x="6574" y="12911"/>
                    <a:pt x="6625" y="12975"/>
                    <a:pt x="6605" y="13075"/>
                  </a:cubicBezTo>
                  <a:cubicBezTo>
                    <a:pt x="6605" y="13175"/>
                    <a:pt x="6672" y="13241"/>
                    <a:pt x="6705" y="13275"/>
                  </a:cubicBezTo>
                  <a:cubicBezTo>
                    <a:pt x="6772" y="13341"/>
                    <a:pt x="6772" y="13375"/>
                    <a:pt x="6739" y="13408"/>
                  </a:cubicBezTo>
                  <a:cubicBezTo>
                    <a:pt x="6721" y="13417"/>
                    <a:pt x="6705" y="13421"/>
                    <a:pt x="6692" y="13421"/>
                  </a:cubicBezTo>
                  <a:cubicBezTo>
                    <a:pt x="6654" y="13421"/>
                    <a:pt x="6630" y="13390"/>
                    <a:pt x="6605" y="13341"/>
                  </a:cubicBezTo>
                  <a:cubicBezTo>
                    <a:pt x="6582" y="13318"/>
                    <a:pt x="6525" y="13294"/>
                    <a:pt x="6470" y="13294"/>
                  </a:cubicBezTo>
                  <a:cubicBezTo>
                    <a:pt x="6447" y="13294"/>
                    <a:pt x="6425" y="13298"/>
                    <a:pt x="6405" y="13308"/>
                  </a:cubicBezTo>
                  <a:cubicBezTo>
                    <a:pt x="6381" y="13332"/>
                    <a:pt x="6358" y="13343"/>
                    <a:pt x="6337" y="13343"/>
                  </a:cubicBezTo>
                  <a:cubicBezTo>
                    <a:pt x="6299" y="13343"/>
                    <a:pt x="6272" y="13306"/>
                    <a:pt x="6272" y="13241"/>
                  </a:cubicBezTo>
                  <a:cubicBezTo>
                    <a:pt x="6272" y="13141"/>
                    <a:pt x="6172" y="13075"/>
                    <a:pt x="6038" y="13041"/>
                  </a:cubicBezTo>
                  <a:cubicBezTo>
                    <a:pt x="5938" y="13008"/>
                    <a:pt x="5838" y="12941"/>
                    <a:pt x="5871" y="12874"/>
                  </a:cubicBezTo>
                  <a:cubicBezTo>
                    <a:pt x="5871" y="12808"/>
                    <a:pt x="5805" y="12741"/>
                    <a:pt x="5705" y="12674"/>
                  </a:cubicBezTo>
                  <a:cubicBezTo>
                    <a:pt x="5538" y="12574"/>
                    <a:pt x="5304" y="12374"/>
                    <a:pt x="5338" y="12341"/>
                  </a:cubicBezTo>
                  <a:cubicBezTo>
                    <a:pt x="5338" y="12341"/>
                    <a:pt x="5238" y="12307"/>
                    <a:pt x="5104" y="12241"/>
                  </a:cubicBezTo>
                  <a:cubicBezTo>
                    <a:pt x="4937" y="12174"/>
                    <a:pt x="4804" y="11974"/>
                    <a:pt x="4570" y="11574"/>
                  </a:cubicBezTo>
                  <a:cubicBezTo>
                    <a:pt x="4337" y="11207"/>
                    <a:pt x="4170" y="11006"/>
                    <a:pt x="4037" y="10973"/>
                  </a:cubicBezTo>
                  <a:cubicBezTo>
                    <a:pt x="3937" y="10940"/>
                    <a:pt x="3803" y="10806"/>
                    <a:pt x="3736" y="10706"/>
                  </a:cubicBezTo>
                  <a:cubicBezTo>
                    <a:pt x="3712" y="10657"/>
                    <a:pt x="3670" y="10626"/>
                    <a:pt x="3636" y="10626"/>
                  </a:cubicBezTo>
                  <a:cubicBezTo>
                    <a:pt x="3623" y="10626"/>
                    <a:pt x="3612" y="10631"/>
                    <a:pt x="3603" y="10640"/>
                  </a:cubicBezTo>
                  <a:cubicBezTo>
                    <a:pt x="3579" y="10663"/>
                    <a:pt x="3556" y="10687"/>
                    <a:pt x="3520" y="10687"/>
                  </a:cubicBezTo>
                  <a:cubicBezTo>
                    <a:pt x="3506" y="10687"/>
                    <a:pt x="3489" y="10683"/>
                    <a:pt x="3470" y="10673"/>
                  </a:cubicBezTo>
                  <a:cubicBezTo>
                    <a:pt x="3460" y="10663"/>
                    <a:pt x="3447" y="10659"/>
                    <a:pt x="3433" y="10659"/>
                  </a:cubicBezTo>
                  <a:cubicBezTo>
                    <a:pt x="3400" y="10659"/>
                    <a:pt x="3360" y="10683"/>
                    <a:pt x="3336" y="10706"/>
                  </a:cubicBezTo>
                  <a:cubicBezTo>
                    <a:pt x="3336" y="10740"/>
                    <a:pt x="3169" y="10773"/>
                    <a:pt x="2969" y="10773"/>
                  </a:cubicBezTo>
                  <a:cubicBezTo>
                    <a:pt x="2235" y="10773"/>
                    <a:pt x="1668" y="11373"/>
                    <a:pt x="1868" y="11940"/>
                  </a:cubicBezTo>
                  <a:cubicBezTo>
                    <a:pt x="1935" y="12107"/>
                    <a:pt x="2069" y="12274"/>
                    <a:pt x="2135" y="12307"/>
                  </a:cubicBezTo>
                  <a:cubicBezTo>
                    <a:pt x="2201" y="12347"/>
                    <a:pt x="2241" y="12366"/>
                    <a:pt x="2259" y="12366"/>
                  </a:cubicBezTo>
                  <a:cubicBezTo>
                    <a:pt x="2287" y="12366"/>
                    <a:pt x="2263" y="12322"/>
                    <a:pt x="2202" y="12241"/>
                  </a:cubicBezTo>
                  <a:cubicBezTo>
                    <a:pt x="2135" y="12107"/>
                    <a:pt x="2135" y="12041"/>
                    <a:pt x="2269" y="11974"/>
                  </a:cubicBezTo>
                  <a:cubicBezTo>
                    <a:pt x="2309" y="11951"/>
                    <a:pt x="2348" y="11941"/>
                    <a:pt x="2383" y="11941"/>
                  </a:cubicBezTo>
                  <a:cubicBezTo>
                    <a:pt x="2549" y="11941"/>
                    <a:pt x="2634" y="12170"/>
                    <a:pt x="2469" y="12307"/>
                  </a:cubicBezTo>
                  <a:cubicBezTo>
                    <a:pt x="2402" y="12374"/>
                    <a:pt x="2335" y="12474"/>
                    <a:pt x="2369" y="12508"/>
                  </a:cubicBezTo>
                  <a:cubicBezTo>
                    <a:pt x="2378" y="12517"/>
                    <a:pt x="2389" y="12521"/>
                    <a:pt x="2402" y="12521"/>
                  </a:cubicBezTo>
                  <a:cubicBezTo>
                    <a:pt x="2438" y="12521"/>
                    <a:pt x="2487" y="12490"/>
                    <a:pt x="2536" y="12441"/>
                  </a:cubicBezTo>
                  <a:cubicBezTo>
                    <a:pt x="2579" y="12397"/>
                    <a:pt x="2610" y="12373"/>
                    <a:pt x="2640" y="12373"/>
                  </a:cubicBezTo>
                  <a:cubicBezTo>
                    <a:pt x="2678" y="12373"/>
                    <a:pt x="2713" y="12414"/>
                    <a:pt x="2769" y="12508"/>
                  </a:cubicBezTo>
                  <a:cubicBezTo>
                    <a:pt x="2836" y="12608"/>
                    <a:pt x="3003" y="12741"/>
                    <a:pt x="3136" y="12774"/>
                  </a:cubicBezTo>
                  <a:cubicBezTo>
                    <a:pt x="3269" y="12808"/>
                    <a:pt x="3370" y="12874"/>
                    <a:pt x="3303" y="12908"/>
                  </a:cubicBezTo>
                  <a:cubicBezTo>
                    <a:pt x="3269" y="12941"/>
                    <a:pt x="3269" y="13008"/>
                    <a:pt x="3303" y="13075"/>
                  </a:cubicBezTo>
                  <a:cubicBezTo>
                    <a:pt x="3336" y="13141"/>
                    <a:pt x="3336" y="13208"/>
                    <a:pt x="3303" y="13208"/>
                  </a:cubicBezTo>
                  <a:cubicBezTo>
                    <a:pt x="3269" y="13241"/>
                    <a:pt x="3236" y="13308"/>
                    <a:pt x="3269" y="13375"/>
                  </a:cubicBezTo>
                  <a:cubicBezTo>
                    <a:pt x="3286" y="13425"/>
                    <a:pt x="3269" y="13450"/>
                    <a:pt x="3219" y="13450"/>
                  </a:cubicBezTo>
                  <a:cubicBezTo>
                    <a:pt x="3169" y="13450"/>
                    <a:pt x="3086" y="13425"/>
                    <a:pt x="2969" y="13375"/>
                  </a:cubicBezTo>
                  <a:cubicBezTo>
                    <a:pt x="2816" y="13291"/>
                    <a:pt x="2615" y="13254"/>
                    <a:pt x="2436" y="13254"/>
                  </a:cubicBezTo>
                  <a:cubicBezTo>
                    <a:pt x="2188" y="13254"/>
                    <a:pt x="1983" y="13325"/>
                    <a:pt x="2002" y="13442"/>
                  </a:cubicBezTo>
                  <a:cubicBezTo>
                    <a:pt x="2002" y="13481"/>
                    <a:pt x="1990" y="13497"/>
                    <a:pt x="1968" y="13497"/>
                  </a:cubicBezTo>
                  <a:cubicBezTo>
                    <a:pt x="1951" y="13497"/>
                    <a:pt x="1929" y="13489"/>
                    <a:pt x="1902" y="13475"/>
                  </a:cubicBezTo>
                  <a:cubicBezTo>
                    <a:pt x="1884" y="13466"/>
                    <a:pt x="1864" y="13462"/>
                    <a:pt x="1843" y="13462"/>
                  </a:cubicBezTo>
                  <a:cubicBezTo>
                    <a:pt x="1786" y="13462"/>
                    <a:pt x="1726" y="13493"/>
                    <a:pt x="1702" y="13542"/>
                  </a:cubicBezTo>
                  <a:cubicBezTo>
                    <a:pt x="1602" y="13675"/>
                    <a:pt x="1635" y="13842"/>
                    <a:pt x="1835" y="14242"/>
                  </a:cubicBezTo>
                  <a:cubicBezTo>
                    <a:pt x="1935" y="14509"/>
                    <a:pt x="1902" y="14542"/>
                    <a:pt x="1335" y="14742"/>
                  </a:cubicBezTo>
                  <a:cubicBezTo>
                    <a:pt x="1068" y="14843"/>
                    <a:pt x="1035" y="14843"/>
                    <a:pt x="1168" y="14943"/>
                  </a:cubicBezTo>
                  <a:cubicBezTo>
                    <a:pt x="1231" y="15006"/>
                    <a:pt x="1255" y="15029"/>
                    <a:pt x="1229" y="15029"/>
                  </a:cubicBezTo>
                  <a:cubicBezTo>
                    <a:pt x="1214" y="15029"/>
                    <a:pt x="1183" y="15022"/>
                    <a:pt x="1135" y="15009"/>
                  </a:cubicBezTo>
                  <a:cubicBezTo>
                    <a:pt x="1035" y="15009"/>
                    <a:pt x="901" y="15043"/>
                    <a:pt x="801" y="15109"/>
                  </a:cubicBezTo>
                  <a:cubicBezTo>
                    <a:pt x="668" y="15176"/>
                    <a:pt x="668" y="15243"/>
                    <a:pt x="734" y="15443"/>
                  </a:cubicBezTo>
                  <a:cubicBezTo>
                    <a:pt x="768" y="15576"/>
                    <a:pt x="801" y="15677"/>
                    <a:pt x="768" y="15710"/>
                  </a:cubicBezTo>
                  <a:cubicBezTo>
                    <a:pt x="734" y="15710"/>
                    <a:pt x="801" y="15910"/>
                    <a:pt x="934" y="16110"/>
                  </a:cubicBezTo>
                  <a:cubicBezTo>
                    <a:pt x="1102" y="16445"/>
                    <a:pt x="1153" y="16594"/>
                    <a:pt x="1067" y="16594"/>
                  </a:cubicBezTo>
                  <a:cubicBezTo>
                    <a:pt x="1050" y="16594"/>
                    <a:pt x="1028" y="16588"/>
                    <a:pt x="1001" y="16577"/>
                  </a:cubicBezTo>
                  <a:cubicBezTo>
                    <a:pt x="985" y="16571"/>
                    <a:pt x="967" y="16568"/>
                    <a:pt x="946" y="16568"/>
                  </a:cubicBezTo>
                  <a:cubicBezTo>
                    <a:pt x="754" y="16568"/>
                    <a:pt x="391" y="16833"/>
                    <a:pt x="301" y="17044"/>
                  </a:cubicBezTo>
                  <a:cubicBezTo>
                    <a:pt x="201" y="17278"/>
                    <a:pt x="234" y="17344"/>
                    <a:pt x="534" y="17878"/>
                  </a:cubicBezTo>
                  <a:cubicBezTo>
                    <a:pt x="701" y="18178"/>
                    <a:pt x="868" y="18512"/>
                    <a:pt x="901" y="18579"/>
                  </a:cubicBezTo>
                  <a:cubicBezTo>
                    <a:pt x="934" y="18645"/>
                    <a:pt x="934" y="18712"/>
                    <a:pt x="901" y="18745"/>
                  </a:cubicBezTo>
                  <a:cubicBezTo>
                    <a:pt x="834" y="18779"/>
                    <a:pt x="768" y="18912"/>
                    <a:pt x="768" y="19012"/>
                  </a:cubicBezTo>
                  <a:cubicBezTo>
                    <a:pt x="734" y="19179"/>
                    <a:pt x="668" y="19246"/>
                    <a:pt x="401" y="19346"/>
                  </a:cubicBezTo>
                  <a:cubicBezTo>
                    <a:pt x="34" y="19446"/>
                    <a:pt x="0" y="19513"/>
                    <a:pt x="267" y="19613"/>
                  </a:cubicBezTo>
                  <a:cubicBezTo>
                    <a:pt x="367" y="19679"/>
                    <a:pt x="401" y="19746"/>
                    <a:pt x="334" y="19746"/>
                  </a:cubicBezTo>
                  <a:cubicBezTo>
                    <a:pt x="234" y="19813"/>
                    <a:pt x="367" y="20013"/>
                    <a:pt x="534" y="20013"/>
                  </a:cubicBezTo>
                  <a:cubicBezTo>
                    <a:pt x="801" y="20013"/>
                    <a:pt x="1001" y="20146"/>
                    <a:pt x="1235" y="20513"/>
                  </a:cubicBezTo>
                  <a:cubicBezTo>
                    <a:pt x="1429" y="20781"/>
                    <a:pt x="1535" y="20889"/>
                    <a:pt x="1682" y="20889"/>
                  </a:cubicBezTo>
                  <a:cubicBezTo>
                    <a:pt x="1736" y="20889"/>
                    <a:pt x="1796" y="20874"/>
                    <a:pt x="1868" y="20847"/>
                  </a:cubicBezTo>
                  <a:cubicBezTo>
                    <a:pt x="2084" y="20782"/>
                    <a:pt x="2230" y="20745"/>
                    <a:pt x="2315" y="20745"/>
                  </a:cubicBezTo>
                  <a:cubicBezTo>
                    <a:pt x="2362" y="20745"/>
                    <a:pt x="2390" y="20757"/>
                    <a:pt x="2402" y="20780"/>
                  </a:cubicBezTo>
                  <a:cubicBezTo>
                    <a:pt x="2436" y="20814"/>
                    <a:pt x="2569" y="20880"/>
                    <a:pt x="2702" y="20914"/>
                  </a:cubicBezTo>
                  <a:cubicBezTo>
                    <a:pt x="2836" y="20947"/>
                    <a:pt x="3003" y="21014"/>
                    <a:pt x="3036" y="21080"/>
                  </a:cubicBezTo>
                  <a:cubicBezTo>
                    <a:pt x="3152" y="21242"/>
                    <a:pt x="3332" y="21340"/>
                    <a:pt x="3487" y="21340"/>
                  </a:cubicBezTo>
                  <a:cubicBezTo>
                    <a:pt x="3555" y="21340"/>
                    <a:pt x="3619" y="21321"/>
                    <a:pt x="3670" y="21281"/>
                  </a:cubicBezTo>
                  <a:cubicBezTo>
                    <a:pt x="3725" y="21225"/>
                    <a:pt x="3770" y="21201"/>
                    <a:pt x="3805" y="21201"/>
                  </a:cubicBezTo>
                  <a:cubicBezTo>
                    <a:pt x="3833" y="21201"/>
                    <a:pt x="3855" y="21217"/>
                    <a:pt x="3870" y="21247"/>
                  </a:cubicBezTo>
                  <a:cubicBezTo>
                    <a:pt x="3903" y="21281"/>
                    <a:pt x="3937" y="21314"/>
                    <a:pt x="3970" y="21314"/>
                  </a:cubicBezTo>
                  <a:cubicBezTo>
                    <a:pt x="4003" y="21281"/>
                    <a:pt x="4137" y="21247"/>
                    <a:pt x="4237" y="21180"/>
                  </a:cubicBezTo>
                  <a:cubicBezTo>
                    <a:pt x="4370" y="21147"/>
                    <a:pt x="4470" y="21014"/>
                    <a:pt x="4537" y="20814"/>
                  </a:cubicBezTo>
                  <a:cubicBezTo>
                    <a:pt x="4637" y="20547"/>
                    <a:pt x="4670" y="20547"/>
                    <a:pt x="4937" y="20513"/>
                  </a:cubicBezTo>
                  <a:cubicBezTo>
                    <a:pt x="5071" y="20513"/>
                    <a:pt x="5204" y="20547"/>
                    <a:pt x="5204" y="20613"/>
                  </a:cubicBezTo>
                  <a:cubicBezTo>
                    <a:pt x="5225" y="20655"/>
                    <a:pt x="5245" y="20683"/>
                    <a:pt x="5282" y="20683"/>
                  </a:cubicBezTo>
                  <a:cubicBezTo>
                    <a:pt x="5304" y="20683"/>
                    <a:pt x="5333" y="20672"/>
                    <a:pt x="5371" y="20647"/>
                  </a:cubicBezTo>
                  <a:cubicBezTo>
                    <a:pt x="5404" y="20630"/>
                    <a:pt x="5454" y="20622"/>
                    <a:pt x="5509" y="20622"/>
                  </a:cubicBezTo>
                  <a:cubicBezTo>
                    <a:pt x="5563" y="20622"/>
                    <a:pt x="5621" y="20630"/>
                    <a:pt x="5671" y="20647"/>
                  </a:cubicBezTo>
                  <a:cubicBezTo>
                    <a:pt x="5705" y="20663"/>
                    <a:pt x="5771" y="20672"/>
                    <a:pt x="5850" y="20672"/>
                  </a:cubicBezTo>
                  <a:cubicBezTo>
                    <a:pt x="5930" y="20672"/>
                    <a:pt x="6021" y="20663"/>
                    <a:pt x="6105" y="20647"/>
                  </a:cubicBezTo>
                  <a:cubicBezTo>
                    <a:pt x="6272" y="20647"/>
                    <a:pt x="6438" y="20647"/>
                    <a:pt x="6438" y="20713"/>
                  </a:cubicBezTo>
                  <a:cubicBezTo>
                    <a:pt x="6462" y="20772"/>
                    <a:pt x="6498" y="20798"/>
                    <a:pt x="6537" y="20798"/>
                  </a:cubicBezTo>
                  <a:cubicBezTo>
                    <a:pt x="6610" y="20798"/>
                    <a:pt x="6695" y="20710"/>
                    <a:pt x="6739" y="20580"/>
                  </a:cubicBezTo>
                  <a:cubicBezTo>
                    <a:pt x="6760" y="20453"/>
                    <a:pt x="6781" y="20407"/>
                    <a:pt x="6828" y="20407"/>
                  </a:cubicBezTo>
                  <a:cubicBezTo>
                    <a:pt x="6854" y="20407"/>
                    <a:pt x="6890" y="20422"/>
                    <a:pt x="6939" y="20447"/>
                  </a:cubicBezTo>
                  <a:cubicBezTo>
                    <a:pt x="6966" y="20460"/>
                    <a:pt x="7005" y="20468"/>
                    <a:pt x="7049" y="20468"/>
                  </a:cubicBezTo>
                  <a:cubicBezTo>
                    <a:pt x="7110" y="20468"/>
                    <a:pt x="7180" y="20452"/>
                    <a:pt x="7239" y="20413"/>
                  </a:cubicBezTo>
                  <a:cubicBezTo>
                    <a:pt x="7406" y="20347"/>
                    <a:pt x="7406" y="20280"/>
                    <a:pt x="7306" y="20113"/>
                  </a:cubicBezTo>
                  <a:cubicBezTo>
                    <a:pt x="7206" y="19946"/>
                    <a:pt x="7206" y="19880"/>
                    <a:pt x="7272" y="19813"/>
                  </a:cubicBezTo>
                  <a:cubicBezTo>
                    <a:pt x="7539" y="19679"/>
                    <a:pt x="6905" y="19246"/>
                    <a:pt x="6238" y="19112"/>
                  </a:cubicBezTo>
                  <a:cubicBezTo>
                    <a:pt x="6105" y="19079"/>
                    <a:pt x="5938" y="18979"/>
                    <a:pt x="5838" y="18879"/>
                  </a:cubicBezTo>
                  <a:cubicBezTo>
                    <a:pt x="5771" y="18745"/>
                    <a:pt x="5471" y="18512"/>
                    <a:pt x="5204" y="18345"/>
                  </a:cubicBezTo>
                  <a:cubicBezTo>
                    <a:pt x="4704" y="18045"/>
                    <a:pt x="4304" y="17678"/>
                    <a:pt x="4003" y="17344"/>
                  </a:cubicBezTo>
                  <a:cubicBezTo>
                    <a:pt x="3636" y="16844"/>
                    <a:pt x="3336" y="16410"/>
                    <a:pt x="3370" y="16410"/>
                  </a:cubicBezTo>
                  <a:cubicBezTo>
                    <a:pt x="3385" y="16395"/>
                    <a:pt x="3411" y="16389"/>
                    <a:pt x="3444" y="16389"/>
                  </a:cubicBezTo>
                  <a:cubicBezTo>
                    <a:pt x="3555" y="16389"/>
                    <a:pt x="3729" y="16466"/>
                    <a:pt x="3703" y="16544"/>
                  </a:cubicBezTo>
                  <a:cubicBezTo>
                    <a:pt x="3703" y="16560"/>
                    <a:pt x="3711" y="16569"/>
                    <a:pt x="3728" y="16569"/>
                  </a:cubicBezTo>
                  <a:cubicBezTo>
                    <a:pt x="3745" y="16569"/>
                    <a:pt x="3770" y="16560"/>
                    <a:pt x="3803" y="16544"/>
                  </a:cubicBezTo>
                  <a:cubicBezTo>
                    <a:pt x="3808" y="16541"/>
                    <a:pt x="3814" y="16539"/>
                    <a:pt x="3822" y="16539"/>
                  </a:cubicBezTo>
                  <a:cubicBezTo>
                    <a:pt x="3995" y="16539"/>
                    <a:pt x="4963" y="17200"/>
                    <a:pt x="5504" y="17678"/>
                  </a:cubicBezTo>
                  <a:cubicBezTo>
                    <a:pt x="5638" y="17811"/>
                    <a:pt x="6005" y="18078"/>
                    <a:pt x="6305" y="18212"/>
                  </a:cubicBezTo>
                  <a:cubicBezTo>
                    <a:pt x="6572" y="18378"/>
                    <a:pt x="6839" y="18512"/>
                    <a:pt x="6839" y="18545"/>
                  </a:cubicBezTo>
                  <a:cubicBezTo>
                    <a:pt x="6872" y="18579"/>
                    <a:pt x="7072" y="18745"/>
                    <a:pt x="7306" y="18912"/>
                  </a:cubicBezTo>
                  <a:cubicBezTo>
                    <a:pt x="7539" y="19046"/>
                    <a:pt x="7706" y="19212"/>
                    <a:pt x="7706" y="19246"/>
                  </a:cubicBezTo>
                  <a:cubicBezTo>
                    <a:pt x="7706" y="19335"/>
                    <a:pt x="8079" y="19451"/>
                    <a:pt x="8229" y="19451"/>
                  </a:cubicBezTo>
                  <a:cubicBezTo>
                    <a:pt x="8247" y="19451"/>
                    <a:pt x="8262" y="19449"/>
                    <a:pt x="8273" y="19446"/>
                  </a:cubicBezTo>
                  <a:cubicBezTo>
                    <a:pt x="8281" y="19438"/>
                    <a:pt x="8292" y="19433"/>
                    <a:pt x="8303" y="19433"/>
                  </a:cubicBezTo>
                  <a:cubicBezTo>
                    <a:pt x="8338" y="19433"/>
                    <a:pt x="8381" y="19471"/>
                    <a:pt x="8406" y="19546"/>
                  </a:cubicBezTo>
                  <a:cubicBezTo>
                    <a:pt x="8449" y="19609"/>
                    <a:pt x="8491" y="19633"/>
                    <a:pt x="8516" y="19633"/>
                  </a:cubicBezTo>
                  <a:cubicBezTo>
                    <a:pt x="8531" y="19633"/>
                    <a:pt x="8540" y="19625"/>
                    <a:pt x="8540" y="19613"/>
                  </a:cubicBezTo>
                  <a:cubicBezTo>
                    <a:pt x="8552" y="19589"/>
                    <a:pt x="8568" y="19578"/>
                    <a:pt x="8585" y="19578"/>
                  </a:cubicBezTo>
                  <a:cubicBezTo>
                    <a:pt x="8616" y="19578"/>
                    <a:pt x="8652" y="19615"/>
                    <a:pt x="8673" y="19679"/>
                  </a:cubicBezTo>
                  <a:cubicBezTo>
                    <a:pt x="8714" y="19782"/>
                    <a:pt x="8755" y="19821"/>
                    <a:pt x="8819" y="19821"/>
                  </a:cubicBezTo>
                  <a:cubicBezTo>
                    <a:pt x="8859" y="19821"/>
                    <a:pt x="8909" y="19805"/>
                    <a:pt x="8974" y="19779"/>
                  </a:cubicBezTo>
                  <a:cubicBezTo>
                    <a:pt x="9049" y="19749"/>
                    <a:pt x="9103" y="19733"/>
                    <a:pt x="9141" y="19733"/>
                  </a:cubicBezTo>
                  <a:cubicBezTo>
                    <a:pt x="9187" y="19733"/>
                    <a:pt x="9207" y="19758"/>
                    <a:pt x="9207" y="19813"/>
                  </a:cubicBezTo>
                  <a:cubicBezTo>
                    <a:pt x="9219" y="19871"/>
                    <a:pt x="9243" y="19897"/>
                    <a:pt x="9269" y="19897"/>
                  </a:cubicBezTo>
                  <a:cubicBezTo>
                    <a:pt x="9318" y="19897"/>
                    <a:pt x="9374" y="19809"/>
                    <a:pt x="9374" y="19679"/>
                  </a:cubicBezTo>
                  <a:cubicBezTo>
                    <a:pt x="9374" y="19579"/>
                    <a:pt x="9407" y="19546"/>
                    <a:pt x="9541" y="19546"/>
                  </a:cubicBezTo>
                  <a:cubicBezTo>
                    <a:pt x="9641" y="19546"/>
                    <a:pt x="9674" y="19546"/>
                    <a:pt x="9641" y="19579"/>
                  </a:cubicBezTo>
                  <a:cubicBezTo>
                    <a:pt x="9402" y="19738"/>
                    <a:pt x="9753" y="19876"/>
                    <a:pt x="10224" y="19876"/>
                  </a:cubicBezTo>
                  <a:cubicBezTo>
                    <a:pt x="10347" y="19876"/>
                    <a:pt x="10477" y="19867"/>
                    <a:pt x="10608" y="19846"/>
                  </a:cubicBezTo>
                  <a:cubicBezTo>
                    <a:pt x="11008" y="19779"/>
                    <a:pt x="11175" y="19613"/>
                    <a:pt x="11242" y="19246"/>
                  </a:cubicBezTo>
                  <a:cubicBezTo>
                    <a:pt x="11309" y="18946"/>
                    <a:pt x="11208" y="18745"/>
                    <a:pt x="11008" y="18679"/>
                  </a:cubicBezTo>
                  <a:cubicBezTo>
                    <a:pt x="10942" y="18679"/>
                    <a:pt x="10808" y="18479"/>
                    <a:pt x="10675" y="18278"/>
                  </a:cubicBezTo>
                  <a:cubicBezTo>
                    <a:pt x="10475" y="17911"/>
                    <a:pt x="10408" y="17878"/>
                    <a:pt x="10108" y="17811"/>
                  </a:cubicBezTo>
                  <a:cubicBezTo>
                    <a:pt x="9807" y="17711"/>
                    <a:pt x="9774" y="17711"/>
                    <a:pt x="9507" y="17144"/>
                  </a:cubicBezTo>
                  <a:cubicBezTo>
                    <a:pt x="9274" y="16711"/>
                    <a:pt x="9140" y="16510"/>
                    <a:pt x="9007" y="16410"/>
                  </a:cubicBezTo>
                  <a:cubicBezTo>
                    <a:pt x="8873" y="16344"/>
                    <a:pt x="8807" y="16277"/>
                    <a:pt x="8807" y="16244"/>
                  </a:cubicBezTo>
                  <a:cubicBezTo>
                    <a:pt x="8807" y="16220"/>
                    <a:pt x="8824" y="16209"/>
                    <a:pt x="8851" y="16209"/>
                  </a:cubicBezTo>
                  <a:cubicBezTo>
                    <a:pt x="8901" y="16209"/>
                    <a:pt x="8987" y="16246"/>
                    <a:pt x="9074" y="16310"/>
                  </a:cubicBezTo>
                  <a:cubicBezTo>
                    <a:pt x="9207" y="16377"/>
                    <a:pt x="9407" y="16477"/>
                    <a:pt x="9507" y="16510"/>
                  </a:cubicBezTo>
                  <a:cubicBezTo>
                    <a:pt x="9774" y="16577"/>
                    <a:pt x="10308" y="16977"/>
                    <a:pt x="10441" y="17178"/>
                  </a:cubicBezTo>
                  <a:cubicBezTo>
                    <a:pt x="10541" y="17344"/>
                    <a:pt x="10975" y="17745"/>
                    <a:pt x="11075" y="17778"/>
                  </a:cubicBezTo>
                  <a:cubicBezTo>
                    <a:pt x="11108" y="17778"/>
                    <a:pt x="11208" y="17811"/>
                    <a:pt x="11309" y="17878"/>
                  </a:cubicBezTo>
                  <a:cubicBezTo>
                    <a:pt x="11342" y="17895"/>
                    <a:pt x="11392" y="17903"/>
                    <a:pt x="11442" y="17903"/>
                  </a:cubicBezTo>
                  <a:cubicBezTo>
                    <a:pt x="11492" y="17903"/>
                    <a:pt x="11542" y="17895"/>
                    <a:pt x="11575" y="17878"/>
                  </a:cubicBezTo>
                  <a:cubicBezTo>
                    <a:pt x="11709" y="17778"/>
                    <a:pt x="11876" y="17178"/>
                    <a:pt x="11876" y="16877"/>
                  </a:cubicBezTo>
                  <a:cubicBezTo>
                    <a:pt x="11876" y="16711"/>
                    <a:pt x="11876" y="16711"/>
                    <a:pt x="12176" y="16677"/>
                  </a:cubicBezTo>
                  <a:cubicBezTo>
                    <a:pt x="12343" y="16677"/>
                    <a:pt x="12509" y="16711"/>
                    <a:pt x="12576" y="16744"/>
                  </a:cubicBezTo>
                  <a:cubicBezTo>
                    <a:pt x="12597" y="16765"/>
                    <a:pt x="12615" y="16776"/>
                    <a:pt x="12632" y="16776"/>
                  </a:cubicBezTo>
                  <a:cubicBezTo>
                    <a:pt x="12667" y="16776"/>
                    <a:pt x="12697" y="16724"/>
                    <a:pt x="12743" y="16611"/>
                  </a:cubicBezTo>
                  <a:cubicBezTo>
                    <a:pt x="12771" y="16500"/>
                    <a:pt x="12821" y="16435"/>
                    <a:pt x="12894" y="16435"/>
                  </a:cubicBezTo>
                  <a:cubicBezTo>
                    <a:pt x="12910" y="16435"/>
                    <a:pt x="12926" y="16438"/>
                    <a:pt x="12943" y="16444"/>
                  </a:cubicBezTo>
                  <a:cubicBezTo>
                    <a:pt x="12959" y="16448"/>
                    <a:pt x="12975" y="16450"/>
                    <a:pt x="12989" y="16450"/>
                  </a:cubicBezTo>
                  <a:cubicBezTo>
                    <a:pt x="13093" y="16450"/>
                    <a:pt x="13151" y="16344"/>
                    <a:pt x="13210" y="16110"/>
                  </a:cubicBezTo>
                  <a:cubicBezTo>
                    <a:pt x="13277" y="15910"/>
                    <a:pt x="13443" y="15610"/>
                    <a:pt x="13577" y="15443"/>
                  </a:cubicBezTo>
                  <a:cubicBezTo>
                    <a:pt x="13677" y="15276"/>
                    <a:pt x="13810" y="14976"/>
                    <a:pt x="13844" y="14742"/>
                  </a:cubicBezTo>
                  <a:cubicBezTo>
                    <a:pt x="13877" y="14542"/>
                    <a:pt x="13944" y="14376"/>
                    <a:pt x="13977" y="14376"/>
                  </a:cubicBezTo>
                  <a:cubicBezTo>
                    <a:pt x="14010" y="14376"/>
                    <a:pt x="14144" y="14509"/>
                    <a:pt x="14244" y="14676"/>
                  </a:cubicBezTo>
                  <a:cubicBezTo>
                    <a:pt x="14418" y="14893"/>
                    <a:pt x="14535" y="14997"/>
                    <a:pt x="14633" y="14997"/>
                  </a:cubicBezTo>
                  <a:cubicBezTo>
                    <a:pt x="14685" y="14997"/>
                    <a:pt x="14731" y="14967"/>
                    <a:pt x="14778" y="14909"/>
                  </a:cubicBezTo>
                  <a:cubicBezTo>
                    <a:pt x="14878" y="14776"/>
                    <a:pt x="14878" y="14242"/>
                    <a:pt x="14744" y="14175"/>
                  </a:cubicBezTo>
                  <a:cubicBezTo>
                    <a:pt x="14578" y="14042"/>
                    <a:pt x="14578" y="13708"/>
                    <a:pt x="14778" y="13608"/>
                  </a:cubicBezTo>
                  <a:cubicBezTo>
                    <a:pt x="14824" y="13581"/>
                    <a:pt x="14900" y="13568"/>
                    <a:pt x="14988" y="13568"/>
                  </a:cubicBezTo>
                  <a:cubicBezTo>
                    <a:pt x="15221" y="13568"/>
                    <a:pt x="15539" y="13654"/>
                    <a:pt x="15612" y="13775"/>
                  </a:cubicBezTo>
                  <a:cubicBezTo>
                    <a:pt x="15625" y="13789"/>
                    <a:pt x="15645" y="13797"/>
                    <a:pt x="15666" y="13797"/>
                  </a:cubicBezTo>
                  <a:cubicBezTo>
                    <a:pt x="15695" y="13797"/>
                    <a:pt x="15726" y="13781"/>
                    <a:pt x="15745" y="13742"/>
                  </a:cubicBezTo>
                  <a:cubicBezTo>
                    <a:pt x="15766" y="13710"/>
                    <a:pt x="15791" y="13695"/>
                    <a:pt x="15817" y="13695"/>
                  </a:cubicBezTo>
                  <a:cubicBezTo>
                    <a:pt x="15872" y="13695"/>
                    <a:pt x="15933" y="13762"/>
                    <a:pt x="15979" y="13875"/>
                  </a:cubicBezTo>
                  <a:cubicBezTo>
                    <a:pt x="15982" y="13885"/>
                    <a:pt x="15990" y="13889"/>
                    <a:pt x="16003" y="13889"/>
                  </a:cubicBezTo>
                  <a:cubicBezTo>
                    <a:pt x="16121" y="13889"/>
                    <a:pt x="16619" y="13492"/>
                    <a:pt x="16679" y="13341"/>
                  </a:cubicBezTo>
                  <a:cubicBezTo>
                    <a:pt x="16699" y="13263"/>
                    <a:pt x="16730" y="13231"/>
                    <a:pt x="16779" y="13231"/>
                  </a:cubicBezTo>
                  <a:cubicBezTo>
                    <a:pt x="16813" y="13231"/>
                    <a:pt x="16857" y="13247"/>
                    <a:pt x="16913" y="13275"/>
                  </a:cubicBezTo>
                  <a:cubicBezTo>
                    <a:pt x="17013" y="13308"/>
                    <a:pt x="17113" y="13375"/>
                    <a:pt x="17146" y="13408"/>
                  </a:cubicBezTo>
                  <a:cubicBezTo>
                    <a:pt x="17169" y="13438"/>
                    <a:pt x="17201" y="13451"/>
                    <a:pt x="17239" y="13451"/>
                  </a:cubicBezTo>
                  <a:cubicBezTo>
                    <a:pt x="17368" y="13451"/>
                    <a:pt x="17554" y="13296"/>
                    <a:pt x="17580" y="13141"/>
                  </a:cubicBezTo>
                  <a:cubicBezTo>
                    <a:pt x="17599" y="12986"/>
                    <a:pt x="17675" y="12899"/>
                    <a:pt x="17755" y="12899"/>
                  </a:cubicBezTo>
                  <a:cubicBezTo>
                    <a:pt x="17812" y="12899"/>
                    <a:pt x="17871" y="12944"/>
                    <a:pt x="17913" y="13041"/>
                  </a:cubicBezTo>
                  <a:cubicBezTo>
                    <a:pt x="17942" y="13143"/>
                    <a:pt x="17978" y="13195"/>
                    <a:pt x="18023" y="13195"/>
                  </a:cubicBezTo>
                  <a:cubicBezTo>
                    <a:pt x="18080" y="13195"/>
                    <a:pt x="18153" y="13110"/>
                    <a:pt x="18247" y="12941"/>
                  </a:cubicBezTo>
                  <a:cubicBezTo>
                    <a:pt x="18310" y="12795"/>
                    <a:pt x="18425" y="12700"/>
                    <a:pt x="18511" y="12700"/>
                  </a:cubicBezTo>
                  <a:cubicBezTo>
                    <a:pt x="18561" y="12700"/>
                    <a:pt x="18601" y="12733"/>
                    <a:pt x="18614" y="12808"/>
                  </a:cubicBezTo>
                  <a:cubicBezTo>
                    <a:pt x="18647" y="12841"/>
                    <a:pt x="18714" y="12941"/>
                    <a:pt x="18781" y="13008"/>
                  </a:cubicBezTo>
                  <a:cubicBezTo>
                    <a:pt x="18847" y="13075"/>
                    <a:pt x="18914" y="13175"/>
                    <a:pt x="18914" y="13275"/>
                  </a:cubicBezTo>
                  <a:cubicBezTo>
                    <a:pt x="18903" y="13332"/>
                    <a:pt x="18911" y="13358"/>
                    <a:pt x="18930" y="13358"/>
                  </a:cubicBezTo>
                  <a:cubicBezTo>
                    <a:pt x="18968" y="13358"/>
                    <a:pt x="19048" y="13262"/>
                    <a:pt x="19114" y="13108"/>
                  </a:cubicBezTo>
                  <a:cubicBezTo>
                    <a:pt x="19142" y="13026"/>
                    <a:pt x="19192" y="12966"/>
                    <a:pt x="19227" y="12966"/>
                  </a:cubicBezTo>
                  <a:cubicBezTo>
                    <a:pt x="19235" y="12966"/>
                    <a:pt x="19242" y="12969"/>
                    <a:pt x="19248" y="12975"/>
                  </a:cubicBezTo>
                  <a:cubicBezTo>
                    <a:pt x="19256" y="12984"/>
                    <a:pt x="19268" y="12988"/>
                    <a:pt x="19281" y="12988"/>
                  </a:cubicBezTo>
                  <a:cubicBezTo>
                    <a:pt x="19317" y="12988"/>
                    <a:pt x="19366" y="12957"/>
                    <a:pt x="19414" y="12908"/>
                  </a:cubicBezTo>
                  <a:cubicBezTo>
                    <a:pt x="19581" y="12741"/>
                    <a:pt x="19781" y="11907"/>
                    <a:pt x="19681" y="11774"/>
                  </a:cubicBezTo>
                  <a:cubicBezTo>
                    <a:pt x="19681" y="11707"/>
                    <a:pt x="19681" y="11674"/>
                    <a:pt x="19715" y="11640"/>
                  </a:cubicBezTo>
                  <a:cubicBezTo>
                    <a:pt x="19748" y="11607"/>
                    <a:pt x="19748" y="11540"/>
                    <a:pt x="19748" y="11507"/>
                  </a:cubicBezTo>
                  <a:cubicBezTo>
                    <a:pt x="19648" y="11373"/>
                    <a:pt x="19648" y="10673"/>
                    <a:pt x="19715" y="10473"/>
                  </a:cubicBezTo>
                  <a:cubicBezTo>
                    <a:pt x="19748" y="10339"/>
                    <a:pt x="19748" y="10206"/>
                    <a:pt x="19715" y="10139"/>
                  </a:cubicBezTo>
                  <a:cubicBezTo>
                    <a:pt x="19648" y="10072"/>
                    <a:pt x="19681" y="10006"/>
                    <a:pt x="19715" y="10006"/>
                  </a:cubicBezTo>
                  <a:cubicBezTo>
                    <a:pt x="19781" y="10006"/>
                    <a:pt x="19815" y="10106"/>
                    <a:pt x="19848" y="10273"/>
                  </a:cubicBezTo>
                  <a:cubicBezTo>
                    <a:pt x="19848" y="10606"/>
                    <a:pt x="19848" y="10606"/>
                    <a:pt x="20148" y="10706"/>
                  </a:cubicBezTo>
                  <a:cubicBezTo>
                    <a:pt x="20315" y="10740"/>
                    <a:pt x="20448" y="10873"/>
                    <a:pt x="20548" y="11073"/>
                  </a:cubicBezTo>
                  <a:cubicBezTo>
                    <a:pt x="20715" y="11373"/>
                    <a:pt x="20815" y="11407"/>
                    <a:pt x="21549" y="11607"/>
                  </a:cubicBezTo>
                  <a:cubicBezTo>
                    <a:pt x="22050" y="11707"/>
                    <a:pt x="22416" y="11874"/>
                    <a:pt x="22517" y="12007"/>
                  </a:cubicBezTo>
                  <a:cubicBezTo>
                    <a:pt x="22617" y="12107"/>
                    <a:pt x="22750" y="12174"/>
                    <a:pt x="22783" y="12174"/>
                  </a:cubicBezTo>
                  <a:cubicBezTo>
                    <a:pt x="22950" y="12174"/>
                    <a:pt x="23284" y="11707"/>
                    <a:pt x="23217" y="11607"/>
                  </a:cubicBezTo>
                  <a:cubicBezTo>
                    <a:pt x="23184" y="11574"/>
                    <a:pt x="23184" y="11507"/>
                    <a:pt x="23250" y="11473"/>
                  </a:cubicBezTo>
                  <a:cubicBezTo>
                    <a:pt x="23350" y="11407"/>
                    <a:pt x="23184" y="10840"/>
                    <a:pt x="22950" y="10573"/>
                  </a:cubicBezTo>
                  <a:cubicBezTo>
                    <a:pt x="22850" y="10473"/>
                    <a:pt x="22717" y="10273"/>
                    <a:pt x="22683" y="10206"/>
                  </a:cubicBezTo>
                  <a:cubicBezTo>
                    <a:pt x="22617" y="10139"/>
                    <a:pt x="22483" y="10006"/>
                    <a:pt x="22383" y="9972"/>
                  </a:cubicBezTo>
                  <a:cubicBezTo>
                    <a:pt x="22116" y="9839"/>
                    <a:pt x="21983" y="9605"/>
                    <a:pt x="21916" y="9038"/>
                  </a:cubicBezTo>
                  <a:cubicBezTo>
                    <a:pt x="21849" y="8638"/>
                    <a:pt x="21883" y="8438"/>
                    <a:pt x="22050" y="8204"/>
                  </a:cubicBezTo>
                  <a:cubicBezTo>
                    <a:pt x="22350" y="7737"/>
                    <a:pt x="22283" y="7204"/>
                    <a:pt x="21816" y="6303"/>
                  </a:cubicBezTo>
                  <a:cubicBezTo>
                    <a:pt x="21516" y="5703"/>
                    <a:pt x="21449" y="5569"/>
                    <a:pt x="21549" y="5536"/>
                  </a:cubicBezTo>
                  <a:cubicBezTo>
                    <a:pt x="21616" y="5503"/>
                    <a:pt x="21749" y="5436"/>
                    <a:pt x="21883" y="5402"/>
                  </a:cubicBezTo>
                  <a:cubicBezTo>
                    <a:pt x="21943" y="5357"/>
                    <a:pt x="21996" y="5339"/>
                    <a:pt x="22043" y="5339"/>
                  </a:cubicBezTo>
                  <a:cubicBezTo>
                    <a:pt x="22100" y="5339"/>
                    <a:pt x="22146" y="5366"/>
                    <a:pt x="22183" y="5402"/>
                  </a:cubicBezTo>
                  <a:cubicBezTo>
                    <a:pt x="22233" y="5453"/>
                    <a:pt x="22266" y="5478"/>
                    <a:pt x="22291" y="5478"/>
                  </a:cubicBezTo>
                  <a:cubicBezTo>
                    <a:pt x="22316" y="5478"/>
                    <a:pt x="22333" y="5453"/>
                    <a:pt x="22350" y="5402"/>
                  </a:cubicBezTo>
                  <a:cubicBezTo>
                    <a:pt x="22395" y="5289"/>
                    <a:pt x="22440" y="5222"/>
                    <a:pt x="22486" y="5222"/>
                  </a:cubicBezTo>
                  <a:cubicBezTo>
                    <a:pt x="22507" y="5222"/>
                    <a:pt x="22529" y="5237"/>
                    <a:pt x="22550" y="5269"/>
                  </a:cubicBezTo>
                  <a:cubicBezTo>
                    <a:pt x="22583" y="5302"/>
                    <a:pt x="22517" y="5402"/>
                    <a:pt x="22450" y="5469"/>
                  </a:cubicBezTo>
                  <a:cubicBezTo>
                    <a:pt x="22350" y="5569"/>
                    <a:pt x="22316" y="5636"/>
                    <a:pt x="22350" y="5669"/>
                  </a:cubicBezTo>
                  <a:cubicBezTo>
                    <a:pt x="22383" y="5669"/>
                    <a:pt x="22550" y="6070"/>
                    <a:pt x="22717" y="6503"/>
                  </a:cubicBezTo>
                  <a:cubicBezTo>
                    <a:pt x="22883" y="6937"/>
                    <a:pt x="23084" y="7404"/>
                    <a:pt x="23184" y="7471"/>
                  </a:cubicBezTo>
                  <a:cubicBezTo>
                    <a:pt x="23250" y="7571"/>
                    <a:pt x="23284" y="7637"/>
                    <a:pt x="23217" y="7671"/>
                  </a:cubicBezTo>
                  <a:cubicBezTo>
                    <a:pt x="23184" y="7704"/>
                    <a:pt x="23184" y="7737"/>
                    <a:pt x="23217" y="7771"/>
                  </a:cubicBezTo>
                  <a:cubicBezTo>
                    <a:pt x="23284" y="7804"/>
                    <a:pt x="23284" y="7871"/>
                    <a:pt x="23250" y="7971"/>
                  </a:cubicBezTo>
                  <a:cubicBezTo>
                    <a:pt x="23217" y="8038"/>
                    <a:pt x="23250" y="8204"/>
                    <a:pt x="23284" y="8305"/>
                  </a:cubicBezTo>
                  <a:cubicBezTo>
                    <a:pt x="23384" y="8405"/>
                    <a:pt x="23350" y="8471"/>
                    <a:pt x="23284" y="8538"/>
                  </a:cubicBezTo>
                  <a:cubicBezTo>
                    <a:pt x="23084" y="8605"/>
                    <a:pt x="22917" y="8905"/>
                    <a:pt x="22950" y="9072"/>
                  </a:cubicBezTo>
                  <a:cubicBezTo>
                    <a:pt x="22950" y="9111"/>
                    <a:pt x="22973" y="9127"/>
                    <a:pt x="23005" y="9127"/>
                  </a:cubicBezTo>
                  <a:cubicBezTo>
                    <a:pt x="23028" y="9127"/>
                    <a:pt x="23056" y="9119"/>
                    <a:pt x="23084" y="9105"/>
                  </a:cubicBezTo>
                  <a:cubicBezTo>
                    <a:pt x="23117" y="9072"/>
                    <a:pt x="23150" y="8972"/>
                    <a:pt x="23117" y="8905"/>
                  </a:cubicBezTo>
                  <a:cubicBezTo>
                    <a:pt x="23099" y="8797"/>
                    <a:pt x="23149" y="8737"/>
                    <a:pt x="23220" y="8737"/>
                  </a:cubicBezTo>
                  <a:cubicBezTo>
                    <a:pt x="23281" y="8737"/>
                    <a:pt x="23356" y="8780"/>
                    <a:pt x="23417" y="8872"/>
                  </a:cubicBezTo>
                  <a:cubicBezTo>
                    <a:pt x="23517" y="9038"/>
                    <a:pt x="23517" y="9072"/>
                    <a:pt x="23284" y="9272"/>
                  </a:cubicBezTo>
                  <a:cubicBezTo>
                    <a:pt x="22950" y="9539"/>
                    <a:pt x="22850" y="9972"/>
                    <a:pt x="23084" y="10106"/>
                  </a:cubicBezTo>
                  <a:cubicBezTo>
                    <a:pt x="23217" y="10173"/>
                    <a:pt x="23250" y="10273"/>
                    <a:pt x="23250" y="10439"/>
                  </a:cubicBezTo>
                  <a:cubicBezTo>
                    <a:pt x="23272" y="10656"/>
                    <a:pt x="23280" y="10746"/>
                    <a:pt x="23310" y="10746"/>
                  </a:cubicBezTo>
                  <a:cubicBezTo>
                    <a:pt x="23326" y="10746"/>
                    <a:pt x="23349" y="10720"/>
                    <a:pt x="23384" y="10673"/>
                  </a:cubicBezTo>
                  <a:cubicBezTo>
                    <a:pt x="23396" y="10661"/>
                    <a:pt x="23426" y="10653"/>
                    <a:pt x="23466" y="10653"/>
                  </a:cubicBezTo>
                  <a:cubicBezTo>
                    <a:pt x="23535" y="10653"/>
                    <a:pt x="23633" y="10676"/>
                    <a:pt x="23717" y="10740"/>
                  </a:cubicBezTo>
                  <a:cubicBezTo>
                    <a:pt x="23851" y="10806"/>
                    <a:pt x="23918" y="10873"/>
                    <a:pt x="23884" y="10940"/>
                  </a:cubicBezTo>
                  <a:cubicBezTo>
                    <a:pt x="23851" y="10973"/>
                    <a:pt x="23851" y="11040"/>
                    <a:pt x="23951" y="11073"/>
                  </a:cubicBezTo>
                  <a:cubicBezTo>
                    <a:pt x="24018" y="11107"/>
                    <a:pt x="24084" y="11140"/>
                    <a:pt x="24084" y="11173"/>
                  </a:cubicBezTo>
                  <a:cubicBezTo>
                    <a:pt x="24118" y="11173"/>
                    <a:pt x="24251" y="11273"/>
                    <a:pt x="24385" y="11373"/>
                  </a:cubicBezTo>
                  <a:cubicBezTo>
                    <a:pt x="24485" y="11423"/>
                    <a:pt x="24551" y="11448"/>
                    <a:pt x="24606" y="11448"/>
                  </a:cubicBezTo>
                  <a:cubicBezTo>
                    <a:pt x="24660" y="11448"/>
                    <a:pt x="24701" y="11423"/>
                    <a:pt x="24751" y="11373"/>
                  </a:cubicBezTo>
                  <a:cubicBezTo>
                    <a:pt x="25018" y="11140"/>
                    <a:pt x="25185" y="10206"/>
                    <a:pt x="25118" y="9572"/>
                  </a:cubicBezTo>
                  <a:cubicBezTo>
                    <a:pt x="25085" y="9272"/>
                    <a:pt x="25018" y="8805"/>
                    <a:pt x="25018" y="8571"/>
                  </a:cubicBezTo>
                  <a:cubicBezTo>
                    <a:pt x="24985" y="8338"/>
                    <a:pt x="24952" y="8104"/>
                    <a:pt x="24918" y="8038"/>
                  </a:cubicBezTo>
                  <a:cubicBezTo>
                    <a:pt x="24852" y="7971"/>
                    <a:pt x="25018" y="7571"/>
                    <a:pt x="25152" y="7504"/>
                  </a:cubicBezTo>
                  <a:cubicBezTo>
                    <a:pt x="25167" y="7495"/>
                    <a:pt x="25181" y="7491"/>
                    <a:pt x="25195" y="7491"/>
                  </a:cubicBezTo>
                  <a:cubicBezTo>
                    <a:pt x="25341" y="7491"/>
                    <a:pt x="25446" y="7931"/>
                    <a:pt x="25385" y="8204"/>
                  </a:cubicBezTo>
                  <a:cubicBezTo>
                    <a:pt x="25285" y="8505"/>
                    <a:pt x="25319" y="9239"/>
                    <a:pt x="25452" y="9439"/>
                  </a:cubicBezTo>
                  <a:cubicBezTo>
                    <a:pt x="25519" y="9539"/>
                    <a:pt x="25519" y="9639"/>
                    <a:pt x="25485" y="9706"/>
                  </a:cubicBezTo>
                  <a:cubicBezTo>
                    <a:pt x="25470" y="9736"/>
                    <a:pt x="25462" y="9752"/>
                    <a:pt x="25458" y="9752"/>
                  </a:cubicBezTo>
                  <a:cubicBezTo>
                    <a:pt x="25452" y="9752"/>
                    <a:pt x="25452" y="9727"/>
                    <a:pt x="25452" y="9672"/>
                  </a:cubicBezTo>
                  <a:cubicBezTo>
                    <a:pt x="25452" y="9626"/>
                    <a:pt x="25452" y="9601"/>
                    <a:pt x="25445" y="9601"/>
                  </a:cubicBezTo>
                  <a:cubicBezTo>
                    <a:pt x="25438" y="9601"/>
                    <a:pt x="25421" y="9634"/>
                    <a:pt x="25385" y="9706"/>
                  </a:cubicBezTo>
                  <a:cubicBezTo>
                    <a:pt x="25332" y="9892"/>
                    <a:pt x="25364" y="10035"/>
                    <a:pt x="25463" y="10035"/>
                  </a:cubicBezTo>
                  <a:cubicBezTo>
                    <a:pt x="25488" y="10035"/>
                    <a:pt x="25518" y="10026"/>
                    <a:pt x="25552" y="10006"/>
                  </a:cubicBezTo>
                  <a:cubicBezTo>
                    <a:pt x="25572" y="9996"/>
                    <a:pt x="25591" y="9992"/>
                    <a:pt x="25610" y="9992"/>
                  </a:cubicBezTo>
                  <a:cubicBezTo>
                    <a:pt x="25655" y="9992"/>
                    <a:pt x="25695" y="10016"/>
                    <a:pt x="25719" y="10039"/>
                  </a:cubicBezTo>
                  <a:cubicBezTo>
                    <a:pt x="25752" y="10139"/>
                    <a:pt x="25719" y="10206"/>
                    <a:pt x="25585" y="10306"/>
                  </a:cubicBezTo>
                  <a:cubicBezTo>
                    <a:pt x="25419" y="10406"/>
                    <a:pt x="25419" y="10406"/>
                    <a:pt x="25585" y="10439"/>
                  </a:cubicBezTo>
                  <a:cubicBezTo>
                    <a:pt x="25685" y="10439"/>
                    <a:pt x="25852" y="10606"/>
                    <a:pt x="26019" y="10806"/>
                  </a:cubicBezTo>
                  <a:cubicBezTo>
                    <a:pt x="26186" y="11006"/>
                    <a:pt x="26353" y="11207"/>
                    <a:pt x="26386" y="11273"/>
                  </a:cubicBezTo>
                  <a:cubicBezTo>
                    <a:pt x="26425" y="11322"/>
                    <a:pt x="26470" y="11345"/>
                    <a:pt x="26515" y="11345"/>
                  </a:cubicBezTo>
                  <a:cubicBezTo>
                    <a:pt x="26625" y="11345"/>
                    <a:pt x="26739" y="11209"/>
                    <a:pt x="26786" y="10973"/>
                  </a:cubicBezTo>
                  <a:cubicBezTo>
                    <a:pt x="26832" y="10746"/>
                    <a:pt x="26954" y="10612"/>
                    <a:pt x="27080" y="10612"/>
                  </a:cubicBezTo>
                  <a:cubicBezTo>
                    <a:pt x="27139" y="10612"/>
                    <a:pt x="27200" y="10642"/>
                    <a:pt x="27253" y="10706"/>
                  </a:cubicBezTo>
                  <a:cubicBezTo>
                    <a:pt x="27320" y="10773"/>
                    <a:pt x="27287" y="10840"/>
                    <a:pt x="27187" y="10906"/>
                  </a:cubicBezTo>
                  <a:cubicBezTo>
                    <a:pt x="27120" y="10940"/>
                    <a:pt x="27086" y="11040"/>
                    <a:pt x="27120" y="11073"/>
                  </a:cubicBezTo>
                  <a:cubicBezTo>
                    <a:pt x="27140" y="11114"/>
                    <a:pt x="27187" y="11143"/>
                    <a:pt x="27235" y="11143"/>
                  </a:cubicBezTo>
                  <a:cubicBezTo>
                    <a:pt x="27264" y="11143"/>
                    <a:pt x="27295" y="11132"/>
                    <a:pt x="27320" y="11107"/>
                  </a:cubicBezTo>
                  <a:cubicBezTo>
                    <a:pt x="27357" y="11088"/>
                    <a:pt x="27387" y="11077"/>
                    <a:pt x="27414" y="11077"/>
                  </a:cubicBezTo>
                  <a:cubicBezTo>
                    <a:pt x="27483" y="11077"/>
                    <a:pt x="27534" y="11148"/>
                    <a:pt x="27654" y="11340"/>
                  </a:cubicBezTo>
                  <a:cubicBezTo>
                    <a:pt x="27819" y="11612"/>
                    <a:pt x="27965" y="11753"/>
                    <a:pt x="28204" y="11753"/>
                  </a:cubicBezTo>
                  <a:cubicBezTo>
                    <a:pt x="28494" y="11753"/>
                    <a:pt x="28921" y="11545"/>
                    <a:pt x="29688" y="11107"/>
                  </a:cubicBezTo>
                  <a:cubicBezTo>
                    <a:pt x="30255" y="10806"/>
                    <a:pt x="30756" y="10539"/>
                    <a:pt x="30789" y="10539"/>
                  </a:cubicBezTo>
                  <a:cubicBezTo>
                    <a:pt x="30856" y="10539"/>
                    <a:pt x="30923" y="10606"/>
                    <a:pt x="30956" y="10673"/>
                  </a:cubicBezTo>
                  <a:cubicBezTo>
                    <a:pt x="30980" y="10709"/>
                    <a:pt x="31004" y="10728"/>
                    <a:pt x="31034" y="10728"/>
                  </a:cubicBezTo>
                  <a:cubicBezTo>
                    <a:pt x="31088" y="10728"/>
                    <a:pt x="31161" y="10668"/>
                    <a:pt x="31289" y="10539"/>
                  </a:cubicBezTo>
                  <a:cubicBezTo>
                    <a:pt x="31590" y="10306"/>
                    <a:pt x="31857" y="9706"/>
                    <a:pt x="31990" y="8972"/>
                  </a:cubicBezTo>
                  <a:cubicBezTo>
                    <a:pt x="32045" y="8695"/>
                    <a:pt x="32121" y="8551"/>
                    <a:pt x="32212" y="8551"/>
                  </a:cubicBezTo>
                  <a:cubicBezTo>
                    <a:pt x="32285" y="8551"/>
                    <a:pt x="32368" y="8645"/>
                    <a:pt x="32457" y="8838"/>
                  </a:cubicBezTo>
                  <a:cubicBezTo>
                    <a:pt x="32515" y="8984"/>
                    <a:pt x="32598" y="9078"/>
                    <a:pt x="32619" y="9078"/>
                  </a:cubicBezTo>
                  <a:cubicBezTo>
                    <a:pt x="32622" y="9078"/>
                    <a:pt x="32624" y="9076"/>
                    <a:pt x="32624" y="9072"/>
                  </a:cubicBezTo>
                  <a:cubicBezTo>
                    <a:pt x="32632" y="9063"/>
                    <a:pt x="32640" y="9059"/>
                    <a:pt x="32649" y="9059"/>
                  </a:cubicBezTo>
                  <a:cubicBezTo>
                    <a:pt x="32674" y="9059"/>
                    <a:pt x="32699" y="9097"/>
                    <a:pt x="32724" y="9172"/>
                  </a:cubicBezTo>
                  <a:cubicBezTo>
                    <a:pt x="32754" y="9247"/>
                    <a:pt x="32797" y="9281"/>
                    <a:pt x="32836" y="9281"/>
                  </a:cubicBezTo>
                  <a:cubicBezTo>
                    <a:pt x="32884" y="9281"/>
                    <a:pt x="32924" y="9230"/>
                    <a:pt x="32924" y="9138"/>
                  </a:cubicBezTo>
                  <a:cubicBezTo>
                    <a:pt x="32924" y="9030"/>
                    <a:pt x="33169" y="8921"/>
                    <a:pt x="33385" y="8921"/>
                  </a:cubicBezTo>
                  <a:cubicBezTo>
                    <a:pt x="33434" y="8921"/>
                    <a:pt x="33482" y="8926"/>
                    <a:pt x="33524" y="8938"/>
                  </a:cubicBezTo>
                  <a:cubicBezTo>
                    <a:pt x="33624" y="8938"/>
                    <a:pt x="33725" y="8938"/>
                    <a:pt x="33725" y="8905"/>
                  </a:cubicBezTo>
                  <a:cubicBezTo>
                    <a:pt x="33758" y="8838"/>
                    <a:pt x="34192" y="8471"/>
                    <a:pt x="34425" y="8305"/>
                  </a:cubicBezTo>
                  <a:cubicBezTo>
                    <a:pt x="34492" y="8238"/>
                    <a:pt x="34625" y="8071"/>
                    <a:pt x="34659" y="7904"/>
                  </a:cubicBezTo>
                  <a:cubicBezTo>
                    <a:pt x="34775" y="7498"/>
                    <a:pt x="34967" y="7218"/>
                    <a:pt x="35124" y="7218"/>
                  </a:cubicBezTo>
                  <a:cubicBezTo>
                    <a:pt x="35148" y="7218"/>
                    <a:pt x="35171" y="7224"/>
                    <a:pt x="35192" y="7237"/>
                  </a:cubicBezTo>
                  <a:cubicBezTo>
                    <a:pt x="35219" y="7246"/>
                    <a:pt x="35244" y="7250"/>
                    <a:pt x="35266" y="7250"/>
                  </a:cubicBezTo>
                  <a:cubicBezTo>
                    <a:pt x="35328" y="7250"/>
                    <a:pt x="35377" y="7219"/>
                    <a:pt x="35426" y="7170"/>
                  </a:cubicBezTo>
                  <a:cubicBezTo>
                    <a:pt x="35459" y="7104"/>
                    <a:pt x="35559" y="6970"/>
                    <a:pt x="35659" y="6937"/>
                  </a:cubicBezTo>
                  <a:cubicBezTo>
                    <a:pt x="35859" y="6803"/>
                    <a:pt x="35959" y="6470"/>
                    <a:pt x="35926" y="6103"/>
                  </a:cubicBezTo>
                  <a:cubicBezTo>
                    <a:pt x="35893" y="5469"/>
                    <a:pt x="35259" y="4535"/>
                    <a:pt x="34725" y="4302"/>
                  </a:cubicBezTo>
                  <a:cubicBezTo>
                    <a:pt x="34458" y="4202"/>
                    <a:pt x="33991" y="3668"/>
                    <a:pt x="33658" y="3101"/>
                  </a:cubicBezTo>
                  <a:cubicBezTo>
                    <a:pt x="33591" y="3034"/>
                    <a:pt x="33358" y="2867"/>
                    <a:pt x="33124" y="2801"/>
                  </a:cubicBezTo>
                  <a:cubicBezTo>
                    <a:pt x="32891" y="2701"/>
                    <a:pt x="32624" y="2534"/>
                    <a:pt x="32524" y="2400"/>
                  </a:cubicBezTo>
                  <a:cubicBezTo>
                    <a:pt x="32424" y="2300"/>
                    <a:pt x="32157" y="1967"/>
                    <a:pt x="31923" y="1666"/>
                  </a:cubicBezTo>
                  <a:cubicBezTo>
                    <a:pt x="31654" y="1316"/>
                    <a:pt x="31320" y="1010"/>
                    <a:pt x="31271" y="1010"/>
                  </a:cubicBezTo>
                  <a:lnTo>
                    <a:pt x="31271" y="1010"/>
                  </a:lnTo>
                  <a:cubicBezTo>
                    <a:pt x="31259" y="1010"/>
                    <a:pt x="31264" y="1027"/>
                    <a:pt x="31289" y="1066"/>
                  </a:cubicBezTo>
                  <a:cubicBezTo>
                    <a:pt x="31289" y="1099"/>
                    <a:pt x="31223" y="1133"/>
                    <a:pt x="31123" y="1133"/>
                  </a:cubicBezTo>
                  <a:cubicBezTo>
                    <a:pt x="30956" y="1133"/>
                    <a:pt x="30923" y="1166"/>
                    <a:pt x="31023" y="1266"/>
                  </a:cubicBezTo>
                  <a:cubicBezTo>
                    <a:pt x="31056" y="1333"/>
                    <a:pt x="31256" y="1633"/>
                    <a:pt x="31423" y="1967"/>
                  </a:cubicBezTo>
                  <a:cubicBezTo>
                    <a:pt x="31756" y="2534"/>
                    <a:pt x="31756" y="2534"/>
                    <a:pt x="31556" y="2600"/>
                  </a:cubicBezTo>
                  <a:cubicBezTo>
                    <a:pt x="31423" y="2634"/>
                    <a:pt x="31356" y="2734"/>
                    <a:pt x="31323" y="3067"/>
                  </a:cubicBezTo>
                  <a:lnTo>
                    <a:pt x="31256" y="3468"/>
                  </a:lnTo>
                  <a:lnTo>
                    <a:pt x="30956" y="2901"/>
                  </a:lnTo>
                  <a:cubicBezTo>
                    <a:pt x="30522" y="1967"/>
                    <a:pt x="30456" y="1900"/>
                    <a:pt x="30222" y="1633"/>
                  </a:cubicBezTo>
                  <a:cubicBezTo>
                    <a:pt x="30089" y="1500"/>
                    <a:pt x="29922" y="1300"/>
                    <a:pt x="29855" y="1199"/>
                  </a:cubicBezTo>
                  <a:cubicBezTo>
                    <a:pt x="29788" y="1133"/>
                    <a:pt x="29622" y="966"/>
                    <a:pt x="29522" y="833"/>
                  </a:cubicBezTo>
                  <a:cubicBezTo>
                    <a:pt x="29445" y="731"/>
                    <a:pt x="29349" y="687"/>
                    <a:pt x="29249" y="687"/>
                  </a:cubicBezTo>
                  <a:cubicBezTo>
                    <a:pt x="29218" y="687"/>
                    <a:pt x="29186" y="691"/>
                    <a:pt x="29155" y="699"/>
                  </a:cubicBezTo>
                  <a:cubicBezTo>
                    <a:pt x="29088" y="699"/>
                    <a:pt x="29006" y="714"/>
                    <a:pt x="28930" y="714"/>
                  </a:cubicBezTo>
                  <a:cubicBezTo>
                    <a:pt x="28891" y="714"/>
                    <a:pt x="28854" y="710"/>
                    <a:pt x="28821" y="699"/>
                  </a:cubicBezTo>
                  <a:cubicBezTo>
                    <a:pt x="28688" y="699"/>
                    <a:pt x="27854" y="899"/>
                    <a:pt x="27620" y="999"/>
                  </a:cubicBezTo>
                  <a:cubicBezTo>
                    <a:pt x="27618" y="1001"/>
                    <a:pt x="27614" y="1001"/>
                    <a:pt x="27611" y="1001"/>
                  </a:cubicBezTo>
                  <a:cubicBezTo>
                    <a:pt x="27525" y="1001"/>
                    <a:pt x="27176" y="618"/>
                    <a:pt x="26920" y="265"/>
                  </a:cubicBezTo>
                  <a:cubicBezTo>
                    <a:pt x="26870" y="190"/>
                    <a:pt x="26801" y="153"/>
                    <a:pt x="26713" y="153"/>
                  </a:cubicBezTo>
                  <a:cubicBezTo>
                    <a:pt x="26684" y="153"/>
                    <a:pt x="26653" y="157"/>
                    <a:pt x="26619" y="165"/>
                  </a:cubicBezTo>
                  <a:cubicBezTo>
                    <a:pt x="26519" y="199"/>
                    <a:pt x="26453" y="232"/>
                    <a:pt x="26419" y="265"/>
                  </a:cubicBezTo>
                  <a:cubicBezTo>
                    <a:pt x="26419" y="265"/>
                    <a:pt x="26353" y="265"/>
                    <a:pt x="26253" y="232"/>
                  </a:cubicBezTo>
                  <a:cubicBezTo>
                    <a:pt x="26211" y="218"/>
                    <a:pt x="26152" y="210"/>
                    <a:pt x="26086" y="210"/>
                  </a:cubicBezTo>
                  <a:cubicBezTo>
                    <a:pt x="25992" y="210"/>
                    <a:pt x="25883" y="226"/>
                    <a:pt x="25786" y="265"/>
                  </a:cubicBezTo>
                  <a:cubicBezTo>
                    <a:pt x="25485" y="366"/>
                    <a:pt x="25452" y="466"/>
                    <a:pt x="25652" y="532"/>
                  </a:cubicBezTo>
                  <a:cubicBezTo>
                    <a:pt x="25819" y="566"/>
                    <a:pt x="25786" y="933"/>
                    <a:pt x="25619" y="966"/>
                  </a:cubicBezTo>
                  <a:cubicBezTo>
                    <a:pt x="25552" y="966"/>
                    <a:pt x="25452" y="933"/>
                    <a:pt x="25419" y="899"/>
                  </a:cubicBezTo>
                  <a:cubicBezTo>
                    <a:pt x="24936" y="202"/>
                    <a:pt x="24733" y="0"/>
                    <a:pt x="243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8"/>
            <p:cNvSpPr/>
            <p:nvPr/>
          </p:nvSpPr>
          <p:spPr>
            <a:xfrm rot="-9887279">
              <a:off x="4139043" y="-126031"/>
              <a:ext cx="1854101" cy="1116806"/>
            </a:xfrm>
            <a:custGeom>
              <a:avLst/>
              <a:gdLst/>
              <a:ahLst/>
              <a:cxnLst/>
              <a:rect l="l" t="t" r="r" b="b"/>
              <a:pathLst>
                <a:path w="39763" h="23951" extrusionOk="0">
                  <a:moveTo>
                    <a:pt x="32524" y="3502"/>
                  </a:moveTo>
                  <a:cubicBezTo>
                    <a:pt x="32557" y="3502"/>
                    <a:pt x="32624" y="3502"/>
                    <a:pt x="32591" y="3535"/>
                  </a:cubicBezTo>
                  <a:cubicBezTo>
                    <a:pt x="32591" y="3569"/>
                    <a:pt x="32724" y="3635"/>
                    <a:pt x="32891" y="3736"/>
                  </a:cubicBezTo>
                  <a:cubicBezTo>
                    <a:pt x="33058" y="3802"/>
                    <a:pt x="33224" y="3869"/>
                    <a:pt x="33224" y="3936"/>
                  </a:cubicBezTo>
                  <a:cubicBezTo>
                    <a:pt x="33258" y="3969"/>
                    <a:pt x="33325" y="3969"/>
                    <a:pt x="33425" y="3969"/>
                  </a:cubicBezTo>
                  <a:cubicBezTo>
                    <a:pt x="33491" y="3969"/>
                    <a:pt x="33591" y="4036"/>
                    <a:pt x="33658" y="4136"/>
                  </a:cubicBezTo>
                  <a:cubicBezTo>
                    <a:pt x="33725" y="4236"/>
                    <a:pt x="33792" y="4269"/>
                    <a:pt x="33858" y="4269"/>
                  </a:cubicBezTo>
                  <a:cubicBezTo>
                    <a:pt x="33867" y="4260"/>
                    <a:pt x="33886" y="4256"/>
                    <a:pt x="33911" y="4256"/>
                  </a:cubicBezTo>
                  <a:cubicBezTo>
                    <a:pt x="33979" y="4256"/>
                    <a:pt x="34094" y="4287"/>
                    <a:pt x="34192" y="4336"/>
                  </a:cubicBezTo>
                  <a:cubicBezTo>
                    <a:pt x="34299" y="4396"/>
                    <a:pt x="34394" y="4425"/>
                    <a:pt x="34466" y="4425"/>
                  </a:cubicBezTo>
                  <a:cubicBezTo>
                    <a:pt x="34597" y="4425"/>
                    <a:pt x="34656" y="4329"/>
                    <a:pt x="34592" y="4136"/>
                  </a:cubicBezTo>
                  <a:cubicBezTo>
                    <a:pt x="34548" y="3958"/>
                    <a:pt x="34592" y="3869"/>
                    <a:pt x="34726" y="3869"/>
                  </a:cubicBezTo>
                  <a:cubicBezTo>
                    <a:pt x="34792" y="3869"/>
                    <a:pt x="34881" y="3891"/>
                    <a:pt x="34992" y="3936"/>
                  </a:cubicBezTo>
                  <a:cubicBezTo>
                    <a:pt x="35193" y="4036"/>
                    <a:pt x="35259" y="4102"/>
                    <a:pt x="35226" y="4203"/>
                  </a:cubicBezTo>
                  <a:cubicBezTo>
                    <a:pt x="35193" y="4303"/>
                    <a:pt x="35259" y="4369"/>
                    <a:pt x="35459" y="4469"/>
                  </a:cubicBezTo>
                  <a:cubicBezTo>
                    <a:pt x="35760" y="4636"/>
                    <a:pt x="35726" y="4670"/>
                    <a:pt x="35259" y="4703"/>
                  </a:cubicBezTo>
                  <a:cubicBezTo>
                    <a:pt x="35059" y="4703"/>
                    <a:pt x="34826" y="4736"/>
                    <a:pt x="34692" y="4736"/>
                  </a:cubicBezTo>
                  <a:cubicBezTo>
                    <a:pt x="34561" y="4756"/>
                    <a:pt x="34463" y="4768"/>
                    <a:pt x="34386" y="4768"/>
                  </a:cubicBezTo>
                  <a:cubicBezTo>
                    <a:pt x="34209" y="4768"/>
                    <a:pt x="34141" y="4709"/>
                    <a:pt x="34025" y="4569"/>
                  </a:cubicBezTo>
                  <a:cubicBezTo>
                    <a:pt x="33958" y="4436"/>
                    <a:pt x="33792" y="4336"/>
                    <a:pt x="33691" y="4336"/>
                  </a:cubicBezTo>
                  <a:cubicBezTo>
                    <a:pt x="33591" y="4303"/>
                    <a:pt x="33258" y="4236"/>
                    <a:pt x="32958" y="4169"/>
                  </a:cubicBezTo>
                  <a:cubicBezTo>
                    <a:pt x="32657" y="4136"/>
                    <a:pt x="32357" y="4036"/>
                    <a:pt x="32257" y="3969"/>
                  </a:cubicBezTo>
                  <a:cubicBezTo>
                    <a:pt x="32090" y="3902"/>
                    <a:pt x="32090" y="3902"/>
                    <a:pt x="32257" y="3836"/>
                  </a:cubicBezTo>
                  <a:cubicBezTo>
                    <a:pt x="32357" y="3802"/>
                    <a:pt x="32424" y="3702"/>
                    <a:pt x="32424" y="3635"/>
                  </a:cubicBezTo>
                  <a:cubicBezTo>
                    <a:pt x="32424" y="3569"/>
                    <a:pt x="32457" y="3535"/>
                    <a:pt x="32524" y="3502"/>
                  </a:cubicBezTo>
                  <a:close/>
                  <a:moveTo>
                    <a:pt x="33223" y="4670"/>
                  </a:moveTo>
                  <a:cubicBezTo>
                    <a:pt x="33278" y="4670"/>
                    <a:pt x="33345" y="4681"/>
                    <a:pt x="33425" y="4703"/>
                  </a:cubicBezTo>
                  <a:cubicBezTo>
                    <a:pt x="33725" y="4803"/>
                    <a:pt x="33758" y="4870"/>
                    <a:pt x="33525" y="5103"/>
                  </a:cubicBezTo>
                  <a:lnTo>
                    <a:pt x="33291" y="5337"/>
                  </a:lnTo>
                  <a:lnTo>
                    <a:pt x="33124" y="5070"/>
                  </a:lnTo>
                  <a:cubicBezTo>
                    <a:pt x="32994" y="4809"/>
                    <a:pt x="33027" y="4670"/>
                    <a:pt x="33223" y="4670"/>
                  </a:cubicBezTo>
                  <a:close/>
                  <a:moveTo>
                    <a:pt x="36377" y="5690"/>
                  </a:moveTo>
                  <a:cubicBezTo>
                    <a:pt x="36410" y="5690"/>
                    <a:pt x="36427" y="5713"/>
                    <a:pt x="36427" y="5737"/>
                  </a:cubicBezTo>
                  <a:cubicBezTo>
                    <a:pt x="36427" y="5804"/>
                    <a:pt x="36393" y="5870"/>
                    <a:pt x="36327" y="5904"/>
                  </a:cubicBezTo>
                  <a:cubicBezTo>
                    <a:pt x="36299" y="5918"/>
                    <a:pt x="36277" y="5926"/>
                    <a:pt x="36261" y="5926"/>
                  </a:cubicBezTo>
                  <a:cubicBezTo>
                    <a:pt x="36238" y="5926"/>
                    <a:pt x="36227" y="5910"/>
                    <a:pt x="36227" y="5870"/>
                  </a:cubicBezTo>
                  <a:cubicBezTo>
                    <a:pt x="36227" y="5804"/>
                    <a:pt x="36260" y="5737"/>
                    <a:pt x="36327" y="5704"/>
                  </a:cubicBezTo>
                  <a:cubicBezTo>
                    <a:pt x="36346" y="5694"/>
                    <a:pt x="36363" y="5690"/>
                    <a:pt x="36377" y="5690"/>
                  </a:cubicBezTo>
                  <a:close/>
                  <a:moveTo>
                    <a:pt x="29021" y="5679"/>
                  </a:moveTo>
                  <a:cubicBezTo>
                    <a:pt x="29080" y="5679"/>
                    <a:pt x="29172" y="5720"/>
                    <a:pt x="29255" y="5804"/>
                  </a:cubicBezTo>
                  <a:cubicBezTo>
                    <a:pt x="29622" y="6071"/>
                    <a:pt x="29755" y="6237"/>
                    <a:pt x="29655" y="6237"/>
                  </a:cubicBezTo>
                  <a:cubicBezTo>
                    <a:pt x="29555" y="6237"/>
                    <a:pt x="29055" y="5904"/>
                    <a:pt x="28988" y="5804"/>
                  </a:cubicBezTo>
                  <a:cubicBezTo>
                    <a:pt x="28938" y="5720"/>
                    <a:pt x="28963" y="5679"/>
                    <a:pt x="29021" y="5679"/>
                  </a:cubicBezTo>
                  <a:close/>
                  <a:moveTo>
                    <a:pt x="29821" y="6291"/>
                  </a:moveTo>
                  <a:cubicBezTo>
                    <a:pt x="29855" y="6291"/>
                    <a:pt x="29898" y="6322"/>
                    <a:pt x="29922" y="6371"/>
                  </a:cubicBezTo>
                  <a:cubicBezTo>
                    <a:pt x="29955" y="6438"/>
                    <a:pt x="29955" y="6504"/>
                    <a:pt x="29922" y="6504"/>
                  </a:cubicBezTo>
                  <a:cubicBezTo>
                    <a:pt x="29904" y="6513"/>
                    <a:pt x="29889" y="6517"/>
                    <a:pt x="29875" y="6517"/>
                  </a:cubicBezTo>
                  <a:cubicBezTo>
                    <a:pt x="29838" y="6517"/>
                    <a:pt x="29813" y="6486"/>
                    <a:pt x="29789" y="6438"/>
                  </a:cubicBezTo>
                  <a:cubicBezTo>
                    <a:pt x="29722" y="6371"/>
                    <a:pt x="29755" y="6337"/>
                    <a:pt x="29789" y="6304"/>
                  </a:cubicBezTo>
                  <a:cubicBezTo>
                    <a:pt x="29798" y="6295"/>
                    <a:pt x="29809" y="6291"/>
                    <a:pt x="29821" y="6291"/>
                  </a:cubicBezTo>
                  <a:close/>
                  <a:moveTo>
                    <a:pt x="34853" y="6535"/>
                  </a:moveTo>
                  <a:cubicBezTo>
                    <a:pt x="34875" y="6535"/>
                    <a:pt x="34900" y="6545"/>
                    <a:pt x="34926" y="6571"/>
                  </a:cubicBezTo>
                  <a:cubicBezTo>
                    <a:pt x="34992" y="6604"/>
                    <a:pt x="35026" y="6638"/>
                    <a:pt x="35026" y="6671"/>
                  </a:cubicBezTo>
                  <a:cubicBezTo>
                    <a:pt x="35014" y="6695"/>
                    <a:pt x="34981" y="6706"/>
                    <a:pt x="34944" y="6706"/>
                  </a:cubicBezTo>
                  <a:cubicBezTo>
                    <a:pt x="34876" y="6706"/>
                    <a:pt x="34792" y="6669"/>
                    <a:pt x="34792" y="6604"/>
                  </a:cubicBezTo>
                  <a:cubicBezTo>
                    <a:pt x="34792" y="6563"/>
                    <a:pt x="34818" y="6535"/>
                    <a:pt x="34853" y="6535"/>
                  </a:cubicBezTo>
                  <a:close/>
                  <a:moveTo>
                    <a:pt x="35166" y="6896"/>
                  </a:moveTo>
                  <a:cubicBezTo>
                    <a:pt x="35184" y="6896"/>
                    <a:pt x="35238" y="6950"/>
                    <a:pt x="35293" y="7005"/>
                  </a:cubicBezTo>
                  <a:cubicBezTo>
                    <a:pt x="35359" y="7071"/>
                    <a:pt x="35393" y="7138"/>
                    <a:pt x="35359" y="7171"/>
                  </a:cubicBezTo>
                  <a:cubicBezTo>
                    <a:pt x="35326" y="7171"/>
                    <a:pt x="35259" y="7138"/>
                    <a:pt x="35193" y="7038"/>
                  </a:cubicBezTo>
                  <a:cubicBezTo>
                    <a:pt x="35159" y="6971"/>
                    <a:pt x="35126" y="6905"/>
                    <a:pt x="35159" y="6905"/>
                  </a:cubicBezTo>
                  <a:cubicBezTo>
                    <a:pt x="35159" y="6898"/>
                    <a:pt x="35161" y="6896"/>
                    <a:pt x="35166" y="6896"/>
                  </a:cubicBezTo>
                  <a:close/>
                  <a:moveTo>
                    <a:pt x="30990" y="7205"/>
                  </a:moveTo>
                  <a:cubicBezTo>
                    <a:pt x="31056" y="7205"/>
                    <a:pt x="31123" y="7205"/>
                    <a:pt x="31123" y="7271"/>
                  </a:cubicBezTo>
                  <a:cubicBezTo>
                    <a:pt x="31156" y="7305"/>
                    <a:pt x="31123" y="7338"/>
                    <a:pt x="31090" y="7372"/>
                  </a:cubicBezTo>
                  <a:cubicBezTo>
                    <a:pt x="31081" y="7380"/>
                    <a:pt x="31069" y="7385"/>
                    <a:pt x="31057" y="7385"/>
                  </a:cubicBezTo>
                  <a:cubicBezTo>
                    <a:pt x="31023" y="7385"/>
                    <a:pt x="30981" y="7354"/>
                    <a:pt x="30956" y="7305"/>
                  </a:cubicBezTo>
                  <a:cubicBezTo>
                    <a:pt x="30923" y="7238"/>
                    <a:pt x="30923" y="7205"/>
                    <a:pt x="30990" y="7205"/>
                  </a:cubicBezTo>
                  <a:close/>
                  <a:moveTo>
                    <a:pt x="30538" y="8916"/>
                  </a:moveTo>
                  <a:cubicBezTo>
                    <a:pt x="30612" y="8916"/>
                    <a:pt x="30788" y="9036"/>
                    <a:pt x="30856" y="9173"/>
                  </a:cubicBezTo>
                  <a:cubicBezTo>
                    <a:pt x="30997" y="9454"/>
                    <a:pt x="31039" y="9554"/>
                    <a:pt x="31005" y="9554"/>
                  </a:cubicBezTo>
                  <a:cubicBezTo>
                    <a:pt x="30990" y="9554"/>
                    <a:pt x="30963" y="9536"/>
                    <a:pt x="30923" y="9506"/>
                  </a:cubicBezTo>
                  <a:cubicBezTo>
                    <a:pt x="30789" y="9440"/>
                    <a:pt x="30589" y="9206"/>
                    <a:pt x="30523" y="9006"/>
                  </a:cubicBezTo>
                  <a:cubicBezTo>
                    <a:pt x="30491" y="8942"/>
                    <a:pt x="30503" y="8916"/>
                    <a:pt x="30538" y="8916"/>
                  </a:cubicBezTo>
                  <a:close/>
                  <a:moveTo>
                    <a:pt x="31234" y="7406"/>
                  </a:moveTo>
                  <a:cubicBezTo>
                    <a:pt x="31286" y="7406"/>
                    <a:pt x="31483" y="7550"/>
                    <a:pt x="31823" y="7839"/>
                  </a:cubicBezTo>
                  <a:cubicBezTo>
                    <a:pt x="32024" y="8005"/>
                    <a:pt x="32324" y="8239"/>
                    <a:pt x="32491" y="8339"/>
                  </a:cubicBezTo>
                  <a:cubicBezTo>
                    <a:pt x="32624" y="8472"/>
                    <a:pt x="32924" y="8773"/>
                    <a:pt x="33124" y="8973"/>
                  </a:cubicBezTo>
                  <a:cubicBezTo>
                    <a:pt x="33310" y="9189"/>
                    <a:pt x="33495" y="9377"/>
                    <a:pt x="33548" y="9377"/>
                  </a:cubicBezTo>
                  <a:cubicBezTo>
                    <a:pt x="33552" y="9377"/>
                    <a:pt x="33556" y="9375"/>
                    <a:pt x="33558" y="9373"/>
                  </a:cubicBezTo>
                  <a:cubicBezTo>
                    <a:pt x="33573" y="9370"/>
                    <a:pt x="33586" y="9369"/>
                    <a:pt x="33598" y="9369"/>
                  </a:cubicBezTo>
                  <a:cubicBezTo>
                    <a:pt x="33724" y="9369"/>
                    <a:pt x="33710" y="9515"/>
                    <a:pt x="33558" y="9606"/>
                  </a:cubicBezTo>
                  <a:cubicBezTo>
                    <a:pt x="33528" y="9621"/>
                    <a:pt x="33502" y="9631"/>
                    <a:pt x="33472" y="9631"/>
                  </a:cubicBezTo>
                  <a:cubicBezTo>
                    <a:pt x="33371" y="9631"/>
                    <a:pt x="33238" y="9513"/>
                    <a:pt x="32824" y="9073"/>
                  </a:cubicBezTo>
                  <a:cubicBezTo>
                    <a:pt x="32524" y="8773"/>
                    <a:pt x="32224" y="8439"/>
                    <a:pt x="32190" y="8372"/>
                  </a:cubicBezTo>
                  <a:cubicBezTo>
                    <a:pt x="32136" y="8318"/>
                    <a:pt x="32081" y="8263"/>
                    <a:pt x="32045" y="8263"/>
                  </a:cubicBezTo>
                  <a:cubicBezTo>
                    <a:pt x="32037" y="8263"/>
                    <a:pt x="32030" y="8266"/>
                    <a:pt x="32024" y="8272"/>
                  </a:cubicBezTo>
                  <a:cubicBezTo>
                    <a:pt x="31957" y="8272"/>
                    <a:pt x="31823" y="8139"/>
                    <a:pt x="31690" y="8005"/>
                  </a:cubicBezTo>
                  <a:cubicBezTo>
                    <a:pt x="31607" y="7866"/>
                    <a:pt x="31500" y="7797"/>
                    <a:pt x="31467" y="7797"/>
                  </a:cubicBezTo>
                  <a:cubicBezTo>
                    <a:pt x="31460" y="7797"/>
                    <a:pt x="31457" y="7800"/>
                    <a:pt x="31457" y="7805"/>
                  </a:cubicBezTo>
                  <a:cubicBezTo>
                    <a:pt x="31448" y="7813"/>
                    <a:pt x="31438" y="7818"/>
                    <a:pt x="31426" y="7818"/>
                  </a:cubicBezTo>
                  <a:cubicBezTo>
                    <a:pt x="31392" y="7818"/>
                    <a:pt x="31348" y="7780"/>
                    <a:pt x="31323" y="7705"/>
                  </a:cubicBezTo>
                  <a:cubicBezTo>
                    <a:pt x="31290" y="7605"/>
                    <a:pt x="31256" y="7472"/>
                    <a:pt x="31223" y="7438"/>
                  </a:cubicBezTo>
                  <a:cubicBezTo>
                    <a:pt x="31216" y="7417"/>
                    <a:pt x="31219" y="7406"/>
                    <a:pt x="31234" y="7406"/>
                  </a:cubicBezTo>
                  <a:close/>
                  <a:moveTo>
                    <a:pt x="29474" y="9622"/>
                  </a:moveTo>
                  <a:cubicBezTo>
                    <a:pt x="29542" y="9622"/>
                    <a:pt x="29576" y="9725"/>
                    <a:pt x="29522" y="9807"/>
                  </a:cubicBezTo>
                  <a:cubicBezTo>
                    <a:pt x="29472" y="9931"/>
                    <a:pt x="29534" y="10055"/>
                    <a:pt x="29610" y="10055"/>
                  </a:cubicBezTo>
                  <a:cubicBezTo>
                    <a:pt x="29636" y="10055"/>
                    <a:pt x="29663" y="10041"/>
                    <a:pt x="29689" y="10007"/>
                  </a:cubicBezTo>
                  <a:cubicBezTo>
                    <a:pt x="29722" y="9973"/>
                    <a:pt x="29755" y="9957"/>
                    <a:pt x="29785" y="9957"/>
                  </a:cubicBezTo>
                  <a:cubicBezTo>
                    <a:pt x="29814" y="9957"/>
                    <a:pt x="29839" y="9973"/>
                    <a:pt x="29855" y="10007"/>
                  </a:cubicBezTo>
                  <a:cubicBezTo>
                    <a:pt x="29922" y="10140"/>
                    <a:pt x="29889" y="10174"/>
                    <a:pt x="29655" y="10174"/>
                  </a:cubicBezTo>
                  <a:cubicBezTo>
                    <a:pt x="29522" y="10174"/>
                    <a:pt x="29422" y="10107"/>
                    <a:pt x="29322" y="9940"/>
                  </a:cubicBezTo>
                  <a:cubicBezTo>
                    <a:pt x="29264" y="9853"/>
                    <a:pt x="29256" y="9767"/>
                    <a:pt x="29277" y="9767"/>
                  </a:cubicBezTo>
                  <a:cubicBezTo>
                    <a:pt x="29280" y="9767"/>
                    <a:pt x="29284" y="9769"/>
                    <a:pt x="29288" y="9773"/>
                  </a:cubicBezTo>
                  <a:cubicBezTo>
                    <a:pt x="29327" y="9812"/>
                    <a:pt x="29367" y="9828"/>
                    <a:pt x="29399" y="9828"/>
                  </a:cubicBezTo>
                  <a:cubicBezTo>
                    <a:pt x="29422" y="9828"/>
                    <a:pt x="29441" y="9820"/>
                    <a:pt x="29455" y="9807"/>
                  </a:cubicBezTo>
                  <a:cubicBezTo>
                    <a:pt x="29488" y="9807"/>
                    <a:pt x="29488" y="9773"/>
                    <a:pt x="29422" y="9740"/>
                  </a:cubicBezTo>
                  <a:cubicBezTo>
                    <a:pt x="29388" y="9707"/>
                    <a:pt x="29388" y="9673"/>
                    <a:pt x="29422" y="9640"/>
                  </a:cubicBezTo>
                  <a:cubicBezTo>
                    <a:pt x="29440" y="9627"/>
                    <a:pt x="29458" y="9622"/>
                    <a:pt x="29474" y="9622"/>
                  </a:cubicBezTo>
                  <a:close/>
                  <a:moveTo>
                    <a:pt x="18376" y="10382"/>
                  </a:moveTo>
                  <a:cubicBezTo>
                    <a:pt x="18431" y="10382"/>
                    <a:pt x="18481" y="10424"/>
                    <a:pt x="18481" y="10507"/>
                  </a:cubicBezTo>
                  <a:cubicBezTo>
                    <a:pt x="18481" y="10591"/>
                    <a:pt x="18339" y="10723"/>
                    <a:pt x="18274" y="10723"/>
                  </a:cubicBezTo>
                  <a:cubicBezTo>
                    <a:pt x="18262" y="10723"/>
                    <a:pt x="18252" y="10718"/>
                    <a:pt x="18247" y="10707"/>
                  </a:cubicBezTo>
                  <a:cubicBezTo>
                    <a:pt x="18247" y="10674"/>
                    <a:pt x="18247" y="10607"/>
                    <a:pt x="18247" y="10507"/>
                  </a:cubicBezTo>
                  <a:cubicBezTo>
                    <a:pt x="18264" y="10424"/>
                    <a:pt x="18322" y="10382"/>
                    <a:pt x="18376" y="10382"/>
                  </a:cubicBezTo>
                  <a:close/>
                  <a:moveTo>
                    <a:pt x="24936" y="8905"/>
                  </a:moveTo>
                  <a:cubicBezTo>
                    <a:pt x="24973" y="8905"/>
                    <a:pt x="25073" y="8980"/>
                    <a:pt x="25285" y="9139"/>
                  </a:cubicBezTo>
                  <a:cubicBezTo>
                    <a:pt x="25519" y="9340"/>
                    <a:pt x="25819" y="9573"/>
                    <a:pt x="25953" y="9707"/>
                  </a:cubicBezTo>
                  <a:cubicBezTo>
                    <a:pt x="26086" y="9840"/>
                    <a:pt x="26320" y="10073"/>
                    <a:pt x="26453" y="10240"/>
                  </a:cubicBezTo>
                  <a:cubicBezTo>
                    <a:pt x="26620" y="10374"/>
                    <a:pt x="26787" y="10574"/>
                    <a:pt x="26887" y="10674"/>
                  </a:cubicBezTo>
                  <a:cubicBezTo>
                    <a:pt x="26962" y="10749"/>
                    <a:pt x="26980" y="10786"/>
                    <a:pt x="26929" y="10786"/>
                  </a:cubicBezTo>
                  <a:cubicBezTo>
                    <a:pt x="26912" y="10786"/>
                    <a:pt x="26887" y="10782"/>
                    <a:pt x="26853" y="10774"/>
                  </a:cubicBezTo>
                  <a:cubicBezTo>
                    <a:pt x="26787" y="10774"/>
                    <a:pt x="26586" y="10641"/>
                    <a:pt x="26420" y="10474"/>
                  </a:cubicBezTo>
                  <a:cubicBezTo>
                    <a:pt x="26253" y="10307"/>
                    <a:pt x="26086" y="10140"/>
                    <a:pt x="26019" y="10107"/>
                  </a:cubicBezTo>
                  <a:cubicBezTo>
                    <a:pt x="25953" y="10073"/>
                    <a:pt x="25853" y="9973"/>
                    <a:pt x="25819" y="9873"/>
                  </a:cubicBezTo>
                  <a:cubicBezTo>
                    <a:pt x="25764" y="9791"/>
                    <a:pt x="25687" y="9731"/>
                    <a:pt x="25624" y="9731"/>
                  </a:cubicBezTo>
                  <a:cubicBezTo>
                    <a:pt x="25610" y="9731"/>
                    <a:pt x="25598" y="9734"/>
                    <a:pt x="25586" y="9740"/>
                  </a:cubicBezTo>
                  <a:cubicBezTo>
                    <a:pt x="25519" y="9740"/>
                    <a:pt x="25486" y="9707"/>
                    <a:pt x="25486" y="9673"/>
                  </a:cubicBezTo>
                  <a:cubicBezTo>
                    <a:pt x="25486" y="9640"/>
                    <a:pt x="25386" y="9540"/>
                    <a:pt x="25285" y="9473"/>
                  </a:cubicBezTo>
                  <a:cubicBezTo>
                    <a:pt x="25152" y="9373"/>
                    <a:pt x="25019" y="9240"/>
                    <a:pt x="24952" y="9073"/>
                  </a:cubicBezTo>
                  <a:cubicBezTo>
                    <a:pt x="24921" y="8963"/>
                    <a:pt x="24904" y="8905"/>
                    <a:pt x="24936" y="8905"/>
                  </a:cubicBezTo>
                  <a:close/>
                  <a:moveTo>
                    <a:pt x="21349" y="9840"/>
                  </a:moveTo>
                  <a:lnTo>
                    <a:pt x="21783" y="9973"/>
                  </a:lnTo>
                  <a:cubicBezTo>
                    <a:pt x="22016" y="10040"/>
                    <a:pt x="22217" y="10140"/>
                    <a:pt x="22250" y="10207"/>
                  </a:cubicBezTo>
                  <a:cubicBezTo>
                    <a:pt x="22300" y="10282"/>
                    <a:pt x="22350" y="10319"/>
                    <a:pt x="22400" y="10319"/>
                  </a:cubicBezTo>
                  <a:cubicBezTo>
                    <a:pt x="22417" y="10319"/>
                    <a:pt x="22433" y="10315"/>
                    <a:pt x="22450" y="10307"/>
                  </a:cubicBezTo>
                  <a:cubicBezTo>
                    <a:pt x="22467" y="10290"/>
                    <a:pt x="22500" y="10282"/>
                    <a:pt x="22538" y="10282"/>
                  </a:cubicBezTo>
                  <a:cubicBezTo>
                    <a:pt x="22575" y="10282"/>
                    <a:pt x="22617" y="10290"/>
                    <a:pt x="22650" y="10307"/>
                  </a:cubicBezTo>
                  <a:cubicBezTo>
                    <a:pt x="22817" y="10474"/>
                    <a:pt x="22950" y="10674"/>
                    <a:pt x="22850" y="10741"/>
                  </a:cubicBezTo>
                  <a:cubicBezTo>
                    <a:pt x="22817" y="10741"/>
                    <a:pt x="22817" y="10807"/>
                    <a:pt x="22850" y="10874"/>
                  </a:cubicBezTo>
                  <a:cubicBezTo>
                    <a:pt x="22913" y="10978"/>
                    <a:pt x="22884" y="11030"/>
                    <a:pt x="22756" y="11030"/>
                  </a:cubicBezTo>
                  <a:cubicBezTo>
                    <a:pt x="22679" y="11030"/>
                    <a:pt x="22567" y="11012"/>
                    <a:pt x="22417" y="10974"/>
                  </a:cubicBezTo>
                  <a:cubicBezTo>
                    <a:pt x="22217" y="10941"/>
                    <a:pt x="22083" y="10907"/>
                    <a:pt x="22117" y="10874"/>
                  </a:cubicBezTo>
                  <a:cubicBezTo>
                    <a:pt x="22150" y="10874"/>
                    <a:pt x="22083" y="10807"/>
                    <a:pt x="21983" y="10741"/>
                  </a:cubicBezTo>
                  <a:cubicBezTo>
                    <a:pt x="21933" y="10724"/>
                    <a:pt x="21891" y="10716"/>
                    <a:pt x="21858" y="10716"/>
                  </a:cubicBezTo>
                  <a:cubicBezTo>
                    <a:pt x="21825" y="10716"/>
                    <a:pt x="21800" y="10724"/>
                    <a:pt x="21783" y="10741"/>
                  </a:cubicBezTo>
                  <a:cubicBezTo>
                    <a:pt x="21775" y="10749"/>
                    <a:pt x="21764" y="10753"/>
                    <a:pt x="21752" y="10753"/>
                  </a:cubicBezTo>
                  <a:cubicBezTo>
                    <a:pt x="21716" y="10753"/>
                    <a:pt x="21666" y="10716"/>
                    <a:pt x="21616" y="10641"/>
                  </a:cubicBezTo>
                  <a:cubicBezTo>
                    <a:pt x="21565" y="10539"/>
                    <a:pt x="21514" y="10495"/>
                    <a:pt x="21434" y="10495"/>
                  </a:cubicBezTo>
                  <a:cubicBezTo>
                    <a:pt x="21409" y="10495"/>
                    <a:pt x="21381" y="10499"/>
                    <a:pt x="21349" y="10507"/>
                  </a:cubicBezTo>
                  <a:cubicBezTo>
                    <a:pt x="21299" y="10527"/>
                    <a:pt x="21262" y="10541"/>
                    <a:pt x="21236" y="10541"/>
                  </a:cubicBezTo>
                  <a:cubicBezTo>
                    <a:pt x="21175" y="10541"/>
                    <a:pt x="21179" y="10464"/>
                    <a:pt x="21249" y="10207"/>
                  </a:cubicBezTo>
                  <a:lnTo>
                    <a:pt x="21349" y="9840"/>
                  </a:lnTo>
                  <a:close/>
                  <a:moveTo>
                    <a:pt x="27054" y="10995"/>
                  </a:moveTo>
                  <a:cubicBezTo>
                    <a:pt x="27060" y="10995"/>
                    <a:pt x="27070" y="10999"/>
                    <a:pt x="27087" y="11007"/>
                  </a:cubicBezTo>
                  <a:cubicBezTo>
                    <a:pt x="27120" y="11041"/>
                    <a:pt x="27187" y="11141"/>
                    <a:pt x="27187" y="11174"/>
                  </a:cubicBezTo>
                  <a:cubicBezTo>
                    <a:pt x="27201" y="11202"/>
                    <a:pt x="27197" y="11218"/>
                    <a:pt x="27184" y="11218"/>
                  </a:cubicBezTo>
                  <a:cubicBezTo>
                    <a:pt x="27165" y="11218"/>
                    <a:pt x="27126" y="11186"/>
                    <a:pt x="27087" y="11108"/>
                  </a:cubicBezTo>
                  <a:cubicBezTo>
                    <a:pt x="27062" y="11032"/>
                    <a:pt x="27037" y="10995"/>
                    <a:pt x="27054" y="10995"/>
                  </a:cubicBezTo>
                  <a:close/>
                  <a:moveTo>
                    <a:pt x="32346" y="11366"/>
                  </a:moveTo>
                  <a:cubicBezTo>
                    <a:pt x="32347" y="11366"/>
                    <a:pt x="32351" y="11368"/>
                    <a:pt x="32357" y="11374"/>
                  </a:cubicBezTo>
                  <a:cubicBezTo>
                    <a:pt x="32424" y="11408"/>
                    <a:pt x="32491" y="11508"/>
                    <a:pt x="32524" y="11575"/>
                  </a:cubicBezTo>
                  <a:cubicBezTo>
                    <a:pt x="32524" y="11602"/>
                    <a:pt x="32518" y="11618"/>
                    <a:pt x="32507" y="11618"/>
                  </a:cubicBezTo>
                  <a:cubicBezTo>
                    <a:pt x="32491" y="11618"/>
                    <a:pt x="32463" y="11586"/>
                    <a:pt x="32424" y="11508"/>
                  </a:cubicBezTo>
                  <a:cubicBezTo>
                    <a:pt x="32369" y="11425"/>
                    <a:pt x="32337" y="11366"/>
                    <a:pt x="32346" y="11366"/>
                  </a:cubicBezTo>
                  <a:close/>
                  <a:moveTo>
                    <a:pt x="28054" y="11875"/>
                  </a:moveTo>
                  <a:cubicBezTo>
                    <a:pt x="28087" y="11875"/>
                    <a:pt x="28154" y="11908"/>
                    <a:pt x="28188" y="11941"/>
                  </a:cubicBezTo>
                  <a:cubicBezTo>
                    <a:pt x="28221" y="12008"/>
                    <a:pt x="28188" y="12042"/>
                    <a:pt x="28121" y="12042"/>
                  </a:cubicBezTo>
                  <a:cubicBezTo>
                    <a:pt x="28054" y="12042"/>
                    <a:pt x="28021" y="12008"/>
                    <a:pt x="27987" y="11941"/>
                  </a:cubicBezTo>
                  <a:cubicBezTo>
                    <a:pt x="27954" y="11908"/>
                    <a:pt x="27987" y="11875"/>
                    <a:pt x="28054" y="11875"/>
                  </a:cubicBezTo>
                  <a:close/>
                  <a:moveTo>
                    <a:pt x="15920" y="12050"/>
                  </a:moveTo>
                  <a:cubicBezTo>
                    <a:pt x="15937" y="12050"/>
                    <a:pt x="15945" y="12058"/>
                    <a:pt x="15945" y="12075"/>
                  </a:cubicBezTo>
                  <a:cubicBezTo>
                    <a:pt x="15945" y="12075"/>
                    <a:pt x="15945" y="12142"/>
                    <a:pt x="15912" y="12175"/>
                  </a:cubicBezTo>
                  <a:cubicBezTo>
                    <a:pt x="15912" y="12214"/>
                    <a:pt x="15889" y="12230"/>
                    <a:pt x="15870" y="12230"/>
                  </a:cubicBezTo>
                  <a:cubicBezTo>
                    <a:pt x="15857" y="12230"/>
                    <a:pt x="15845" y="12222"/>
                    <a:pt x="15845" y="12208"/>
                  </a:cubicBezTo>
                  <a:cubicBezTo>
                    <a:pt x="15812" y="12142"/>
                    <a:pt x="15812" y="12108"/>
                    <a:pt x="15845" y="12075"/>
                  </a:cubicBezTo>
                  <a:cubicBezTo>
                    <a:pt x="15879" y="12058"/>
                    <a:pt x="15904" y="12050"/>
                    <a:pt x="15920" y="12050"/>
                  </a:cubicBezTo>
                  <a:close/>
                  <a:moveTo>
                    <a:pt x="19281" y="12075"/>
                  </a:moveTo>
                  <a:cubicBezTo>
                    <a:pt x="19315" y="12075"/>
                    <a:pt x="19348" y="12075"/>
                    <a:pt x="19381" y="12108"/>
                  </a:cubicBezTo>
                  <a:cubicBezTo>
                    <a:pt x="19415" y="12142"/>
                    <a:pt x="19415" y="12208"/>
                    <a:pt x="19348" y="12242"/>
                  </a:cubicBezTo>
                  <a:cubicBezTo>
                    <a:pt x="19315" y="12242"/>
                    <a:pt x="19281" y="12242"/>
                    <a:pt x="19248" y="12208"/>
                  </a:cubicBezTo>
                  <a:cubicBezTo>
                    <a:pt x="19214" y="12175"/>
                    <a:pt x="19214" y="12108"/>
                    <a:pt x="19281" y="12075"/>
                  </a:cubicBezTo>
                  <a:close/>
                  <a:moveTo>
                    <a:pt x="30990" y="10174"/>
                  </a:moveTo>
                  <a:lnTo>
                    <a:pt x="30990" y="10174"/>
                  </a:lnTo>
                  <a:cubicBezTo>
                    <a:pt x="30990" y="10174"/>
                    <a:pt x="31123" y="10274"/>
                    <a:pt x="31290" y="10440"/>
                  </a:cubicBezTo>
                  <a:cubicBezTo>
                    <a:pt x="31423" y="10607"/>
                    <a:pt x="31623" y="10841"/>
                    <a:pt x="31723" y="10941"/>
                  </a:cubicBezTo>
                  <a:cubicBezTo>
                    <a:pt x="31823" y="11041"/>
                    <a:pt x="31957" y="11208"/>
                    <a:pt x="32057" y="11274"/>
                  </a:cubicBezTo>
                  <a:cubicBezTo>
                    <a:pt x="32224" y="11474"/>
                    <a:pt x="32224" y="11474"/>
                    <a:pt x="32424" y="11975"/>
                  </a:cubicBezTo>
                  <a:lnTo>
                    <a:pt x="32591" y="12375"/>
                  </a:lnTo>
                  <a:lnTo>
                    <a:pt x="32224" y="11975"/>
                  </a:lnTo>
                  <a:cubicBezTo>
                    <a:pt x="31990" y="11741"/>
                    <a:pt x="31790" y="11541"/>
                    <a:pt x="31790" y="11508"/>
                  </a:cubicBezTo>
                  <a:cubicBezTo>
                    <a:pt x="31757" y="11474"/>
                    <a:pt x="31690" y="11408"/>
                    <a:pt x="31623" y="11408"/>
                  </a:cubicBezTo>
                  <a:cubicBezTo>
                    <a:pt x="31423" y="11274"/>
                    <a:pt x="31090" y="10774"/>
                    <a:pt x="31023" y="10474"/>
                  </a:cubicBezTo>
                  <a:cubicBezTo>
                    <a:pt x="30990" y="10307"/>
                    <a:pt x="30956" y="10174"/>
                    <a:pt x="30990" y="10174"/>
                  </a:cubicBezTo>
                  <a:close/>
                  <a:moveTo>
                    <a:pt x="30694" y="12133"/>
                  </a:moveTo>
                  <a:cubicBezTo>
                    <a:pt x="30712" y="12133"/>
                    <a:pt x="30733" y="12136"/>
                    <a:pt x="30756" y="12142"/>
                  </a:cubicBezTo>
                  <a:cubicBezTo>
                    <a:pt x="30823" y="12142"/>
                    <a:pt x="30856" y="12375"/>
                    <a:pt x="30789" y="12442"/>
                  </a:cubicBezTo>
                  <a:cubicBezTo>
                    <a:pt x="30756" y="12442"/>
                    <a:pt x="30689" y="12408"/>
                    <a:pt x="30656" y="12308"/>
                  </a:cubicBezTo>
                  <a:cubicBezTo>
                    <a:pt x="30573" y="12198"/>
                    <a:pt x="30605" y="12133"/>
                    <a:pt x="30694" y="12133"/>
                  </a:cubicBezTo>
                  <a:close/>
                  <a:moveTo>
                    <a:pt x="12494" y="11966"/>
                  </a:moveTo>
                  <a:cubicBezTo>
                    <a:pt x="12577" y="11966"/>
                    <a:pt x="12660" y="12031"/>
                    <a:pt x="12743" y="12142"/>
                  </a:cubicBezTo>
                  <a:cubicBezTo>
                    <a:pt x="12877" y="12308"/>
                    <a:pt x="12877" y="12375"/>
                    <a:pt x="12810" y="12442"/>
                  </a:cubicBezTo>
                  <a:cubicBezTo>
                    <a:pt x="12782" y="12456"/>
                    <a:pt x="12755" y="12464"/>
                    <a:pt x="12729" y="12464"/>
                  </a:cubicBezTo>
                  <a:cubicBezTo>
                    <a:pt x="12694" y="12464"/>
                    <a:pt x="12663" y="12448"/>
                    <a:pt x="12643" y="12408"/>
                  </a:cubicBezTo>
                  <a:cubicBezTo>
                    <a:pt x="12610" y="12375"/>
                    <a:pt x="12510" y="12275"/>
                    <a:pt x="12443" y="12175"/>
                  </a:cubicBezTo>
                  <a:cubicBezTo>
                    <a:pt x="12310" y="12075"/>
                    <a:pt x="12310" y="12042"/>
                    <a:pt x="12443" y="11975"/>
                  </a:cubicBezTo>
                  <a:cubicBezTo>
                    <a:pt x="12460" y="11969"/>
                    <a:pt x="12477" y="11966"/>
                    <a:pt x="12494" y="11966"/>
                  </a:cubicBezTo>
                  <a:close/>
                  <a:moveTo>
                    <a:pt x="19813" y="12607"/>
                  </a:moveTo>
                  <a:cubicBezTo>
                    <a:pt x="19854" y="12607"/>
                    <a:pt x="20006" y="12708"/>
                    <a:pt x="20082" y="12809"/>
                  </a:cubicBezTo>
                  <a:cubicBezTo>
                    <a:pt x="20101" y="12828"/>
                    <a:pt x="20098" y="12847"/>
                    <a:pt x="20079" y="12847"/>
                  </a:cubicBezTo>
                  <a:cubicBezTo>
                    <a:pt x="20065" y="12847"/>
                    <a:pt x="20043" y="12837"/>
                    <a:pt x="20015" y="12809"/>
                  </a:cubicBezTo>
                  <a:cubicBezTo>
                    <a:pt x="19915" y="12775"/>
                    <a:pt x="19848" y="12709"/>
                    <a:pt x="19815" y="12642"/>
                  </a:cubicBezTo>
                  <a:cubicBezTo>
                    <a:pt x="19799" y="12618"/>
                    <a:pt x="19800" y="12607"/>
                    <a:pt x="19813" y="12607"/>
                  </a:cubicBezTo>
                  <a:close/>
                  <a:moveTo>
                    <a:pt x="16854" y="12675"/>
                  </a:moveTo>
                  <a:cubicBezTo>
                    <a:pt x="16871" y="12675"/>
                    <a:pt x="16879" y="12709"/>
                    <a:pt x="16879" y="12775"/>
                  </a:cubicBezTo>
                  <a:cubicBezTo>
                    <a:pt x="16913" y="12842"/>
                    <a:pt x="16879" y="12909"/>
                    <a:pt x="16813" y="12909"/>
                  </a:cubicBezTo>
                  <a:cubicBezTo>
                    <a:pt x="16746" y="12909"/>
                    <a:pt x="16746" y="12875"/>
                    <a:pt x="16779" y="12775"/>
                  </a:cubicBezTo>
                  <a:cubicBezTo>
                    <a:pt x="16813" y="12709"/>
                    <a:pt x="16838" y="12675"/>
                    <a:pt x="16854" y="12675"/>
                  </a:cubicBezTo>
                  <a:close/>
                  <a:moveTo>
                    <a:pt x="32791" y="12709"/>
                  </a:moveTo>
                  <a:cubicBezTo>
                    <a:pt x="32791" y="12709"/>
                    <a:pt x="32824" y="12742"/>
                    <a:pt x="32891" y="12809"/>
                  </a:cubicBezTo>
                  <a:cubicBezTo>
                    <a:pt x="32924" y="12875"/>
                    <a:pt x="32924" y="12909"/>
                    <a:pt x="32858" y="12942"/>
                  </a:cubicBezTo>
                  <a:cubicBezTo>
                    <a:pt x="32849" y="12950"/>
                    <a:pt x="32841" y="12955"/>
                    <a:pt x="32833" y="12955"/>
                  </a:cubicBezTo>
                  <a:cubicBezTo>
                    <a:pt x="32810" y="12955"/>
                    <a:pt x="32791" y="12917"/>
                    <a:pt x="32791" y="12842"/>
                  </a:cubicBezTo>
                  <a:cubicBezTo>
                    <a:pt x="32757" y="12775"/>
                    <a:pt x="32757" y="12709"/>
                    <a:pt x="32791" y="12709"/>
                  </a:cubicBezTo>
                  <a:close/>
                  <a:moveTo>
                    <a:pt x="28711" y="12909"/>
                  </a:moveTo>
                  <a:cubicBezTo>
                    <a:pt x="28729" y="12909"/>
                    <a:pt x="28755" y="12920"/>
                    <a:pt x="28788" y="12942"/>
                  </a:cubicBezTo>
                  <a:cubicBezTo>
                    <a:pt x="28855" y="12942"/>
                    <a:pt x="28855" y="13009"/>
                    <a:pt x="28821" y="13076"/>
                  </a:cubicBezTo>
                  <a:cubicBezTo>
                    <a:pt x="28821" y="13089"/>
                    <a:pt x="28810" y="13097"/>
                    <a:pt x="28794" y="13097"/>
                  </a:cubicBezTo>
                  <a:cubicBezTo>
                    <a:pt x="28772" y="13097"/>
                    <a:pt x="28741" y="13081"/>
                    <a:pt x="28721" y="13042"/>
                  </a:cubicBezTo>
                  <a:cubicBezTo>
                    <a:pt x="28677" y="12953"/>
                    <a:pt x="28677" y="12909"/>
                    <a:pt x="28711" y="12909"/>
                  </a:cubicBezTo>
                  <a:close/>
                  <a:moveTo>
                    <a:pt x="31385" y="12930"/>
                  </a:moveTo>
                  <a:cubicBezTo>
                    <a:pt x="31394" y="12930"/>
                    <a:pt x="31407" y="12934"/>
                    <a:pt x="31423" y="12942"/>
                  </a:cubicBezTo>
                  <a:cubicBezTo>
                    <a:pt x="31523" y="12942"/>
                    <a:pt x="31523" y="12976"/>
                    <a:pt x="31523" y="13076"/>
                  </a:cubicBezTo>
                  <a:cubicBezTo>
                    <a:pt x="31508" y="13106"/>
                    <a:pt x="31493" y="13122"/>
                    <a:pt x="31475" y="13122"/>
                  </a:cubicBezTo>
                  <a:cubicBezTo>
                    <a:pt x="31453" y="13122"/>
                    <a:pt x="31427" y="13097"/>
                    <a:pt x="31390" y="13042"/>
                  </a:cubicBezTo>
                  <a:cubicBezTo>
                    <a:pt x="31365" y="12967"/>
                    <a:pt x="31359" y="12930"/>
                    <a:pt x="31385" y="12930"/>
                  </a:cubicBezTo>
                  <a:close/>
                  <a:moveTo>
                    <a:pt x="19882" y="13076"/>
                  </a:moveTo>
                  <a:cubicBezTo>
                    <a:pt x="19915" y="13076"/>
                    <a:pt x="19948" y="13109"/>
                    <a:pt x="19948" y="13176"/>
                  </a:cubicBezTo>
                  <a:cubicBezTo>
                    <a:pt x="19948" y="13206"/>
                    <a:pt x="19955" y="13222"/>
                    <a:pt x="19969" y="13222"/>
                  </a:cubicBezTo>
                  <a:cubicBezTo>
                    <a:pt x="19985" y="13222"/>
                    <a:pt x="20012" y="13197"/>
                    <a:pt x="20048" y="13142"/>
                  </a:cubicBezTo>
                  <a:cubicBezTo>
                    <a:pt x="20082" y="13109"/>
                    <a:pt x="20107" y="13092"/>
                    <a:pt x="20123" y="13092"/>
                  </a:cubicBezTo>
                  <a:cubicBezTo>
                    <a:pt x="20140" y="13092"/>
                    <a:pt x="20148" y="13109"/>
                    <a:pt x="20148" y="13142"/>
                  </a:cubicBezTo>
                  <a:cubicBezTo>
                    <a:pt x="20148" y="13231"/>
                    <a:pt x="20060" y="13305"/>
                    <a:pt x="19980" y="13305"/>
                  </a:cubicBezTo>
                  <a:cubicBezTo>
                    <a:pt x="19941" y="13305"/>
                    <a:pt x="19904" y="13287"/>
                    <a:pt x="19882" y="13242"/>
                  </a:cubicBezTo>
                  <a:cubicBezTo>
                    <a:pt x="19815" y="13176"/>
                    <a:pt x="19848" y="13109"/>
                    <a:pt x="19882" y="13076"/>
                  </a:cubicBezTo>
                  <a:close/>
                  <a:moveTo>
                    <a:pt x="13047" y="12433"/>
                  </a:moveTo>
                  <a:cubicBezTo>
                    <a:pt x="13101" y="12433"/>
                    <a:pt x="13156" y="12487"/>
                    <a:pt x="13210" y="12542"/>
                  </a:cubicBezTo>
                  <a:cubicBezTo>
                    <a:pt x="13244" y="12642"/>
                    <a:pt x="13377" y="12709"/>
                    <a:pt x="13477" y="12709"/>
                  </a:cubicBezTo>
                  <a:cubicBezTo>
                    <a:pt x="13610" y="12709"/>
                    <a:pt x="13644" y="12742"/>
                    <a:pt x="13610" y="13009"/>
                  </a:cubicBezTo>
                  <a:cubicBezTo>
                    <a:pt x="13578" y="13255"/>
                    <a:pt x="13545" y="13380"/>
                    <a:pt x="13484" y="13380"/>
                  </a:cubicBezTo>
                  <a:cubicBezTo>
                    <a:pt x="13422" y="13380"/>
                    <a:pt x="13329" y="13247"/>
                    <a:pt x="13177" y="12976"/>
                  </a:cubicBezTo>
                  <a:cubicBezTo>
                    <a:pt x="13010" y="12642"/>
                    <a:pt x="12943" y="12475"/>
                    <a:pt x="13010" y="12442"/>
                  </a:cubicBezTo>
                  <a:cubicBezTo>
                    <a:pt x="13022" y="12436"/>
                    <a:pt x="13035" y="12433"/>
                    <a:pt x="13047" y="12433"/>
                  </a:cubicBezTo>
                  <a:close/>
                  <a:moveTo>
                    <a:pt x="29021" y="13476"/>
                  </a:moveTo>
                  <a:cubicBezTo>
                    <a:pt x="29055" y="13476"/>
                    <a:pt x="29088" y="13509"/>
                    <a:pt x="29155" y="13543"/>
                  </a:cubicBezTo>
                  <a:cubicBezTo>
                    <a:pt x="29222" y="13609"/>
                    <a:pt x="29222" y="13643"/>
                    <a:pt x="29188" y="13676"/>
                  </a:cubicBezTo>
                  <a:cubicBezTo>
                    <a:pt x="29179" y="13685"/>
                    <a:pt x="29168" y="13689"/>
                    <a:pt x="29156" y="13689"/>
                  </a:cubicBezTo>
                  <a:cubicBezTo>
                    <a:pt x="29122" y="13689"/>
                    <a:pt x="29079" y="13658"/>
                    <a:pt x="29055" y="13609"/>
                  </a:cubicBezTo>
                  <a:cubicBezTo>
                    <a:pt x="29021" y="13543"/>
                    <a:pt x="29021" y="13509"/>
                    <a:pt x="29021" y="13476"/>
                  </a:cubicBezTo>
                  <a:close/>
                  <a:moveTo>
                    <a:pt x="29343" y="13400"/>
                  </a:moveTo>
                  <a:cubicBezTo>
                    <a:pt x="29378" y="13400"/>
                    <a:pt x="29428" y="13455"/>
                    <a:pt x="29455" y="13509"/>
                  </a:cubicBezTo>
                  <a:cubicBezTo>
                    <a:pt x="29522" y="13609"/>
                    <a:pt x="29522" y="13676"/>
                    <a:pt x="29488" y="13709"/>
                  </a:cubicBezTo>
                  <a:cubicBezTo>
                    <a:pt x="29455" y="13709"/>
                    <a:pt x="29388" y="13676"/>
                    <a:pt x="29355" y="13576"/>
                  </a:cubicBezTo>
                  <a:cubicBezTo>
                    <a:pt x="29288" y="13509"/>
                    <a:pt x="29288" y="13409"/>
                    <a:pt x="29322" y="13409"/>
                  </a:cubicBezTo>
                  <a:cubicBezTo>
                    <a:pt x="29328" y="13403"/>
                    <a:pt x="29335" y="13400"/>
                    <a:pt x="29343" y="13400"/>
                  </a:cubicBezTo>
                  <a:close/>
                  <a:moveTo>
                    <a:pt x="31623" y="13309"/>
                  </a:moveTo>
                  <a:cubicBezTo>
                    <a:pt x="31790" y="13342"/>
                    <a:pt x="31790" y="13342"/>
                    <a:pt x="31723" y="13576"/>
                  </a:cubicBezTo>
                  <a:cubicBezTo>
                    <a:pt x="31670" y="13718"/>
                    <a:pt x="31608" y="13794"/>
                    <a:pt x="31571" y="13794"/>
                  </a:cubicBezTo>
                  <a:cubicBezTo>
                    <a:pt x="31538" y="13794"/>
                    <a:pt x="31525" y="13734"/>
                    <a:pt x="31557" y="13609"/>
                  </a:cubicBezTo>
                  <a:cubicBezTo>
                    <a:pt x="31577" y="13487"/>
                    <a:pt x="31523" y="13415"/>
                    <a:pt x="31462" y="13415"/>
                  </a:cubicBezTo>
                  <a:cubicBezTo>
                    <a:pt x="31424" y="13415"/>
                    <a:pt x="31382" y="13444"/>
                    <a:pt x="31356" y="13509"/>
                  </a:cubicBezTo>
                  <a:cubicBezTo>
                    <a:pt x="31337" y="13528"/>
                    <a:pt x="31318" y="13548"/>
                    <a:pt x="31299" y="13548"/>
                  </a:cubicBezTo>
                  <a:cubicBezTo>
                    <a:pt x="31285" y="13548"/>
                    <a:pt x="31271" y="13537"/>
                    <a:pt x="31256" y="13509"/>
                  </a:cubicBezTo>
                  <a:cubicBezTo>
                    <a:pt x="31190" y="13409"/>
                    <a:pt x="31390" y="13309"/>
                    <a:pt x="31623" y="13309"/>
                  </a:cubicBezTo>
                  <a:close/>
                  <a:moveTo>
                    <a:pt x="10830" y="12465"/>
                  </a:moveTo>
                  <a:cubicBezTo>
                    <a:pt x="10876" y="12465"/>
                    <a:pt x="10940" y="12481"/>
                    <a:pt x="11009" y="12509"/>
                  </a:cubicBezTo>
                  <a:cubicBezTo>
                    <a:pt x="11175" y="12609"/>
                    <a:pt x="11175" y="12642"/>
                    <a:pt x="11009" y="12709"/>
                  </a:cubicBezTo>
                  <a:cubicBezTo>
                    <a:pt x="10842" y="12809"/>
                    <a:pt x="10842" y="13076"/>
                    <a:pt x="10975" y="13142"/>
                  </a:cubicBezTo>
                  <a:cubicBezTo>
                    <a:pt x="11042" y="13176"/>
                    <a:pt x="11009" y="13209"/>
                    <a:pt x="10975" y="13209"/>
                  </a:cubicBezTo>
                  <a:cubicBezTo>
                    <a:pt x="10875" y="13242"/>
                    <a:pt x="10842" y="13409"/>
                    <a:pt x="10909" y="13676"/>
                  </a:cubicBezTo>
                  <a:cubicBezTo>
                    <a:pt x="10942" y="13776"/>
                    <a:pt x="10909" y="13876"/>
                    <a:pt x="10842" y="13910"/>
                  </a:cubicBezTo>
                  <a:cubicBezTo>
                    <a:pt x="10808" y="13921"/>
                    <a:pt x="10783" y="13928"/>
                    <a:pt x="10762" y="13928"/>
                  </a:cubicBezTo>
                  <a:cubicBezTo>
                    <a:pt x="10720" y="13928"/>
                    <a:pt x="10697" y="13898"/>
                    <a:pt x="10675" y="13809"/>
                  </a:cubicBezTo>
                  <a:cubicBezTo>
                    <a:pt x="10675" y="13743"/>
                    <a:pt x="10608" y="13576"/>
                    <a:pt x="10575" y="13443"/>
                  </a:cubicBezTo>
                  <a:cubicBezTo>
                    <a:pt x="10542" y="13309"/>
                    <a:pt x="10542" y="13242"/>
                    <a:pt x="10575" y="13242"/>
                  </a:cubicBezTo>
                  <a:cubicBezTo>
                    <a:pt x="10608" y="13242"/>
                    <a:pt x="10642" y="13109"/>
                    <a:pt x="10642" y="12942"/>
                  </a:cubicBezTo>
                  <a:cubicBezTo>
                    <a:pt x="10642" y="12775"/>
                    <a:pt x="10675" y="12642"/>
                    <a:pt x="10742" y="12642"/>
                  </a:cubicBezTo>
                  <a:cubicBezTo>
                    <a:pt x="10775" y="12642"/>
                    <a:pt x="10808" y="12609"/>
                    <a:pt x="10775" y="12575"/>
                  </a:cubicBezTo>
                  <a:cubicBezTo>
                    <a:pt x="10736" y="12497"/>
                    <a:pt x="10766" y="12465"/>
                    <a:pt x="10830" y="12465"/>
                  </a:cubicBezTo>
                  <a:close/>
                  <a:moveTo>
                    <a:pt x="19987" y="13722"/>
                  </a:moveTo>
                  <a:cubicBezTo>
                    <a:pt x="20025" y="13722"/>
                    <a:pt x="20073" y="13759"/>
                    <a:pt x="20115" y="13843"/>
                  </a:cubicBezTo>
                  <a:cubicBezTo>
                    <a:pt x="20182" y="13910"/>
                    <a:pt x="20148" y="14010"/>
                    <a:pt x="20082" y="14043"/>
                  </a:cubicBezTo>
                  <a:cubicBezTo>
                    <a:pt x="20045" y="14067"/>
                    <a:pt x="20017" y="14083"/>
                    <a:pt x="19995" y="14083"/>
                  </a:cubicBezTo>
                  <a:cubicBezTo>
                    <a:pt x="19957" y="14083"/>
                    <a:pt x="19936" y="14036"/>
                    <a:pt x="19915" y="13910"/>
                  </a:cubicBezTo>
                  <a:cubicBezTo>
                    <a:pt x="19896" y="13793"/>
                    <a:pt x="19933" y="13722"/>
                    <a:pt x="19987" y="13722"/>
                  </a:cubicBezTo>
                  <a:close/>
                  <a:moveTo>
                    <a:pt x="27749" y="11904"/>
                  </a:moveTo>
                  <a:cubicBezTo>
                    <a:pt x="27804" y="11904"/>
                    <a:pt x="27890" y="11972"/>
                    <a:pt x="27987" y="12108"/>
                  </a:cubicBezTo>
                  <a:cubicBezTo>
                    <a:pt x="28054" y="12208"/>
                    <a:pt x="28321" y="12675"/>
                    <a:pt x="28588" y="13109"/>
                  </a:cubicBezTo>
                  <a:cubicBezTo>
                    <a:pt x="29021" y="13776"/>
                    <a:pt x="29055" y="13910"/>
                    <a:pt x="28988" y="14043"/>
                  </a:cubicBezTo>
                  <a:cubicBezTo>
                    <a:pt x="28955" y="14143"/>
                    <a:pt x="28888" y="14243"/>
                    <a:pt x="28855" y="14276"/>
                  </a:cubicBezTo>
                  <a:cubicBezTo>
                    <a:pt x="28852" y="14278"/>
                    <a:pt x="28848" y="14279"/>
                    <a:pt x="28845" y="14279"/>
                  </a:cubicBezTo>
                  <a:cubicBezTo>
                    <a:pt x="28770" y="14279"/>
                    <a:pt x="28583" y="13959"/>
                    <a:pt x="28488" y="13609"/>
                  </a:cubicBezTo>
                  <a:cubicBezTo>
                    <a:pt x="28454" y="13443"/>
                    <a:pt x="28254" y="13042"/>
                    <a:pt x="28054" y="12709"/>
                  </a:cubicBezTo>
                  <a:cubicBezTo>
                    <a:pt x="27854" y="12375"/>
                    <a:pt x="27687" y="12075"/>
                    <a:pt x="27687" y="12008"/>
                  </a:cubicBezTo>
                  <a:cubicBezTo>
                    <a:pt x="27687" y="11939"/>
                    <a:pt x="27710" y="11904"/>
                    <a:pt x="27749" y="11904"/>
                  </a:cubicBezTo>
                  <a:close/>
                  <a:moveTo>
                    <a:pt x="20048" y="14210"/>
                  </a:moveTo>
                  <a:cubicBezTo>
                    <a:pt x="20115" y="14210"/>
                    <a:pt x="20182" y="14243"/>
                    <a:pt x="20182" y="14276"/>
                  </a:cubicBezTo>
                  <a:cubicBezTo>
                    <a:pt x="20215" y="14310"/>
                    <a:pt x="20215" y="14377"/>
                    <a:pt x="20182" y="14377"/>
                  </a:cubicBezTo>
                  <a:cubicBezTo>
                    <a:pt x="20164" y="14385"/>
                    <a:pt x="20146" y="14390"/>
                    <a:pt x="20129" y="14390"/>
                  </a:cubicBezTo>
                  <a:cubicBezTo>
                    <a:pt x="20082" y="14390"/>
                    <a:pt x="20039" y="14359"/>
                    <a:pt x="20015" y="14310"/>
                  </a:cubicBezTo>
                  <a:cubicBezTo>
                    <a:pt x="19982" y="14243"/>
                    <a:pt x="20015" y="14210"/>
                    <a:pt x="20048" y="14210"/>
                  </a:cubicBezTo>
                  <a:close/>
                  <a:moveTo>
                    <a:pt x="7685" y="14096"/>
                  </a:moveTo>
                  <a:cubicBezTo>
                    <a:pt x="7707" y="14096"/>
                    <a:pt x="7726" y="14100"/>
                    <a:pt x="7740" y="14110"/>
                  </a:cubicBezTo>
                  <a:cubicBezTo>
                    <a:pt x="7806" y="14143"/>
                    <a:pt x="7806" y="14210"/>
                    <a:pt x="7773" y="14276"/>
                  </a:cubicBezTo>
                  <a:cubicBezTo>
                    <a:pt x="7733" y="14357"/>
                    <a:pt x="7607" y="14401"/>
                    <a:pt x="7499" y="14401"/>
                  </a:cubicBezTo>
                  <a:cubicBezTo>
                    <a:pt x="7428" y="14401"/>
                    <a:pt x="7366" y="14383"/>
                    <a:pt x="7339" y="14343"/>
                  </a:cubicBezTo>
                  <a:cubicBezTo>
                    <a:pt x="7282" y="14257"/>
                    <a:pt x="7546" y="14096"/>
                    <a:pt x="7685" y="14096"/>
                  </a:cubicBezTo>
                  <a:close/>
                  <a:moveTo>
                    <a:pt x="31657" y="13876"/>
                  </a:moveTo>
                  <a:cubicBezTo>
                    <a:pt x="31723" y="13876"/>
                    <a:pt x="31857" y="13943"/>
                    <a:pt x="31924" y="14076"/>
                  </a:cubicBezTo>
                  <a:cubicBezTo>
                    <a:pt x="32057" y="14243"/>
                    <a:pt x="32057" y="14310"/>
                    <a:pt x="31957" y="14377"/>
                  </a:cubicBezTo>
                  <a:cubicBezTo>
                    <a:pt x="31915" y="14402"/>
                    <a:pt x="31876" y="14412"/>
                    <a:pt x="31842" y="14412"/>
                  </a:cubicBezTo>
                  <a:cubicBezTo>
                    <a:pt x="31742" y="14412"/>
                    <a:pt x="31698" y="14318"/>
                    <a:pt x="31823" y="14243"/>
                  </a:cubicBezTo>
                  <a:cubicBezTo>
                    <a:pt x="31857" y="14210"/>
                    <a:pt x="31823" y="14210"/>
                    <a:pt x="31723" y="14210"/>
                  </a:cubicBezTo>
                  <a:cubicBezTo>
                    <a:pt x="31657" y="14210"/>
                    <a:pt x="31523" y="14143"/>
                    <a:pt x="31490" y="14076"/>
                  </a:cubicBezTo>
                  <a:cubicBezTo>
                    <a:pt x="31465" y="14027"/>
                    <a:pt x="31459" y="13997"/>
                    <a:pt x="31483" y="13997"/>
                  </a:cubicBezTo>
                  <a:cubicBezTo>
                    <a:pt x="31492" y="13997"/>
                    <a:pt x="31505" y="14001"/>
                    <a:pt x="31523" y="14010"/>
                  </a:cubicBezTo>
                  <a:cubicBezTo>
                    <a:pt x="31547" y="14033"/>
                    <a:pt x="31604" y="14057"/>
                    <a:pt x="31647" y="14057"/>
                  </a:cubicBezTo>
                  <a:cubicBezTo>
                    <a:pt x="31665" y="14057"/>
                    <a:pt x="31680" y="14053"/>
                    <a:pt x="31690" y="14043"/>
                  </a:cubicBezTo>
                  <a:cubicBezTo>
                    <a:pt x="31723" y="14010"/>
                    <a:pt x="31723" y="13976"/>
                    <a:pt x="31657" y="13943"/>
                  </a:cubicBezTo>
                  <a:cubicBezTo>
                    <a:pt x="31590" y="13910"/>
                    <a:pt x="31590" y="13910"/>
                    <a:pt x="31657" y="13876"/>
                  </a:cubicBezTo>
                  <a:close/>
                  <a:moveTo>
                    <a:pt x="17313" y="14610"/>
                  </a:moveTo>
                  <a:cubicBezTo>
                    <a:pt x="17380" y="14643"/>
                    <a:pt x="17346" y="14710"/>
                    <a:pt x="17280" y="14743"/>
                  </a:cubicBezTo>
                  <a:cubicBezTo>
                    <a:pt x="17263" y="14760"/>
                    <a:pt x="17238" y="14768"/>
                    <a:pt x="17213" y="14768"/>
                  </a:cubicBezTo>
                  <a:cubicBezTo>
                    <a:pt x="17188" y="14768"/>
                    <a:pt x="17163" y="14760"/>
                    <a:pt x="17146" y="14743"/>
                  </a:cubicBezTo>
                  <a:cubicBezTo>
                    <a:pt x="17113" y="14677"/>
                    <a:pt x="17113" y="14643"/>
                    <a:pt x="17146" y="14610"/>
                  </a:cubicBezTo>
                  <a:close/>
                  <a:moveTo>
                    <a:pt x="7961" y="14578"/>
                  </a:moveTo>
                  <a:cubicBezTo>
                    <a:pt x="7973" y="14578"/>
                    <a:pt x="7973" y="14602"/>
                    <a:pt x="7973" y="14643"/>
                  </a:cubicBezTo>
                  <a:cubicBezTo>
                    <a:pt x="7973" y="14710"/>
                    <a:pt x="7906" y="14777"/>
                    <a:pt x="7840" y="14810"/>
                  </a:cubicBezTo>
                  <a:cubicBezTo>
                    <a:pt x="7804" y="14834"/>
                    <a:pt x="7781" y="14845"/>
                    <a:pt x="7770" y="14845"/>
                  </a:cubicBezTo>
                  <a:cubicBezTo>
                    <a:pt x="7748" y="14845"/>
                    <a:pt x="7763" y="14808"/>
                    <a:pt x="7806" y="14743"/>
                  </a:cubicBezTo>
                  <a:cubicBezTo>
                    <a:pt x="7904" y="14626"/>
                    <a:pt x="7945" y="14578"/>
                    <a:pt x="7961" y="14578"/>
                  </a:cubicBezTo>
                  <a:close/>
                  <a:moveTo>
                    <a:pt x="29152" y="14798"/>
                  </a:moveTo>
                  <a:cubicBezTo>
                    <a:pt x="29186" y="14798"/>
                    <a:pt x="29230" y="14835"/>
                    <a:pt x="29255" y="14910"/>
                  </a:cubicBezTo>
                  <a:cubicBezTo>
                    <a:pt x="29322" y="14977"/>
                    <a:pt x="29288" y="15077"/>
                    <a:pt x="29222" y="15110"/>
                  </a:cubicBezTo>
                  <a:cubicBezTo>
                    <a:pt x="29205" y="15119"/>
                    <a:pt x="29190" y="15123"/>
                    <a:pt x="29177" y="15123"/>
                  </a:cubicBezTo>
                  <a:cubicBezTo>
                    <a:pt x="29138" y="15123"/>
                    <a:pt x="29113" y="15085"/>
                    <a:pt x="29088" y="15010"/>
                  </a:cubicBezTo>
                  <a:cubicBezTo>
                    <a:pt x="29055" y="14910"/>
                    <a:pt x="29055" y="14810"/>
                    <a:pt x="29122" y="14810"/>
                  </a:cubicBezTo>
                  <a:cubicBezTo>
                    <a:pt x="29130" y="14802"/>
                    <a:pt x="29140" y="14798"/>
                    <a:pt x="29152" y="14798"/>
                  </a:cubicBezTo>
                  <a:close/>
                  <a:moveTo>
                    <a:pt x="11980" y="15289"/>
                  </a:moveTo>
                  <a:cubicBezTo>
                    <a:pt x="11998" y="15289"/>
                    <a:pt x="12009" y="15297"/>
                    <a:pt x="12009" y="15311"/>
                  </a:cubicBezTo>
                  <a:cubicBezTo>
                    <a:pt x="11976" y="15344"/>
                    <a:pt x="11909" y="15411"/>
                    <a:pt x="11876" y="15411"/>
                  </a:cubicBezTo>
                  <a:cubicBezTo>
                    <a:pt x="11809" y="15411"/>
                    <a:pt x="11809" y="15377"/>
                    <a:pt x="11876" y="15344"/>
                  </a:cubicBezTo>
                  <a:cubicBezTo>
                    <a:pt x="11915" y="15305"/>
                    <a:pt x="11954" y="15289"/>
                    <a:pt x="11980" y="15289"/>
                  </a:cubicBezTo>
                  <a:close/>
                  <a:moveTo>
                    <a:pt x="19081" y="13367"/>
                  </a:moveTo>
                  <a:cubicBezTo>
                    <a:pt x="19127" y="13367"/>
                    <a:pt x="19154" y="13421"/>
                    <a:pt x="19181" y="13476"/>
                  </a:cubicBezTo>
                  <a:cubicBezTo>
                    <a:pt x="19214" y="13576"/>
                    <a:pt x="19248" y="13743"/>
                    <a:pt x="19281" y="13843"/>
                  </a:cubicBezTo>
                  <a:cubicBezTo>
                    <a:pt x="19348" y="13976"/>
                    <a:pt x="19315" y="14110"/>
                    <a:pt x="19281" y="14143"/>
                  </a:cubicBezTo>
                  <a:cubicBezTo>
                    <a:pt x="19214" y="14176"/>
                    <a:pt x="19214" y="14276"/>
                    <a:pt x="19248" y="14377"/>
                  </a:cubicBezTo>
                  <a:cubicBezTo>
                    <a:pt x="19315" y="14543"/>
                    <a:pt x="19315" y="14577"/>
                    <a:pt x="18881" y="14844"/>
                  </a:cubicBezTo>
                  <a:cubicBezTo>
                    <a:pt x="18781" y="14910"/>
                    <a:pt x="18747" y="15010"/>
                    <a:pt x="18781" y="15144"/>
                  </a:cubicBezTo>
                  <a:cubicBezTo>
                    <a:pt x="18814" y="15244"/>
                    <a:pt x="18814" y="15444"/>
                    <a:pt x="18747" y="15544"/>
                  </a:cubicBezTo>
                  <a:cubicBezTo>
                    <a:pt x="18695" y="15649"/>
                    <a:pt x="18670" y="15699"/>
                    <a:pt x="18649" y="15699"/>
                  </a:cubicBezTo>
                  <a:cubicBezTo>
                    <a:pt x="18629" y="15699"/>
                    <a:pt x="18613" y="15657"/>
                    <a:pt x="18581" y="15577"/>
                  </a:cubicBezTo>
                  <a:cubicBezTo>
                    <a:pt x="18547" y="15444"/>
                    <a:pt x="18547" y="15277"/>
                    <a:pt x="18614" y="15210"/>
                  </a:cubicBezTo>
                  <a:cubicBezTo>
                    <a:pt x="18647" y="15110"/>
                    <a:pt x="18681" y="15010"/>
                    <a:pt x="18647" y="14944"/>
                  </a:cubicBezTo>
                  <a:cubicBezTo>
                    <a:pt x="18581" y="14844"/>
                    <a:pt x="18948" y="13443"/>
                    <a:pt x="19048" y="13376"/>
                  </a:cubicBezTo>
                  <a:cubicBezTo>
                    <a:pt x="19060" y="13370"/>
                    <a:pt x="19071" y="13367"/>
                    <a:pt x="19081" y="13367"/>
                  </a:cubicBezTo>
                  <a:close/>
                  <a:moveTo>
                    <a:pt x="7850" y="15596"/>
                  </a:moveTo>
                  <a:cubicBezTo>
                    <a:pt x="7884" y="15596"/>
                    <a:pt x="7929" y="15611"/>
                    <a:pt x="7973" y="15611"/>
                  </a:cubicBezTo>
                  <a:cubicBezTo>
                    <a:pt x="8006" y="15644"/>
                    <a:pt x="8006" y="15711"/>
                    <a:pt x="7940" y="15744"/>
                  </a:cubicBezTo>
                  <a:cubicBezTo>
                    <a:pt x="7912" y="15758"/>
                    <a:pt x="7884" y="15766"/>
                    <a:pt x="7859" y="15766"/>
                  </a:cubicBezTo>
                  <a:cubicBezTo>
                    <a:pt x="7824" y="15766"/>
                    <a:pt x="7793" y="15750"/>
                    <a:pt x="7773" y="15711"/>
                  </a:cubicBezTo>
                  <a:cubicBezTo>
                    <a:pt x="7740" y="15677"/>
                    <a:pt x="7773" y="15644"/>
                    <a:pt x="7806" y="15611"/>
                  </a:cubicBezTo>
                  <a:cubicBezTo>
                    <a:pt x="7817" y="15600"/>
                    <a:pt x="7832" y="15596"/>
                    <a:pt x="7850" y="15596"/>
                  </a:cubicBezTo>
                  <a:close/>
                  <a:moveTo>
                    <a:pt x="7908" y="15864"/>
                  </a:moveTo>
                  <a:cubicBezTo>
                    <a:pt x="7940" y="15864"/>
                    <a:pt x="7973" y="15887"/>
                    <a:pt x="7973" y="15911"/>
                  </a:cubicBezTo>
                  <a:cubicBezTo>
                    <a:pt x="8006" y="15944"/>
                    <a:pt x="8006" y="16011"/>
                    <a:pt x="7973" y="16044"/>
                  </a:cubicBezTo>
                  <a:cubicBezTo>
                    <a:pt x="7959" y="16073"/>
                    <a:pt x="7945" y="16083"/>
                    <a:pt x="7931" y="16083"/>
                  </a:cubicBezTo>
                  <a:cubicBezTo>
                    <a:pt x="7912" y="16083"/>
                    <a:pt x="7892" y="16064"/>
                    <a:pt x="7873" y="16044"/>
                  </a:cubicBezTo>
                  <a:cubicBezTo>
                    <a:pt x="7840" y="15978"/>
                    <a:pt x="7840" y="15911"/>
                    <a:pt x="7873" y="15878"/>
                  </a:cubicBezTo>
                  <a:cubicBezTo>
                    <a:pt x="7883" y="15868"/>
                    <a:pt x="7895" y="15864"/>
                    <a:pt x="7908" y="15864"/>
                  </a:cubicBezTo>
                  <a:close/>
                  <a:moveTo>
                    <a:pt x="18795" y="15906"/>
                  </a:moveTo>
                  <a:cubicBezTo>
                    <a:pt x="18819" y="15906"/>
                    <a:pt x="18850" y="15931"/>
                    <a:pt x="18881" y="15978"/>
                  </a:cubicBezTo>
                  <a:cubicBezTo>
                    <a:pt x="18914" y="16044"/>
                    <a:pt x="18914" y="16111"/>
                    <a:pt x="18848" y="16111"/>
                  </a:cubicBezTo>
                  <a:cubicBezTo>
                    <a:pt x="18781" y="16111"/>
                    <a:pt x="18747" y="16044"/>
                    <a:pt x="18747" y="16011"/>
                  </a:cubicBezTo>
                  <a:cubicBezTo>
                    <a:pt x="18747" y="15940"/>
                    <a:pt x="18767" y="15906"/>
                    <a:pt x="18795" y="15906"/>
                  </a:cubicBezTo>
                  <a:close/>
                  <a:moveTo>
                    <a:pt x="1729" y="16032"/>
                  </a:moveTo>
                  <a:cubicBezTo>
                    <a:pt x="1783" y="16032"/>
                    <a:pt x="1802" y="16076"/>
                    <a:pt x="1802" y="16178"/>
                  </a:cubicBezTo>
                  <a:cubicBezTo>
                    <a:pt x="1825" y="16315"/>
                    <a:pt x="1785" y="16405"/>
                    <a:pt x="1725" y="16405"/>
                  </a:cubicBezTo>
                  <a:cubicBezTo>
                    <a:pt x="1698" y="16405"/>
                    <a:pt x="1667" y="16386"/>
                    <a:pt x="1635" y="16345"/>
                  </a:cubicBezTo>
                  <a:cubicBezTo>
                    <a:pt x="1569" y="16211"/>
                    <a:pt x="1569" y="16111"/>
                    <a:pt x="1669" y="16044"/>
                  </a:cubicBezTo>
                  <a:cubicBezTo>
                    <a:pt x="1692" y="16037"/>
                    <a:pt x="1712" y="16032"/>
                    <a:pt x="1729" y="16032"/>
                  </a:cubicBezTo>
                  <a:close/>
                  <a:moveTo>
                    <a:pt x="7936" y="16520"/>
                  </a:moveTo>
                  <a:cubicBezTo>
                    <a:pt x="7956" y="16520"/>
                    <a:pt x="7973" y="16528"/>
                    <a:pt x="7973" y="16545"/>
                  </a:cubicBezTo>
                  <a:cubicBezTo>
                    <a:pt x="7973" y="16545"/>
                    <a:pt x="7973" y="16611"/>
                    <a:pt x="7940" y="16645"/>
                  </a:cubicBezTo>
                  <a:cubicBezTo>
                    <a:pt x="7920" y="16684"/>
                    <a:pt x="7901" y="16700"/>
                    <a:pt x="7881" y="16700"/>
                  </a:cubicBezTo>
                  <a:cubicBezTo>
                    <a:pt x="7867" y="16700"/>
                    <a:pt x="7854" y="16692"/>
                    <a:pt x="7840" y="16678"/>
                  </a:cubicBezTo>
                  <a:cubicBezTo>
                    <a:pt x="7840" y="16611"/>
                    <a:pt x="7840" y="16578"/>
                    <a:pt x="7873" y="16545"/>
                  </a:cubicBezTo>
                  <a:cubicBezTo>
                    <a:pt x="7890" y="16528"/>
                    <a:pt x="7915" y="16520"/>
                    <a:pt x="7936" y="16520"/>
                  </a:cubicBezTo>
                  <a:close/>
                  <a:moveTo>
                    <a:pt x="17380" y="15744"/>
                  </a:moveTo>
                  <a:cubicBezTo>
                    <a:pt x="17413" y="15744"/>
                    <a:pt x="17447" y="15811"/>
                    <a:pt x="17447" y="15911"/>
                  </a:cubicBezTo>
                  <a:cubicBezTo>
                    <a:pt x="17447" y="16011"/>
                    <a:pt x="17480" y="16178"/>
                    <a:pt x="17480" y="16278"/>
                  </a:cubicBezTo>
                  <a:cubicBezTo>
                    <a:pt x="17480" y="16378"/>
                    <a:pt x="17513" y="16545"/>
                    <a:pt x="17580" y="16611"/>
                  </a:cubicBezTo>
                  <a:cubicBezTo>
                    <a:pt x="17647" y="16678"/>
                    <a:pt x="17613" y="16778"/>
                    <a:pt x="17547" y="16812"/>
                  </a:cubicBezTo>
                  <a:cubicBezTo>
                    <a:pt x="17504" y="16837"/>
                    <a:pt x="17468" y="16850"/>
                    <a:pt x="17438" y="16850"/>
                  </a:cubicBezTo>
                  <a:cubicBezTo>
                    <a:pt x="17352" y="16850"/>
                    <a:pt x="17322" y="16743"/>
                    <a:pt x="17346" y="16545"/>
                  </a:cubicBezTo>
                  <a:cubicBezTo>
                    <a:pt x="17380" y="16411"/>
                    <a:pt x="17346" y="16245"/>
                    <a:pt x="17313" y="16178"/>
                  </a:cubicBezTo>
                  <a:cubicBezTo>
                    <a:pt x="17246" y="16044"/>
                    <a:pt x="17280" y="15811"/>
                    <a:pt x="17380" y="15744"/>
                  </a:cubicBezTo>
                  <a:close/>
                  <a:moveTo>
                    <a:pt x="5855" y="16787"/>
                  </a:moveTo>
                  <a:cubicBezTo>
                    <a:pt x="5872" y="16787"/>
                    <a:pt x="5888" y="16795"/>
                    <a:pt x="5905" y="16812"/>
                  </a:cubicBezTo>
                  <a:cubicBezTo>
                    <a:pt x="5905" y="16812"/>
                    <a:pt x="5905" y="16878"/>
                    <a:pt x="5872" y="16912"/>
                  </a:cubicBezTo>
                  <a:cubicBezTo>
                    <a:pt x="5852" y="16951"/>
                    <a:pt x="5833" y="16967"/>
                    <a:pt x="5813" y="16967"/>
                  </a:cubicBezTo>
                  <a:cubicBezTo>
                    <a:pt x="5799" y="16967"/>
                    <a:pt x="5785" y="16959"/>
                    <a:pt x="5772" y="16945"/>
                  </a:cubicBezTo>
                  <a:cubicBezTo>
                    <a:pt x="5738" y="16878"/>
                    <a:pt x="5772" y="16845"/>
                    <a:pt x="5805" y="16812"/>
                  </a:cubicBezTo>
                  <a:cubicBezTo>
                    <a:pt x="5822" y="16795"/>
                    <a:pt x="5838" y="16787"/>
                    <a:pt x="5855" y="16787"/>
                  </a:cubicBezTo>
                  <a:close/>
                  <a:moveTo>
                    <a:pt x="18793" y="16666"/>
                  </a:moveTo>
                  <a:cubicBezTo>
                    <a:pt x="18863" y="16666"/>
                    <a:pt x="18889" y="16710"/>
                    <a:pt x="18914" y="16812"/>
                  </a:cubicBezTo>
                  <a:cubicBezTo>
                    <a:pt x="18969" y="16993"/>
                    <a:pt x="18974" y="17076"/>
                    <a:pt x="18929" y="17076"/>
                  </a:cubicBezTo>
                  <a:cubicBezTo>
                    <a:pt x="18892" y="17076"/>
                    <a:pt x="18820" y="17018"/>
                    <a:pt x="18714" y="16912"/>
                  </a:cubicBezTo>
                  <a:cubicBezTo>
                    <a:pt x="18581" y="16778"/>
                    <a:pt x="18581" y="16745"/>
                    <a:pt x="18714" y="16678"/>
                  </a:cubicBezTo>
                  <a:cubicBezTo>
                    <a:pt x="18746" y="16670"/>
                    <a:pt x="18772" y="16666"/>
                    <a:pt x="18793" y="16666"/>
                  </a:cubicBezTo>
                  <a:close/>
                  <a:moveTo>
                    <a:pt x="5519" y="17103"/>
                  </a:moveTo>
                  <a:cubicBezTo>
                    <a:pt x="5537" y="17103"/>
                    <a:pt x="5532" y="17168"/>
                    <a:pt x="5505" y="17279"/>
                  </a:cubicBezTo>
                  <a:cubicBezTo>
                    <a:pt x="5505" y="17412"/>
                    <a:pt x="5438" y="17512"/>
                    <a:pt x="5405" y="17545"/>
                  </a:cubicBezTo>
                  <a:cubicBezTo>
                    <a:pt x="5371" y="17545"/>
                    <a:pt x="5371" y="17479"/>
                    <a:pt x="5405" y="17345"/>
                  </a:cubicBezTo>
                  <a:cubicBezTo>
                    <a:pt x="5438" y="17212"/>
                    <a:pt x="5471" y="17112"/>
                    <a:pt x="5505" y="17112"/>
                  </a:cubicBezTo>
                  <a:cubicBezTo>
                    <a:pt x="5510" y="17106"/>
                    <a:pt x="5515" y="17103"/>
                    <a:pt x="5519" y="17103"/>
                  </a:cubicBezTo>
                  <a:close/>
                  <a:moveTo>
                    <a:pt x="17619" y="17439"/>
                  </a:moveTo>
                  <a:cubicBezTo>
                    <a:pt x="17653" y="17439"/>
                    <a:pt x="17688" y="17461"/>
                    <a:pt x="17713" y="17512"/>
                  </a:cubicBezTo>
                  <a:cubicBezTo>
                    <a:pt x="17747" y="17545"/>
                    <a:pt x="17713" y="17612"/>
                    <a:pt x="17647" y="17646"/>
                  </a:cubicBezTo>
                  <a:cubicBezTo>
                    <a:pt x="17629" y="17654"/>
                    <a:pt x="17613" y="17659"/>
                    <a:pt x="17600" y="17659"/>
                  </a:cubicBezTo>
                  <a:cubicBezTo>
                    <a:pt x="17562" y="17659"/>
                    <a:pt x="17538" y="17628"/>
                    <a:pt x="17513" y="17579"/>
                  </a:cubicBezTo>
                  <a:cubicBezTo>
                    <a:pt x="17513" y="17496"/>
                    <a:pt x="17564" y="17439"/>
                    <a:pt x="17619" y="17439"/>
                  </a:cubicBezTo>
                  <a:close/>
                  <a:moveTo>
                    <a:pt x="15683" y="17400"/>
                  </a:moveTo>
                  <a:cubicBezTo>
                    <a:pt x="15699" y="17400"/>
                    <a:pt x="15720" y="17404"/>
                    <a:pt x="15745" y="17412"/>
                  </a:cubicBezTo>
                  <a:cubicBezTo>
                    <a:pt x="15845" y="17445"/>
                    <a:pt x="15879" y="17479"/>
                    <a:pt x="15812" y="17579"/>
                  </a:cubicBezTo>
                  <a:cubicBezTo>
                    <a:pt x="15783" y="17651"/>
                    <a:pt x="15754" y="17686"/>
                    <a:pt x="15728" y="17686"/>
                  </a:cubicBezTo>
                  <a:cubicBezTo>
                    <a:pt x="15694" y="17686"/>
                    <a:pt x="15664" y="17626"/>
                    <a:pt x="15645" y="17512"/>
                  </a:cubicBezTo>
                  <a:cubicBezTo>
                    <a:pt x="15620" y="17437"/>
                    <a:pt x="15633" y="17400"/>
                    <a:pt x="15683" y="17400"/>
                  </a:cubicBezTo>
                  <a:close/>
                  <a:moveTo>
                    <a:pt x="18781" y="17245"/>
                  </a:moveTo>
                  <a:lnTo>
                    <a:pt x="18781" y="17245"/>
                  </a:lnTo>
                  <a:cubicBezTo>
                    <a:pt x="18814" y="17245"/>
                    <a:pt x="18881" y="17345"/>
                    <a:pt x="18948" y="17445"/>
                  </a:cubicBezTo>
                  <a:cubicBezTo>
                    <a:pt x="19014" y="17579"/>
                    <a:pt x="19014" y="17712"/>
                    <a:pt x="18981" y="17712"/>
                  </a:cubicBezTo>
                  <a:cubicBezTo>
                    <a:pt x="18973" y="17721"/>
                    <a:pt x="18964" y="17725"/>
                    <a:pt x="18956" y="17725"/>
                  </a:cubicBezTo>
                  <a:cubicBezTo>
                    <a:pt x="18933" y="17725"/>
                    <a:pt x="18914" y="17687"/>
                    <a:pt x="18914" y="17612"/>
                  </a:cubicBezTo>
                  <a:cubicBezTo>
                    <a:pt x="18881" y="17545"/>
                    <a:pt x="18848" y="17445"/>
                    <a:pt x="18814" y="17379"/>
                  </a:cubicBezTo>
                  <a:cubicBezTo>
                    <a:pt x="18781" y="17312"/>
                    <a:pt x="18781" y="17279"/>
                    <a:pt x="18781" y="17245"/>
                  </a:cubicBezTo>
                  <a:close/>
                  <a:moveTo>
                    <a:pt x="18714" y="17779"/>
                  </a:moveTo>
                  <a:cubicBezTo>
                    <a:pt x="18747" y="17779"/>
                    <a:pt x="18781" y="17779"/>
                    <a:pt x="18814" y="17846"/>
                  </a:cubicBezTo>
                  <a:cubicBezTo>
                    <a:pt x="18814" y="17879"/>
                    <a:pt x="18814" y="17946"/>
                    <a:pt x="18781" y="17946"/>
                  </a:cubicBezTo>
                  <a:cubicBezTo>
                    <a:pt x="18761" y="17956"/>
                    <a:pt x="18745" y="17960"/>
                    <a:pt x="18731" y="17960"/>
                  </a:cubicBezTo>
                  <a:cubicBezTo>
                    <a:pt x="18697" y="17960"/>
                    <a:pt x="18681" y="17936"/>
                    <a:pt x="18681" y="17912"/>
                  </a:cubicBezTo>
                  <a:cubicBezTo>
                    <a:pt x="18681" y="17846"/>
                    <a:pt x="18714" y="17812"/>
                    <a:pt x="18714" y="17779"/>
                  </a:cubicBezTo>
                  <a:close/>
                  <a:moveTo>
                    <a:pt x="5091" y="17065"/>
                  </a:moveTo>
                  <a:cubicBezTo>
                    <a:pt x="5101" y="17065"/>
                    <a:pt x="5126" y="17082"/>
                    <a:pt x="5171" y="17112"/>
                  </a:cubicBezTo>
                  <a:cubicBezTo>
                    <a:pt x="5204" y="17145"/>
                    <a:pt x="5204" y="17379"/>
                    <a:pt x="5138" y="17579"/>
                  </a:cubicBezTo>
                  <a:cubicBezTo>
                    <a:pt x="5038" y="17812"/>
                    <a:pt x="5004" y="18046"/>
                    <a:pt x="5071" y="18079"/>
                  </a:cubicBezTo>
                  <a:cubicBezTo>
                    <a:pt x="5104" y="18146"/>
                    <a:pt x="5104" y="18213"/>
                    <a:pt x="5071" y="18213"/>
                  </a:cubicBezTo>
                  <a:cubicBezTo>
                    <a:pt x="5043" y="18227"/>
                    <a:pt x="5006" y="18233"/>
                    <a:pt x="4967" y="18233"/>
                  </a:cubicBezTo>
                  <a:cubicBezTo>
                    <a:pt x="4820" y="18233"/>
                    <a:pt x="4623" y="18144"/>
                    <a:pt x="4571" y="18012"/>
                  </a:cubicBezTo>
                  <a:cubicBezTo>
                    <a:pt x="4504" y="17912"/>
                    <a:pt x="4537" y="17846"/>
                    <a:pt x="4904" y="17479"/>
                  </a:cubicBezTo>
                  <a:cubicBezTo>
                    <a:pt x="5004" y="17379"/>
                    <a:pt x="5104" y="17245"/>
                    <a:pt x="5104" y="17145"/>
                  </a:cubicBezTo>
                  <a:cubicBezTo>
                    <a:pt x="5086" y="17090"/>
                    <a:pt x="5078" y="17065"/>
                    <a:pt x="5091" y="17065"/>
                  </a:cubicBezTo>
                  <a:close/>
                  <a:moveTo>
                    <a:pt x="11644" y="12829"/>
                  </a:moveTo>
                  <a:cubicBezTo>
                    <a:pt x="11682" y="12829"/>
                    <a:pt x="11716" y="12833"/>
                    <a:pt x="11742" y="12842"/>
                  </a:cubicBezTo>
                  <a:cubicBezTo>
                    <a:pt x="11909" y="12842"/>
                    <a:pt x="11943" y="12875"/>
                    <a:pt x="11943" y="13076"/>
                  </a:cubicBezTo>
                  <a:cubicBezTo>
                    <a:pt x="11976" y="13209"/>
                    <a:pt x="12009" y="13309"/>
                    <a:pt x="12043" y="13342"/>
                  </a:cubicBezTo>
                  <a:cubicBezTo>
                    <a:pt x="12143" y="13409"/>
                    <a:pt x="12076" y="13709"/>
                    <a:pt x="11809" y="14477"/>
                  </a:cubicBezTo>
                  <a:cubicBezTo>
                    <a:pt x="11676" y="14844"/>
                    <a:pt x="11642" y="15311"/>
                    <a:pt x="11709" y="15544"/>
                  </a:cubicBezTo>
                  <a:cubicBezTo>
                    <a:pt x="11709" y="15577"/>
                    <a:pt x="11742" y="15644"/>
                    <a:pt x="11742" y="15677"/>
                  </a:cubicBezTo>
                  <a:cubicBezTo>
                    <a:pt x="11742" y="15711"/>
                    <a:pt x="11776" y="15744"/>
                    <a:pt x="11809" y="15778"/>
                  </a:cubicBezTo>
                  <a:cubicBezTo>
                    <a:pt x="11809" y="15811"/>
                    <a:pt x="11809" y="15844"/>
                    <a:pt x="11776" y="15878"/>
                  </a:cubicBezTo>
                  <a:cubicBezTo>
                    <a:pt x="11742" y="15911"/>
                    <a:pt x="11742" y="16011"/>
                    <a:pt x="11809" y="16111"/>
                  </a:cubicBezTo>
                  <a:cubicBezTo>
                    <a:pt x="11876" y="16211"/>
                    <a:pt x="11876" y="16345"/>
                    <a:pt x="11809" y="16411"/>
                  </a:cubicBezTo>
                  <a:cubicBezTo>
                    <a:pt x="11676" y="16578"/>
                    <a:pt x="11642" y="16845"/>
                    <a:pt x="11709" y="16878"/>
                  </a:cubicBezTo>
                  <a:cubicBezTo>
                    <a:pt x="11776" y="16912"/>
                    <a:pt x="11709" y="17012"/>
                    <a:pt x="11609" y="17078"/>
                  </a:cubicBezTo>
                  <a:cubicBezTo>
                    <a:pt x="11509" y="17179"/>
                    <a:pt x="11442" y="17345"/>
                    <a:pt x="11476" y="17445"/>
                  </a:cubicBezTo>
                  <a:cubicBezTo>
                    <a:pt x="11509" y="17545"/>
                    <a:pt x="11509" y="17712"/>
                    <a:pt x="11476" y="17812"/>
                  </a:cubicBezTo>
                  <a:cubicBezTo>
                    <a:pt x="11442" y="17912"/>
                    <a:pt x="11409" y="18079"/>
                    <a:pt x="11409" y="18179"/>
                  </a:cubicBezTo>
                  <a:cubicBezTo>
                    <a:pt x="11409" y="18283"/>
                    <a:pt x="11409" y="18336"/>
                    <a:pt x="11384" y="18336"/>
                  </a:cubicBezTo>
                  <a:cubicBezTo>
                    <a:pt x="11370" y="18336"/>
                    <a:pt x="11346" y="18317"/>
                    <a:pt x="11309" y="18279"/>
                  </a:cubicBezTo>
                  <a:cubicBezTo>
                    <a:pt x="11142" y="18179"/>
                    <a:pt x="11142" y="17112"/>
                    <a:pt x="11275" y="17045"/>
                  </a:cubicBezTo>
                  <a:cubicBezTo>
                    <a:pt x="11409" y="16978"/>
                    <a:pt x="11609" y="14343"/>
                    <a:pt x="11509" y="14043"/>
                  </a:cubicBezTo>
                  <a:cubicBezTo>
                    <a:pt x="11476" y="14010"/>
                    <a:pt x="11442" y="13843"/>
                    <a:pt x="11409" y="13709"/>
                  </a:cubicBezTo>
                  <a:cubicBezTo>
                    <a:pt x="11409" y="13576"/>
                    <a:pt x="11342" y="13342"/>
                    <a:pt x="11242" y="13242"/>
                  </a:cubicBezTo>
                  <a:cubicBezTo>
                    <a:pt x="11142" y="13042"/>
                    <a:pt x="11142" y="13009"/>
                    <a:pt x="11342" y="12909"/>
                  </a:cubicBezTo>
                  <a:cubicBezTo>
                    <a:pt x="11415" y="12860"/>
                    <a:pt x="11542" y="12829"/>
                    <a:pt x="11644" y="12829"/>
                  </a:cubicBezTo>
                  <a:close/>
                  <a:moveTo>
                    <a:pt x="17666" y="18337"/>
                  </a:moveTo>
                  <a:cubicBezTo>
                    <a:pt x="17669" y="18337"/>
                    <a:pt x="17674" y="18340"/>
                    <a:pt x="17680" y="18346"/>
                  </a:cubicBezTo>
                  <a:cubicBezTo>
                    <a:pt x="17713" y="18346"/>
                    <a:pt x="17780" y="18446"/>
                    <a:pt x="17847" y="18613"/>
                  </a:cubicBezTo>
                  <a:cubicBezTo>
                    <a:pt x="17880" y="18746"/>
                    <a:pt x="17880" y="18880"/>
                    <a:pt x="17847" y="18880"/>
                  </a:cubicBezTo>
                  <a:cubicBezTo>
                    <a:pt x="17834" y="18892"/>
                    <a:pt x="17822" y="18898"/>
                    <a:pt x="17810" y="18898"/>
                  </a:cubicBezTo>
                  <a:cubicBezTo>
                    <a:pt x="17759" y="18898"/>
                    <a:pt x="17720" y="18794"/>
                    <a:pt x="17747" y="18713"/>
                  </a:cubicBezTo>
                  <a:cubicBezTo>
                    <a:pt x="17780" y="18646"/>
                    <a:pt x="17747" y="18546"/>
                    <a:pt x="17713" y="18479"/>
                  </a:cubicBezTo>
                  <a:cubicBezTo>
                    <a:pt x="17659" y="18397"/>
                    <a:pt x="17649" y="18337"/>
                    <a:pt x="17666" y="18337"/>
                  </a:cubicBezTo>
                  <a:close/>
                  <a:moveTo>
                    <a:pt x="17847" y="19080"/>
                  </a:moveTo>
                  <a:cubicBezTo>
                    <a:pt x="17847" y="19080"/>
                    <a:pt x="17914" y="19080"/>
                    <a:pt x="17947" y="19113"/>
                  </a:cubicBezTo>
                  <a:cubicBezTo>
                    <a:pt x="18014" y="19147"/>
                    <a:pt x="18014" y="19180"/>
                    <a:pt x="17980" y="19213"/>
                  </a:cubicBezTo>
                  <a:cubicBezTo>
                    <a:pt x="17961" y="19223"/>
                    <a:pt x="17944" y="19227"/>
                    <a:pt x="17929" y="19227"/>
                  </a:cubicBezTo>
                  <a:cubicBezTo>
                    <a:pt x="17894" y="19227"/>
                    <a:pt x="17870" y="19204"/>
                    <a:pt x="17847" y="19180"/>
                  </a:cubicBezTo>
                  <a:cubicBezTo>
                    <a:pt x="17847" y="19147"/>
                    <a:pt x="17813" y="19113"/>
                    <a:pt x="17847" y="19080"/>
                  </a:cubicBezTo>
                  <a:close/>
                  <a:moveTo>
                    <a:pt x="11945" y="19500"/>
                  </a:moveTo>
                  <a:cubicBezTo>
                    <a:pt x="11976" y="19500"/>
                    <a:pt x="12009" y="19523"/>
                    <a:pt x="12009" y="19547"/>
                  </a:cubicBezTo>
                  <a:cubicBezTo>
                    <a:pt x="12043" y="19580"/>
                    <a:pt x="12043" y="19647"/>
                    <a:pt x="11976" y="19647"/>
                  </a:cubicBezTo>
                  <a:cubicBezTo>
                    <a:pt x="11959" y="19664"/>
                    <a:pt x="11943" y="19672"/>
                    <a:pt x="11926" y="19672"/>
                  </a:cubicBezTo>
                  <a:cubicBezTo>
                    <a:pt x="11909" y="19672"/>
                    <a:pt x="11893" y="19664"/>
                    <a:pt x="11876" y="19647"/>
                  </a:cubicBezTo>
                  <a:cubicBezTo>
                    <a:pt x="11843" y="19580"/>
                    <a:pt x="11843" y="19547"/>
                    <a:pt x="11909" y="19514"/>
                  </a:cubicBezTo>
                  <a:cubicBezTo>
                    <a:pt x="11919" y="19504"/>
                    <a:pt x="11932" y="19500"/>
                    <a:pt x="11945" y="19500"/>
                  </a:cubicBezTo>
                  <a:close/>
                  <a:moveTo>
                    <a:pt x="18097" y="19364"/>
                  </a:moveTo>
                  <a:cubicBezTo>
                    <a:pt x="18132" y="19364"/>
                    <a:pt x="18163" y="19379"/>
                    <a:pt x="18180" y="19413"/>
                  </a:cubicBezTo>
                  <a:cubicBezTo>
                    <a:pt x="18214" y="19480"/>
                    <a:pt x="18214" y="19547"/>
                    <a:pt x="18180" y="19580"/>
                  </a:cubicBezTo>
                  <a:cubicBezTo>
                    <a:pt x="18147" y="19580"/>
                    <a:pt x="18147" y="19647"/>
                    <a:pt x="18214" y="19714"/>
                  </a:cubicBezTo>
                  <a:cubicBezTo>
                    <a:pt x="18280" y="19747"/>
                    <a:pt x="18280" y="19814"/>
                    <a:pt x="18247" y="19814"/>
                  </a:cubicBezTo>
                  <a:cubicBezTo>
                    <a:pt x="18231" y="19824"/>
                    <a:pt x="18212" y="19829"/>
                    <a:pt x="18189" y="19829"/>
                  </a:cubicBezTo>
                  <a:cubicBezTo>
                    <a:pt x="18070" y="19829"/>
                    <a:pt x="17880" y="19693"/>
                    <a:pt x="17880" y="19580"/>
                  </a:cubicBezTo>
                  <a:cubicBezTo>
                    <a:pt x="17856" y="19481"/>
                    <a:pt x="17995" y="19364"/>
                    <a:pt x="18097" y="19364"/>
                  </a:cubicBezTo>
                  <a:close/>
                  <a:moveTo>
                    <a:pt x="20382" y="19047"/>
                  </a:moveTo>
                  <a:cubicBezTo>
                    <a:pt x="20482" y="19080"/>
                    <a:pt x="20515" y="19113"/>
                    <a:pt x="20482" y="19347"/>
                  </a:cubicBezTo>
                  <a:cubicBezTo>
                    <a:pt x="20415" y="19514"/>
                    <a:pt x="20449" y="19580"/>
                    <a:pt x="20549" y="19580"/>
                  </a:cubicBezTo>
                  <a:cubicBezTo>
                    <a:pt x="20615" y="19580"/>
                    <a:pt x="20615" y="19647"/>
                    <a:pt x="20515" y="19747"/>
                  </a:cubicBezTo>
                  <a:cubicBezTo>
                    <a:pt x="20449" y="19847"/>
                    <a:pt x="20382" y="19914"/>
                    <a:pt x="20349" y="19914"/>
                  </a:cubicBezTo>
                  <a:cubicBezTo>
                    <a:pt x="20349" y="19914"/>
                    <a:pt x="20282" y="19714"/>
                    <a:pt x="20249" y="19480"/>
                  </a:cubicBezTo>
                  <a:cubicBezTo>
                    <a:pt x="20215" y="19113"/>
                    <a:pt x="20249" y="19047"/>
                    <a:pt x="20382" y="19047"/>
                  </a:cubicBezTo>
                  <a:close/>
                  <a:moveTo>
                    <a:pt x="18080" y="20014"/>
                  </a:moveTo>
                  <a:cubicBezTo>
                    <a:pt x="18114" y="20014"/>
                    <a:pt x="18180" y="20047"/>
                    <a:pt x="18214" y="20081"/>
                  </a:cubicBezTo>
                  <a:cubicBezTo>
                    <a:pt x="18280" y="20114"/>
                    <a:pt x="18314" y="20181"/>
                    <a:pt x="18247" y="20214"/>
                  </a:cubicBezTo>
                  <a:cubicBezTo>
                    <a:pt x="18238" y="20223"/>
                    <a:pt x="18227" y="20227"/>
                    <a:pt x="18214" y="20227"/>
                  </a:cubicBezTo>
                  <a:cubicBezTo>
                    <a:pt x="18180" y="20227"/>
                    <a:pt x="18138" y="20196"/>
                    <a:pt x="18114" y="20147"/>
                  </a:cubicBezTo>
                  <a:cubicBezTo>
                    <a:pt x="18080" y="20081"/>
                    <a:pt x="18080" y="20014"/>
                    <a:pt x="18080" y="20014"/>
                  </a:cubicBezTo>
                  <a:close/>
                  <a:moveTo>
                    <a:pt x="16169" y="19542"/>
                  </a:moveTo>
                  <a:cubicBezTo>
                    <a:pt x="16194" y="19542"/>
                    <a:pt x="16212" y="19552"/>
                    <a:pt x="16212" y="19580"/>
                  </a:cubicBezTo>
                  <a:cubicBezTo>
                    <a:pt x="16246" y="19614"/>
                    <a:pt x="16212" y="19680"/>
                    <a:pt x="16179" y="19747"/>
                  </a:cubicBezTo>
                  <a:cubicBezTo>
                    <a:pt x="16112" y="19847"/>
                    <a:pt x="16112" y="19880"/>
                    <a:pt x="16212" y="19880"/>
                  </a:cubicBezTo>
                  <a:cubicBezTo>
                    <a:pt x="16279" y="19880"/>
                    <a:pt x="16312" y="19947"/>
                    <a:pt x="16246" y="20081"/>
                  </a:cubicBezTo>
                  <a:cubicBezTo>
                    <a:pt x="16212" y="20214"/>
                    <a:pt x="16212" y="20347"/>
                    <a:pt x="16246" y="20414"/>
                  </a:cubicBezTo>
                  <a:cubicBezTo>
                    <a:pt x="16279" y="20448"/>
                    <a:pt x="16279" y="20514"/>
                    <a:pt x="16212" y="20548"/>
                  </a:cubicBezTo>
                  <a:cubicBezTo>
                    <a:pt x="16200" y="20556"/>
                    <a:pt x="16187" y="20560"/>
                    <a:pt x="16176" y="20560"/>
                  </a:cubicBezTo>
                  <a:cubicBezTo>
                    <a:pt x="16095" y="20560"/>
                    <a:pt x="16037" y="20363"/>
                    <a:pt x="15979" y="20014"/>
                  </a:cubicBezTo>
                  <a:cubicBezTo>
                    <a:pt x="15945" y="19780"/>
                    <a:pt x="15979" y="19614"/>
                    <a:pt x="16046" y="19580"/>
                  </a:cubicBezTo>
                  <a:cubicBezTo>
                    <a:pt x="16084" y="19561"/>
                    <a:pt x="16134" y="19542"/>
                    <a:pt x="16169" y="19542"/>
                  </a:cubicBezTo>
                  <a:close/>
                  <a:moveTo>
                    <a:pt x="12009" y="20381"/>
                  </a:moveTo>
                  <a:cubicBezTo>
                    <a:pt x="12043" y="20381"/>
                    <a:pt x="12043" y="20448"/>
                    <a:pt x="12043" y="20548"/>
                  </a:cubicBezTo>
                  <a:cubicBezTo>
                    <a:pt x="12022" y="20589"/>
                    <a:pt x="12001" y="20617"/>
                    <a:pt x="11981" y="20617"/>
                  </a:cubicBezTo>
                  <a:cubicBezTo>
                    <a:pt x="11968" y="20617"/>
                    <a:pt x="11955" y="20606"/>
                    <a:pt x="11943" y="20581"/>
                  </a:cubicBezTo>
                  <a:cubicBezTo>
                    <a:pt x="11909" y="20514"/>
                    <a:pt x="11943" y="20381"/>
                    <a:pt x="12009" y="20381"/>
                  </a:cubicBezTo>
                  <a:close/>
                  <a:moveTo>
                    <a:pt x="18347" y="20514"/>
                  </a:moveTo>
                  <a:cubicBezTo>
                    <a:pt x="18414" y="20514"/>
                    <a:pt x="18447" y="20548"/>
                    <a:pt x="18447" y="20581"/>
                  </a:cubicBezTo>
                  <a:cubicBezTo>
                    <a:pt x="18447" y="20648"/>
                    <a:pt x="18414" y="20681"/>
                    <a:pt x="18347" y="20681"/>
                  </a:cubicBezTo>
                  <a:cubicBezTo>
                    <a:pt x="18280" y="20681"/>
                    <a:pt x="18247" y="20648"/>
                    <a:pt x="18247" y="20581"/>
                  </a:cubicBezTo>
                  <a:cubicBezTo>
                    <a:pt x="18247" y="20548"/>
                    <a:pt x="18280" y="20514"/>
                    <a:pt x="18347" y="20514"/>
                  </a:cubicBezTo>
                  <a:close/>
                  <a:moveTo>
                    <a:pt x="16136" y="20701"/>
                  </a:moveTo>
                  <a:cubicBezTo>
                    <a:pt x="16179" y="20701"/>
                    <a:pt x="16212" y="20724"/>
                    <a:pt x="16212" y="20748"/>
                  </a:cubicBezTo>
                  <a:cubicBezTo>
                    <a:pt x="16236" y="20867"/>
                    <a:pt x="16175" y="20969"/>
                    <a:pt x="16114" y="20969"/>
                  </a:cubicBezTo>
                  <a:cubicBezTo>
                    <a:pt x="16089" y="20969"/>
                    <a:pt x="16065" y="20953"/>
                    <a:pt x="16046" y="20915"/>
                  </a:cubicBezTo>
                  <a:cubicBezTo>
                    <a:pt x="16012" y="20848"/>
                    <a:pt x="16012" y="20748"/>
                    <a:pt x="16079" y="20714"/>
                  </a:cubicBezTo>
                  <a:cubicBezTo>
                    <a:pt x="16098" y="20705"/>
                    <a:pt x="16118" y="20701"/>
                    <a:pt x="16136" y="20701"/>
                  </a:cubicBezTo>
                  <a:close/>
                  <a:moveTo>
                    <a:pt x="18914" y="17946"/>
                  </a:moveTo>
                  <a:cubicBezTo>
                    <a:pt x="18948" y="17946"/>
                    <a:pt x="19014" y="18046"/>
                    <a:pt x="19081" y="18213"/>
                  </a:cubicBezTo>
                  <a:cubicBezTo>
                    <a:pt x="19148" y="18346"/>
                    <a:pt x="19181" y="18546"/>
                    <a:pt x="19181" y="18646"/>
                  </a:cubicBezTo>
                  <a:cubicBezTo>
                    <a:pt x="19181" y="18746"/>
                    <a:pt x="19214" y="18913"/>
                    <a:pt x="19281" y="19047"/>
                  </a:cubicBezTo>
                  <a:cubicBezTo>
                    <a:pt x="19381" y="19213"/>
                    <a:pt x="19415" y="19347"/>
                    <a:pt x="19415" y="19380"/>
                  </a:cubicBezTo>
                  <a:cubicBezTo>
                    <a:pt x="19415" y="19447"/>
                    <a:pt x="19415" y="19547"/>
                    <a:pt x="19481" y="19614"/>
                  </a:cubicBezTo>
                  <a:cubicBezTo>
                    <a:pt x="19515" y="19680"/>
                    <a:pt x="19515" y="19747"/>
                    <a:pt x="19448" y="19780"/>
                  </a:cubicBezTo>
                  <a:cubicBezTo>
                    <a:pt x="19415" y="19814"/>
                    <a:pt x="19448" y="19880"/>
                    <a:pt x="19515" y="19947"/>
                  </a:cubicBezTo>
                  <a:cubicBezTo>
                    <a:pt x="19581" y="20047"/>
                    <a:pt x="19581" y="20081"/>
                    <a:pt x="19515" y="20147"/>
                  </a:cubicBezTo>
                  <a:cubicBezTo>
                    <a:pt x="19448" y="20181"/>
                    <a:pt x="19448" y="20214"/>
                    <a:pt x="19581" y="20281"/>
                  </a:cubicBezTo>
                  <a:cubicBezTo>
                    <a:pt x="19782" y="20414"/>
                    <a:pt x="19748" y="20648"/>
                    <a:pt x="19481" y="20881"/>
                  </a:cubicBezTo>
                  <a:cubicBezTo>
                    <a:pt x="19366" y="20997"/>
                    <a:pt x="19269" y="21056"/>
                    <a:pt x="19190" y="21056"/>
                  </a:cubicBezTo>
                  <a:cubicBezTo>
                    <a:pt x="19089" y="21056"/>
                    <a:pt x="19019" y="20955"/>
                    <a:pt x="18981" y="20748"/>
                  </a:cubicBezTo>
                  <a:cubicBezTo>
                    <a:pt x="18814" y="19880"/>
                    <a:pt x="18814" y="19280"/>
                    <a:pt x="18948" y="19280"/>
                  </a:cubicBezTo>
                  <a:cubicBezTo>
                    <a:pt x="19014" y="19247"/>
                    <a:pt x="19014" y="19180"/>
                    <a:pt x="18948" y="19080"/>
                  </a:cubicBezTo>
                  <a:cubicBezTo>
                    <a:pt x="18881" y="18980"/>
                    <a:pt x="18881" y="18880"/>
                    <a:pt x="18914" y="18846"/>
                  </a:cubicBezTo>
                  <a:cubicBezTo>
                    <a:pt x="18948" y="18813"/>
                    <a:pt x="18981" y="18780"/>
                    <a:pt x="18948" y="18746"/>
                  </a:cubicBezTo>
                  <a:cubicBezTo>
                    <a:pt x="18914" y="18746"/>
                    <a:pt x="18914" y="18580"/>
                    <a:pt x="18948" y="18446"/>
                  </a:cubicBezTo>
                  <a:cubicBezTo>
                    <a:pt x="18981" y="18279"/>
                    <a:pt x="18981" y="18113"/>
                    <a:pt x="18948" y="18079"/>
                  </a:cubicBezTo>
                  <a:cubicBezTo>
                    <a:pt x="18914" y="18012"/>
                    <a:pt x="18914" y="17979"/>
                    <a:pt x="18914" y="17946"/>
                  </a:cubicBezTo>
                  <a:close/>
                  <a:moveTo>
                    <a:pt x="16046" y="21382"/>
                  </a:moveTo>
                  <a:cubicBezTo>
                    <a:pt x="16112" y="21382"/>
                    <a:pt x="16146" y="21415"/>
                    <a:pt x="16179" y="21448"/>
                  </a:cubicBezTo>
                  <a:cubicBezTo>
                    <a:pt x="16212" y="21515"/>
                    <a:pt x="16179" y="21548"/>
                    <a:pt x="16146" y="21548"/>
                  </a:cubicBezTo>
                  <a:cubicBezTo>
                    <a:pt x="16079" y="21548"/>
                    <a:pt x="16012" y="21515"/>
                    <a:pt x="15979" y="21448"/>
                  </a:cubicBezTo>
                  <a:cubicBezTo>
                    <a:pt x="15979" y="21415"/>
                    <a:pt x="15979" y="21382"/>
                    <a:pt x="16046" y="21382"/>
                  </a:cubicBezTo>
                  <a:close/>
                  <a:moveTo>
                    <a:pt x="16257" y="21612"/>
                  </a:moveTo>
                  <a:cubicBezTo>
                    <a:pt x="16273" y="21612"/>
                    <a:pt x="16279" y="21661"/>
                    <a:pt x="16279" y="21748"/>
                  </a:cubicBezTo>
                  <a:cubicBezTo>
                    <a:pt x="16279" y="21849"/>
                    <a:pt x="16312" y="21949"/>
                    <a:pt x="16312" y="22015"/>
                  </a:cubicBezTo>
                  <a:cubicBezTo>
                    <a:pt x="16346" y="22049"/>
                    <a:pt x="16346" y="22115"/>
                    <a:pt x="16312" y="22149"/>
                  </a:cubicBezTo>
                  <a:cubicBezTo>
                    <a:pt x="16287" y="22174"/>
                    <a:pt x="16266" y="22185"/>
                    <a:pt x="16251" y="22185"/>
                  </a:cubicBezTo>
                  <a:cubicBezTo>
                    <a:pt x="16225" y="22185"/>
                    <a:pt x="16212" y="22157"/>
                    <a:pt x="16212" y="22115"/>
                  </a:cubicBezTo>
                  <a:cubicBezTo>
                    <a:pt x="16212" y="22049"/>
                    <a:pt x="16212" y="22049"/>
                    <a:pt x="16146" y="22049"/>
                  </a:cubicBezTo>
                  <a:cubicBezTo>
                    <a:pt x="16140" y="22054"/>
                    <a:pt x="16135" y="22057"/>
                    <a:pt x="16131" y="22057"/>
                  </a:cubicBezTo>
                  <a:cubicBezTo>
                    <a:pt x="16113" y="22057"/>
                    <a:pt x="16118" y="21992"/>
                    <a:pt x="16146" y="21882"/>
                  </a:cubicBezTo>
                  <a:cubicBezTo>
                    <a:pt x="16202" y="21694"/>
                    <a:pt x="16237" y="21612"/>
                    <a:pt x="16257" y="21612"/>
                  </a:cubicBezTo>
                  <a:close/>
                  <a:moveTo>
                    <a:pt x="14970" y="15407"/>
                  </a:moveTo>
                  <a:cubicBezTo>
                    <a:pt x="14973" y="15407"/>
                    <a:pt x="14976" y="15408"/>
                    <a:pt x="14978" y="15411"/>
                  </a:cubicBezTo>
                  <a:cubicBezTo>
                    <a:pt x="15011" y="15444"/>
                    <a:pt x="15045" y="15744"/>
                    <a:pt x="15045" y="16111"/>
                  </a:cubicBezTo>
                  <a:cubicBezTo>
                    <a:pt x="15011" y="16745"/>
                    <a:pt x="15078" y="16945"/>
                    <a:pt x="15278" y="16978"/>
                  </a:cubicBezTo>
                  <a:cubicBezTo>
                    <a:pt x="15345" y="17012"/>
                    <a:pt x="15378" y="17078"/>
                    <a:pt x="15345" y="17145"/>
                  </a:cubicBezTo>
                  <a:cubicBezTo>
                    <a:pt x="15345" y="17217"/>
                    <a:pt x="15345" y="17250"/>
                    <a:pt x="15340" y="17250"/>
                  </a:cubicBezTo>
                  <a:cubicBezTo>
                    <a:pt x="15335" y="17250"/>
                    <a:pt x="15327" y="17225"/>
                    <a:pt x="15312" y="17179"/>
                  </a:cubicBezTo>
                  <a:cubicBezTo>
                    <a:pt x="15285" y="17083"/>
                    <a:pt x="15263" y="17038"/>
                    <a:pt x="15247" y="17038"/>
                  </a:cubicBezTo>
                  <a:cubicBezTo>
                    <a:pt x="15223" y="17038"/>
                    <a:pt x="15212" y="17134"/>
                    <a:pt x="15212" y="17312"/>
                  </a:cubicBezTo>
                  <a:cubicBezTo>
                    <a:pt x="15181" y="17591"/>
                    <a:pt x="15352" y="17986"/>
                    <a:pt x="15456" y="17986"/>
                  </a:cubicBezTo>
                  <a:cubicBezTo>
                    <a:pt x="15464" y="17986"/>
                    <a:pt x="15472" y="17984"/>
                    <a:pt x="15478" y="17979"/>
                  </a:cubicBezTo>
                  <a:cubicBezTo>
                    <a:pt x="15488" y="17969"/>
                    <a:pt x="15498" y="17965"/>
                    <a:pt x="15507" y="17965"/>
                  </a:cubicBezTo>
                  <a:cubicBezTo>
                    <a:pt x="15529" y="17965"/>
                    <a:pt x="15545" y="17989"/>
                    <a:pt x="15545" y="18012"/>
                  </a:cubicBezTo>
                  <a:cubicBezTo>
                    <a:pt x="15545" y="18061"/>
                    <a:pt x="15563" y="18092"/>
                    <a:pt x="15586" y="18092"/>
                  </a:cubicBezTo>
                  <a:cubicBezTo>
                    <a:pt x="15594" y="18092"/>
                    <a:pt x="15603" y="18088"/>
                    <a:pt x="15612" y="18079"/>
                  </a:cubicBezTo>
                  <a:cubicBezTo>
                    <a:pt x="15645" y="18046"/>
                    <a:pt x="15679" y="17979"/>
                    <a:pt x="15712" y="17946"/>
                  </a:cubicBezTo>
                  <a:cubicBezTo>
                    <a:pt x="15712" y="17849"/>
                    <a:pt x="15746" y="17797"/>
                    <a:pt x="15794" y="17797"/>
                  </a:cubicBezTo>
                  <a:cubicBezTo>
                    <a:pt x="15829" y="17797"/>
                    <a:pt x="15870" y="17823"/>
                    <a:pt x="15912" y="17879"/>
                  </a:cubicBezTo>
                  <a:cubicBezTo>
                    <a:pt x="15977" y="17976"/>
                    <a:pt x="15665" y="18481"/>
                    <a:pt x="15494" y="18481"/>
                  </a:cubicBezTo>
                  <a:cubicBezTo>
                    <a:pt x="15489" y="18481"/>
                    <a:pt x="15484" y="18480"/>
                    <a:pt x="15478" y="18479"/>
                  </a:cubicBezTo>
                  <a:cubicBezTo>
                    <a:pt x="15312" y="18479"/>
                    <a:pt x="15478" y="18613"/>
                    <a:pt x="15679" y="18680"/>
                  </a:cubicBezTo>
                  <a:cubicBezTo>
                    <a:pt x="15812" y="18680"/>
                    <a:pt x="15879" y="18680"/>
                    <a:pt x="15879" y="18613"/>
                  </a:cubicBezTo>
                  <a:cubicBezTo>
                    <a:pt x="15845" y="18580"/>
                    <a:pt x="15845" y="18513"/>
                    <a:pt x="15879" y="18513"/>
                  </a:cubicBezTo>
                  <a:cubicBezTo>
                    <a:pt x="15883" y="18509"/>
                    <a:pt x="15888" y="18506"/>
                    <a:pt x="15893" y="18506"/>
                  </a:cubicBezTo>
                  <a:cubicBezTo>
                    <a:pt x="15929" y="18506"/>
                    <a:pt x="15987" y="18601"/>
                    <a:pt x="16046" y="18746"/>
                  </a:cubicBezTo>
                  <a:cubicBezTo>
                    <a:pt x="16079" y="18913"/>
                    <a:pt x="16146" y="19047"/>
                    <a:pt x="16179" y="19047"/>
                  </a:cubicBezTo>
                  <a:cubicBezTo>
                    <a:pt x="16212" y="19047"/>
                    <a:pt x="16179" y="19113"/>
                    <a:pt x="16146" y="19180"/>
                  </a:cubicBezTo>
                  <a:cubicBezTo>
                    <a:pt x="16121" y="19217"/>
                    <a:pt x="16100" y="19236"/>
                    <a:pt x="16081" y="19236"/>
                  </a:cubicBezTo>
                  <a:cubicBezTo>
                    <a:pt x="16049" y="19236"/>
                    <a:pt x="16021" y="19184"/>
                    <a:pt x="15979" y="19080"/>
                  </a:cubicBezTo>
                  <a:cubicBezTo>
                    <a:pt x="15945" y="18980"/>
                    <a:pt x="15879" y="18880"/>
                    <a:pt x="15845" y="18880"/>
                  </a:cubicBezTo>
                  <a:cubicBezTo>
                    <a:pt x="15812" y="18846"/>
                    <a:pt x="15745" y="18813"/>
                    <a:pt x="15712" y="18780"/>
                  </a:cubicBezTo>
                  <a:cubicBezTo>
                    <a:pt x="15679" y="18746"/>
                    <a:pt x="15612" y="18713"/>
                    <a:pt x="15545" y="18713"/>
                  </a:cubicBezTo>
                  <a:cubicBezTo>
                    <a:pt x="15512" y="18713"/>
                    <a:pt x="15478" y="18780"/>
                    <a:pt x="15512" y="18813"/>
                  </a:cubicBezTo>
                  <a:cubicBezTo>
                    <a:pt x="15545" y="18880"/>
                    <a:pt x="15579" y="19080"/>
                    <a:pt x="15579" y="19280"/>
                  </a:cubicBezTo>
                  <a:cubicBezTo>
                    <a:pt x="15604" y="19607"/>
                    <a:pt x="15648" y="19763"/>
                    <a:pt x="15697" y="19763"/>
                  </a:cubicBezTo>
                  <a:cubicBezTo>
                    <a:pt x="15712" y="19763"/>
                    <a:pt x="15729" y="19747"/>
                    <a:pt x="15745" y="19714"/>
                  </a:cubicBezTo>
                  <a:cubicBezTo>
                    <a:pt x="15745" y="19708"/>
                    <a:pt x="15746" y="19705"/>
                    <a:pt x="15748" y="19705"/>
                  </a:cubicBezTo>
                  <a:cubicBezTo>
                    <a:pt x="15757" y="19705"/>
                    <a:pt x="15784" y="19770"/>
                    <a:pt x="15812" y="19880"/>
                  </a:cubicBezTo>
                  <a:cubicBezTo>
                    <a:pt x="15845" y="20047"/>
                    <a:pt x="15812" y="20181"/>
                    <a:pt x="15779" y="20214"/>
                  </a:cubicBezTo>
                  <a:cubicBezTo>
                    <a:pt x="15745" y="20247"/>
                    <a:pt x="15712" y="20347"/>
                    <a:pt x="15712" y="20481"/>
                  </a:cubicBezTo>
                  <a:cubicBezTo>
                    <a:pt x="15712" y="20581"/>
                    <a:pt x="15712" y="20748"/>
                    <a:pt x="15712" y="20848"/>
                  </a:cubicBezTo>
                  <a:cubicBezTo>
                    <a:pt x="15712" y="21115"/>
                    <a:pt x="15845" y="21849"/>
                    <a:pt x="15879" y="21882"/>
                  </a:cubicBezTo>
                  <a:cubicBezTo>
                    <a:pt x="15912" y="21882"/>
                    <a:pt x="15912" y="21982"/>
                    <a:pt x="15912" y="22115"/>
                  </a:cubicBezTo>
                  <a:cubicBezTo>
                    <a:pt x="15879" y="22249"/>
                    <a:pt x="15879" y="22382"/>
                    <a:pt x="15945" y="22416"/>
                  </a:cubicBezTo>
                  <a:cubicBezTo>
                    <a:pt x="16079" y="22516"/>
                    <a:pt x="15912" y="22716"/>
                    <a:pt x="15679" y="22716"/>
                  </a:cubicBezTo>
                  <a:cubicBezTo>
                    <a:pt x="15412" y="22716"/>
                    <a:pt x="15345" y="22582"/>
                    <a:pt x="15412" y="21982"/>
                  </a:cubicBezTo>
                  <a:cubicBezTo>
                    <a:pt x="15445" y="21682"/>
                    <a:pt x="15445" y="21281"/>
                    <a:pt x="15445" y="21081"/>
                  </a:cubicBezTo>
                  <a:cubicBezTo>
                    <a:pt x="15412" y="20581"/>
                    <a:pt x="15011" y="19180"/>
                    <a:pt x="14845" y="18946"/>
                  </a:cubicBezTo>
                  <a:cubicBezTo>
                    <a:pt x="14745" y="18846"/>
                    <a:pt x="14711" y="18713"/>
                    <a:pt x="14711" y="18646"/>
                  </a:cubicBezTo>
                  <a:cubicBezTo>
                    <a:pt x="14711" y="18613"/>
                    <a:pt x="14678" y="18379"/>
                    <a:pt x="14611" y="18179"/>
                  </a:cubicBezTo>
                  <a:cubicBezTo>
                    <a:pt x="14578" y="17946"/>
                    <a:pt x="14544" y="17712"/>
                    <a:pt x="14544" y="17612"/>
                  </a:cubicBezTo>
                  <a:cubicBezTo>
                    <a:pt x="14578" y="17512"/>
                    <a:pt x="14544" y="17379"/>
                    <a:pt x="14511" y="17312"/>
                  </a:cubicBezTo>
                  <a:cubicBezTo>
                    <a:pt x="14414" y="17182"/>
                    <a:pt x="14854" y="15407"/>
                    <a:pt x="14970" y="15407"/>
                  </a:cubicBezTo>
                  <a:close/>
                  <a:moveTo>
                    <a:pt x="16343" y="22456"/>
                  </a:moveTo>
                  <a:cubicBezTo>
                    <a:pt x="16367" y="22456"/>
                    <a:pt x="16397" y="22507"/>
                    <a:pt x="16412" y="22616"/>
                  </a:cubicBezTo>
                  <a:cubicBezTo>
                    <a:pt x="16446" y="22682"/>
                    <a:pt x="16412" y="22783"/>
                    <a:pt x="16379" y="22783"/>
                  </a:cubicBezTo>
                  <a:cubicBezTo>
                    <a:pt x="16373" y="22788"/>
                    <a:pt x="16367" y="22791"/>
                    <a:pt x="16362" y="22791"/>
                  </a:cubicBezTo>
                  <a:cubicBezTo>
                    <a:pt x="16335" y="22791"/>
                    <a:pt x="16312" y="22731"/>
                    <a:pt x="16312" y="22649"/>
                  </a:cubicBezTo>
                  <a:cubicBezTo>
                    <a:pt x="16295" y="22524"/>
                    <a:pt x="16315" y="22456"/>
                    <a:pt x="16343" y="22456"/>
                  </a:cubicBezTo>
                  <a:close/>
                  <a:moveTo>
                    <a:pt x="16542" y="22924"/>
                  </a:moveTo>
                  <a:cubicBezTo>
                    <a:pt x="16563" y="22924"/>
                    <a:pt x="16579" y="22933"/>
                    <a:pt x="16579" y="22949"/>
                  </a:cubicBezTo>
                  <a:cubicBezTo>
                    <a:pt x="16613" y="22983"/>
                    <a:pt x="16613" y="23049"/>
                    <a:pt x="16613" y="23049"/>
                  </a:cubicBezTo>
                  <a:cubicBezTo>
                    <a:pt x="16579" y="23049"/>
                    <a:pt x="16513" y="23049"/>
                    <a:pt x="16479" y="23016"/>
                  </a:cubicBezTo>
                  <a:cubicBezTo>
                    <a:pt x="16446" y="22983"/>
                    <a:pt x="16412" y="22949"/>
                    <a:pt x="16479" y="22949"/>
                  </a:cubicBezTo>
                  <a:cubicBezTo>
                    <a:pt x="16496" y="22933"/>
                    <a:pt x="16521" y="22924"/>
                    <a:pt x="16542" y="22924"/>
                  </a:cubicBezTo>
                  <a:close/>
                  <a:moveTo>
                    <a:pt x="16041" y="23225"/>
                  </a:moveTo>
                  <a:cubicBezTo>
                    <a:pt x="16062" y="23225"/>
                    <a:pt x="16079" y="23233"/>
                    <a:pt x="16079" y="23250"/>
                  </a:cubicBezTo>
                  <a:cubicBezTo>
                    <a:pt x="16112" y="23316"/>
                    <a:pt x="16112" y="23350"/>
                    <a:pt x="16079" y="23350"/>
                  </a:cubicBezTo>
                  <a:cubicBezTo>
                    <a:pt x="16079" y="23350"/>
                    <a:pt x="16012" y="23350"/>
                    <a:pt x="15979" y="23316"/>
                  </a:cubicBezTo>
                  <a:cubicBezTo>
                    <a:pt x="15945" y="23316"/>
                    <a:pt x="15912" y="23250"/>
                    <a:pt x="15979" y="23250"/>
                  </a:cubicBezTo>
                  <a:cubicBezTo>
                    <a:pt x="15996" y="23233"/>
                    <a:pt x="16021" y="23225"/>
                    <a:pt x="16041" y="23225"/>
                  </a:cubicBezTo>
                  <a:close/>
                  <a:moveTo>
                    <a:pt x="18581" y="23183"/>
                  </a:moveTo>
                  <a:cubicBezTo>
                    <a:pt x="18647" y="23183"/>
                    <a:pt x="18714" y="23216"/>
                    <a:pt x="18714" y="23250"/>
                  </a:cubicBezTo>
                  <a:cubicBezTo>
                    <a:pt x="18747" y="23316"/>
                    <a:pt x="18714" y="23350"/>
                    <a:pt x="18681" y="23350"/>
                  </a:cubicBezTo>
                  <a:cubicBezTo>
                    <a:pt x="18614" y="23350"/>
                    <a:pt x="18547" y="23316"/>
                    <a:pt x="18547" y="23250"/>
                  </a:cubicBezTo>
                  <a:cubicBezTo>
                    <a:pt x="18514" y="23216"/>
                    <a:pt x="18547" y="23183"/>
                    <a:pt x="18581" y="23183"/>
                  </a:cubicBezTo>
                  <a:close/>
                  <a:moveTo>
                    <a:pt x="37109" y="1"/>
                  </a:moveTo>
                  <a:cubicBezTo>
                    <a:pt x="36893" y="1"/>
                    <a:pt x="36619" y="25"/>
                    <a:pt x="36260" y="66"/>
                  </a:cubicBezTo>
                  <a:cubicBezTo>
                    <a:pt x="35993" y="100"/>
                    <a:pt x="35693" y="133"/>
                    <a:pt x="35526" y="133"/>
                  </a:cubicBezTo>
                  <a:cubicBezTo>
                    <a:pt x="35393" y="133"/>
                    <a:pt x="35159" y="200"/>
                    <a:pt x="35026" y="266"/>
                  </a:cubicBezTo>
                  <a:cubicBezTo>
                    <a:pt x="34892" y="333"/>
                    <a:pt x="34592" y="433"/>
                    <a:pt x="34325" y="533"/>
                  </a:cubicBezTo>
                  <a:cubicBezTo>
                    <a:pt x="33691" y="733"/>
                    <a:pt x="33258" y="1100"/>
                    <a:pt x="32858" y="1667"/>
                  </a:cubicBezTo>
                  <a:cubicBezTo>
                    <a:pt x="32691" y="1968"/>
                    <a:pt x="32391" y="2335"/>
                    <a:pt x="32224" y="2535"/>
                  </a:cubicBezTo>
                  <a:cubicBezTo>
                    <a:pt x="32057" y="2701"/>
                    <a:pt x="31957" y="2868"/>
                    <a:pt x="31957" y="2902"/>
                  </a:cubicBezTo>
                  <a:cubicBezTo>
                    <a:pt x="31957" y="2902"/>
                    <a:pt x="32124" y="2968"/>
                    <a:pt x="32324" y="3002"/>
                  </a:cubicBezTo>
                  <a:cubicBezTo>
                    <a:pt x="32524" y="3068"/>
                    <a:pt x="32624" y="3135"/>
                    <a:pt x="32591" y="3168"/>
                  </a:cubicBezTo>
                  <a:cubicBezTo>
                    <a:pt x="32591" y="3217"/>
                    <a:pt x="32537" y="3248"/>
                    <a:pt x="32482" y="3248"/>
                  </a:cubicBezTo>
                  <a:cubicBezTo>
                    <a:pt x="32462" y="3248"/>
                    <a:pt x="32442" y="3244"/>
                    <a:pt x="32424" y="3235"/>
                  </a:cubicBezTo>
                  <a:cubicBezTo>
                    <a:pt x="32357" y="3235"/>
                    <a:pt x="32290" y="3269"/>
                    <a:pt x="32290" y="3402"/>
                  </a:cubicBezTo>
                  <a:cubicBezTo>
                    <a:pt x="32265" y="3504"/>
                    <a:pt x="32259" y="3547"/>
                    <a:pt x="32213" y="3547"/>
                  </a:cubicBezTo>
                  <a:cubicBezTo>
                    <a:pt x="32199" y="3547"/>
                    <a:pt x="32181" y="3543"/>
                    <a:pt x="32157" y="3535"/>
                  </a:cubicBezTo>
                  <a:cubicBezTo>
                    <a:pt x="32057" y="3502"/>
                    <a:pt x="32057" y="3502"/>
                    <a:pt x="32090" y="3502"/>
                  </a:cubicBezTo>
                  <a:cubicBezTo>
                    <a:pt x="32157" y="3502"/>
                    <a:pt x="32257" y="3235"/>
                    <a:pt x="32190" y="3135"/>
                  </a:cubicBezTo>
                  <a:cubicBezTo>
                    <a:pt x="32190" y="3127"/>
                    <a:pt x="32184" y="3123"/>
                    <a:pt x="32173" y="3123"/>
                  </a:cubicBezTo>
                  <a:cubicBezTo>
                    <a:pt x="32140" y="3123"/>
                    <a:pt x="32065" y="3160"/>
                    <a:pt x="31990" y="3235"/>
                  </a:cubicBezTo>
                  <a:cubicBezTo>
                    <a:pt x="31888" y="3337"/>
                    <a:pt x="31806" y="3381"/>
                    <a:pt x="31728" y="3381"/>
                  </a:cubicBezTo>
                  <a:cubicBezTo>
                    <a:pt x="31704" y="3381"/>
                    <a:pt x="31680" y="3377"/>
                    <a:pt x="31657" y="3369"/>
                  </a:cubicBezTo>
                  <a:cubicBezTo>
                    <a:pt x="31607" y="3352"/>
                    <a:pt x="31557" y="3344"/>
                    <a:pt x="31511" y="3344"/>
                  </a:cubicBezTo>
                  <a:cubicBezTo>
                    <a:pt x="31465" y="3344"/>
                    <a:pt x="31423" y="3352"/>
                    <a:pt x="31390" y="3369"/>
                  </a:cubicBezTo>
                  <a:cubicBezTo>
                    <a:pt x="31380" y="3378"/>
                    <a:pt x="31365" y="3382"/>
                    <a:pt x="31346" y="3382"/>
                  </a:cubicBezTo>
                  <a:cubicBezTo>
                    <a:pt x="31301" y="3382"/>
                    <a:pt x="31237" y="3359"/>
                    <a:pt x="31190" y="3335"/>
                  </a:cubicBezTo>
                  <a:cubicBezTo>
                    <a:pt x="31173" y="3302"/>
                    <a:pt x="31131" y="3285"/>
                    <a:pt x="31085" y="3285"/>
                  </a:cubicBezTo>
                  <a:cubicBezTo>
                    <a:pt x="31040" y="3285"/>
                    <a:pt x="30990" y="3302"/>
                    <a:pt x="30956" y="3335"/>
                  </a:cubicBezTo>
                  <a:cubicBezTo>
                    <a:pt x="30885" y="3359"/>
                    <a:pt x="30831" y="3382"/>
                    <a:pt x="30794" y="3382"/>
                  </a:cubicBezTo>
                  <a:cubicBezTo>
                    <a:pt x="30778" y="3382"/>
                    <a:pt x="30766" y="3378"/>
                    <a:pt x="30756" y="3369"/>
                  </a:cubicBezTo>
                  <a:cubicBezTo>
                    <a:pt x="30742" y="3327"/>
                    <a:pt x="30582" y="3308"/>
                    <a:pt x="30388" y="3308"/>
                  </a:cubicBezTo>
                  <a:cubicBezTo>
                    <a:pt x="30119" y="3308"/>
                    <a:pt x="29786" y="3344"/>
                    <a:pt x="29689" y="3402"/>
                  </a:cubicBezTo>
                  <a:cubicBezTo>
                    <a:pt x="29655" y="3435"/>
                    <a:pt x="29522" y="3435"/>
                    <a:pt x="29455" y="3435"/>
                  </a:cubicBezTo>
                  <a:cubicBezTo>
                    <a:pt x="29444" y="3430"/>
                    <a:pt x="29427" y="3427"/>
                    <a:pt x="29407" y="3427"/>
                  </a:cubicBezTo>
                  <a:cubicBezTo>
                    <a:pt x="29309" y="3427"/>
                    <a:pt x="29121" y="3492"/>
                    <a:pt x="28955" y="3602"/>
                  </a:cubicBezTo>
                  <a:cubicBezTo>
                    <a:pt x="28755" y="3702"/>
                    <a:pt x="28488" y="3802"/>
                    <a:pt x="28321" y="3802"/>
                  </a:cubicBezTo>
                  <a:cubicBezTo>
                    <a:pt x="28021" y="3802"/>
                    <a:pt x="28021" y="3802"/>
                    <a:pt x="27721" y="4203"/>
                  </a:cubicBezTo>
                  <a:cubicBezTo>
                    <a:pt x="27554" y="4436"/>
                    <a:pt x="27454" y="4670"/>
                    <a:pt x="27454" y="4703"/>
                  </a:cubicBezTo>
                  <a:cubicBezTo>
                    <a:pt x="27520" y="4770"/>
                    <a:pt x="27854" y="4936"/>
                    <a:pt x="28221" y="5070"/>
                  </a:cubicBezTo>
                  <a:cubicBezTo>
                    <a:pt x="28655" y="5203"/>
                    <a:pt x="28955" y="5437"/>
                    <a:pt x="28921" y="5604"/>
                  </a:cubicBezTo>
                  <a:cubicBezTo>
                    <a:pt x="28921" y="5620"/>
                    <a:pt x="28905" y="5629"/>
                    <a:pt x="28876" y="5629"/>
                  </a:cubicBezTo>
                  <a:cubicBezTo>
                    <a:pt x="28846" y="5629"/>
                    <a:pt x="28805" y="5620"/>
                    <a:pt x="28755" y="5604"/>
                  </a:cubicBezTo>
                  <a:cubicBezTo>
                    <a:pt x="28721" y="5587"/>
                    <a:pt x="28646" y="5579"/>
                    <a:pt x="28554" y="5579"/>
                  </a:cubicBezTo>
                  <a:cubicBezTo>
                    <a:pt x="28463" y="5579"/>
                    <a:pt x="28354" y="5587"/>
                    <a:pt x="28254" y="5604"/>
                  </a:cubicBezTo>
                  <a:cubicBezTo>
                    <a:pt x="27987" y="5604"/>
                    <a:pt x="27887" y="5637"/>
                    <a:pt x="27854" y="5770"/>
                  </a:cubicBezTo>
                  <a:cubicBezTo>
                    <a:pt x="27787" y="5971"/>
                    <a:pt x="27821" y="6004"/>
                    <a:pt x="28087" y="6104"/>
                  </a:cubicBezTo>
                  <a:cubicBezTo>
                    <a:pt x="28221" y="6137"/>
                    <a:pt x="28354" y="6237"/>
                    <a:pt x="28421" y="6337"/>
                  </a:cubicBezTo>
                  <a:cubicBezTo>
                    <a:pt x="28488" y="6471"/>
                    <a:pt x="28521" y="6538"/>
                    <a:pt x="28521" y="6571"/>
                  </a:cubicBezTo>
                  <a:cubicBezTo>
                    <a:pt x="28517" y="6573"/>
                    <a:pt x="28511" y="6574"/>
                    <a:pt x="28502" y="6574"/>
                  </a:cubicBezTo>
                  <a:cubicBezTo>
                    <a:pt x="28356" y="6574"/>
                    <a:pt x="27577" y="6330"/>
                    <a:pt x="27420" y="6204"/>
                  </a:cubicBezTo>
                  <a:cubicBezTo>
                    <a:pt x="27287" y="6137"/>
                    <a:pt x="26987" y="6104"/>
                    <a:pt x="26753" y="6104"/>
                  </a:cubicBezTo>
                  <a:cubicBezTo>
                    <a:pt x="26353" y="6137"/>
                    <a:pt x="26253" y="6171"/>
                    <a:pt x="26119" y="6337"/>
                  </a:cubicBezTo>
                  <a:cubicBezTo>
                    <a:pt x="26053" y="6438"/>
                    <a:pt x="25953" y="6538"/>
                    <a:pt x="25953" y="6538"/>
                  </a:cubicBezTo>
                  <a:cubicBezTo>
                    <a:pt x="25853" y="6571"/>
                    <a:pt x="25786" y="6638"/>
                    <a:pt x="25853" y="6704"/>
                  </a:cubicBezTo>
                  <a:cubicBezTo>
                    <a:pt x="25900" y="6800"/>
                    <a:pt x="26102" y="6878"/>
                    <a:pt x="26225" y="6878"/>
                  </a:cubicBezTo>
                  <a:cubicBezTo>
                    <a:pt x="26274" y="6878"/>
                    <a:pt x="26310" y="6866"/>
                    <a:pt x="26320" y="6838"/>
                  </a:cubicBezTo>
                  <a:cubicBezTo>
                    <a:pt x="26320" y="6829"/>
                    <a:pt x="26324" y="6825"/>
                    <a:pt x="26331" y="6825"/>
                  </a:cubicBezTo>
                  <a:cubicBezTo>
                    <a:pt x="26353" y="6825"/>
                    <a:pt x="26403" y="6863"/>
                    <a:pt x="26453" y="6938"/>
                  </a:cubicBezTo>
                  <a:cubicBezTo>
                    <a:pt x="26486" y="7038"/>
                    <a:pt x="26853" y="7338"/>
                    <a:pt x="27220" y="7638"/>
                  </a:cubicBezTo>
                  <a:cubicBezTo>
                    <a:pt x="27554" y="7972"/>
                    <a:pt x="27854" y="8239"/>
                    <a:pt x="27821" y="8239"/>
                  </a:cubicBezTo>
                  <a:cubicBezTo>
                    <a:pt x="27811" y="8249"/>
                    <a:pt x="27798" y="8253"/>
                    <a:pt x="27785" y="8253"/>
                  </a:cubicBezTo>
                  <a:cubicBezTo>
                    <a:pt x="27754" y="8253"/>
                    <a:pt x="27721" y="8229"/>
                    <a:pt x="27721" y="8205"/>
                  </a:cubicBezTo>
                  <a:cubicBezTo>
                    <a:pt x="27638" y="8095"/>
                    <a:pt x="27395" y="8030"/>
                    <a:pt x="27029" y="8030"/>
                  </a:cubicBezTo>
                  <a:cubicBezTo>
                    <a:pt x="26953" y="8030"/>
                    <a:pt x="26872" y="8033"/>
                    <a:pt x="26787" y="8039"/>
                  </a:cubicBezTo>
                  <a:cubicBezTo>
                    <a:pt x="26752" y="8041"/>
                    <a:pt x="26718" y="8042"/>
                    <a:pt x="26684" y="8042"/>
                  </a:cubicBezTo>
                  <a:cubicBezTo>
                    <a:pt x="26253" y="8042"/>
                    <a:pt x="25838" y="7850"/>
                    <a:pt x="25652" y="7572"/>
                  </a:cubicBezTo>
                  <a:cubicBezTo>
                    <a:pt x="25563" y="7423"/>
                    <a:pt x="25288" y="7194"/>
                    <a:pt x="25182" y="7194"/>
                  </a:cubicBezTo>
                  <a:cubicBezTo>
                    <a:pt x="25169" y="7194"/>
                    <a:pt x="25159" y="7198"/>
                    <a:pt x="25152" y="7205"/>
                  </a:cubicBezTo>
                  <a:cubicBezTo>
                    <a:pt x="25134" y="7214"/>
                    <a:pt x="25106" y="7218"/>
                    <a:pt x="25072" y="7218"/>
                  </a:cubicBezTo>
                  <a:cubicBezTo>
                    <a:pt x="24857" y="7218"/>
                    <a:pt x="24380" y="7053"/>
                    <a:pt x="24351" y="6938"/>
                  </a:cubicBezTo>
                  <a:cubicBezTo>
                    <a:pt x="24326" y="6863"/>
                    <a:pt x="24264" y="6825"/>
                    <a:pt x="24108" y="6825"/>
                  </a:cubicBezTo>
                  <a:cubicBezTo>
                    <a:pt x="24055" y="6825"/>
                    <a:pt x="23993" y="6829"/>
                    <a:pt x="23918" y="6838"/>
                  </a:cubicBezTo>
                  <a:cubicBezTo>
                    <a:pt x="23284" y="6938"/>
                    <a:pt x="22483" y="7171"/>
                    <a:pt x="22350" y="7338"/>
                  </a:cubicBezTo>
                  <a:cubicBezTo>
                    <a:pt x="22183" y="7572"/>
                    <a:pt x="22117" y="7638"/>
                    <a:pt x="21349" y="8139"/>
                  </a:cubicBezTo>
                  <a:cubicBezTo>
                    <a:pt x="20949" y="8406"/>
                    <a:pt x="20582" y="8672"/>
                    <a:pt x="20582" y="8773"/>
                  </a:cubicBezTo>
                  <a:cubicBezTo>
                    <a:pt x="20549" y="8873"/>
                    <a:pt x="20382" y="8939"/>
                    <a:pt x="20015" y="9106"/>
                  </a:cubicBezTo>
                  <a:cubicBezTo>
                    <a:pt x="19715" y="9206"/>
                    <a:pt x="19448" y="9340"/>
                    <a:pt x="19415" y="9406"/>
                  </a:cubicBezTo>
                  <a:cubicBezTo>
                    <a:pt x="19415" y="9440"/>
                    <a:pt x="19315" y="9473"/>
                    <a:pt x="19248" y="9473"/>
                  </a:cubicBezTo>
                  <a:cubicBezTo>
                    <a:pt x="19241" y="9472"/>
                    <a:pt x="19233" y="9472"/>
                    <a:pt x="19225" y="9472"/>
                  </a:cubicBezTo>
                  <a:cubicBezTo>
                    <a:pt x="18924" y="9472"/>
                    <a:pt x="17918" y="10043"/>
                    <a:pt x="18080" y="10140"/>
                  </a:cubicBezTo>
                  <a:cubicBezTo>
                    <a:pt x="18175" y="10203"/>
                    <a:pt x="17641" y="10476"/>
                    <a:pt x="17443" y="10476"/>
                  </a:cubicBezTo>
                  <a:cubicBezTo>
                    <a:pt x="17432" y="10476"/>
                    <a:pt x="17422" y="10475"/>
                    <a:pt x="17413" y="10474"/>
                  </a:cubicBezTo>
                  <a:cubicBezTo>
                    <a:pt x="17407" y="10472"/>
                    <a:pt x="17399" y="10471"/>
                    <a:pt x="17390" y="10471"/>
                  </a:cubicBezTo>
                  <a:cubicBezTo>
                    <a:pt x="17203" y="10471"/>
                    <a:pt x="16436" y="10782"/>
                    <a:pt x="16246" y="10941"/>
                  </a:cubicBezTo>
                  <a:cubicBezTo>
                    <a:pt x="16212" y="10963"/>
                    <a:pt x="16186" y="10974"/>
                    <a:pt x="16165" y="10974"/>
                  </a:cubicBezTo>
                  <a:cubicBezTo>
                    <a:pt x="16123" y="10974"/>
                    <a:pt x="16101" y="10930"/>
                    <a:pt x="16079" y="10841"/>
                  </a:cubicBezTo>
                  <a:cubicBezTo>
                    <a:pt x="16062" y="10774"/>
                    <a:pt x="16046" y="10741"/>
                    <a:pt x="16016" y="10741"/>
                  </a:cubicBezTo>
                  <a:cubicBezTo>
                    <a:pt x="15987" y="10741"/>
                    <a:pt x="15945" y="10774"/>
                    <a:pt x="15879" y="10841"/>
                  </a:cubicBezTo>
                  <a:cubicBezTo>
                    <a:pt x="15801" y="10899"/>
                    <a:pt x="15757" y="10934"/>
                    <a:pt x="15715" y="10934"/>
                  </a:cubicBezTo>
                  <a:cubicBezTo>
                    <a:pt x="15684" y="10934"/>
                    <a:pt x="15654" y="10916"/>
                    <a:pt x="15612" y="10874"/>
                  </a:cubicBezTo>
                  <a:cubicBezTo>
                    <a:pt x="15580" y="10842"/>
                    <a:pt x="15500" y="10827"/>
                    <a:pt x="15389" y="10827"/>
                  </a:cubicBezTo>
                  <a:cubicBezTo>
                    <a:pt x="15155" y="10827"/>
                    <a:pt x="14784" y="10894"/>
                    <a:pt x="14444" y="11007"/>
                  </a:cubicBezTo>
                  <a:cubicBezTo>
                    <a:pt x="14344" y="11041"/>
                    <a:pt x="13944" y="11174"/>
                    <a:pt x="13610" y="11274"/>
                  </a:cubicBezTo>
                  <a:cubicBezTo>
                    <a:pt x="13277" y="11408"/>
                    <a:pt x="12877" y="11575"/>
                    <a:pt x="12743" y="11641"/>
                  </a:cubicBezTo>
                  <a:cubicBezTo>
                    <a:pt x="12643" y="11716"/>
                    <a:pt x="12543" y="11754"/>
                    <a:pt x="12485" y="11754"/>
                  </a:cubicBezTo>
                  <a:cubicBezTo>
                    <a:pt x="12466" y="11754"/>
                    <a:pt x="12451" y="11750"/>
                    <a:pt x="12443" y="11741"/>
                  </a:cubicBezTo>
                  <a:cubicBezTo>
                    <a:pt x="12433" y="11732"/>
                    <a:pt x="12421" y="11727"/>
                    <a:pt x="12405" y="11727"/>
                  </a:cubicBezTo>
                  <a:cubicBezTo>
                    <a:pt x="12368" y="11727"/>
                    <a:pt x="12314" y="11751"/>
                    <a:pt x="12243" y="11775"/>
                  </a:cubicBezTo>
                  <a:cubicBezTo>
                    <a:pt x="12143" y="11841"/>
                    <a:pt x="11876" y="11908"/>
                    <a:pt x="11642" y="11941"/>
                  </a:cubicBezTo>
                  <a:cubicBezTo>
                    <a:pt x="11275" y="12008"/>
                    <a:pt x="10842" y="12175"/>
                    <a:pt x="10341" y="12442"/>
                  </a:cubicBezTo>
                  <a:cubicBezTo>
                    <a:pt x="10333" y="12451"/>
                    <a:pt x="10321" y="12455"/>
                    <a:pt x="10309" y="12455"/>
                  </a:cubicBezTo>
                  <a:cubicBezTo>
                    <a:pt x="10277" y="12455"/>
                    <a:pt x="10241" y="12424"/>
                    <a:pt x="10241" y="12375"/>
                  </a:cubicBezTo>
                  <a:cubicBezTo>
                    <a:pt x="10214" y="12264"/>
                    <a:pt x="9655" y="12084"/>
                    <a:pt x="9391" y="12084"/>
                  </a:cubicBezTo>
                  <a:cubicBezTo>
                    <a:pt x="9338" y="12084"/>
                    <a:pt x="9297" y="12091"/>
                    <a:pt x="9274" y="12108"/>
                  </a:cubicBezTo>
                  <a:lnTo>
                    <a:pt x="8874" y="12108"/>
                  </a:lnTo>
                  <a:cubicBezTo>
                    <a:pt x="8811" y="12102"/>
                    <a:pt x="8754" y="12098"/>
                    <a:pt x="8695" y="12098"/>
                  </a:cubicBezTo>
                  <a:cubicBezTo>
                    <a:pt x="8441" y="12098"/>
                    <a:pt x="8148" y="12171"/>
                    <a:pt x="7173" y="12442"/>
                  </a:cubicBezTo>
                  <a:cubicBezTo>
                    <a:pt x="6405" y="12642"/>
                    <a:pt x="5138" y="13242"/>
                    <a:pt x="4704" y="13643"/>
                  </a:cubicBezTo>
                  <a:cubicBezTo>
                    <a:pt x="4454" y="13875"/>
                    <a:pt x="4347" y="13973"/>
                    <a:pt x="4246" y="13973"/>
                  </a:cubicBezTo>
                  <a:cubicBezTo>
                    <a:pt x="4158" y="13973"/>
                    <a:pt x="4074" y="13900"/>
                    <a:pt x="3904" y="13776"/>
                  </a:cubicBezTo>
                  <a:cubicBezTo>
                    <a:pt x="3733" y="13662"/>
                    <a:pt x="3584" y="13603"/>
                    <a:pt x="3506" y="13603"/>
                  </a:cubicBezTo>
                  <a:cubicBezTo>
                    <a:pt x="3446" y="13603"/>
                    <a:pt x="3427" y="13637"/>
                    <a:pt x="3470" y="13709"/>
                  </a:cubicBezTo>
                  <a:cubicBezTo>
                    <a:pt x="3503" y="13743"/>
                    <a:pt x="3470" y="13809"/>
                    <a:pt x="3403" y="13809"/>
                  </a:cubicBezTo>
                  <a:cubicBezTo>
                    <a:pt x="3336" y="13809"/>
                    <a:pt x="3270" y="13776"/>
                    <a:pt x="3270" y="13743"/>
                  </a:cubicBezTo>
                  <a:cubicBezTo>
                    <a:pt x="3251" y="13668"/>
                    <a:pt x="3075" y="13624"/>
                    <a:pt x="2888" y="13624"/>
                  </a:cubicBezTo>
                  <a:cubicBezTo>
                    <a:pt x="2742" y="13624"/>
                    <a:pt x="2590" y="13651"/>
                    <a:pt x="2503" y="13709"/>
                  </a:cubicBezTo>
                  <a:cubicBezTo>
                    <a:pt x="2402" y="13743"/>
                    <a:pt x="2236" y="13809"/>
                    <a:pt x="2136" y="13809"/>
                  </a:cubicBezTo>
                  <a:cubicBezTo>
                    <a:pt x="1769" y="13843"/>
                    <a:pt x="1335" y="14043"/>
                    <a:pt x="1035" y="14343"/>
                  </a:cubicBezTo>
                  <a:cubicBezTo>
                    <a:pt x="868" y="14510"/>
                    <a:pt x="635" y="14677"/>
                    <a:pt x="468" y="14743"/>
                  </a:cubicBezTo>
                  <a:cubicBezTo>
                    <a:pt x="234" y="14844"/>
                    <a:pt x="234" y="14844"/>
                    <a:pt x="401" y="15044"/>
                  </a:cubicBezTo>
                  <a:cubicBezTo>
                    <a:pt x="501" y="15144"/>
                    <a:pt x="534" y="15277"/>
                    <a:pt x="534" y="15311"/>
                  </a:cubicBezTo>
                  <a:cubicBezTo>
                    <a:pt x="519" y="15341"/>
                    <a:pt x="504" y="15357"/>
                    <a:pt x="489" y="15357"/>
                  </a:cubicBezTo>
                  <a:cubicBezTo>
                    <a:pt x="471" y="15357"/>
                    <a:pt x="453" y="15332"/>
                    <a:pt x="434" y="15277"/>
                  </a:cubicBezTo>
                  <a:cubicBezTo>
                    <a:pt x="423" y="15185"/>
                    <a:pt x="396" y="15145"/>
                    <a:pt x="366" y="15145"/>
                  </a:cubicBezTo>
                  <a:cubicBezTo>
                    <a:pt x="310" y="15145"/>
                    <a:pt x="246" y="15292"/>
                    <a:pt x="268" y="15511"/>
                  </a:cubicBezTo>
                  <a:cubicBezTo>
                    <a:pt x="268" y="15711"/>
                    <a:pt x="234" y="15878"/>
                    <a:pt x="168" y="15911"/>
                  </a:cubicBezTo>
                  <a:cubicBezTo>
                    <a:pt x="1" y="16011"/>
                    <a:pt x="468" y="16645"/>
                    <a:pt x="701" y="16678"/>
                  </a:cubicBezTo>
                  <a:cubicBezTo>
                    <a:pt x="835" y="16712"/>
                    <a:pt x="901" y="16778"/>
                    <a:pt x="935" y="16945"/>
                  </a:cubicBezTo>
                  <a:cubicBezTo>
                    <a:pt x="1102" y="17379"/>
                    <a:pt x="1335" y="17646"/>
                    <a:pt x="1869" y="17946"/>
                  </a:cubicBezTo>
                  <a:cubicBezTo>
                    <a:pt x="2136" y="18113"/>
                    <a:pt x="2436" y="18246"/>
                    <a:pt x="2536" y="18279"/>
                  </a:cubicBezTo>
                  <a:cubicBezTo>
                    <a:pt x="2603" y="18313"/>
                    <a:pt x="2836" y="18513"/>
                    <a:pt x="3036" y="18713"/>
                  </a:cubicBezTo>
                  <a:cubicBezTo>
                    <a:pt x="3219" y="18926"/>
                    <a:pt x="3402" y="19084"/>
                    <a:pt x="3458" y="19084"/>
                  </a:cubicBezTo>
                  <a:cubicBezTo>
                    <a:pt x="3463" y="19084"/>
                    <a:pt x="3467" y="19083"/>
                    <a:pt x="3470" y="19080"/>
                  </a:cubicBezTo>
                  <a:cubicBezTo>
                    <a:pt x="3476" y="19074"/>
                    <a:pt x="3483" y="19071"/>
                    <a:pt x="3491" y="19071"/>
                  </a:cubicBezTo>
                  <a:cubicBezTo>
                    <a:pt x="3527" y="19071"/>
                    <a:pt x="3582" y="19131"/>
                    <a:pt x="3637" y="19213"/>
                  </a:cubicBezTo>
                  <a:cubicBezTo>
                    <a:pt x="3670" y="19313"/>
                    <a:pt x="3803" y="19413"/>
                    <a:pt x="3904" y="19413"/>
                  </a:cubicBezTo>
                  <a:cubicBezTo>
                    <a:pt x="4037" y="19413"/>
                    <a:pt x="4170" y="19480"/>
                    <a:pt x="4237" y="19547"/>
                  </a:cubicBezTo>
                  <a:cubicBezTo>
                    <a:pt x="4301" y="19610"/>
                    <a:pt x="4377" y="19634"/>
                    <a:pt x="4451" y="19634"/>
                  </a:cubicBezTo>
                  <a:cubicBezTo>
                    <a:pt x="4493" y="19634"/>
                    <a:pt x="4534" y="19626"/>
                    <a:pt x="4571" y="19614"/>
                  </a:cubicBezTo>
                  <a:cubicBezTo>
                    <a:pt x="4607" y="19601"/>
                    <a:pt x="4644" y="19594"/>
                    <a:pt x="4679" y="19594"/>
                  </a:cubicBezTo>
                  <a:cubicBezTo>
                    <a:pt x="4740" y="19594"/>
                    <a:pt x="4795" y="19617"/>
                    <a:pt x="4838" y="19680"/>
                  </a:cubicBezTo>
                  <a:cubicBezTo>
                    <a:pt x="4863" y="19755"/>
                    <a:pt x="4925" y="19793"/>
                    <a:pt x="4969" y="19793"/>
                  </a:cubicBezTo>
                  <a:cubicBezTo>
                    <a:pt x="4983" y="19793"/>
                    <a:pt x="4996" y="19789"/>
                    <a:pt x="5004" y="19780"/>
                  </a:cubicBezTo>
                  <a:cubicBezTo>
                    <a:pt x="5043" y="19741"/>
                    <a:pt x="5094" y="19725"/>
                    <a:pt x="5143" y="19725"/>
                  </a:cubicBezTo>
                  <a:cubicBezTo>
                    <a:pt x="5177" y="19725"/>
                    <a:pt x="5210" y="19733"/>
                    <a:pt x="5238" y="19747"/>
                  </a:cubicBezTo>
                  <a:cubicBezTo>
                    <a:pt x="5260" y="19747"/>
                    <a:pt x="5312" y="19762"/>
                    <a:pt x="5354" y="19762"/>
                  </a:cubicBezTo>
                  <a:cubicBezTo>
                    <a:pt x="5375" y="19762"/>
                    <a:pt x="5394" y="19758"/>
                    <a:pt x="5405" y="19747"/>
                  </a:cubicBezTo>
                  <a:cubicBezTo>
                    <a:pt x="5438" y="19714"/>
                    <a:pt x="5505" y="19680"/>
                    <a:pt x="5571" y="19680"/>
                  </a:cubicBezTo>
                  <a:cubicBezTo>
                    <a:pt x="5576" y="19676"/>
                    <a:pt x="5582" y="19674"/>
                    <a:pt x="5588" y="19674"/>
                  </a:cubicBezTo>
                  <a:cubicBezTo>
                    <a:pt x="5631" y="19674"/>
                    <a:pt x="5714" y="19760"/>
                    <a:pt x="5772" y="19847"/>
                  </a:cubicBezTo>
                  <a:cubicBezTo>
                    <a:pt x="5838" y="19981"/>
                    <a:pt x="5905" y="20047"/>
                    <a:pt x="5972" y="20047"/>
                  </a:cubicBezTo>
                  <a:cubicBezTo>
                    <a:pt x="6005" y="20014"/>
                    <a:pt x="6138" y="19580"/>
                    <a:pt x="6272" y="19047"/>
                  </a:cubicBezTo>
                  <a:cubicBezTo>
                    <a:pt x="6572" y="17846"/>
                    <a:pt x="6839" y="17078"/>
                    <a:pt x="6906" y="17012"/>
                  </a:cubicBezTo>
                  <a:cubicBezTo>
                    <a:pt x="6972" y="16978"/>
                    <a:pt x="7039" y="16878"/>
                    <a:pt x="7072" y="16778"/>
                  </a:cubicBezTo>
                  <a:cubicBezTo>
                    <a:pt x="7100" y="16668"/>
                    <a:pt x="7151" y="16603"/>
                    <a:pt x="7205" y="16603"/>
                  </a:cubicBezTo>
                  <a:cubicBezTo>
                    <a:pt x="7216" y="16603"/>
                    <a:pt x="7228" y="16606"/>
                    <a:pt x="7239" y="16611"/>
                  </a:cubicBezTo>
                  <a:cubicBezTo>
                    <a:pt x="7306" y="16611"/>
                    <a:pt x="7306" y="16745"/>
                    <a:pt x="7273" y="16978"/>
                  </a:cubicBezTo>
                  <a:cubicBezTo>
                    <a:pt x="7206" y="17145"/>
                    <a:pt x="7173" y="17479"/>
                    <a:pt x="7173" y="17679"/>
                  </a:cubicBezTo>
                  <a:cubicBezTo>
                    <a:pt x="7173" y="17912"/>
                    <a:pt x="7106" y="18346"/>
                    <a:pt x="7039" y="18646"/>
                  </a:cubicBezTo>
                  <a:cubicBezTo>
                    <a:pt x="6972" y="18946"/>
                    <a:pt x="6972" y="19313"/>
                    <a:pt x="7006" y="19413"/>
                  </a:cubicBezTo>
                  <a:cubicBezTo>
                    <a:pt x="7039" y="19547"/>
                    <a:pt x="7039" y="19680"/>
                    <a:pt x="7006" y="19680"/>
                  </a:cubicBezTo>
                  <a:cubicBezTo>
                    <a:pt x="6972" y="19714"/>
                    <a:pt x="6972" y="19747"/>
                    <a:pt x="7006" y="19814"/>
                  </a:cubicBezTo>
                  <a:cubicBezTo>
                    <a:pt x="7006" y="19830"/>
                    <a:pt x="7022" y="19839"/>
                    <a:pt x="7047" y="19839"/>
                  </a:cubicBezTo>
                  <a:cubicBezTo>
                    <a:pt x="7072" y="19839"/>
                    <a:pt x="7106" y="19830"/>
                    <a:pt x="7139" y="19814"/>
                  </a:cubicBezTo>
                  <a:cubicBezTo>
                    <a:pt x="7171" y="19793"/>
                    <a:pt x="7196" y="19782"/>
                    <a:pt x="7215" y="19782"/>
                  </a:cubicBezTo>
                  <a:cubicBezTo>
                    <a:pt x="7257" y="19782"/>
                    <a:pt x="7273" y="19833"/>
                    <a:pt x="7273" y="19947"/>
                  </a:cubicBezTo>
                  <a:cubicBezTo>
                    <a:pt x="7273" y="20030"/>
                    <a:pt x="7295" y="20089"/>
                    <a:pt x="7322" y="20089"/>
                  </a:cubicBezTo>
                  <a:cubicBezTo>
                    <a:pt x="7328" y="20089"/>
                    <a:pt x="7333" y="20087"/>
                    <a:pt x="7339" y="20081"/>
                  </a:cubicBezTo>
                  <a:cubicBezTo>
                    <a:pt x="7349" y="20074"/>
                    <a:pt x="7361" y="20071"/>
                    <a:pt x="7375" y="20071"/>
                  </a:cubicBezTo>
                  <a:cubicBezTo>
                    <a:pt x="7508" y="20071"/>
                    <a:pt x="7825" y="20346"/>
                    <a:pt x="8006" y="20648"/>
                  </a:cubicBezTo>
                  <a:cubicBezTo>
                    <a:pt x="8094" y="20793"/>
                    <a:pt x="8206" y="20888"/>
                    <a:pt x="8256" y="20888"/>
                  </a:cubicBezTo>
                  <a:cubicBezTo>
                    <a:pt x="8263" y="20888"/>
                    <a:pt x="8269" y="20885"/>
                    <a:pt x="8273" y="20881"/>
                  </a:cubicBezTo>
                  <a:cubicBezTo>
                    <a:pt x="8307" y="20881"/>
                    <a:pt x="8340" y="20915"/>
                    <a:pt x="8340" y="20981"/>
                  </a:cubicBezTo>
                  <a:cubicBezTo>
                    <a:pt x="8373" y="21048"/>
                    <a:pt x="8440" y="21115"/>
                    <a:pt x="8540" y="21148"/>
                  </a:cubicBezTo>
                  <a:cubicBezTo>
                    <a:pt x="8585" y="21170"/>
                    <a:pt x="8625" y="21181"/>
                    <a:pt x="8666" y="21181"/>
                  </a:cubicBezTo>
                  <a:cubicBezTo>
                    <a:pt x="8748" y="21181"/>
                    <a:pt x="8829" y="21137"/>
                    <a:pt x="8940" y="21048"/>
                  </a:cubicBezTo>
                  <a:cubicBezTo>
                    <a:pt x="9041" y="20948"/>
                    <a:pt x="9174" y="20781"/>
                    <a:pt x="9174" y="20681"/>
                  </a:cubicBezTo>
                  <a:cubicBezTo>
                    <a:pt x="9207" y="20614"/>
                    <a:pt x="9307" y="20448"/>
                    <a:pt x="9374" y="20381"/>
                  </a:cubicBezTo>
                  <a:cubicBezTo>
                    <a:pt x="9458" y="20314"/>
                    <a:pt x="9499" y="20281"/>
                    <a:pt x="9508" y="20281"/>
                  </a:cubicBezTo>
                  <a:lnTo>
                    <a:pt x="9508" y="20281"/>
                  </a:lnTo>
                  <a:cubicBezTo>
                    <a:pt x="9516" y="20281"/>
                    <a:pt x="9491" y="20314"/>
                    <a:pt x="9441" y="20381"/>
                  </a:cubicBezTo>
                  <a:cubicBezTo>
                    <a:pt x="9407" y="20481"/>
                    <a:pt x="9374" y="20614"/>
                    <a:pt x="9341" y="20681"/>
                  </a:cubicBezTo>
                  <a:cubicBezTo>
                    <a:pt x="9341" y="20767"/>
                    <a:pt x="9638" y="20928"/>
                    <a:pt x="9806" y="20928"/>
                  </a:cubicBezTo>
                  <a:cubicBezTo>
                    <a:pt x="9833" y="20928"/>
                    <a:pt x="9856" y="20924"/>
                    <a:pt x="9874" y="20915"/>
                  </a:cubicBezTo>
                  <a:cubicBezTo>
                    <a:pt x="9882" y="20911"/>
                    <a:pt x="9891" y="20909"/>
                    <a:pt x="9900" y="20909"/>
                  </a:cubicBezTo>
                  <a:cubicBezTo>
                    <a:pt x="10045" y="20909"/>
                    <a:pt x="10336" y="21387"/>
                    <a:pt x="10241" y="21482"/>
                  </a:cubicBezTo>
                  <a:cubicBezTo>
                    <a:pt x="10208" y="21548"/>
                    <a:pt x="10208" y="21582"/>
                    <a:pt x="10275" y="21615"/>
                  </a:cubicBezTo>
                  <a:cubicBezTo>
                    <a:pt x="10293" y="21624"/>
                    <a:pt x="10316" y="21628"/>
                    <a:pt x="10341" y="21628"/>
                  </a:cubicBezTo>
                  <a:cubicBezTo>
                    <a:pt x="10502" y="21628"/>
                    <a:pt x="10775" y="21463"/>
                    <a:pt x="10775" y="21348"/>
                  </a:cubicBezTo>
                  <a:cubicBezTo>
                    <a:pt x="10775" y="21281"/>
                    <a:pt x="10842" y="21181"/>
                    <a:pt x="10942" y="21148"/>
                  </a:cubicBezTo>
                  <a:cubicBezTo>
                    <a:pt x="11009" y="21115"/>
                    <a:pt x="11142" y="20848"/>
                    <a:pt x="11209" y="20614"/>
                  </a:cubicBezTo>
                  <a:cubicBezTo>
                    <a:pt x="11269" y="20332"/>
                    <a:pt x="11293" y="20220"/>
                    <a:pt x="11325" y="20220"/>
                  </a:cubicBezTo>
                  <a:cubicBezTo>
                    <a:pt x="11345" y="20220"/>
                    <a:pt x="11369" y="20268"/>
                    <a:pt x="11409" y="20347"/>
                  </a:cubicBezTo>
                  <a:cubicBezTo>
                    <a:pt x="11462" y="20435"/>
                    <a:pt x="11496" y="20477"/>
                    <a:pt x="11521" y="20477"/>
                  </a:cubicBezTo>
                  <a:cubicBezTo>
                    <a:pt x="11544" y="20477"/>
                    <a:pt x="11560" y="20444"/>
                    <a:pt x="11576" y="20381"/>
                  </a:cubicBezTo>
                  <a:cubicBezTo>
                    <a:pt x="11609" y="20314"/>
                    <a:pt x="11626" y="20281"/>
                    <a:pt x="11647" y="20281"/>
                  </a:cubicBezTo>
                  <a:cubicBezTo>
                    <a:pt x="11667" y="20281"/>
                    <a:pt x="11692" y="20314"/>
                    <a:pt x="11742" y="20381"/>
                  </a:cubicBezTo>
                  <a:cubicBezTo>
                    <a:pt x="11851" y="20544"/>
                    <a:pt x="11827" y="20750"/>
                    <a:pt x="11743" y="20750"/>
                  </a:cubicBezTo>
                  <a:cubicBezTo>
                    <a:pt x="11723" y="20750"/>
                    <a:pt x="11701" y="20739"/>
                    <a:pt x="11676" y="20714"/>
                  </a:cubicBezTo>
                  <a:cubicBezTo>
                    <a:pt x="11648" y="20701"/>
                    <a:pt x="11626" y="20692"/>
                    <a:pt x="11608" y="20692"/>
                  </a:cubicBezTo>
                  <a:cubicBezTo>
                    <a:pt x="11581" y="20692"/>
                    <a:pt x="11562" y="20709"/>
                    <a:pt x="11542" y="20748"/>
                  </a:cubicBezTo>
                  <a:cubicBezTo>
                    <a:pt x="11509" y="20781"/>
                    <a:pt x="11609" y="20848"/>
                    <a:pt x="11709" y="20881"/>
                  </a:cubicBezTo>
                  <a:cubicBezTo>
                    <a:pt x="11909" y="20948"/>
                    <a:pt x="11909" y="20948"/>
                    <a:pt x="11809" y="21015"/>
                  </a:cubicBezTo>
                  <a:cubicBezTo>
                    <a:pt x="11709" y="21081"/>
                    <a:pt x="11709" y="21148"/>
                    <a:pt x="11843" y="21348"/>
                  </a:cubicBezTo>
                  <a:cubicBezTo>
                    <a:pt x="11905" y="21452"/>
                    <a:pt x="11942" y="21505"/>
                    <a:pt x="11952" y="21505"/>
                  </a:cubicBezTo>
                  <a:cubicBezTo>
                    <a:pt x="11958" y="21505"/>
                    <a:pt x="11955" y="21486"/>
                    <a:pt x="11943" y="21448"/>
                  </a:cubicBezTo>
                  <a:cubicBezTo>
                    <a:pt x="11909" y="21348"/>
                    <a:pt x="11909" y="21248"/>
                    <a:pt x="11943" y="21215"/>
                  </a:cubicBezTo>
                  <a:cubicBezTo>
                    <a:pt x="11949" y="21211"/>
                    <a:pt x="11956" y="21210"/>
                    <a:pt x="11963" y="21210"/>
                  </a:cubicBezTo>
                  <a:cubicBezTo>
                    <a:pt x="12024" y="21210"/>
                    <a:pt x="12090" y="21339"/>
                    <a:pt x="12209" y="21548"/>
                  </a:cubicBezTo>
                  <a:cubicBezTo>
                    <a:pt x="12310" y="21782"/>
                    <a:pt x="12410" y="21915"/>
                    <a:pt x="12543" y="21982"/>
                  </a:cubicBezTo>
                  <a:cubicBezTo>
                    <a:pt x="12643" y="22015"/>
                    <a:pt x="12777" y="22149"/>
                    <a:pt x="12877" y="22249"/>
                  </a:cubicBezTo>
                  <a:cubicBezTo>
                    <a:pt x="12943" y="22382"/>
                    <a:pt x="13010" y="22449"/>
                    <a:pt x="13077" y="22449"/>
                  </a:cubicBezTo>
                  <a:cubicBezTo>
                    <a:pt x="13110" y="22449"/>
                    <a:pt x="13244" y="22549"/>
                    <a:pt x="13344" y="22649"/>
                  </a:cubicBezTo>
                  <a:cubicBezTo>
                    <a:pt x="13426" y="22731"/>
                    <a:pt x="13508" y="22791"/>
                    <a:pt x="13553" y="22791"/>
                  </a:cubicBezTo>
                  <a:cubicBezTo>
                    <a:pt x="13563" y="22791"/>
                    <a:pt x="13571" y="22788"/>
                    <a:pt x="13577" y="22783"/>
                  </a:cubicBezTo>
                  <a:cubicBezTo>
                    <a:pt x="13582" y="22781"/>
                    <a:pt x="13588" y="22780"/>
                    <a:pt x="13595" y="22780"/>
                  </a:cubicBezTo>
                  <a:cubicBezTo>
                    <a:pt x="13739" y="22780"/>
                    <a:pt x="14344" y="23089"/>
                    <a:pt x="14344" y="23216"/>
                  </a:cubicBezTo>
                  <a:cubicBezTo>
                    <a:pt x="14344" y="23250"/>
                    <a:pt x="14411" y="23283"/>
                    <a:pt x="14478" y="23283"/>
                  </a:cubicBezTo>
                  <a:cubicBezTo>
                    <a:pt x="14578" y="23283"/>
                    <a:pt x="14678" y="23350"/>
                    <a:pt x="14745" y="23416"/>
                  </a:cubicBezTo>
                  <a:cubicBezTo>
                    <a:pt x="14772" y="23499"/>
                    <a:pt x="14845" y="23558"/>
                    <a:pt x="14888" y="23558"/>
                  </a:cubicBezTo>
                  <a:cubicBezTo>
                    <a:pt x="14897" y="23558"/>
                    <a:pt x="14906" y="23556"/>
                    <a:pt x="14911" y="23550"/>
                  </a:cubicBezTo>
                  <a:cubicBezTo>
                    <a:pt x="14945" y="23533"/>
                    <a:pt x="14995" y="23525"/>
                    <a:pt x="15049" y="23525"/>
                  </a:cubicBezTo>
                  <a:cubicBezTo>
                    <a:pt x="15103" y="23525"/>
                    <a:pt x="15162" y="23533"/>
                    <a:pt x="15212" y="23550"/>
                  </a:cubicBezTo>
                  <a:cubicBezTo>
                    <a:pt x="15290" y="23589"/>
                    <a:pt x="15368" y="23605"/>
                    <a:pt x="15433" y="23605"/>
                  </a:cubicBezTo>
                  <a:cubicBezTo>
                    <a:pt x="15478" y="23605"/>
                    <a:pt x="15518" y="23597"/>
                    <a:pt x="15545" y="23583"/>
                  </a:cubicBezTo>
                  <a:cubicBezTo>
                    <a:pt x="15571" y="23558"/>
                    <a:pt x="15596" y="23547"/>
                    <a:pt x="15620" y="23547"/>
                  </a:cubicBezTo>
                  <a:cubicBezTo>
                    <a:pt x="15658" y="23547"/>
                    <a:pt x="15691" y="23575"/>
                    <a:pt x="15712" y="23616"/>
                  </a:cubicBezTo>
                  <a:cubicBezTo>
                    <a:pt x="15729" y="23650"/>
                    <a:pt x="15762" y="23667"/>
                    <a:pt x="15800" y="23667"/>
                  </a:cubicBezTo>
                  <a:cubicBezTo>
                    <a:pt x="15837" y="23667"/>
                    <a:pt x="15879" y="23650"/>
                    <a:pt x="15912" y="23616"/>
                  </a:cubicBezTo>
                  <a:cubicBezTo>
                    <a:pt x="15979" y="23583"/>
                    <a:pt x="16112" y="23583"/>
                    <a:pt x="16146" y="23583"/>
                  </a:cubicBezTo>
                  <a:cubicBezTo>
                    <a:pt x="16165" y="23593"/>
                    <a:pt x="16188" y="23597"/>
                    <a:pt x="16212" y="23597"/>
                  </a:cubicBezTo>
                  <a:cubicBezTo>
                    <a:pt x="16271" y="23597"/>
                    <a:pt x="16342" y="23573"/>
                    <a:pt x="16412" y="23550"/>
                  </a:cubicBezTo>
                  <a:cubicBezTo>
                    <a:pt x="16513" y="23483"/>
                    <a:pt x="16579" y="23383"/>
                    <a:pt x="16579" y="23350"/>
                  </a:cubicBezTo>
                  <a:cubicBezTo>
                    <a:pt x="16579" y="23259"/>
                    <a:pt x="16604" y="23213"/>
                    <a:pt x="16647" y="23213"/>
                  </a:cubicBezTo>
                  <a:cubicBezTo>
                    <a:pt x="16714" y="23213"/>
                    <a:pt x="16824" y="23326"/>
                    <a:pt x="16946" y="23550"/>
                  </a:cubicBezTo>
                  <a:cubicBezTo>
                    <a:pt x="17080" y="23750"/>
                    <a:pt x="17246" y="23950"/>
                    <a:pt x="17280" y="23950"/>
                  </a:cubicBezTo>
                  <a:cubicBezTo>
                    <a:pt x="17480" y="23950"/>
                    <a:pt x="17747" y="23416"/>
                    <a:pt x="17780" y="23083"/>
                  </a:cubicBezTo>
                  <a:cubicBezTo>
                    <a:pt x="17780" y="22828"/>
                    <a:pt x="17796" y="22734"/>
                    <a:pt x="17851" y="22734"/>
                  </a:cubicBezTo>
                  <a:cubicBezTo>
                    <a:pt x="17875" y="22734"/>
                    <a:pt x="17906" y="22752"/>
                    <a:pt x="17947" y="22783"/>
                  </a:cubicBezTo>
                  <a:cubicBezTo>
                    <a:pt x="18047" y="22849"/>
                    <a:pt x="18214" y="23049"/>
                    <a:pt x="18347" y="23216"/>
                  </a:cubicBezTo>
                  <a:lnTo>
                    <a:pt x="18581" y="23550"/>
                  </a:lnTo>
                  <a:lnTo>
                    <a:pt x="18848" y="23383"/>
                  </a:lnTo>
                  <a:cubicBezTo>
                    <a:pt x="19007" y="23269"/>
                    <a:pt x="19104" y="23217"/>
                    <a:pt x="19224" y="23217"/>
                  </a:cubicBezTo>
                  <a:cubicBezTo>
                    <a:pt x="19280" y="23217"/>
                    <a:pt x="19341" y="23228"/>
                    <a:pt x="19415" y="23250"/>
                  </a:cubicBezTo>
                  <a:cubicBezTo>
                    <a:pt x="19486" y="23273"/>
                    <a:pt x="19544" y="23284"/>
                    <a:pt x="19597" y="23284"/>
                  </a:cubicBezTo>
                  <a:cubicBezTo>
                    <a:pt x="19694" y="23284"/>
                    <a:pt x="19774" y="23247"/>
                    <a:pt x="19882" y="23183"/>
                  </a:cubicBezTo>
                  <a:cubicBezTo>
                    <a:pt x="19948" y="23094"/>
                    <a:pt x="20015" y="23064"/>
                    <a:pt x="20062" y="23064"/>
                  </a:cubicBezTo>
                  <a:cubicBezTo>
                    <a:pt x="20085" y="23064"/>
                    <a:pt x="20104" y="23072"/>
                    <a:pt x="20115" y="23083"/>
                  </a:cubicBezTo>
                  <a:cubicBezTo>
                    <a:pt x="20129" y="23110"/>
                    <a:pt x="20148" y="23127"/>
                    <a:pt x="20176" y="23127"/>
                  </a:cubicBezTo>
                  <a:cubicBezTo>
                    <a:pt x="20215" y="23127"/>
                    <a:pt x="20270" y="23094"/>
                    <a:pt x="20349" y="23016"/>
                  </a:cubicBezTo>
                  <a:cubicBezTo>
                    <a:pt x="20424" y="22941"/>
                    <a:pt x="20499" y="22903"/>
                    <a:pt x="20546" y="22903"/>
                  </a:cubicBezTo>
                  <a:cubicBezTo>
                    <a:pt x="20561" y="22903"/>
                    <a:pt x="20574" y="22908"/>
                    <a:pt x="20582" y="22916"/>
                  </a:cubicBezTo>
                  <a:cubicBezTo>
                    <a:pt x="20589" y="22921"/>
                    <a:pt x="20598" y="22923"/>
                    <a:pt x="20611" y="22923"/>
                  </a:cubicBezTo>
                  <a:cubicBezTo>
                    <a:pt x="20859" y="22923"/>
                    <a:pt x="22243" y="22023"/>
                    <a:pt x="22750" y="21515"/>
                  </a:cubicBezTo>
                  <a:cubicBezTo>
                    <a:pt x="23284" y="21015"/>
                    <a:pt x="23551" y="20814"/>
                    <a:pt x="24452" y="20281"/>
                  </a:cubicBezTo>
                  <a:cubicBezTo>
                    <a:pt x="25115" y="19889"/>
                    <a:pt x="25424" y="19742"/>
                    <a:pt x="25576" y="19742"/>
                  </a:cubicBezTo>
                  <a:cubicBezTo>
                    <a:pt x="25592" y="19742"/>
                    <a:pt x="25606" y="19744"/>
                    <a:pt x="25619" y="19747"/>
                  </a:cubicBezTo>
                  <a:cubicBezTo>
                    <a:pt x="25648" y="19757"/>
                    <a:pt x="25681" y="19761"/>
                    <a:pt x="25714" y="19761"/>
                  </a:cubicBezTo>
                  <a:cubicBezTo>
                    <a:pt x="25794" y="19761"/>
                    <a:pt x="25882" y="19737"/>
                    <a:pt x="25953" y="19714"/>
                  </a:cubicBezTo>
                  <a:cubicBezTo>
                    <a:pt x="26099" y="19596"/>
                    <a:pt x="26658" y="19402"/>
                    <a:pt x="26746" y="19402"/>
                  </a:cubicBezTo>
                  <a:cubicBezTo>
                    <a:pt x="26758" y="19402"/>
                    <a:pt x="26761" y="19405"/>
                    <a:pt x="26753" y="19413"/>
                  </a:cubicBezTo>
                  <a:cubicBezTo>
                    <a:pt x="26744" y="19422"/>
                    <a:pt x="26747" y="19427"/>
                    <a:pt x="26761" y="19427"/>
                  </a:cubicBezTo>
                  <a:cubicBezTo>
                    <a:pt x="26799" y="19427"/>
                    <a:pt x="26916" y="19396"/>
                    <a:pt x="27087" y="19347"/>
                  </a:cubicBezTo>
                  <a:cubicBezTo>
                    <a:pt x="27354" y="19280"/>
                    <a:pt x="27554" y="19180"/>
                    <a:pt x="27587" y="19113"/>
                  </a:cubicBezTo>
                  <a:cubicBezTo>
                    <a:pt x="27654" y="19013"/>
                    <a:pt x="27754" y="18980"/>
                    <a:pt x="27887" y="18980"/>
                  </a:cubicBezTo>
                  <a:cubicBezTo>
                    <a:pt x="27923" y="18989"/>
                    <a:pt x="27959" y="18993"/>
                    <a:pt x="27993" y="18993"/>
                  </a:cubicBezTo>
                  <a:cubicBezTo>
                    <a:pt x="28085" y="18993"/>
                    <a:pt x="28163" y="18962"/>
                    <a:pt x="28188" y="18913"/>
                  </a:cubicBezTo>
                  <a:cubicBezTo>
                    <a:pt x="28221" y="18880"/>
                    <a:pt x="28354" y="18880"/>
                    <a:pt x="28454" y="18880"/>
                  </a:cubicBezTo>
                  <a:cubicBezTo>
                    <a:pt x="28510" y="18894"/>
                    <a:pt x="28559" y="18902"/>
                    <a:pt x="28601" y="18902"/>
                  </a:cubicBezTo>
                  <a:cubicBezTo>
                    <a:pt x="28659" y="18902"/>
                    <a:pt x="28702" y="18885"/>
                    <a:pt x="28721" y="18846"/>
                  </a:cubicBezTo>
                  <a:cubicBezTo>
                    <a:pt x="28735" y="18833"/>
                    <a:pt x="28749" y="18824"/>
                    <a:pt x="28763" y="18824"/>
                  </a:cubicBezTo>
                  <a:cubicBezTo>
                    <a:pt x="28782" y="18824"/>
                    <a:pt x="28802" y="18841"/>
                    <a:pt x="28821" y="18880"/>
                  </a:cubicBezTo>
                  <a:cubicBezTo>
                    <a:pt x="28830" y="18889"/>
                    <a:pt x="28839" y="18893"/>
                    <a:pt x="28849" y="18893"/>
                  </a:cubicBezTo>
                  <a:cubicBezTo>
                    <a:pt x="28877" y="18893"/>
                    <a:pt x="28915" y="18862"/>
                    <a:pt x="28988" y="18813"/>
                  </a:cubicBezTo>
                  <a:cubicBezTo>
                    <a:pt x="29025" y="18758"/>
                    <a:pt x="29062" y="18733"/>
                    <a:pt x="29093" y="18733"/>
                  </a:cubicBezTo>
                  <a:cubicBezTo>
                    <a:pt x="29118" y="18733"/>
                    <a:pt x="29140" y="18750"/>
                    <a:pt x="29155" y="18780"/>
                  </a:cubicBezTo>
                  <a:cubicBezTo>
                    <a:pt x="29188" y="18846"/>
                    <a:pt x="29288" y="18880"/>
                    <a:pt x="29355" y="18880"/>
                  </a:cubicBezTo>
                  <a:cubicBezTo>
                    <a:pt x="29722" y="18813"/>
                    <a:pt x="30489" y="18513"/>
                    <a:pt x="30689" y="18346"/>
                  </a:cubicBezTo>
                  <a:cubicBezTo>
                    <a:pt x="30789" y="18279"/>
                    <a:pt x="31023" y="18113"/>
                    <a:pt x="31156" y="18046"/>
                  </a:cubicBezTo>
                  <a:cubicBezTo>
                    <a:pt x="31290" y="17946"/>
                    <a:pt x="31423" y="17846"/>
                    <a:pt x="31423" y="17779"/>
                  </a:cubicBezTo>
                  <a:cubicBezTo>
                    <a:pt x="31423" y="17730"/>
                    <a:pt x="31459" y="17699"/>
                    <a:pt x="31517" y="17699"/>
                  </a:cubicBezTo>
                  <a:cubicBezTo>
                    <a:pt x="31539" y="17699"/>
                    <a:pt x="31563" y="17703"/>
                    <a:pt x="31590" y="17712"/>
                  </a:cubicBezTo>
                  <a:cubicBezTo>
                    <a:pt x="31690" y="17712"/>
                    <a:pt x="31757" y="17679"/>
                    <a:pt x="31857" y="17545"/>
                  </a:cubicBezTo>
                  <a:cubicBezTo>
                    <a:pt x="31924" y="17479"/>
                    <a:pt x="32124" y="17245"/>
                    <a:pt x="32324" y="17112"/>
                  </a:cubicBezTo>
                  <a:cubicBezTo>
                    <a:pt x="32524" y="16945"/>
                    <a:pt x="32791" y="16712"/>
                    <a:pt x="32924" y="16578"/>
                  </a:cubicBezTo>
                  <a:cubicBezTo>
                    <a:pt x="33158" y="16311"/>
                    <a:pt x="33558" y="14777"/>
                    <a:pt x="33458" y="14410"/>
                  </a:cubicBezTo>
                  <a:cubicBezTo>
                    <a:pt x="33437" y="14240"/>
                    <a:pt x="33483" y="14137"/>
                    <a:pt x="33563" y="14137"/>
                  </a:cubicBezTo>
                  <a:cubicBezTo>
                    <a:pt x="33608" y="14137"/>
                    <a:pt x="33664" y="14171"/>
                    <a:pt x="33725" y="14243"/>
                  </a:cubicBezTo>
                  <a:cubicBezTo>
                    <a:pt x="33853" y="14390"/>
                    <a:pt x="33931" y="14466"/>
                    <a:pt x="33981" y="14466"/>
                  </a:cubicBezTo>
                  <a:cubicBezTo>
                    <a:pt x="34022" y="14466"/>
                    <a:pt x="34043" y="14415"/>
                    <a:pt x="34058" y="14310"/>
                  </a:cubicBezTo>
                  <a:cubicBezTo>
                    <a:pt x="34092" y="14176"/>
                    <a:pt x="34025" y="14010"/>
                    <a:pt x="33691" y="13476"/>
                  </a:cubicBezTo>
                  <a:cubicBezTo>
                    <a:pt x="33256" y="12730"/>
                    <a:pt x="33053" y="12505"/>
                    <a:pt x="32892" y="12505"/>
                  </a:cubicBezTo>
                  <a:cubicBezTo>
                    <a:pt x="32880" y="12505"/>
                    <a:pt x="32869" y="12506"/>
                    <a:pt x="32858" y="12509"/>
                  </a:cubicBezTo>
                  <a:cubicBezTo>
                    <a:pt x="32836" y="12512"/>
                    <a:pt x="32817" y="12514"/>
                    <a:pt x="32800" y="12514"/>
                  </a:cubicBezTo>
                  <a:cubicBezTo>
                    <a:pt x="32652" y="12514"/>
                    <a:pt x="32638" y="12394"/>
                    <a:pt x="32757" y="12275"/>
                  </a:cubicBezTo>
                  <a:cubicBezTo>
                    <a:pt x="32858" y="12175"/>
                    <a:pt x="32858" y="12108"/>
                    <a:pt x="32791" y="12075"/>
                  </a:cubicBezTo>
                  <a:cubicBezTo>
                    <a:pt x="32691" y="12008"/>
                    <a:pt x="32691" y="11941"/>
                    <a:pt x="32757" y="11908"/>
                  </a:cubicBezTo>
                  <a:cubicBezTo>
                    <a:pt x="32767" y="11898"/>
                    <a:pt x="32777" y="11894"/>
                    <a:pt x="32786" y="11894"/>
                  </a:cubicBezTo>
                  <a:cubicBezTo>
                    <a:pt x="32808" y="11894"/>
                    <a:pt x="32824" y="11918"/>
                    <a:pt x="32824" y="11941"/>
                  </a:cubicBezTo>
                  <a:cubicBezTo>
                    <a:pt x="32824" y="11975"/>
                    <a:pt x="32891" y="12008"/>
                    <a:pt x="33024" y="12008"/>
                  </a:cubicBezTo>
                  <a:cubicBezTo>
                    <a:pt x="33043" y="12002"/>
                    <a:pt x="33062" y="11999"/>
                    <a:pt x="33082" y="11999"/>
                  </a:cubicBezTo>
                  <a:cubicBezTo>
                    <a:pt x="33171" y="11999"/>
                    <a:pt x="33270" y="12054"/>
                    <a:pt x="33325" y="12108"/>
                  </a:cubicBezTo>
                  <a:cubicBezTo>
                    <a:pt x="33425" y="12275"/>
                    <a:pt x="33892" y="12742"/>
                    <a:pt x="34259" y="13109"/>
                  </a:cubicBezTo>
                  <a:cubicBezTo>
                    <a:pt x="34363" y="13213"/>
                    <a:pt x="34428" y="13265"/>
                    <a:pt x="34503" y="13265"/>
                  </a:cubicBezTo>
                  <a:cubicBezTo>
                    <a:pt x="34548" y="13265"/>
                    <a:pt x="34596" y="13247"/>
                    <a:pt x="34659" y="13209"/>
                  </a:cubicBezTo>
                  <a:cubicBezTo>
                    <a:pt x="34892" y="13076"/>
                    <a:pt x="34959" y="12542"/>
                    <a:pt x="34792" y="12142"/>
                  </a:cubicBezTo>
                  <a:cubicBezTo>
                    <a:pt x="34759" y="12008"/>
                    <a:pt x="34659" y="11741"/>
                    <a:pt x="34592" y="11575"/>
                  </a:cubicBezTo>
                  <a:cubicBezTo>
                    <a:pt x="34525" y="11441"/>
                    <a:pt x="34292" y="10974"/>
                    <a:pt x="34025" y="10607"/>
                  </a:cubicBezTo>
                  <a:lnTo>
                    <a:pt x="33591" y="9907"/>
                  </a:lnTo>
                  <a:lnTo>
                    <a:pt x="33825" y="9940"/>
                  </a:lnTo>
                  <a:cubicBezTo>
                    <a:pt x="33958" y="9973"/>
                    <a:pt x="34025" y="10040"/>
                    <a:pt x="34025" y="10140"/>
                  </a:cubicBezTo>
                  <a:cubicBezTo>
                    <a:pt x="34025" y="10207"/>
                    <a:pt x="34058" y="10274"/>
                    <a:pt x="34092" y="10274"/>
                  </a:cubicBezTo>
                  <a:cubicBezTo>
                    <a:pt x="34125" y="10274"/>
                    <a:pt x="34292" y="10474"/>
                    <a:pt x="34425" y="10707"/>
                  </a:cubicBezTo>
                  <a:cubicBezTo>
                    <a:pt x="34613" y="10965"/>
                    <a:pt x="34801" y="11141"/>
                    <a:pt x="34884" y="11141"/>
                  </a:cubicBezTo>
                  <a:cubicBezTo>
                    <a:pt x="34919" y="11141"/>
                    <a:pt x="34936" y="11110"/>
                    <a:pt x="34926" y="11041"/>
                  </a:cubicBezTo>
                  <a:cubicBezTo>
                    <a:pt x="34904" y="10921"/>
                    <a:pt x="34946" y="10869"/>
                    <a:pt x="35024" y="10869"/>
                  </a:cubicBezTo>
                  <a:cubicBezTo>
                    <a:pt x="35185" y="10869"/>
                    <a:pt x="35501" y="11093"/>
                    <a:pt x="35726" y="11408"/>
                  </a:cubicBezTo>
                  <a:cubicBezTo>
                    <a:pt x="35810" y="11575"/>
                    <a:pt x="35867" y="11651"/>
                    <a:pt x="35923" y="11651"/>
                  </a:cubicBezTo>
                  <a:cubicBezTo>
                    <a:pt x="35957" y="11651"/>
                    <a:pt x="35989" y="11624"/>
                    <a:pt x="36026" y="11575"/>
                  </a:cubicBezTo>
                  <a:cubicBezTo>
                    <a:pt x="36093" y="11508"/>
                    <a:pt x="36160" y="11408"/>
                    <a:pt x="36227" y="11374"/>
                  </a:cubicBezTo>
                  <a:cubicBezTo>
                    <a:pt x="36260" y="11341"/>
                    <a:pt x="36327" y="11141"/>
                    <a:pt x="36360" y="10974"/>
                  </a:cubicBezTo>
                  <a:cubicBezTo>
                    <a:pt x="36389" y="10829"/>
                    <a:pt x="36418" y="10734"/>
                    <a:pt x="36425" y="10734"/>
                  </a:cubicBezTo>
                  <a:cubicBezTo>
                    <a:pt x="36426" y="10734"/>
                    <a:pt x="36427" y="10736"/>
                    <a:pt x="36427" y="10741"/>
                  </a:cubicBezTo>
                  <a:cubicBezTo>
                    <a:pt x="36437" y="10758"/>
                    <a:pt x="36445" y="10766"/>
                    <a:pt x="36451" y="10766"/>
                  </a:cubicBezTo>
                  <a:cubicBezTo>
                    <a:pt x="36499" y="10766"/>
                    <a:pt x="36379" y="10179"/>
                    <a:pt x="36260" y="9940"/>
                  </a:cubicBezTo>
                  <a:cubicBezTo>
                    <a:pt x="36191" y="9780"/>
                    <a:pt x="36185" y="9636"/>
                    <a:pt x="36231" y="9636"/>
                  </a:cubicBezTo>
                  <a:cubicBezTo>
                    <a:pt x="36253" y="9636"/>
                    <a:pt x="36285" y="9666"/>
                    <a:pt x="36327" y="9740"/>
                  </a:cubicBezTo>
                  <a:cubicBezTo>
                    <a:pt x="36345" y="9767"/>
                    <a:pt x="36370" y="9779"/>
                    <a:pt x="36398" y="9779"/>
                  </a:cubicBezTo>
                  <a:cubicBezTo>
                    <a:pt x="36476" y="9779"/>
                    <a:pt x="36578" y="9686"/>
                    <a:pt x="36627" y="9540"/>
                  </a:cubicBezTo>
                  <a:cubicBezTo>
                    <a:pt x="36627" y="9473"/>
                    <a:pt x="36594" y="9340"/>
                    <a:pt x="36560" y="9240"/>
                  </a:cubicBezTo>
                  <a:cubicBezTo>
                    <a:pt x="36493" y="9106"/>
                    <a:pt x="36493" y="8906"/>
                    <a:pt x="36527" y="8739"/>
                  </a:cubicBezTo>
                  <a:cubicBezTo>
                    <a:pt x="36560" y="8506"/>
                    <a:pt x="36560" y="8439"/>
                    <a:pt x="36327" y="8172"/>
                  </a:cubicBezTo>
                  <a:cubicBezTo>
                    <a:pt x="36193" y="8039"/>
                    <a:pt x="35993" y="7839"/>
                    <a:pt x="35860" y="7805"/>
                  </a:cubicBezTo>
                  <a:cubicBezTo>
                    <a:pt x="35593" y="7705"/>
                    <a:pt x="35326" y="7405"/>
                    <a:pt x="35493" y="7405"/>
                  </a:cubicBezTo>
                  <a:cubicBezTo>
                    <a:pt x="35559" y="7405"/>
                    <a:pt x="35593" y="7372"/>
                    <a:pt x="35593" y="7305"/>
                  </a:cubicBezTo>
                  <a:cubicBezTo>
                    <a:pt x="35589" y="7287"/>
                    <a:pt x="35595" y="7279"/>
                    <a:pt x="35609" y="7279"/>
                  </a:cubicBezTo>
                  <a:cubicBezTo>
                    <a:pt x="35726" y="7279"/>
                    <a:pt x="36389" y="7845"/>
                    <a:pt x="36627" y="8172"/>
                  </a:cubicBezTo>
                  <a:cubicBezTo>
                    <a:pt x="36836" y="8441"/>
                    <a:pt x="37099" y="8569"/>
                    <a:pt x="37319" y="8569"/>
                  </a:cubicBezTo>
                  <a:cubicBezTo>
                    <a:pt x="37591" y="8569"/>
                    <a:pt x="37798" y="8374"/>
                    <a:pt x="37761" y="8005"/>
                  </a:cubicBezTo>
                  <a:cubicBezTo>
                    <a:pt x="37761" y="7738"/>
                    <a:pt x="37661" y="7572"/>
                    <a:pt x="37161" y="6871"/>
                  </a:cubicBezTo>
                  <a:cubicBezTo>
                    <a:pt x="36627" y="6104"/>
                    <a:pt x="36527" y="5870"/>
                    <a:pt x="36694" y="5770"/>
                  </a:cubicBezTo>
                  <a:cubicBezTo>
                    <a:pt x="36707" y="5760"/>
                    <a:pt x="36733" y="5755"/>
                    <a:pt x="36768" y="5755"/>
                  </a:cubicBezTo>
                  <a:cubicBezTo>
                    <a:pt x="37073" y="5755"/>
                    <a:pt x="38081" y="6111"/>
                    <a:pt x="37961" y="6171"/>
                  </a:cubicBezTo>
                  <a:cubicBezTo>
                    <a:pt x="37928" y="6204"/>
                    <a:pt x="37961" y="6204"/>
                    <a:pt x="38061" y="6204"/>
                  </a:cubicBezTo>
                  <a:cubicBezTo>
                    <a:pt x="38428" y="6137"/>
                    <a:pt x="38562" y="5637"/>
                    <a:pt x="38361" y="5270"/>
                  </a:cubicBezTo>
                  <a:cubicBezTo>
                    <a:pt x="38253" y="5118"/>
                    <a:pt x="38215" y="5065"/>
                    <a:pt x="38257" y="5065"/>
                  </a:cubicBezTo>
                  <a:cubicBezTo>
                    <a:pt x="38280" y="5065"/>
                    <a:pt x="38325" y="5080"/>
                    <a:pt x="38395" y="5103"/>
                  </a:cubicBezTo>
                  <a:cubicBezTo>
                    <a:pt x="38450" y="5125"/>
                    <a:pt x="38488" y="5137"/>
                    <a:pt x="38513" y="5137"/>
                  </a:cubicBezTo>
                  <a:cubicBezTo>
                    <a:pt x="38565" y="5137"/>
                    <a:pt x="38573" y="5092"/>
                    <a:pt x="38595" y="5003"/>
                  </a:cubicBezTo>
                  <a:cubicBezTo>
                    <a:pt x="38595" y="4957"/>
                    <a:pt x="38595" y="4932"/>
                    <a:pt x="38598" y="4932"/>
                  </a:cubicBezTo>
                  <a:cubicBezTo>
                    <a:pt x="38602" y="4932"/>
                    <a:pt x="38610" y="4965"/>
                    <a:pt x="38628" y="5036"/>
                  </a:cubicBezTo>
                  <a:cubicBezTo>
                    <a:pt x="38662" y="5137"/>
                    <a:pt x="38720" y="5187"/>
                    <a:pt x="38816" y="5187"/>
                  </a:cubicBezTo>
                  <a:cubicBezTo>
                    <a:pt x="38912" y="5187"/>
                    <a:pt x="39045" y="5137"/>
                    <a:pt x="39229" y="5036"/>
                  </a:cubicBezTo>
                  <a:cubicBezTo>
                    <a:pt x="39462" y="4870"/>
                    <a:pt x="39529" y="4770"/>
                    <a:pt x="39662" y="4369"/>
                  </a:cubicBezTo>
                  <a:cubicBezTo>
                    <a:pt x="39762" y="3936"/>
                    <a:pt x="39762" y="3869"/>
                    <a:pt x="39596" y="3669"/>
                  </a:cubicBezTo>
                  <a:cubicBezTo>
                    <a:pt x="39429" y="3469"/>
                    <a:pt x="39429" y="3369"/>
                    <a:pt x="39496" y="3035"/>
                  </a:cubicBezTo>
                  <a:cubicBezTo>
                    <a:pt x="39629" y="2468"/>
                    <a:pt x="39529" y="2168"/>
                    <a:pt x="38962" y="1300"/>
                  </a:cubicBezTo>
                  <a:cubicBezTo>
                    <a:pt x="38528" y="667"/>
                    <a:pt x="38395" y="533"/>
                    <a:pt x="37995" y="300"/>
                  </a:cubicBezTo>
                  <a:cubicBezTo>
                    <a:pt x="37928" y="266"/>
                    <a:pt x="37828" y="200"/>
                    <a:pt x="37761" y="166"/>
                  </a:cubicBezTo>
                  <a:cubicBezTo>
                    <a:pt x="37605" y="49"/>
                    <a:pt x="37414" y="1"/>
                    <a:pt x="371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9" name="Google Shape;109;p8"/>
          <p:cNvGrpSpPr/>
          <p:nvPr/>
        </p:nvGrpSpPr>
        <p:grpSpPr>
          <a:xfrm>
            <a:off x="713225" y="472450"/>
            <a:ext cx="1968450" cy="462432"/>
            <a:chOff x="713225" y="472450"/>
            <a:chExt cx="1968450" cy="462432"/>
          </a:xfrm>
        </p:grpSpPr>
        <p:sp>
          <p:nvSpPr>
            <p:cNvPr id="110" name="Google Shape;110;p8"/>
            <p:cNvSpPr/>
            <p:nvPr/>
          </p:nvSpPr>
          <p:spPr>
            <a:xfrm>
              <a:off x="1223100" y="613700"/>
              <a:ext cx="1458575" cy="310600"/>
            </a:xfrm>
            <a:custGeom>
              <a:avLst/>
              <a:gdLst/>
              <a:ahLst/>
              <a:cxnLst/>
              <a:rect l="l" t="t" r="r" b="b"/>
              <a:pathLst>
                <a:path w="58343" h="12424" extrusionOk="0">
                  <a:moveTo>
                    <a:pt x="18298" y="0"/>
                  </a:moveTo>
                  <a:cubicBezTo>
                    <a:pt x="18228" y="0"/>
                    <a:pt x="18155" y="5"/>
                    <a:pt x="18080" y="16"/>
                  </a:cubicBezTo>
                  <a:cubicBezTo>
                    <a:pt x="17180" y="149"/>
                    <a:pt x="16713" y="1016"/>
                    <a:pt x="16479" y="1783"/>
                  </a:cubicBezTo>
                  <a:cubicBezTo>
                    <a:pt x="15879" y="3551"/>
                    <a:pt x="15545" y="5486"/>
                    <a:pt x="15212" y="7354"/>
                  </a:cubicBezTo>
                  <a:cubicBezTo>
                    <a:pt x="14544" y="5086"/>
                    <a:pt x="14878" y="1750"/>
                    <a:pt x="11943" y="1550"/>
                  </a:cubicBezTo>
                  <a:cubicBezTo>
                    <a:pt x="11899" y="1548"/>
                    <a:pt x="11857" y="1546"/>
                    <a:pt x="11815" y="1546"/>
                  </a:cubicBezTo>
                  <a:cubicBezTo>
                    <a:pt x="10662" y="1546"/>
                    <a:pt x="10024" y="2417"/>
                    <a:pt x="9541" y="3318"/>
                  </a:cubicBezTo>
                  <a:cubicBezTo>
                    <a:pt x="8674" y="4919"/>
                    <a:pt x="7906" y="6554"/>
                    <a:pt x="7172" y="8221"/>
                  </a:cubicBezTo>
                  <a:cubicBezTo>
                    <a:pt x="6872" y="5953"/>
                    <a:pt x="6339" y="3752"/>
                    <a:pt x="5538" y="1583"/>
                  </a:cubicBezTo>
                  <a:cubicBezTo>
                    <a:pt x="5440" y="1314"/>
                    <a:pt x="5163" y="1081"/>
                    <a:pt x="4864" y="1081"/>
                  </a:cubicBezTo>
                  <a:cubicBezTo>
                    <a:pt x="4755" y="1081"/>
                    <a:pt x="4644" y="1112"/>
                    <a:pt x="4537" y="1183"/>
                  </a:cubicBezTo>
                  <a:cubicBezTo>
                    <a:pt x="1435" y="3485"/>
                    <a:pt x="1" y="7254"/>
                    <a:pt x="868" y="11023"/>
                  </a:cubicBezTo>
                  <a:cubicBezTo>
                    <a:pt x="934" y="11276"/>
                    <a:pt x="1123" y="11386"/>
                    <a:pt x="1318" y="11386"/>
                  </a:cubicBezTo>
                  <a:cubicBezTo>
                    <a:pt x="1610" y="11386"/>
                    <a:pt x="1915" y="11137"/>
                    <a:pt x="1835" y="10757"/>
                  </a:cubicBezTo>
                  <a:cubicBezTo>
                    <a:pt x="1302" y="7788"/>
                    <a:pt x="2302" y="4819"/>
                    <a:pt x="4571" y="2851"/>
                  </a:cubicBezTo>
                  <a:cubicBezTo>
                    <a:pt x="5405" y="5453"/>
                    <a:pt x="5905" y="8055"/>
                    <a:pt x="6005" y="10790"/>
                  </a:cubicBezTo>
                  <a:cubicBezTo>
                    <a:pt x="6026" y="11192"/>
                    <a:pt x="6410" y="11487"/>
                    <a:pt x="6764" y="11487"/>
                  </a:cubicBezTo>
                  <a:cubicBezTo>
                    <a:pt x="6968" y="11487"/>
                    <a:pt x="7163" y="11389"/>
                    <a:pt x="7273" y="11157"/>
                  </a:cubicBezTo>
                  <a:cubicBezTo>
                    <a:pt x="7973" y="9723"/>
                    <a:pt x="8674" y="8288"/>
                    <a:pt x="9341" y="6887"/>
                  </a:cubicBezTo>
                  <a:cubicBezTo>
                    <a:pt x="9796" y="5951"/>
                    <a:pt x="10674" y="3307"/>
                    <a:pt x="11872" y="3307"/>
                  </a:cubicBezTo>
                  <a:cubicBezTo>
                    <a:pt x="12253" y="3307"/>
                    <a:pt x="12667" y="3575"/>
                    <a:pt x="13110" y="4252"/>
                  </a:cubicBezTo>
                  <a:cubicBezTo>
                    <a:pt x="13710" y="5153"/>
                    <a:pt x="13477" y="6620"/>
                    <a:pt x="13710" y="7688"/>
                  </a:cubicBezTo>
                  <a:cubicBezTo>
                    <a:pt x="13911" y="8622"/>
                    <a:pt x="14278" y="9356"/>
                    <a:pt x="15011" y="9989"/>
                  </a:cubicBezTo>
                  <a:cubicBezTo>
                    <a:pt x="15163" y="10116"/>
                    <a:pt x="15363" y="10180"/>
                    <a:pt x="15560" y="10180"/>
                  </a:cubicBezTo>
                  <a:cubicBezTo>
                    <a:pt x="15882" y="10180"/>
                    <a:pt x="16196" y="10008"/>
                    <a:pt x="16279" y="9656"/>
                  </a:cubicBezTo>
                  <a:cubicBezTo>
                    <a:pt x="16613" y="8188"/>
                    <a:pt x="16946" y="6720"/>
                    <a:pt x="17280" y="5219"/>
                  </a:cubicBezTo>
                  <a:cubicBezTo>
                    <a:pt x="17446" y="4552"/>
                    <a:pt x="17580" y="3885"/>
                    <a:pt x="17747" y="3218"/>
                  </a:cubicBezTo>
                  <a:cubicBezTo>
                    <a:pt x="17780" y="2818"/>
                    <a:pt x="17913" y="2451"/>
                    <a:pt x="18047" y="2084"/>
                  </a:cubicBezTo>
                  <a:cubicBezTo>
                    <a:pt x="18064" y="1858"/>
                    <a:pt x="18118" y="1750"/>
                    <a:pt x="18203" y="1750"/>
                  </a:cubicBezTo>
                  <a:cubicBezTo>
                    <a:pt x="18281" y="1750"/>
                    <a:pt x="18386" y="1841"/>
                    <a:pt x="18514" y="2017"/>
                  </a:cubicBezTo>
                  <a:cubicBezTo>
                    <a:pt x="19114" y="2217"/>
                    <a:pt x="20082" y="5119"/>
                    <a:pt x="20382" y="5686"/>
                  </a:cubicBezTo>
                  <a:lnTo>
                    <a:pt x="22583" y="10123"/>
                  </a:lnTo>
                  <a:cubicBezTo>
                    <a:pt x="22716" y="10389"/>
                    <a:pt x="22999" y="10517"/>
                    <a:pt x="23285" y="10517"/>
                  </a:cubicBezTo>
                  <a:cubicBezTo>
                    <a:pt x="23646" y="10517"/>
                    <a:pt x="24010" y="10313"/>
                    <a:pt x="24085" y="9923"/>
                  </a:cubicBezTo>
                  <a:cubicBezTo>
                    <a:pt x="24518" y="7554"/>
                    <a:pt x="25419" y="5453"/>
                    <a:pt x="26820" y="3551"/>
                  </a:cubicBezTo>
                  <a:cubicBezTo>
                    <a:pt x="27654" y="6253"/>
                    <a:pt x="28488" y="8955"/>
                    <a:pt x="29288" y="11657"/>
                  </a:cubicBezTo>
                  <a:cubicBezTo>
                    <a:pt x="29418" y="12062"/>
                    <a:pt x="29724" y="12241"/>
                    <a:pt x="30039" y="12241"/>
                  </a:cubicBezTo>
                  <a:cubicBezTo>
                    <a:pt x="30451" y="12241"/>
                    <a:pt x="30880" y="11934"/>
                    <a:pt x="30956" y="11424"/>
                  </a:cubicBezTo>
                  <a:cubicBezTo>
                    <a:pt x="31290" y="8622"/>
                    <a:pt x="32090" y="5953"/>
                    <a:pt x="33358" y="3451"/>
                  </a:cubicBezTo>
                  <a:cubicBezTo>
                    <a:pt x="34826" y="5686"/>
                    <a:pt x="36093" y="8021"/>
                    <a:pt x="37094" y="10490"/>
                  </a:cubicBezTo>
                  <a:cubicBezTo>
                    <a:pt x="37265" y="10893"/>
                    <a:pt x="37652" y="11102"/>
                    <a:pt x="38018" y="11102"/>
                  </a:cubicBezTo>
                  <a:cubicBezTo>
                    <a:pt x="38438" y="11102"/>
                    <a:pt x="38828" y="10827"/>
                    <a:pt x="38828" y="10256"/>
                  </a:cubicBezTo>
                  <a:cubicBezTo>
                    <a:pt x="38828" y="8955"/>
                    <a:pt x="38995" y="7654"/>
                    <a:pt x="39395" y="6387"/>
                  </a:cubicBezTo>
                  <a:cubicBezTo>
                    <a:pt x="39596" y="5853"/>
                    <a:pt x="39896" y="4752"/>
                    <a:pt x="40329" y="4385"/>
                  </a:cubicBezTo>
                  <a:cubicBezTo>
                    <a:pt x="40546" y="4203"/>
                    <a:pt x="40696" y="4122"/>
                    <a:pt x="40817" y="4122"/>
                  </a:cubicBezTo>
                  <a:cubicBezTo>
                    <a:pt x="41052" y="4122"/>
                    <a:pt x="41178" y="4424"/>
                    <a:pt x="41464" y="4886"/>
                  </a:cubicBezTo>
                  <a:cubicBezTo>
                    <a:pt x="42798" y="6987"/>
                    <a:pt x="43598" y="9622"/>
                    <a:pt x="44633" y="11891"/>
                  </a:cubicBezTo>
                  <a:cubicBezTo>
                    <a:pt x="44771" y="12196"/>
                    <a:pt x="45048" y="12328"/>
                    <a:pt x="45339" y="12328"/>
                  </a:cubicBezTo>
                  <a:cubicBezTo>
                    <a:pt x="45747" y="12328"/>
                    <a:pt x="46183" y="12067"/>
                    <a:pt x="46300" y="11657"/>
                  </a:cubicBezTo>
                  <a:cubicBezTo>
                    <a:pt x="47068" y="8889"/>
                    <a:pt x="48202" y="6253"/>
                    <a:pt x="49669" y="3785"/>
                  </a:cubicBezTo>
                  <a:cubicBezTo>
                    <a:pt x="50937" y="6320"/>
                    <a:pt x="51938" y="8955"/>
                    <a:pt x="52638" y="11757"/>
                  </a:cubicBezTo>
                  <a:cubicBezTo>
                    <a:pt x="52755" y="12191"/>
                    <a:pt x="53147" y="12408"/>
                    <a:pt x="53539" y="12408"/>
                  </a:cubicBezTo>
                  <a:cubicBezTo>
                    <a:pt x="53931" y="12408"/>
                    <a:pt x="54323" y="12191"/>
                    <a:pt x="54440" y="11757"/>
                  </a:cubicBezTo>
                  <a:cubicBezTo>
                    <a:pt x="54907" y="9756"/>
                    <a:pt x="55374" y="7788"/>
                    <a:pt x="55841" y="5820"/>
                  </a:cubicBezTo>
                  <a:cubicBezTo>
                    <a:pt x="56241" y="7588"/>
                    <a:pt x="56274" y="9422"/>
                    <a:pt x="55941" y="11290"/>
                  </a:cubicBezTo>
                  <a:cubicBezTo>
                    <a:pt x="55820" y="11971"/>
                    <a:pt x="56410" y="12424"/>
                    <a:pt x="56944" y="12424"/>
                  </a:cubicBezTo>
                  <a:cubicBezTo>
                    <a:pt x="57298" y="12424"/>
                    <a:pt x="57629" y="12224"/>
                    <a:pt x="57709" y="11757"/>
                  </a:cubicBezTo>
                  <a:cubicBezTo>
                    <a:pt x="58342" y="8388"/>
                    <a:pt x="57942" y="5153"/>
                    <a:pt x="56508" y="2017"/>
                  </a:cubicBezTo>
                  <a:cubicBezTo>
                    <a:pt x="56353" y="1707"/>
                    <a:pt x="56055" y="1570"/>
                    <a:pt x="55750" y="1570"/>
                  </a:cubicBezTo>
                  <a:cubicBezTo>
                    <a:pt x="55333" y="1570"/>
                    <a:pt x="54903" y="1827"/>
                    <a:pt x="54806" y="2250"/>
                  </a:cubicBezTo>
                  <a:cubicBezTo>
                    <a:pt x="54339" y="4152"/>
                    <a:pt x="53906" y="6053"/>
                    <a:pt x="53439" y="7955"/>
                  </a:cubicBezTo>
                  <a:cubicBezTo>
                    <a:pt x="52672" y="5720"/>
                    <a:pt x="51671" y="3585"/>
                    <a:pt x="50503" y="1483"/>
                  </a:cubicBezTo>
                  <a:cubicBezTo>
                    <a:pt x="50341" y="1192"/>
                    <a:pt x="50054" y="1058"/>
                    <a:pt x="49759" y="1058"/>
                  </a:cubicBezTo>
                  <a:cubicBezTo>
                    <a:pt x="49446" y="1058"/>
                    <a:pt x="49124" y="1209"/>
                    <a:pt x="48936" y="1483"/>
                  </a:cubicBezTo>
                  <a:cubicBezTo>
                    <a:pt x="47401" y="3818"/>
                    <a:pt x="46167" y="6287"/>
                    <a:pt x="45266" y="8889"/>
                  </a:cubicBezTo>
                  <a:cubicBezTo>
                    <a:pt x="44633" y="7488"/>
                    <a:pt x="43999" y="6087"/>
                    <a:pt x="43332" y="4686"/>
                  </a:cubicBezTo>
                  <a:cubicBezTo>
                    <a:pt x="42841" y="3540"/>
                    <a:pt x="42382" y="1882"/>
                    <a:pt x="40885" y="1882"/>
                  </a:cubicBezTo>
                  <a:cubicBezTo>
                    <a:pt x="40856" y="1882"/>
                    <a:pt x="40826" y="1882"/>
                    <a:pt x="40796" y="1884"/>
                  </a:cubicBezTo>
                  <a:cubicBezTo>
                    <a:pt x="38828" y="1984"/>
                    <a:pt x="37828" y="4552"/>
                    <a:pt x="37394" y="6954"/>
                  </a:cubicBezTo>
                  <a:cubicBezTo>
                    <a:pt x="36427" y="4986"/>
                    <a:pt x="35293" y="3151"/>
                    <a:pt x="34025" y="1350"/>
                  </a:cubicBezTo>
                  <a:cubicBezTo>
                    <a:pt x="33833" y="1088"/>
                    <a:pt x="33523" y="936"/>
                    <a:pt x="33223" y="936"/>
                  </a:cubicBezTo>
                  <a:cubicBezTo>
                    <a:pt x="32949" y="936"/>
                    <a:pt x="32683" y="1063"/>
                    <a:pt x="32524" y="1350"/>
                  </a:cubicBezTo>
                  <a:cubicBezTo>
                    <a:pt x="31323" y="3451"/>
                    <a:pt x="30489" y="5653"/>
                    <a:pt x="29922" y="7955"/>
                  </a:cubicBezTo>
                  <a:cubicBezTo>
                    <a:pt x="29255" y="5820"/>
                    <a:pt x="28621" y="3718"/>
                    <a:pt x="27954" y="1617"/>
                  </a:cubicBezTo>
                  <a:cubicBezTo>
                    <a:pt x="27846" y="1251"/>
                    <a:pt x="27490" y="1010"/>
                    <a:pt x="27133" y="1010"/>
                  </a:cubicBezTo>
                  <a:cubicBezTo>
                    <a:pt x="26937" y="1010"/>
                    <a:pt x="26740" y="1084"/>
                    <a:pt x="26586" y="1250"/>
                  </a:cubicBezTo>
                  <a:cubicBezTo>
                    <a:pt x="24952" y="3084"/>
                    <a:pt x="23751" y="5119"/>
                    <a:pt x="23050" y="7354"/>
                  </a:cubicBezTo>
                  <a:cubicBezTo>
                    <a:pt x="22250" y="5820"/>
                    <a:pt x="21449" y="4252"/>
                    <a:pt x="20682" y="2684"/>
                  </a:cubicBezTo>
                  <a:cubicBezTo>
                    <a:pt x="20176" y="1703"/>
                    <a:pt x="19609" y="0"/>
                    <a:pt x="18298" y="0"/>
                  </a:cubicBezTo>
                  <a:close/>
                </a:path>
              </a:pathLst>
            </a:custGeom>
            <a:solidFill>
              <a:schemeClr val="dk1">
                <a:alpha val="474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8"/>
            <p:cNvSpPr/>
            <p:nvPr/>
          </p:nvSpPr>
          <p:spPr>
            <a:xfrm>
              <a:off x="713225" y="603113"/>
              <a:ext cx="335451" cy="331767"/>
            </a:xfrm>
            <a:custGeom>
              <a:avLst/>
              <a:gdLst/>
              <a:ahLst/>
              <a:cxnLst/>
              <a:rect l="l" t="t" r="r" b="b"/>
              <a:pathLst>
                <a:path w="6739" h="6665" extrusionOk="0">
                  <a:moveTo>
                    <a:pt x="1468" y="1271"/>
                  </a:moveTo>
                  <a:cubicBezTo>
                    <a:pt x="2769" y="1338"/>
                    <a:pt x="4103" y="1438"/>
                    <a:pt x="5437" y="1438"/>
                  </a:cubicBezTo>
                  <a:cubicBezTo>
                    <a:pt x="5404" y="1438"/>
                    <a:pt x="5404" y="1471"/>
                    <a:pt x="5404" y="1471"/>
                  </a:cubicBezTo>
                  <a:cubicBezTo>
                    <a:pt x="5371" y="2305"/>
                    <a:pt x="5337" y="3139"/>
                    <a:pt x="5237" y="3973"/>
                  </a:cubicBezTo>
                  <a:cubicBezTo>
                    <a:pt x="5204" y="4473"/>
                    <a:pt x="5104" y="4974"/>
                    <a:pt x="5071" y="5474"/>
                  </a:cubicBezTo>
                  <a:cubicBezTo>
                    <a:pt x="3870" y="5507"/>
                    <a:pt x="2635" y="5507"/>
                    <a:pt x="1401" y="5574"/>
                  </a:cubicBezTo>
                  <a:cubicBezTo>
                    <a:pt x="1601" y="4173"/>
                    <a:pt x="1468" y="2705"/>
                    <a:pt x="1468" y="1271"/>
                  </a:cubicBezTo>
                  <a:close/>
                  <a:moveTo>
                    <a:pt x="784" y="1"/>
                  </a:moveTo>
                  <a:cubicBezTo>
                    <a:pt x="474" y="1"/>
                    <a:pt x="234" y="287"/>
                    <a:pt x="234" y="604"/>
                  </a:cubicBezTo>
                  <a:cubicBezTo>
                    <a:pt x="167" y="2238"/>
                    <a:pt x="0" y="4173"/>
                    <a:pt x="434" y="5774"/>
                  </a:cubicBezTo>
                  <a:cubicBezTo>
                    <a:pt x="267" y="5974"/>
                    <a:pt x="300" y="6274"/>
                    <a:pt x="601" y="6341"/>
                  </a:cubicBezTo>
                  <a:cubicBezTo>
                    <a:pt x="1631" y="6582"/>
                    <a:pt x="2689" y="6665"/>
                    <a:pt x="3748" y="6665"/>
                  </a:cubicBezTo>
                  <a:cubicBezTo>
                    <a:pt x="4302" y="6665"/>
                    <a:pt x="4855" y="6642"/>
                    <a:pt x="5404" y="6608"/>
                  </a:cubicBezTo>
                  <a:cubicBezTo>
                    <a:pt x="5738" y="6608"/>
                    <a:pt x="5904" y="6375"/>
                    <a:pt x="5971" y="6141"/>
                  </a:cubicBezTo>
                  <a:cubicBezTo>
                    <a:pt x="6738" y="4974"/>
                    <a:pt x="6738" y="2805"/>
                    <a:pt x="6705" y="1471"/>
                  </a:cubicBezTo>
                  <a:cubicBezTo>
                    <a:pt x="6705" y="1271"/>
                    <a:pt x="6638" y="1104"/>
                    <a:pt x="6505" y="1004"/>
                  </a:cubicBezTo>
                  <a:cubicBezTo>
                    <a:pt x="6572" y="704"/>
                    <a:pt x="6405" y="304"/>
                    <a:pt x="5971" y="270"/>
                  </a:cubicBezTo>
                  <a:cubicBezTo>
                    <a:pt x="4270" y="70"/>
                    <a:pt x="2535" y="70"/>
                    <a:pt x="834" y="3"/>
                  </a:cubicBezTo>
                  <a:cubicBezTo>
                    <a:pt x="817" y="2"/>
                    <a:pt x="800" y="1"/>
                    <a:pt x="7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8"/>
            <p:cNvSpPr/>
            <p:nvPr/>
          </p:nvSpPr>
          <p:spPr>
            <a:xfrm>
              <a:off x="1048675" y="512325"/>
              <a:ext cx="1458575" cy="310600"/>
            </a:xfrm>
            <a:custGeom>
              <a:avLst/>
              <a:gdLst/>
              <a:ahLst/>
              <a:cxnLst/>
              <a:rect l="l" t="t" r="r" b="b"/>
              <a:pathLst>
                <a:path w="58343" h="12424" extrusionOk="0">
                  <a:moveTo>
                    <a:pt x="18298" y="0"/>
                  </a:moveTo>
                  <a:cubicBezTo>
                    <a:pt x="18228" y="0"/>
                    <a:pt x="18155" y="5"/>
                    <a:pt x="18080" y="16"/>
                  </a:cubicBezTo>
                  <a:cubicBezTo>
                    <a:pt x="17180" y="149"/>
                    <a:pt x="16713" y="1016"/>
                    <a:pt x="16479" y="1783"/>
                  </a:cubicBezTo>
                  <a:cubicBezTo>
                    <a:pt x="15879" y="3551"/>
                    <a:pt x="15545" y="5486"/>
                    <a:pt x="15212" y="7354"/>
                  </a:cubicBezTo>
                  <a:cubicBezTo>
                    <a:pt x="14544" y="5086"/>
                    <a:pt x="14878" y="1750"/>
                    <a:pt x="11943" y="1550"/>
                  </a:cubicBezTo>
                  <a:cubicBezTo>
                    <a:pt x="11899" y="1548"/>
                    <a:pt x="11857" y="1546"/>
                    <a:pt x="11815" y="1546"/>
                  </a:cubicBezTo>
                  <a:cubicBezTo>
                    <a:pt x="10662" y="1546"/>
                    <a:pt x="10024" y="2417"/>
                    <a:pt x="9541" y="3318"/>
                  </a:cubicBezTo>
                  <a:cubicBezTo>
                    <a:pt x="8674" y="4919"/>
                    <a:pt x="7906" y="6554"/>
                    <a:pt x="7172" y="8221"/>
                  </a:cubicBezTo>
                  <a:cubicBezTo>
                    <a:pt x="6872" y="5953"/>
                    <a:pt x="6339" y="3752"/>
                    <a:pt x="5538" y="1583"/>
                  </a:cubicBezTo>
                  <a:cubicBezTo>
                    <a:pt x="5440" y="1314"/>
                    <a:pt x="5163" y="1081"/>
                    <a:pt x="4864" y="1081"/>
                  </a:cubicBezTo>
                  <a:cubicBezTo>
                    <a:pt x="4755" y="1081"/>
                    <a:pt x="4644" y="1112"/>
                    <a:pt x="4537" y="1183"/>
                  </a:cubicBezTo>
                  <a:cubicBezTo>
                    <a:pt x="1435" y="3485"/>
                    <a:pt x="1" y="7254"/>
                    <a:pt x="868" y="11023"/>
                  </a:cubicBezTo>
                  <a:cubicBezTo>
                    <a:pt x="934" y="11276"/>
                    <a:pt x="1123" y="11386"/>
                    <a:pt x="1318" y="11386"/>
                  </a:cubicBezTo>
                  <a:cubicBezTo>
                    <a:pt x="1610" y="11386"/>
                    <a:pt x="1915" y="11137"/>
                    <a:pt x="1835" y="10757"/>
                  </a:cubicBezTo>
                  <a:cubicBezTo>
                    <a:pt x="1302" y="7788"/>
                    <a:pt x="2302" y="4819"/>
                    <a:pt x="4571" y="2851"/>
                  </a:cubicBezTo>
                  <a:cubicBezTo>
                    <a:pt x="5405" y="5453"/>
                    <a:pt x="5905" y="8055"/>
                    <a:pt x="6005" y="10790"/>
                  </a:cubicBezTo>
                  <a:cubicBezTo>
                    <a:pt x="6026" y="11192"/>
                    <a:pt x="6410" y="11487"/>
                    <a:pt x="6764" y="11487"/>
                  </a:cubicBezTo>
                  <a:cubicBezTo>
                    <a:pt x="6968" y="11487"/>
                    <a:pt x="7163" y="11389"/>
                    <a:pt x="7273" y="11157"/>
                  </a:cubicBezTo>
                  <a:cubicBezTo>
                    <a:pt x="7973" y="9723"/>
                    <a:pt x="8674" y="8288"/>
                    <a:pt x="9341" y="6887"/>
                  </a:cubicBezTo>
                  <a:cubicBezTo>
                    <a:pt x="9796" y="5951"/>
                    <a:pt x="10674" y="3307"/>
                    <a:pt x="11872" y="3307"/>
                  </a:cubicBezTo>
                  <a:cubicBezTo>
                    <a:pt x="12253" y="3307"/>
                    <a:pt x="12667" y="3575"/>
                    <a:pt x="13110" y="4252"/>
                  </a:cubicBezTo>
                  <a:cubicBezTo>
                    <a:pt x="13710" y="5153"/>
                    <a:pt x="13477" y="6620"/>
                    <a:pt x="13710" y="7688"/>
                  </a:cubicBezTo>
                  <a:cubicBezTo>
                    <a:pt x="13911" y="8622"/>
                    <a:pt x="14278" y="9356"/>
                    <a:pt x="15011" y="9989"/>
                  </a:cubicBezTo>
                  <a:cubicBezTo>
                    <a:pt x="15163" y="10116"/>
                    <a:pt x="15363" y="10180"/>
                    <a:pt x="15560" y="10180"/>
                  </a:cubicBezTo>
                  <a:cubicBezTo>
                    <a:pt x="15882" y="10180"/>
                    <a:pt x="16196" y="10008"/>
                    <a:pt x="16279" y="9656"/>
                  </a:cubicBezTo>
                  <a:cubicBezTo>
                    <a:pt x="16613" y="8188"/>
                    <a:pt x="16946" y="6720"/>
                    <a:pt x="17280" y="5219"/>
                  </a:cubicBezTo>
                  <a:cubicBezTo>
                    <a:pt x="17446" y="4552"/>
                    <a:pt x="17580" y="3885"/>
                    <a:pt x="17747" y="3218"/>
                  </a:cubicBezTo>
                  <a:cubicBezTo>
                    <a:pt x="17780" y="2818"/>
                    <a:pt x="17913" y="2451"/>
                    <a:pt x="18047" y="2084"/>
                  </a:cubicBezTo>
                  <a:cubicBezTo>
                    <a:pt x="18064" y="1858"/>
                    <a:pt x="18118" y="1750"/>
                    <a:pt x="18203" y="1750"/>
                  </a:cubicBezTo>
                  <a:cubicBezTo>
                    <a:pt x="18281" y="1750"/>
                    <a:pt x="18386" y="1841"/>
                    <a:pt x="18514" y="2017"/>
                  </a:cubicBezTo>
                  <a:cubicBezTo>
                    <a:pt x="19114" y="2217"/>
                    <a:pt x="20082" y="5119"/>
                    <a:pt x="20382" y="5686"/>
                  </a:cubicBezTo>
                  <a:lnTo>
                    <a:pt x="22583" y="10123"/>
                  </a:lnTo>
                  <a:cubicBezTo>
                    <a:pt x="22716" y="10389"/>
                    <a:pt x="22999" y="10517"/>
                    <a:pt x="23285" y="10517"/>
                  </a:cubicBezTo>
                  <a:cubicBezTo>
                    <a:pt x="23646" y="10517"/>
                    <a:pt x="24010" y="10313"/>
                    <a:pt x="24085" y="9923"/>
                  </a:cubicBezTo>
                  <a:cubicBezTo>
                    <a:pt x="24518" y="7554"/>
                    <a:pt x="25419" y="5453"/>
                    <a:pt x="26820" y="3551"/>
                  </a:cubicBezTo>
                  <a:cubicBezTo>
                    <a:pt x="27654" y="6253"/>
                    <a:pt x="28488" y="8955"/>
                    <a:pt x="29288" y="11657"/>
                  </a:cubicBezTo>
                  <a:cubicBezTo>
                    <a:pt x="29418" y="12062"/>
                    <a:pt x="29724" y="12241"/>
                    <a:pt x="30039" y="12241"/>
                  </a:cubicBezTo>
                  <a:cubicBezTo>
                    <a:pt x="30451" y="12241"/>
                    <a:pt x="30880" y="11934"/>
                    <a:pt x="30956" y="11424"/>
                  </a:cubicBezTo>
                  <a:cubicBezTo>
                    <a:pt x="31290" y="8622"/>
                    <a:pt x="32090" y="5953"/>
                    <a:pt x="33358" y="3451"/>
                  </a:cubicBezTo>
                  <a:cubicBezTo>
                    <a:pt x="34826" y="5686"/>
                    <a:pt x="36093" y="8021"/>
                    <a:pt x="37094" y="10490"/>
                  </a:cubicBezTo>
                  <a:cubicBezTo>
                    <a:pt x="37265" y="10893"/>
                    <a:pt x="37652" y="11102"/>
                    <a:pt x="38018" y="11102"/>
                  </a:cubicBezTo>
                  <a:cubicBezTo>
                    <a:pt x="38438" y="11102"/>
                    <a:pt x="38828" y="10827"/>
                    <a:pt x="38828" y="10256"/>
                  </a:cubicBezTo>
                  <a:cubicBezTo>
                    <a:pt x="38828" y="8955"/>
                    <a:pt x="38995" y="7654"/>
                    <a:pt x="39395" y="6387"/>
                  </a:cubicBezTo>
                  <a:cubicBezTo>
                    <a:pt x="39596" y="5853"/>
                    <a:pt x="39896" y="4752"/>
                    <a:pt x="40329" y="4385"/>
                  </a:cubicBezTo>
                  <a:cubicBezTo>
                    <a:pt x="40546" y="4203"/>
                    <a:pt x="40696" y="4122"/>
                    <a:pt x="40817" y="4122"/>
                  </a:cubicBezTo>
                  <a:cubicBezTo>
                    <a:pt x="41052" y="4122"/>
                    <a:pt x="41178" y="4424"/>
                    <a:pt x="41464" y="4886"/>
                  </a:cubicBezTo>
                  <a:cubicBezTo>
                    <a:pt x="42798" y="6987"/>
                    <a:pt x="43598" y="9622"/>
                    <a:pt x="44633" y="11891"/>
                  </a:cubicBezTo>
                  <a:cubicBezTo>
                    <a:pt x="44771" y="12196"/>
                    <a:pt x="45048" y="12328"/>
                    <a:pt x="45339" y="12328"/>
                  </a:cubicBezTo>
                  <a:cubicBezTo>
                    <a:pt x="45747" y="12328"/>
                    <a:pt x="46183" y="12067"/>
                    <a:pt x="46300" y="11657"/>
                  </a:cubicBezTo>
                  <a:cubicBezTo>
                    <a:pt x="47068" y="8889"/>
                    <a:pt x="48202" y="6253"/>
                    <a:pt x="49669" y="3785"/>
                  </a:cubicBezTo>
                  <a:cubicBezTo>
                    <a:pt x="50937" y="6320"/>
                    <a:pt x="51938" y="8955"/>
                    <a:pt x="52638" y="11757"/>
                  </a:cubicBezTo>
                  <a:cubicBezTo>
                    <a:pt x="52755" y="12191"/>
                    <a:pt x="53147" y="12408"/>
                    <a:pt x="53539" y="12408"/>
                  </a:cubicBezTo>
                  <a:cubicBezTo>
                    <a:pt x="53931" y="12408"/>
                    <a:pt x="54323" y="12191"/>
                    <a:pt x="54440" y="11757"/>
                  </a:cubicBezTo>
                  <a:cubicBezTo>
                    <a:pt x="54907" y="9756"/>
                    <a:pt x="55374" y="7788"/>
                    <a:pt x="55841" y="5820"/>
                  </a:cubicBezTo>
                  <a:cubicBezTo>
                    <a:pt x="56241" y="7588"/>
                    <a:pt x="56274" y="9422"/>
                    <a:pt x="55941" y="11290"/>
                  </a:cubicBezTo>
                  <a:cubicBezTo>
                    <a:pt x="55820" y="11971"/>
                    <a:pt x="56410" y="12424"/>
                    <a:pt x="56944" y="12424"/>
                  </a:cubicBezTo>
                  <a:cubicBezTo>
                    <a:pt x="57298" y="12424"/>
                    <a:pt x="57629" y="12224"/>
                    <a:pt x="57709" y="11757"/>
                  </a:cubicBezTo>
                  <a:cubicBezTo>
                    <a:pt x="58342" y="8388"/>
                    <a:pt x="57942" y="5153"/>
                    <a:pt x="56508" y="2017"/>
                  </a:cubicBezTo>
                  <a:cubicBezTo>
                    <a:pt x="56353" y="1707"/>
                    <a:pt x="56055" y="1570"/>
                    <a:pt x="55750" y="1570"/>
                  </a:cubicBezTo>
                  <a:cubicBezTo>
                    <a:pt x="55333" y="1570"/>
                    <a:pt x="54903" y="1827"/>
                    <a:pt x="54806" y="2250"/>
                  </a:cubicBezTo>
                  <a:cubicBezTo>
                    <a:pt x="54339" y="4152"/>
                    <a:pt x="53906" y="6053"/>
                    <a:pt x="53439" y="7955"/>
                  </a:cubicBezTo>
                  <a:cubicBezTo>
                    <a:pt x="52672" y="5720"/>
                    <a:pt x="51671" y="3585"/>
                    <a:pt x="50503" y="1483"/>
                  </a:cubicBezTo>
                  <a:cubicBezTo>
                    <a:pt x="50341" y="1192"/>
                    <a:pt x="50054" y="1058"/>
                    <a:pt x="49759" y="1058"/>
                  </a:cubicBezTo>
                  <a:cubicBezTo>
                    <a:pt x="49446" y="1058"/>
                    <a:pt x="49124" y="1209"/>
                    <a:pt x="48936" y="1483"/>
                  </a:cubicBezTo>
                  <a:cubicBezTo>
                    <a:pt x="47401" y="3818"/>
                    <a:pt x="46167" y="6287"/>
                    <a:pt x="45266" y="8889"/>
                  </a:cubicBezTo>
                  <a:cubicBezTo>
                    <a:pt x="44633" y="7488"/>
                    <a:pt x="43999" y="6087"/>
                    <a:pt x="43332" y="4686"/>
                  </a:cubicBezTo>
                  <a:cubicBezTo>
                    <a:pt x="42841" y="3540"/>
                    <a:pt x="42382" y="1882"/>
                    <a:pt x="40885" y="1882"/>
                  </a:cubicBezTo>
                  <a:cubicBezTo>
                    <a:pt x="40856" y="1882"/>
                    <a:pt x="40826" y="1882"/>
                    <a:pt x="40796" y="1884"/>
                  </a:cubicBezTo>
                  <a:cubicBezTo>
                    <a:pt x="38828" y="1984"/>
                    <a:pt x="37828" y="4552"/>
                    <a:pt x="37394" y="6954"/>
                  </a:cubicBezTo>
                  <a:cubicBezTo>
                    <a:pt x="36427" y="4986"/>
                    <a:pt x="35293" y="3151"/>
                    <a:pt x="34025" y="1350"/>
                  </a:cubicBezTo>
                  <a:cubicBezTo>
                    <a:pt x="33833" y="1088"/>
                    <a:pt x="33523" y="936"/>
                    <a:pt x="33223" y="936"/>
                  </a:cubicBezTo>
                  <a:cubicBezTo>
                    <a:pt x="32949" y="936"/>
                    <a:pt x="32683" y="1063"/>
                    <a:pt x="32524" y="1350"/>
                  </a:cubicBezTo>
                  <a:cubicBezTo>
                    <a:pt x="31323" y="3451"/>
                    <a:pt x="30489" y="5653"/>
                    <a:pt x="29922" y="7955"/>
                  </a:cubicBezTo>
                  <a:cubicBezTo>
                    <a:pt x="29255" y="5820"/>
                    <a:pt x="28621" y="3718"/>
                    <a:pt x="27954" y="1617"/>
                  </a:cubicBezTo>
                  <a:cubicBezTo>
                    <a:pt x="27846" y="1251"/>
                    <a:pt x="27490" y="1010"/>
                    <a:pt x="27133" y="1010"/>
                  </a:cubicBezTo>
                  <a:cubicBezTo>
                    <a:pt x="26937" y="1010"/>
                    <a:pt x="26740" y="1084"/>
                    <a:pt x="26586" y="1250"/>
                  </a:cubicBezTo>
                  <a:cubicBezTo>
                    <a:pt x="24952" y="3084"/>
                    <a:pt x="23751" y="5119"/>
                    <a:pt x="23050" y="7354"/>
                  </a:cubicBezTo>
                  <a:cubicBezTo>
                    <a:pt x="22250" y="5820"/>
                    <a:pt x="21449" y="4252"/>
                    <a:pt x="20682" y="2684"/>
                  </a:cubicBezTo>
                  <a:cubicBezTo>
                    <a:pt x="20176" y="1703"/>
                    <a:pt x="19609" y="0"/>
                    <a:pt x="182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8"/>
            <p:cNvSpPr/>
            <p:nvPr/>
          </p:nvSpPr>
          <p:spPr>
            <a:xfrm>
              <a:off x="831000" y="472450"/>
              <a:ext cx="534256" cy="462432"/>
            </a:xfrm>
            <a:custGeom>
              <a:avLst/>
              <a:gdLst/>
              <a:ahLst/>
              <a:cxnLst/>
              <a:rect l="l" t="t" r="r" b="b"/>
              <a:pathLst>
                <a:path w="7907" h="6844" extrusionOk="0">
                  <a:moveTo>
                    <a:pt x="3695" y="1308"/>
                  </a:moveTo>
                  <a:cubicBezTo>
                    <a:pt x="4238" y="1308"/>
                    <a:pt x="4789" y="1500"/>
                    <a:pt x="5171" y="1906"/>
                  </a:cubicBezTo>
                  <a:cubicBezTo>
                    <a:pt x="6072" y="2906"/>
                    <a:pt x="6139" y="4474"/>
                    <a:pt x="4938" y="5208"/>
                  </a:cubicBezTo>
                  <a:cubicBezTo>
                    <a:pt x="4536" y="5449"/>
                    <a:pt x="4058" y="5577"/>
                    <a:pt x="3588" y="5577"/>
                  </a:cubicBezTo>
                  <a:cubicBezTo>
                    <a:pt x="2887" y="5577"/>
                    <a:pt x="2201" y="5293"/>
                    <a:pt x="1802" y="4674"/>
                  </a:cubicBezTo>
                  <a:cubicBezTo>
                    <a:pt x="1669" y="4408"/>
                    <a:pt x="1569" y="4141"/>
                    <a:pt x="1535" y="3874"/>
                  </a:cubicBezTo>
                  <a:cubicBezTo>
                    <a:pt x="1769" y="3774"/>
                    <a:pt x="1969" y="3540"/>
                    <a:pt x="1902" y="3207"/>
                  </a:cubicBezTo>
                  <a:cubicBezTo>
                    <a:pt x="1685" y="1987"/>
                    <a:pt x="2675" y="1308"/>
                    <a:pt x="3695" y="1308"/>
                  </a:cubicBezTo>
                  <a:close/>
                  <a:moveTo>
                    <a:pt x="3813" y="1"/>
                  </a:moveTo>
                  <a:cubicBezTo>
                    <a:pt x="2836" y="1"/>
                    <a:pt x="1873" y="467"/>
                    <a:pt x="1302" y="1205"/>
                  </a:cubicBezTo>
                  <a:cubicBezTo>
                    <a:pt x="201" y="2373"/>
                    <a:pt x="1" y="4341"/>
                    <a:pt x="1035" y="5642"/>
                  </a:cubicBezTo>
                  <a:cubicBezTo>
                    <a:pt x="1672" y="6458"/>
                    <a:pt x="2645" y="6843"/>
                    <a:pt x="3628" y="6843"/>
                  </a:cubicBezTo>
                  <a:cubicBezTo>
                    <a:pt x="4654" y="6843"/>
                    <a:pt x="5691" y="6425"/>
                    <a:pt x="6372" y="5642"/>
                  </a:cubicBezTo>
                  <a:cubicBezTo>
                    <a:pt x="7907" y="3907"/>
                    <a:pt x="6973" y="1105"/>
                    <a:pt x="4971" y="238"/>
                  </a:cubicBezTo>
                  <a:cubicBezTo>
                    <a:pt x="4599" y="76"/>
                    <a:pt x="4205" y="1"/>
                    <a:pt x="3813" y="1"/>
                  </a:cubicBezTo>
                  <a:close/>
                </a:path>
              </a:pathLst>
            </a:custGeom>
            <a:solidFill>
              <a:schemeClr val="dk1">
                <a:alpha val="474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" name="Google Shape;114;p8"/>
          <p:cNvGrpSpPr/>
          <p:nvPr/>
        </p:nvGrpSpPr>
        <p:grpSpPr>
          <a:xfrm>
            <a:off x="7755900" y="3692250"/>
            <a:ext cx="827215" cy="589296"/>
            <a:chOff x="7755900" y="3692250"/>
            <a:chExt cx="827215" cy="589296"/>
          </a:xfrm>
        </p:grpSpPr>
        <p:sp>
          <p:nvSpPr>
            <p:cNvPr id="115" name="Google Shape;115;p8"/>
            <p:cNvSpPr/>
            <p:nvPr/>
          </p:nvSpPr>
          <p:spPr>
            <a:xfrm>
              <a:off x="7861025" y="3744450"/>
              <a:ext cx="722090" cy="537096"/>
            </a:xfrm>
            <a:custGeom>
              <a:avLst/>
              <a:gdLst/>
              <a:ahLst/>
              <a:cxnLst/>
              <a:rect l="l" t="t" r="r" b="b"/>
              <a:pathLst>
                <a:path w="10012" h="7447" extrusionOk="0">
                  <a:moveTo>
                    <a:pt x="6227" y="0"/>
                  </a:moveTo>
                  <a:cubicBezTo>
                    <a:pt x="6143" y="0"/>
                    <a:pt x="6058" y="9"/>
                    <a:pt x="5975" y="28"/>
                  </a:cubicBezTo>
                  <a:cubicBezTo>
                    <a:pt x="5675" y="94"/>
                    <a:pt x="5508" y="361"/>
                    <a:pt x="5442" y="661"/>
                  </a:cubicBezTo>
                  <a:cubicBezTo>
                    <a:pt x="4741" y="762"/>
                    <a:pt x="3907" y="728"/>
                    <a:pt x="3374" y="795"/>
                  </a:cubicBezTo>
                  <a:cubicBezTo>
                    <a:pt x="2540" y="895"/>
                    <a:pt x="2273" y="2062"/>
                    <a:pt x="3173" y="2329"/>
                  </a:cubicBezTo>
                  <a:cubicBezTo>
                    <a:pt x="3874" y="2529"/>
                    <a:pt x="4574" y="2763"/>
                    <a:pt x="5275" y="2963"/>
                  </a:cubicBezTo>
                  <a:cubicBezTo>
                    <a:pt x="4731" y="3061"/>
                    <a:pt x="4176" y="3106"/>
                    <a:pt x="3616" y="3106"/>
                  </a:cubicBezTo>
                  <a:cubicBezTo>
                    <a:pt x="2836" y="3106"/>
                    <a:pt x="2049" y="3018"/>
                    <a:pt x="1272" y="2863"/>
                  </a:cubicBezTo>
                  <a:cubicBezTo>
                    <a:pt x="1207" y="2849"/>
                    <a:pt x="1144" y="2843"/>
                    <a:pt x="1084" y="2843"/>
                  </a:cubicBezTo>
                  <a:cubicBezTo>
                    <a:pt x="261" y="2843"/>
                    <a:pt x="1" y="4051"/>
                    <a:pt x="872" y="4331"/>
                  </a:cubicBezTo>
                  <a:cubicBezTo>
                    <a:pt x="2373" y="4831"/>
                    <a:pt x="3874" y="5365"/>
                    <a:pt x="5375" y="5865"/>
                  </a:cubicBezTo>
                  <a:cubicBezTo>
                    <a:pt x="3841" y="5965"/>
                    <a:pt x="2339" y="6132"/>
                    <a:pt x="938" y="6566"/>
                  </a:cubicBezTo>
                  <a:cubicBezTo>
                    <a:pt x="605" y="6666"/>
                    <a:pt x="538" y="7233"/>
                    <a:pt x="938" y="7300"/>
                  </a:cubicBezTo>
                  <a:cubicBezTo>
                    <a:pt x="1631" y="7406"/>
                    <a:pt x="2342" y="7446"/>
                    <a:pt x="3063" y="7446"/>
                  </a:cubicBezTo>
                  <a:cubicBezTo>
                    <a:pt x="5051" y="7446"/>
                    <a:pt x="7110" y="7139"/>
                    <a:pt x="9044" y="7066"/>
                  </a:cubicBezTo>
                  <a:cubicBezTo>
                    <a:pt x="9878" y="6999"/>
                    <a:pt x="10012" y="5899"/>
                    <a:pt x="9244" y="5632"/>
                  </a:cubicBezTo>
                  <a:cubicBezTo>
                    <a:pt x="8077" y="5198"/>
                    <a:pt x="6909" y="4798"/>
                    <a:pt x="5742" y="4397"/>
                  </a:cubicBezTo>
                  <a:cubicBezTo>
                    <a:pt x="6643" y="4231"/>
                    <a:pt x="7510" y="3964"/>
                    <a:pt x="8377" y="3597"/>
                  </a:cubicBezTo>
                  <a:cubicBezTo>
                    <a:pt x="9011" y="3330"/>
                    <a:pt x="8744" y="2363"/>
                    <a:pt x="8177" y="2196"/>
                  </a:cubicBezTo>
                  <a:cubicBezTo>
                    <a:pt x="7777" y="2062"/>
                    <a:pt x="7376" y="1929"/>
                    <a:pt x="6943" y="1829"/>
                  </a:cubicBezTo>
                  <a:cubicBezTo>
                    <a:pt x="6976" y="1796"/>
                    <a:pt x="7009" y="1796"/>
                    <a:pt x="7009" y="1796"/>
                  </a:cubicBezTo>
                  <a:cubicBezTo>
                    <a:pt x="7343" y="1629"/>
                    <a:pt x="7443" y="1262"/>
                    <a:pt x="7376" y="895"/>
                  </a:cubicBezTo>
                  <a:cubicBezTo>
                    <a:pt x="7290" y="348"/>
                    <a:pt x="6757" y="0"/>
                    <a:pt x="6227" y="0"/>
                  </a:cubicBezTo>
                  <a:close/>
                </a:path>
              </a:pathLst>
            </a:custGeom>
            <a:solidFill>
              <a:schemeClr val="dk1">
                <a:alpha val="474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8"/>
            <p:cNvSpPr/>
            <p:nvPr/>
          </p:nvSpPr>
          <p:spPr>
            <a:xfrm>
              <a:off x="7755900" y="3692250"/>
              <a:ext cx="417895" cy="401933"/>
            </a:xfrm>
            <a:custGeom>
              <a:avLst/>
              <a:gdLst/>
              <a:ahLst/>
              <a:cxnLst/>
              <a:rect l="l" t="t" r="r" b="b"/>
              <a:pathLst>
                <a:path w="8168" h="7856" extrusionOk="0">
                  <a:moveTo>
                    <a:pt x="1830" y="2651"/>
                  </a:moveTo>
                  <a:cubicBezTo>
                    <a:pt x="2164" y="2985"/>
                    <a:pt x="2464" y="3385"/>
                    <a:pt x="2664" y="3886"/>
                  </a:cubicBezTo>
                  <a:cubicBezTo>
                    <a:pt x="2754" y="4125"/>
                    <a:pt x="3033" y="4258"/>
                    <a:pt x="3306" y="4258"/>
                  </a:cubicBezTo>
                  <a:cubicBezTo>
                    <a:pt x="3337" y="4258"/>
                    <a:pt x="3368" y="4256"/>
                    <a:pt x="3398" y="4253"/>
                  </a:cubicBezTo>
                  <a:lnTo>
                    <a:pt x="3398" y="4253"/>
                  </a:lnTo>
                  <a:cubicBezTo>
                    <a:pt x="3365" y="4286"/>
                    <a:pt x="3331" y="4353"/>
                    <a:pt x="3298" y="4386"/>
                  </a:cubicBezTo>
                  <a:cubicBezTo>
                    <a:pt x="3198" y="4453"/>
                    <a:pt x="3131" y="4553"/>
                    <a:pt x="3064" y="4686"/>
                  </a:cubicBezTo>
                  <a:cubicBezTo>
                    <a:pt x="2497" y="4119"/>
                    <a:pt x="2064" y="3419"/>
                    <a:pt x="1830" y="2651"/>
                  </a:cubicBezTo>
                  <a:close/>
                  <a:moveTo>
                    <a:pt x="7345" y="0"/>
                  </a:moveTo>
                  <a:cubicBezTo>
                    <a:pt x="7217" y="0"/>
                    <a:pt x="7087" y="36"/>
                    <a:pt x="6967" y="116"/>
                  </a:cubicBezTo>
                  <a:cubicBezTo>
                    <a:pt x="5833" y="850"/>
                    <a:pt x="4732" y="1617"/>
                    <a:pt x="3631" y="2351"/>
                  </a:cubicBezTo>
                  <a:cubicBezTo>
                    <a:pt x="2998" y="1417"/>
                    <a:pt x="2097" y="750"/>
                    <a:pt x="996" y="383"/>
                  </a:cubicBezTo>
                  <a:cubicBezTo>
                    <a:pt x="927" y="358"/>
                    <a:pt x="856" y="347"/>
                    <a:pt x="785" y="347"/>
                  </a:cubicBezTo>
                  <a:cubicBezTo>
                    <a:pt x="383" y="347"/>
                    <a:pt x="0" y="724"/>
                    <a:pt x="29" y="1150"/>
                  </a:cubicBezTo>
                  <a:cubicBezTo>
                    <a:pt x="62" y="3485"/>
                    <a:pt x="1430" y="5587"/>
                    <a:pt x="3565" y="6554"/>
                  </a:cubicBezTo>
                  <a:cubicBezTo>
                    <a:pt x="3531" y="6721"/>
                    <a:pt x="3531" y="6888"/>
                    <a:pt x="3498" y="7055"/>
                  </a:cubicBezTo>
                  <a:cubicBezTo>
                    <a:pt x="3476" y="7588"/>
                    <a:pt x="3883" y="7855"/>
                    <a:pt x="4316" y="7855"/>
                  </a:cubicBezTo>
                  <a:cubicBezTo>
                    <a:pt x="4532" y="7855"/>
                    <a:pt x="4754" y="7788"/>
                    <a:pt x="4932" y="7655"/>
                  </a:cubicBezTo>
                  <a:cubicBezTo>
                    <a:pt x="7000" y="5954"/>
                    <a:pt x="8168" y="3485"/>
                    <a:pt x="8168" y="817"/>
                  </a:cubicBezTo>
                  <a:cubicBezTo>
                    <a:pt x="8143" y="360"/>
                    <a:pt x="7751" y="0"/>
                    <a:pt x="73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3"/>
          <p:cNvSpPr/>
          <p:nvPr/>
        </p:nvSpPr>
        <p:spPr>
          <a:xfrm>
            <a:off x="-24325" y="0"/>
            <a:ext cx="9144000" cy="5143500"/>
          </a:xfrm>
          <a:prstGeom prst="rect">
            <a:avLst/>
          </a:prstGeom>
          <a:solidFill>
            <a:srgbClr val="FF3A94">
              <a:alpha val="3258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13"/>
          <p:cNvSpPr txBox="1">
            <a:spLocks noGrp="1"/>
          </p:cNvSpPr>
          <p:nvPr>
            <p:ph type="subTitle" idx="1"/>
          </p:nvPr>
        </p:nvSpPr>
        <p:spPr>
          <a:xfrm>
            <a:off x="2160900" y="1633225"/>
            <a:ext cx="19497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9" name="Google Shape;149;p13"/>
          <p:cNvSpPr txBox="1">
            <a:spLocks noGrp="1"/>
          </p:cNvSpPr>
          <p:nvPr>
            <p:ph type="subTitle" idx="2"/>
          </p:nvPr>
        </p:nvSpPr>
        <p:spPr>
          <a:xfrm>
            <a:off x="6033700" y="1633225"/>
            <a:ext cx="19497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0" name="Google Shape;150;p13"/>
          <p:cNvSpPr txBox="1">
            <a:spLocks noGrp="1"/>
          </p:cNvSpPr>
          <p:nvPr>
            <p:ph type="subTitle" idx="3"/>
          </p:nvPr>
        </p:nvSpPr>
        <p:spPr>
          <a:xfrm>
            <a:off x="2160900" y="3038628"/>
            <a:ext cx="19497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1" name="Google Shape;151;p13"/>
          <p:cNvSpPr txBox="1">
            <a:spLocks noGrp="1"/>
          </p:cNvSpPr>
          <p:nvPr>
            <p:ph type="subTitle" idx="4"/>
          </p:nvPr>
        </p:nvSpPr>
        <p:spPr>
          <a:xfrm>
            <a:off x="6033700" y="3038628"/>
            <a:ext cx="19497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2" name="Google Shape;152;p13"/>
          <p:cNvSpPr txBox="1">
            <a:spLocks noGrp="1"/>
          </p:cNvSpPr>
          <p:nvPr>
            <p:ph type="subTitle" idx="5"/>
          </p:nvPr>
        </p:nvSpPr>
        <p:spPr>
          <a:xfrm>
            <a:off x="2160900" y="2176350"/>
            <a:ext cx="1949700" cy="636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3" name="Google Shape;153;p13"/>
          <p:cNvSpPr txBox="1">
            <a:spLocks noGrp="1"/>
          </p:cNvSpPr>
          <p:nvPr>
            <p:ph type="subTitle" idx="6"/>
          </p:nvPr>
        </p:nvSpPr>
        <p:spPr>
          <a:xfrm>
            <a:off x="6033700" y="2176350"/>
            <a:ext cx="1949700" cy="636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4" name="Google Shape;154;p13"/>
          <p:cNvSpPr txBox="1">
            <a:spLocks noGrp="1"/>
          </p:cNvSpPr>
          <p:nvPr>
            <p:ph type="subTitle" idx="7"/>
          </p:nvPr>
        </p:nvSpPr>
        <p:spPr>
          <a:xfrm>
            <a:off x="2160900" y="3578925"/>
            <a:ext cx="1949700" cy="636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5" name="Google Shape;155;p13"/>
          <p:cNvSpPr txBox="1">
            <a:spLocks noGrp="1"/>
          </p:cNvSpPr>
          <p:nvPr>
            <p:ph type="subTitle" idx="8"/>
          </p:nvPr>
        </p:nvSpPr>
        <p:spPr>
          <a:xfrm>
            <a:off x="6033700" y="3578925"/>
            <a:ext cx="1949700" cy="636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6" name="Google Shape;156;p13"/>
          <p:cNvSpPr txBox="1">
            <a:spLocks noGrp="1"/>
          </p:cNvSpPr>
          <p:nvPr>
            <p:ph type="title" idx="9" hasCustomPrompt="1"/>
          </p:nvPr>
        </p:nvSpPr>
        <p:spPr>
          <a:xfrm>
            <a:off x="1170425" y="1740599"/>
            <a:ext cx="963600" cy="74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7" name="Google Shape;157;p13"/>
          <p:cNvSpPr txBox="1">
            <a:spLocks noGrp="1"/>
          </p:cNvSpPr>
          <p:nvPr>
            <p:ph type="title" idx="13" hasCustomPrompt="1"/>
          </p:nvPr>
        </p:nvSpPr>
        <p:spPr>
          <a:xfrm>
            <a:off x="5024100" y="1740599"/>
            <a:ext cx="963600" cy="74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8" name="Google Shape;158;p13"/>
          <p:cNvSpPr txBox="1">
            <a:spLocks noGrp="1"/>
          </p:cNvSpPr>
          <p:nvPr>
            <p:ph type="title" idx="14" hasCustomPrompt="1"/>
          </p:nvPr>
        </p:nvSpPr>
        <p:spPr>
          <a:xfrm>
            <a:off x="1170425" y="3218611"/>
            <a:ext cx="963600" cy="74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9" name="Google Shape;159;p13"/>
          <p:cNvSpPr txBox="1">
            <a:spLocks noGrp="1"/>
          </p:cNvSpPr>
          <p:nvPr>
            <p:ph type="title" idx="15" hasCustomPrompt="1"/>
          </p:nvPr>
        </p:nvSpPr>
        <p:spPr>
          <a:xfrm>
            <a:off x="5024100" y="3218611"/>
            <a:ext cx="963600" cy="74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5"/>
          <p:cNvSpPr/>
          <p:nvPr/>
        </p:nvSpPr>
        <p:spPr>
          <a:xfrm>
            <a:off x="-24325" y="0"/>
            <a:ext cx="9144000" cy="5143500"/>
          </a:xfrm>
          <a:prstGeom prst="rect">
            <a:avLst/>
          </a:prstGeom>
          <a:solidFill>
            <a:srgbClr val="FF3A94">
              <a:alpha val="3258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25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6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41" name="Google Shape;441;p25"/>
          <p:cNvSpPr txBox="1">
            <a:spLocks noGrp="1"/>
          </p:cNvSpPr>
          <p:nvPr>
            <p:ph type="subTitle" idx="1"/>
          </p:nvPr>
        </p:nvSpPr>
        <p:spPr>
          <a:xfrm>
            <a:off x="1967100" y="1746575"/>
            <a:ext cx="5209800" cy="246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tamaran"/>
              <a:buChar char="●"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○"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■"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●"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○"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■"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●"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○"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8">
    <p:spTree>
      <p:nvGrpSpPr>
        <p:cNvPr id="1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57"/>
          <p:cNvSpPr/>
          <p:nvPr/>
        </p:nvSpPr>
        <p:spPr>
          <a:xfrm>
            <a:off x="-24325" y="0"/>
            <a:ext cx="9144000" cy="5143500"/>
          </a:xfrm>
          <a:prstGeom prst="rect">
            <a:avLst/>
          </a:prstGeom>
          <a:solidFill>
            <a:srgbClr val="FF3A94">
              <a:alpha val="3258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7" name="Google Shape;817;p57"/>
          <p:cNvSpPr/>
          <p:nvPr/>
        </p:nvSpPr>
        <p:spPr>
          <a:xfrm>
            <a:off x="607050" y="446475"/>
            <a:ext cx="7929900" cy="4254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8" name="Google Shape;818;p57"/>
          <p:cNvSpPr/>
          <p:nvPr/>
        </p:nvSpPr>
        <p:spPr>
          <a:xfrm>
            <a:off x="8278750" y="1118914"/>
            <a:ext cx="386252" cy="1432926"/>
          </a:xfrm>
          <a:custGeom>
            <a:avLst/>
            <a:gdLst/>
            <a:ahLst/>
            <a:cxnLst/>
            <a:rect l="l" t="t" r="r" b="b"/>
            <a:pathLst>
              <a:path w="10409" h="57553" extrusionOk="0">
                <a:moveTo>
                  <a:pt x="4867" y="0"/>
                </a:moveTo>
                <a:cubicBezTo>
                  <a:pt x="4041" y="0"/>
                  <a:pt x="3673" y="929"/>
                  <a:pt x="4137" y="1486"/>
                </a:cubicBezTo>
                <a:cubicBezTo>
                  <a:pt x="3203" y="1653"/>
                  <a:pt x="3136" y="2920"/>
                  <a:pt x="4037" y="3287"/>
                </a:cubicBezTo>
                <a:cubicBezTo>
                  <a:pt x="4671" y="3521"/>
                  <a:pt x="5171" y="3854"/>
                  <a:pt x="5605" y="4254"/>
                </a:cubicBezTo>
                <a:cubicBezTo>
                  <a:pt x="4037" y="4321"/>
                  <a:pt x="2469" y="4521"/>
                  <a:pt x="935" y="4855"/>
                </a:cubicBezTo>
                <a:cubicBezTo>
                  <a:pt x="1" y="5055"/>
                  <a:pt x="68" y="6423"/>
                  <a:pt x="935" y="6623"/>
                </a:cubicBezTo>
                <a:cubicBezTo>
                  <a:pt x="2369" y="7023"/>
                  <a:pt x="3737" y="7557"/>
                  <a:pt x="5038" y="8191"/>
                </a:cubicBezTo>
                <a:cubicBezTo>
                  <a:pt x="4070" y="8357"/>
                  <a:pt x="3136" y="8591"/>
                  <a:pt x="2202" y="8891"/>
                </a:cubicBezTo>
                <a:cubicBezTo>
                  <a:pt x="1435" y="9125"/>
                  <a:pt x="1268" y="10192"/>
                  <a:pt x="1969" y="10592"/>
                </a:cubicBezTo>
                <a:cubicBezTo>
                  <a:pt x="2703" y="10993"/>
                  <a:pt x="3370" y="11460"/>
                  <a:pt x="4037" y="11927"/>
                </a:cubicBezTo>
                <a:cubicBezTo>
                  <a:pt x="3303" y="12093"/>
                  <a:pt x="2569" y="12394"/>
                  <a:pt x="1835" y="12761"/>
                </a:cubicBezTo>
                <a:cubicBezTo>
                  <a:pt x="1102" y="13161"/>
                  <a:pt x="1335" y="14228"/>
                  <a:pt x="2069" y="14462"/>
                </a:cubicBezTo>
                <a:cubicBezTo>
                  <a:pt x="3170" y="14829"/>
                  <a:pt x="4237" y="15196"/>
                  <a:pt x="5338" y="15529"/>
                </a:cubicBezTo>
                <a:cubicBezTo>
                  <a:pt x="4838" y="15596"/>
                  <a:pt x="4337" y="15629"/>
                  <a:pt x="3837" y="15629"/>
                </a:cubicBezTo>
                <a:cubicBezTo>
                  <a:pt x="2803" y="15629"/>
                  <a:pt x="2569" y="17164"/>
                  <a:pt x="3570" y="17431"/>
                </a:cubicBezTo>
                <a:cubicBezTo>
                  <a:pt x="4404" y="17664"/>
                  <a:pt x="4938" y="18064"/>
                  <a:pt x="5305" y="18698"/>
                </a:cubicBezTo>
                <a:lnTo>
                  <a:pt x="2302" y="19065"/>
                </a:lnTo>
                <a:cubicBezTo>
                  <a:pt x="1502" y="19165"/>
                  <a:pt x="868" y="20366"/>
                  <a:pt x="1835" y="20800"/>
                </a:cubicBezTo>
                <a:lnTo>
                  <a:pt x="4604" y="22101"/>
                </a:lnTo>
                <a:cubicBezTo>
                  <a:pt x="4404" y="22134"/>
                  <a:pt x="4204" y="22134"/>
                  <a:pt x="4004" y="22167"/>
                </a:cubicBezTo>
                <a:cubicBezTo>
                  <a:pt x="3070" y="22334"/>
                  <a:pt x="3170" y="23735"/>
                  <a:pt x="4004" y="23969"/>
                </a:cubicBezTo>
                <a:cubicBezTo>
                  <a:pt x="5238" y="24302"/>
                  <a:pt x="6272" y="24803"/>
                  <a:pt x="7206" y="25470"/>
                </a:cubicBezTo>
                <a:cubicBezTo>
                  <a:pt x="5905" y="25670"/>
                  <a:pt x="4571" y="25903"/>
                  <a:pt x="3270" y="26103"/>
                </a:cubicBezTo>
                <a:cubicBezTo>
                  <a:pt x="2269" y="26270"/>
                  <a:pt x="2536" y="27605"/>
                  <a:pt x="3270" y="27905"/>
                </a:cubicBezTo>
                <a:cubicBezTo>
                  <a:pt x="3970" y="28172"/>
                  <a:pt x="4637" y="28505"/>
                  <a:pt x="5271" y="28872"/>
                </a:cubicBezTo>
                <a:cubicBezTo>
                  <a:pt x="4838" y="28972"/>
                  <a:pt x="4404" y="29072"/>
                  <a:pt x="3937" y="29272"/>
                </a:cubicBezTo>
                <a:cubicBezTo>
                  <a:pt x="3103" y="29573"/>
                  <a:pt x="3036" y="30740"/>
                  <a:pt x="3937" y="31040"/>
                </a:cubicBezTo>
                <a:cubicBezTo>
                  <a:pt x="4504" y="31240"/>
                  <a:pt x="4938" y="31474"/>
                  <a:pt x="5338" y="31774"/>
                </a:cubicBezTo>
                <a:cubicBezTo>
                  <a:pt x="4004" y="31841"/>
                  <a:pt x="2703" y="32008"/>
                  <a:pt x="1402" y="32308"/>
                </a:cubicBezTo>
                <a:cubicBezTo>
                  <a:pt x="434" y="32508"/>
                  <a:pt x="635" y="33776"/>
                  <a:pt x="1402" y="34076"/>
                </a:cubicBezTo>
                <a:cubicBezTo>
                  <a:pt x="2769" y="34610"/>
                  <a:pt x="4037" y="35310"/>
                  <a:pt x="5238" y="36144"/>
                </a:cubicBezTo>
                <a:cubicBezTo>
                  <a:pt x="4504" y="36311"/>
                  <a:pt x="3737" y="36377"/>
                  <a:pt x="2903" y="36377"/>
                </a:cubicBezTo>
                <a:cubicBezTo>
                  <a:pt x="2892" y="36377"/>
                  <a:pt x="2882" y="36377"/>
                  <a:pt x="2871" y="36377"/>
                </a:cubicBezTo>
                <a:cubicBezTo>
                  <a:pt x="1864" y="36377"/>
                  <a:pt x="1646" y="37948"/>
                  <a:pt x="2669" y="38212"/>
                </a:cubicBezTo>
                <a:cubicBezTo>
                  <a:pt x="3804" y="38479"/>
                  <a:pt x="4838" y="38879"/>
                  <a:pt x="5805" y="39446"/>
                </a:cubicBezTo>
                <a:cubicBezTo>
                  <a:pt x="4938" y="39546"/>
                  <a:pt x="4104" y="39646"/>
                  <a:pt x="3236" y="39780"/>
                </a:cubicBezTo>
                <a:cubicBezTo>
                  <a:pt x="2336" y="39880"/>
                  <a:pt x="1969" y="40947"/>
                  <a:pt x="2769" y="41514"/>
                </a:cubicBezTo>
                <a:cubicBezTo>
                  <a:pt x="2970" y="41648"/>
                  <a:pt x="3203" y="41781"/>
                  <a:pt x="3403" y="41948"/>
                </a:cubicBezTo>
                <a:cubicBezTo>
                  <a:pt x="3070" y="41981"/>
                  <a:pt x="2736" y="42015"/>
                  <a:pt x="2436" y="42048"/>
                </a:cubicBezTo>
                <a:cubicBezTo>
                  <a:pt x="1402" y="42148"/>
                  <a:pt x="1135" y="43516"/>
                  <a:pt x="2169" y="43883"/>
                </a:cubicBezTo>
                <a:cubicBezTo>
                  <a:pt x="3370" y="44250"/>
                  <a:pt x="4571" y="44650"/>
                  <a:pt x="5772" y="45050"/>
                </a:cubicBezTo>
                <a:cubicBezTo>
                  <a:pt x="5405" y="45084"/>
                  <a:pt x="5038" y="45117"/>
                  <a:pt x="4637" y="45117"/>
                </a:cubicBezTo>
                <a:cubicBezTo>
                  <a:pt x="3737" y="45117"/>
                  <a:pt x="3337" y="46418"/>
                  <a:pt x="4170" y="46852"/>
                </a:cubicBezTo>
                <a:cubicBezTo>
                  <a:pt x="4204" y="46885"/>
                  <a:pt x="4271" y="46885"/>
                  <a:pt x="4304" y="46918"/>
                </a:cubicBezTo>
                <a:cubicBezTo>
                  <a:pt x="3670" y="46952"/>
                  <a:pt x="3036" y="46985"/>
                  <a:pt x="2403" y="47018"/>
                </a:cubicBezTo>
                <a:cubicBezTo>
                  <a:pt x="1335" y="47085"/>
                  <a:pt x="1168" y="48486"/>
                  <a:pt x="2169" y="48853"/>
                </a:cubicBezTo>
                <a:cubicBezTo>
                  <a:pt x="2469" y="48953"/>
                  <a:pt x="2769" y="49087"/>
                  <a:pt x="3103" y="49187"/>
                </a:cubicBezTo>
                <a:cubicBezTo>
                  <a:pt x="2403" y="49287"/>
                  <a:pt x="1702" y="49387"/>
                  <a:pt x="1002" y="49487"/>
                </a:cubicBezTo>
                <a:cubicBezTo>
                  <a:pt x="101" y="49587"/>
                  <a:pt x="101" y="51155"/>
                  <a:pt x="1002" y="51255"/>
                </a:cubicBezTo>
                <a:cubicBezTo>
                  <a:pt x="1835" y="51388"/>
                  <a:pt x="2636" y="51588"/>
                  <a:pt x="3403" y="51855"/>
                </a:cubicBezTo>
                <a:lnTo>
                  <a:pt x="2469" y="51855"/>
                </a:lnTo>
                <a:cubicBezTo>
                  <a:pt x="1435" y="51889"/>
                  <a:pt x="1202" y="53390"/>
                  <a:pt x="2236" y="53656"/>
                </a:cubicBezTo>
                <a:cubicBezTo>
                  <a:pt x="2736" y="53790"/>
                  <a:pt x="3270" y="53923"/>
                  <a:pt x="3770" y="54057"/>
                </a:cubicBezTo>
                <a:cubicBezTo>
                  <a:pt x="3036" y="54257"/>
                  <a:pt x="2269" y="54424"/>
                  <a:pt x="1502" y="54590"/>
                </a:cubicBezTo>
                <a:cubicBezTo>
                  <a:pt x="468" y="54857"/>
                  <a:pt x="835" y="56192"/>
                  <a:pt x="1735" y="56325"/>
                </a:cubicBezTo>
                <a:cubicBezTo>
                  <a:pt x="3970" y="56592"/>
                  <a:pt x="6172" y="56992"/>
                  <a:pt x="8373" y="57526"/>
                </a:cubicBezTo>
                <a:cubicBezTo>
                  <a:pt x="8444" y="57544"/>
                  <a:pt x="8511" y="57553"/>
                  <a:pt x="8574" y="57553"/>
                </a:cubicBezTo>
                <a:cubicBezTo>
                  <a:pt x="9324" y="57553"/>
                  <a:pt x="9571" y="56374"/>
                  <a:pt x="8740" y="56158"/>
                </a:cubicBezTo>
                <a:cubicBezTo>
                  <a:pt x="7806" y="55858"/>
                  <a:pt x="6872" y="55625"/>
                  <a:pt x="5938" y="55391"/>
                </a:cubicBezTo>
                <a:cubicBezTo>
                  <a:pt x="6572" y="55258"/>
                  <a:pt x="7173" y="55124"/>
                  <a:pt x="7806" y="54957"/>
                </a:cubicBezTo>
                <a:cubicBezTo>
                  <a:pt x="8674" y="54757"/>
                  <a:pt x="8640" y="53456"/>
                  <a:pt x="7840" y="53223"/>
                </a:cubicBezTo>
                <a:cubicBezTo>
                  <a:pt x="8073" y="52823"/>
                  <a:pt x="8007" y="52222"/>
                  <a:pt x="7540" y="51889"/>
                </a:cubicBezTo>
                <a:cubicBezTo>
                  <a:pt x="6906" y="51422"/>
                  <a:pt x="6239" y="51055"/>
                  <a:pt x="5538" y="50721"/>
                </a:cubicBezTo>
                <a:lnTo>
                  <a:pt x="7139" y="50488"/>
                </a:lnTo>
                <a:cubicBezTo>
                  <a:pt x="8140" y="50354"/>
                  <a:pt x="7906" y="48953"/>
                  <a:pt x="7139" y="48686"/>
                </a:cubicBezTo>
                <a:cubicBezTo>
                  <a:pt x="7073" y="48653"/>
                  <a:pt x="7039" y="48653"/>
                  <a:pt x="6972" y="48620"/>
                </a:cubicBezTo>
                <a:cubicBezTo>
                  <a:pt x="7206" y="48620"/>
                  <a:pt x="7439" y="48586"/>
                  <a:pt x="7673" y="48586"/>
                </a:cubicBezTo>
                <a:cubicBezTo>
                  <a:pt x="8540" y="48519"/>
                  <a:pt x="9007" y="47319"/>
                  <a:pt x="8140" y="46852"/>
                </a:cubicBezTo>
                <a:cubicBezTo>
                  <a:pt x="7973" y="46752"/>
                  <a:pt x="7773" y="46651"/>
                  <a:pt x="7606" y="46551"/>
                </a:cubicBezTo>
                <a:cubicBezTo>
                  <a:pt x="8207" y="46385"/>
                  <a:pt x="8774" y="46184"/>
                  <a:pt x="9341" y="45884"/>
                </a:cubicBezTo>
                <a:cubicBezTo>
                  <a:pt x="10141" y="45517"/>
                  <a:pt x="9841" y="44417"/>
                  <a:pt x="9141" y="44183"/>
                </a:cubicBezTo>
                <a:cubicBezTo>
                  <a:pt x="8273" y="43916"/>
                  <a:pt x="7373" y="43616"/>
                  <a:pt x="6505" y="43316"/>
                </a:cubicBezTo>
                <a:cubicBezTo>
                  <a:pt x="7006" y="42982"/>
                  <a:pt x="7106" y="42215"/>
                  <a:pt x="6472" y="41781"/>
                </a:cubicBezTo>
                <a:cubicBezTo>
                  <a:pt x="6239" y="41615"/>
                  <a:pt x="6005" y="41481"/>
                  <a:pt x="5772" y="41314"/>
                </a:cubicBezTo>
                <a:cubicBezTo>
                  <a:pt x="6572" y="41214"/>
                  <a:pt x="7406" y="41081"/>
                  <a:pt x="8240" y="40981"/>
                </a:cubicBezTo>
                <a:cubicBezTo>
                  <a:pt x="8941" y="40914"/>
                  <a:pt x="9574" y="39980"/>
                  <a:pt x="8874" y="39413"/>
                </a:cubicBezTo>
                <a:cubicBezTo>
                  <a:pt x="8107" y="38746"/>
                  <a:pt x="7306" y="38179"/>
                  <a:pt x="6439" y="37678"/>
                </a:cubicBezTo>
                <a:cubicBezTo>
                  <a:pt x="6839" y="37545"/>
                  <a:pt x="7239" y="37412"/>
                  <a:pt x="7606" y="37211"/>
                </a:cubicBezTo>
                <a:cubicBezTo>
                  <a:pt x="8140" y="36978"/>
                  <a:pt x="8240" y="36111"/>
                  <a:pt x="7806" y="35777"/>
                </a:cubicBezTo>
                <a:cubicBezTo>
                  <a:pt x="6839" y="34976"/>
                  <a:pt x="5838" y="34276"/>
                  <a:pt x="4804" y="33676"/>
                </a:cubicBezTo>
                <a:cubicBezTo>
                  <a:pt x="5273" y="33636"/>
                  <a:pt x="5742" y="33620"/>
                  <a:pt x="6218" y="33620"/>
                </a:cubicBezTo>
                <a:cubicBezTo>
                  <a:pt x="6554" y="33620"/>
                  <a:pt x="6894" y="33628"/>
                  <a:pt x="7239" y="33642"/>
                </a:cubicBezTo>
                <a:cubicBezTo>
                  <a:pt x="7254" y="33643"/>
                  <a:pt x="7268" y="33643"/>
                  <a:pt x="7282" y="33643"/>
                </a:cubicBezTo>
                <a:cubicBezTo>
                  <a:pt x="7987" y="33643"/>
                  <a:pt x="8334" y="32830"/>
                  <a:pt x="8040" y="32241"/>
                </a:cubicBezTo>
                <a:cubicBezTo>
                  <a:pt x="7673" y="31574"/>
                  <a:pt x="7239" y="31007"/>
                  <a:pt x="6739" y="30540"/>
                </a:cubicBezTo>
                <a:cubicBezTo>
                  <a:pt x="7173" y="30540"/>
                  <a:pt x="7640" y="30540"/>
                  <a:pt x="8107" y="30607"/>
                </a:cubicBezTo>
                <a:cubicBezTo>
                  <a:pt x="8137" y="30611"/>
                  <a:pt x="8167" y="30613"/>
                  <a:pt x="8197" y="30613"/>
                </a:cubicBezTo>
                <a:cubicBezTo>
                  <a:pt x="8912" y="30613"/>
                  <a:pt x="9350" y="29487"/>
                  <a:pt x="8774" y="29039"/>
                </a:cubicBezTo>
                <a:cubicBezTo>
                  <a:pt x="8040" y="28438"/>
                  <a:pt x="7306" y="27905"/>
                  <a:pt x="6505" y="27438"/>
                </a:cubicBezTo>
                <a:cubicBezTo>
                  <a:pt x="7540" y="27304"/>
                  <a:pt x="8540" y="27138"/>
                  <a:pt x="9574" y="26971"/>
                </a:cubicBezTo>
                <a:cubicBezTo>
                  <a:pt x="10275" y="26837"/>
                  <a:pt x="10408" y="25870"/>
                  <a:pt x="9975" y="25403"/>
                </a:cubicBezTo>
                <a:cubicBezTo>
                  <a:pt x="9241" y="24669"/>
                  <a:pt x="8440" y="24035"/>
                  <a:pt x="7573" y="23502"/>
                </a:cubicBezTo>
                <a:cubicBezTo>
                  <a:pt x="7706" y="23468"/>
                  <a:pt x="7840" y="23468"/>
                  <a:pt x="7973" y="23435"/>
                </a:cubicBezTo>
                <a:cubicBezTo>
                  <a:pt x="8774" y="23335"/>
                  <a:pt x="8907" y="22067"/>
                  <a:pt x="8207" y="21734"/>
                </a:cubicBezTo>
                <a:cubicBezTo>
                  <a:pt x="7339" y="21333"/>
                  <a:pt x="6472" y="20933"/>
                  <a:pt x="5605" y="20533"/>
                </a:cubicBezTo>
                <a:cubicBezTo>
                  <a:pt x="5905" y="20466"/>
                  <a:pt x="6239" y="20433"/>
                  <a:pt x="6539" y="20399"/>
                </a:cubicBezTo>
                <a:cubicBezTo>
                  <a:pt x="7173" y="20333"/>
                  <a:pt x="7573" y="19866"/>
                  <a:pt x="7439" y="19232"/>
                </a:cubicBezTo>
                <a:cubicBezTo>
                  <a:pt x="7306" y="18465"/>
                  <a:pt x="7006" y="17797"/>
                  <a:pt x="6572" y="17264"/>
                </a:cubicBezTo>
                <a:cubicBezTo>
                  <a:pt x="7406" y="17097"/>
                  <a:pt x="8273" y="16897"/>
                  <a:pt x="9107" y="16630"/>
                </a:cubicBezTo>
                <a:cubicBezTo>
                  <a:pt x="9975" y="16330"/>
                  <a:pt x="9975" y="15129"/>
                  <a:pt x="9107" y="14829"/>
                </a:cubicBezTo>
                <a:cubicBezTo>
                  <a:pt x="7873" y="14428"/>
                  <a:pt x="6639" y="14028"/>
                  <a:pt x="5405" y="13628"/>
                </a:cubicBezTo>
                <a:cubicBezTo>
                  <a:pt x="5571" y="13611"/>
                  <a:pt x="5747" y="13603"/>
                  <a:pt x="5926" y="13603"/>
                </a:cubicBezTo>
                <a:cubicBezTo>
                  <a:pt x="6105" y="13603"/>
                  <a:pt x="6289" y="13611"/>
                  <a:pt x="6472" y="13628"/>
                </a:cubicBezTo>
                <a:cubicBezTo>
                  <a:pt x="6495" y="13630"/>
                  <a:pt x="6517" y="13631"/>
                  <a:pt x="6539" y="13631"/>
                </a:cubicBezTo>
                <a:cubicBezTo>
                  <a:pt x="7297" y="13631"/>
                  <a:pt x="7690" y="12545"/>
                  <a:pt x="7139" y="12027"/>
                </a:cubicBezTo>
                <a:cubicBezTo>
                  <a:pt x="6339" y="11360"/>
                  <a:pt x="5538" y="10726"/>
                  <a:pt x="4704" y="10159"/>
                </a:cubicBezTo>
                <a:cubicBezTo>
                  <a:pt x="5772" y="9925"/>
                  <a:pt x="6839" y="9825"/>
                  <a:pt x="7940" y="9792"/>
                </a:cubicBezTo>
                <a:cubicBezTo>
                  <a:pt x="8907" y="9758"/>
                  <a:pt x="9141" y="8558"/>
                  <a:pt x="8407" y="8057"/>
                </a:cubicBezTo>
                <a:cubicBezTo>
                  <a:pt x="7339" y="7323"/>
                  <a:pt x="6205" y="6690"/>
                  <a:pt x="5038" y="6156"/>
                </a:cubicBezTo>
                <a:cubicBezTo>
                  <a:pt x="5838" y="6089"/>
                  <a:pt x="6672" y="6056"/>
                  <a:pt x="7473" y="6056"/>
                </a:cubicBezTo>
                <a:cubicBezTo>
                  <a:pt x="7487" y="6056"/>
                  <a:pt x="7501" y="6057"/>
                  <a:pt x="7515" y="6057"/>
                </a:cubicBezTo>
                <a:cubicBezTo>
                  <a:pt x="8223" y="6057"/>
                  <a:pt x="8633" y="5243"/>
                  <a:pt x="8273" y="4655"/>
                </a:cubicBezTo>
                <a:cubicBezTo>
                  <a:pt x="7906" y="4021"/>
                  <a:pt x="7473" y="3487"/>
                  <a:pt x="6972" y="3020"/>
                </a:cubicBezTo>
                <a:cubicBezTo>
                  <a:pt x="7706" y="2853"/>
                  <a:pt x="8440" y="2687"/>
                  <a:pt x="9174" y="2453"/>
                </a:cubicBezTo>
                <a:cubicBezTo>
                  <a:pt x="9975" y="2186"/>
                  <a:pt x="10175" y="819"/>
                  <a:pt x="9174" y="652"/>
                </a:cubicBezTo>
                <a:lnTo>
                  <a:pt x="5071" y="18"/>
                </a:lnTo>
                <a:cubicBezTo>
                  <a:pt x="5000" y="6"/>
                  <a:pt x="4932" y="0"/>
                  <a:pt x="4867" y="0"/>
                </a:cubicBezTo>
                <a:close/>
              </a:path>
            </a:pathLst>
          </a:custGeom>
          <a:solidFill>
            <a:schemeClr val="dk1">
              <a:alpha val="47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9" name="Google Shape;819;p57"/>
          <p:cNvSpPr/>
          <p:nvPr/>
        </p:nvSpPr>
        <p:spPr>
          <a:xfrm>
            <a:off x="8150700" y="1394364"/>
            <a:ext cx="386252" cy="1432926"/>
          </a:xfrm>
          <a:custGeom>
            <a:avLst/>
            <a:gdLst/>
            <a:ahLst/>
            <a:cxnLst/>
            <a:rect l="l" t="t" r="r" b="b"/>
            <a:pathLst>
              <a:path w="10409" h="57553" extrusionOk="0">
                <a:moveTo>
                  <a:pt x="4867" y="0"/>
                </a:moveTo>
                <a:cubicBezTo>
                  <a:pt x="4041" y="0"/>
                  <a:pt x="3673" y="929"/>
                  <a:pt x="4137" y="1486"/>
                </a:cubicBezTo>
                <a:cubicBezTo>
                  <a:pt x="3203" y="1653"/>
                  <a:pt x="3136" y="2920"/>
                  <a:pt x="4037" y="3287"/>
                </a:cubicBezTo>
                <a:cubicBezTo>
                  <a:pt x="4671" y="3521"/>
                  <a:pt x="5171" y="3854"/>
                  <a:pt x="5605" y="4254"/>
                </a:cubicBezTo>
                <a:cubicBezTo>
                  <a:pt x="4037" y="4321"/>
                  <a:pt x="2469" y="4521"/>
                  <a:pt x="935" y="4855"/>
                </a:cubicBezTo>
                <a:cubicBezTo>
                  <a:pt x="1" y="5055"/>
                  <a:pt x="68" y="6423"/>
                  <a:pt x="935" y="6623"/>
                </a:cubicBezTo>
                <a:cubicBezTo>
                  <a:pt x="2369" y="7023"/>
                  <a:pt x="3737" y="7557"/>
                  <a:pt x="5038" y="8191"/>
                </a:cubicBezTo>
                <a:cubicBezTo>
                  <a:pt x="4070" y="8357"/>
                  <a:pt x="3136" y="8591"/>
                  <a:pt x="2202" y="8891"/>
                </a:cubicBezTo>
                <a:cubicBezTo>
                  <a:pt x="1435" y="9125"/>
                  <a:pt x="1268" y="10192"/>
                  <a:pt x="1969" y="10592"/>
                </a:cubicBezTo>
                <a:cubicBezTo>
                  <a:pt x="2703" y="10993"/>
                  <a:pt x="3370" y="11460"/>
                  <a:pt x="4037" y="11927"/>
                </a:cubicBezTo>
                <a:cubicBezTo>
                  <a:pt x="3303" y="12093"/>
                  <a:pt x="2569" y="12394"/>
                  <a:pt x="1835" y="12761"/>
                </a:cubicBezTo>
                <a:cubicBezTo>
                  <a:pt x="1102" y="13161"/>
                  <a:pt x="1335" y="14228"/>
                  <a:pt x="2069" y="14462"/>
                </a:cubicBezTo>
                <a:cubicBezTo>
                  <a:pt x="3170" y="14829"/>
                  <a:pt x="4237" y="15196"/>
                  <a:pt x="5338" y="15529"/>
                </a:cubicBezTo>
                <a:cubicBezTo>
                  <a:pt x="4838" y="15596"/>
                  <a:pt x="4337" y="15629"/>
                  <a:pt x="3837" y="15629"/>
                </a:cubicBezTo>
                <a:cubicBezTo>
                  <a:pt x="2803" y="15629"/>
                  <a:pt x="2569" y="17164"/>
                  <a:pt x="3570" y="17431"/>
                </a:cubicBezTo>
                <a:cubicBezTo>
                  <a:pt x="4404" y="17664"/>
                  <a:pt x="4938" y="18064"/>
                  <a:pt x="5305" y="18698"/>
                </a:cubicBezTo>
                <a:lnTo>
                  <a:pt x="2302" y="19065"/>
                </a:lnTo>
                <a:cubicBezTo>
                  <a:pt x="1502" y="19165"/>
                  <a:pt x="868" y="20366"/>
                  <a:pt x="1835" y="20800"/>
                </a:cubicBezTo>
                <a:lnTo>
                  <a:pt x="4604" y="22101"/>
                </a:lnTo>
                <a:cubicBezTo>
                  <a:pt x="4404" y="22134"/>
                  <a:pt x="4204" y="22134"/>
                  <a:pt x="4004" y="22167"/>
                </a:cubicBezTo>
                <a:cubicBezTo>
                  <a:pt x="3070" y="22334"/>
                  <a:pt x="3170" y="23735"/>
                  <a:pt x="4004" y="23969"/>
                </a:cubicBezTo>
                <a:cubicBezTo>
                  <a:pt x="5238" y="24302"/>
                  <a:pt x="6272" y="24803"/>
                  <a:pt x="7206" y="25470"/>
                </a:cubicBezTo>
                <a:cubicBezTo>
                  <a:pt x="5905" y="25670"/>
                  <a:pt x="4571" y="25903"/>
                  <a:pt x="3270" y="26103"/>
                </a:cubicBezTo>
                <a:cubicBezTo>
                  <a:pt x="2269" y="26270"/>
                  <a:pt x="2536" y="27605"/>
                  <a:pt x="3270" y="27905"/>
                </a:cubicBezTo>
                <a:cubicBezTo>
                  <a:pt x="3970" y="28172"/>
                  <a:pt x="4637" y="28505"/>
                  <a:pt x="5271" y="28872"/>
                </a:cubicBezTo>
                <a:cubicBezTo>
                  <a:pt x="4838" y="28972"/>
                  <a:pt x="4404" y="29072"/>
                  <a:pt x="3937" y="29272"/>
                </a:cubicBezTo>
                <a:cubicBezTo>
                  <a:pt x="3103" y="29573"/>
                  <a:pt x="3036" y="30740"/>
                  <a:pt x="3937" y="31040"/>
                </a:cubicBezTo>
                <a:cubicBezTo>
                  <a:pt x="4504" y="31240"/>
                  <a:pt x="4938" y="31474"/>
                  <a:pt x="5338" y="31774"/>
                </a:cubicBezTo>
                <a:cubicBezTo>
                  <a:pt x="4004" y="31841"/>
                  <a:pt x="2703" y="32008"/>
                  <a:pt x="1402" y="32308"/>
                </a:cubicBezTo>
                <a:cubicBezTo>
                  <a:pt x="434" y="32508"/>
                  <a:pt x="635" y="33776"/>
                  <a:pt x="1402" y="34076"/>
                </a:cubicBezTo>
                <a:cubicBezTo>
                  <a:pt x="2769" y="34610"/>
                  <a:pt x="4037" y="35310"/>
                  <a:pt x="5238" y="36144"/>
                </a:cubicBezTo>
                <a:cubicBezTo>
                  <a:pt x="4504" y="36311"/>
                  <a:pt x="3737" y="36377"/>
                  <a:pt x="2903" y="36377"/>
                </a:cubicBezTo>
                <a:cubicBezTo>
                  <a:pt x="2892" y="36377"/>
                  <a:pt x="2882" y="36377"/>
                  <a:pt x="2871" y="36377"/>
                </a:cubicBezTo>
                <a:cubicBezTo>
                  <a:pt x="1864" y="36377"/>
                  <a:pt x="1646" y="37948"/>
                  <a:pt x="2669" y="38212"/>
                </a:cubicBezTo>
                <a:cubicBezTo>
                  <a:pt x="3804" y="38479"/>
                  <a:pt x="4838" y="38879"/>
                  <a:pt x="5805" y="39446"/>
                </a:cubicBezTo>
                <a:cubicBezTo>
                  <a:pt x="4938" y="39546"/>
                  <a:pt x="4104" y="39646"/>
                  <a:pt x="3236" y="39780"/>
                </a:cubicBezTo>
                <a:cubicBezTo>
                  <a:pt x="2336" y="39880"/>
                  <a:pt x="1969" y="40947"/>
                  <a:pt x="2769" y="41514"/>
                </a:cubicBezTo>
                <a:cubicBezTo>
                  <a:pt x="2970" y="41648"/>
                  <a:pt x="3203" y="41781"/>
                  <a:pt x="3403" y="41948"/>
                </a:cubicBezTo>
                <a:cubicBezTo>
                  <a:pt x="3070" y="41981"/>
                  <a:pt x="2736" y="42015"/>
                  <a:pt x="2436" y="42048"/>
                </a:cubicBezTo>
                <a:cubicBezTo>
                  <a:pt x="1402" y="42148"/>
                  <a:pt x="1135" y="43516"/>
                  <a:pt x="2169" y="43883"/>
                </a:cubicBezTo>
                <a:cubicBezTo>
                  <a:pt x="3370" y="44250"/>
                  <a:pt x="4571" y="44650"/>
                  <a:pt x="5772" y="45050"/>
                </a:cubicBezTo>
                <a:cubicBezTo>
                  <a:pt x="5405" y="45084"/>
                  <a:pt x="5038" y="45117"/>
                  <a:pt x="4637" y="45117"/>
                </a:cubicBezTo>
                <a:cubicBezTo>
                  <a:pt x="3737" y="45117"/>
                  <a:pt x="3337" y="46418"/>
                  <a:pt x="4170" y="46852"/>
                </a:cubicBezTo>
                <a:cubicBezTo>
                  <a:pt x="4204" y="46885"/>
                  <a:pt x="4271" y="46885"/>
                  <a:pt x="4304" y="46918"/>
                </a:cubicBezTo>
                <a:cubicBezTo>
                  <a:pt x="3670" y="46952"/>
                  <a:pt x="3036" y="46985"/>
                  <a:pt x="2403" y="47018"/>
                </a:cubicBezTo>
                <a:cubicBezTo>
                  <a:pt x="1335" y="47085"/>
                  <a:pt x="1168" y="48486"/>
                  <a:pt x="2169" y="48853"/>
                </a:cubicBezTo>
                <a:cubicBezTo>
                  <a:pt x="2469" y="48953"/>
                  <a:pt x="2769" y="49087"/>
                  <a:pt x="3103" y="49187"/>
                </a:cubicBezTo>
                <a:cubicBezTo>
                  <a:pt x="2403" y="49287"/>
                  <a:pt x="1702" y="49387"/>
                  <a:pt x="1002" y="49487"/>
                </a:cubicBezTo>
                <a:cubicBezTo>
                  <a:pt x="101" y="49587"/>
                  <a:pt x="101" y="51155"/>
                  <a:pt x="1002" y="51255"/>
                </a:cubicBezTo>
                <a:cubicBezTo>
                  <a:pt x="1835" y="51388"/>
                  <a:pt x="2636" y="51588"/>
                  <a:pt x="3403" y="51855"/>
                </a:cubicBezTo>
                <a:lnTo>
                  <a:pt x="2469" y="51855"/>
                </a:lnTo>
                <a:cubicBezTo>
                  <a:pt x="1435" y="51889"/>
                  <a:pt x="1202" y="53390"/>
                  <a:pt x="2236" y="53656"/>
                </a:cubicBezTo>
                <a:cubicBezTo>
                  <a:pt x="2736" y="53790"/>
                  <a:pt x="3270" y="53923"/>
                  <a:pt x="3770" y="54057"/>
                </a:cubicBezTo>
                <a:cubicBezTo>
                  <a:pt x="3036" y="54257"/>
                  <a:pt x="2269" y="54424"/>
                  <a:pt x="1502" y="54590"/>
                </a:cubicBezTo>
                <a:cubicBezTo>
                  <a:pt x="468" y="54857"/>
                  <a:pt x="835" y="56192"/>
                  <a:pt x="1735" y="56325"/>
                </a:cubicBezTo>
                <a:cubicBezTo>
                  <a:pt x="3970" y="56592"/>
                  <a:pt x="6172" y="56992"/>
                  <a:pt x="8373" y="57526"/>
                </a:cubicBezTo>
                <a:cubicBezTo>
                  <a:pt x="8444" y="57544"/>
                  <a:pt x="8511" y="57553"/>
                  <a:pt x="8574" y="57553"/>
                </a:cubicBezTo>
                <a:cubicBezTo>
                  <a:pt x="9324" y="57553"/>
                  <a:pt x="9571" y="56374"/>
                  <a:pt x="8740" y="56158"/>
                </a:cubicBezTo>
                <a:cubicBezTo>
                  <a:pt x="7806" y="55858"/>
                  <a:pt x="6872" y="55625"/>
                  <a:pt x="5938" y="55391"/>
                </a:cubicBezTo>
                <a:cubicBezTo>
                  <a:pt x="6572" y="55258"/>
                  <a:pt x="7173" y="55124"/>
                  <a:pt x="7806" y="54957"/>
                </a:cubicBezTo>
                <a:cubicBezTo>
                  <a:pt x="8674" y="54757"/>
                  <a:pt x="8640" y="53456"/>
                  <a:pt x="7840" y="53223"/>
                </a:cubicBezTo>
                <a:cubicBezTo>
                  <a:pt x="8073" y="52823"/>
                  <a:pt x="8007" y="52222"/>
                  <a:pt x="7540" y="51889"/>
                </a:cubicBezTo>
                <a:cubicBezTo>
                  <a:pt x="6906" y="51422"/>
                  <a:pt x="6239" y="51055"/>
                  <a:pt x="5538" y="50721"/>
                </a:cubicBezTo>
                <a:lnTo>
                  <a:pt x="7139" y="50488"/>
                </a:lnTo>
                <a:cubicBezTo>
                  <a:pt x="8140" y="50354"/>
                  <a:pt x="7906" y="48953"/>
                  <a:pt x="7139" y="48686"/>
                </a:cubicBezTo>
                <a:cubicBezTo>
                  <a:pt x="7073" y="48653"/>
                  <a:pt x="7039" y="48653"/>
                  <a:pt x="6972" y="48620"/>
                </a:cubicBezTo>
                <a:cubicBezTo>
                  <a:pt x="7206" y="48620"/>
                  <a:pt x="7439" y="48586"/>
                  <a:pt x="7673" y="48586"/>
                </a:cubicBezTo>
                <a:cubicBezTo>
                  <a:pt x="8540" y="48519"/>
                  <a:pt x="9007" y="47319"/>
                  <a:pt x="8140" y="46852"/>
                </a:cubicBezTo>
                <a:cubicBezTo>
                  <a:pt x="7973" y="46752"/>
                  <a:pt x="7773" y="46651"/>
                  <a:pt x="7606" y="46551"/>
                </a:cubicBezTo>
                <a:cubicBezTo>
                  <a:pt x="8207" y="46385"/>
                  <a:pt x="8774" y="46184"/>
                  <a:pt x="9341" y="45884"/>
                </a:cubicBezTo>
                <a:cubicBezTo>
                  <a:pt x="10141" y="45517"/>
                  <a:pt x="9841" y="44417"/>
                  <a:pt x="9141" y="44183"/>
                </a:cubicBezTo>
                <a:cubicBezTo>
                  <a:pt x="8273" y="43916"/>
                  <a:pt x="7373" y="43616"/>
                  <a:pt x="6505" y="43316"/>
                </a:cubicBezTo>
                <a:cubicBezTo>
                  <a:pt x="7006" y="42982"/>
                  <a:pt x="7106" y="42215"/>
                  <a:pt x="6472" y="41781"/>
                </a:cubicBezTo>
                <a:cubicBezTo>
                  <a:pt x="6239" y="41615"/>
                  <a:pt x="6005" y="41481"/>
                  <a:pt x="5772" y="41314"/>
                </a:cubicBezTo>
                <a:cubicBezTo>
                  <a:pt x="6572" y="41214"/>
                  <a:pt x="7406" y="41081"/>
                  <a:pt x="8240" y="40981"/>
                </a:cubicBezTo>
                <a:cubicBezTo>
                  <a:pt x="8941" y="40914"/>
                  <a:pt x="9574" y="39980"/>
                  <a:pt x="8874" y="39413"/>
                </a:cubicBezTo>
                <a:cubicBezTo>
                  <a:pt x="8107" y="38746"/>
                  <a:pt x="7306" y="38179"/>
                  <a:pt x="6439" y="37678"/>
                </a:cubicBezTo>
                <a:cubicBezTo>
                  <a:pt x="6839" y="37545"/>
                  <a:pt x="7239" y="37412"/>
                  <a:pt x="7606" y="37211"/>
                </a:cubicBezTo>
                <a:cubicBezTo>
                  <a:pt x="8140" y="36978"/>
                  <a:pt x="8240" y="36111"/>
                  <a:pt x="7806" y="35777"/>
                </a:cubicBezTo>
                <a:cubicBezTo>
                  <a:pt x="6839" y="34976"/>
                  <a:pt x="5838" y="34276"/>
                  <a:pt x="4804" y="33676"/>
                </a:cubicBezTo>
                <a:cubicBezTo>
                  <a:pt x="5273" y="33636"/>
                  <a:pt x="5742" y="33620"/>
                  <a:pt x="6218" y="33620"/>
                </a:cubicBezTo>
                <a:cubicBezTo>
                  <a:pt x="6554" y="33620"/>
                  <a:pt x="6894" y="33628"/>
                  <a:pt x="7239" y="33642"/>
                </a:cubicBezTo>
                <a:cubicBezTo>
                  <a:pt x="7254" y="33643"/>
                  <a:pt x="7268" y="33643"/>
                  <a:pt x="7282" y="33643"/>
                </a:cubicBezTo>
                <a:cubicBezTo>
                  <a:pt x="7987" y="33643"/>
                  <a:pt x="8334" y="32830"/>
                  <a:pt x="8040" y="32241"/>
                </a:cubicBezTo>
                <a:cubicBezTo>
                  <a:pt x="7673" y="31574"/>
                  <a:pt x="7239" y="31007"/>
                  <a:pt x="6739" y="30540"/>
                </a:cubicBezTo>
                <a:cubicBezTo>
                  <a:pt x="7173" y="30540"/>
                  <a:pt x="7640" y="30540"/>
                  <a:pt x="8107" y="30607"/>
                </a:cubicBezTo>
                <a:cubicBezTo>
                  <a:pt x="8137" y="30611"/>
                  <a:pt x="8167" y="30613"/>
                  <a:pt x="8197" y="30613"/>
                </a:cubicBezTo>
                <a:cubicBezTo>
                  <a:pt x="8912" y="30613"/>
                  <a:pt x="9350" y="29487"/>
                  <a:pt x="8774" y="29039"/>
                </a:cubicBezTo>
                <a:cubicBezTo>
                  <a:pt x="8040" y="28438"/>
                  <a:pt x="7306" y="27905"/>
                  <a:pt x="6505" y="27438"/>
                </a:cubicBezTo>
                <a:cubicBezTo>
                  <a:pt x="7540" y="27304"/>
                  <a:pt x="8540" y="27138"/>
                  <a:pt x="9574" y="26971"/>
                </a:cubicBezTo>
                <a:cubicBezTo>
                  <a:pt x="10275" y="26837"/>
                  <a:pt x="10408" y="25870"/>
                  <a:pt x="9975" y="25403"/>
                </a:cubicBezTo>
                <a:cubicBezTo>
                  <a:pt x="9241" y="24669"/>
                  <a:pt x="8440" y="24035"/>
                  <a:pt x="7573" y="23502"/>
                </a:cubicBezTo>
                <a:cubicBezTo>
                  <a:pt x="7706" y="23468"/>
                  <a:pt x="7840" y="23468"/>
                  <a:pt x="7973" y="23435"/>
                </a:cubicBezTo>
                <a:cubicBezTo>
                  <a:pt x="8774" y="23335"/>
                  <a:pt x="8907" y="22067"/>
                  <a:pt x="8207" y="21734"/>
                </a:cubicBezTo>
                <a:cubicBezTo>
                  <a:pt x="7339" y="21333"/>
                  <a:pt x="6472" y="20933"/>
                  <a:pt x="5605" y="20533"/>
                </a:cubicBezTo>
                <a:cubicBezTo>
                  <a:pt x="5905" y="20466"/>
                  <a:pt x="6239" y="20433"/>
                  <a:pt x="6539" y="20399"/>
                </a:cubicBezTo>
                <a:cubicBezTo>
                  <a:pt x="7173" y="20333"/>
                  <a:pt x="7573" y="19866"/>
                  <a:pt x="7439" y="19232"/>
                </a:cubicBezTo>
                <a:cubicBezTo>
                  <a:pt x="7306" y="18465"/>
                  <a:pt x="7006" y="17797"/>
                  <a:pt x="6572" y="17264"/>
                </a:cubicBezTo>
                <a:cubicBezTo>
                  <a:pt x="7406" y="17097"/>
                  <a:pt x="8273" y="16897"/>
                  <a:pt x="9107" y="16630"/>
                </a:cubicBezTo>
                <a:cubicBezTo>
                  <a:pt x="9975" y="16330"/>
                  <a:pt x="9975" y="15129"/>
                  <a:pt x="9107" y="14829"/>
                </a:cubicBezTo>
                <a:cubicBezTo>
                  <a:pt x="7873" y="14428"/>
                  <a:pt x="6639" y="14028"/>
                  <a:pt x="5405" y="13628"/>
                </a:cubicBezTo>
                <a:cubicBezTo>
                  <a:pt x="5571" y="13611"/>
                  <a:pt x="5747" y="13603"/>
                  <a:pt x="5926" y="13603"/>
                </a:cubicBezTo>
                <a:cubicBezTo>
                  <a:pt x="6105" y="13603"/>
                  <a:pt x="6289" y="13611"/>
                  <a:pt x="6472" y="13628"/>
                </a:cubicBezTo>
                <a:cubicBezTo>
                  <a:pt x="6495" y="13630"/>
                  <a:pt x="6517" y="13631"/>
                  <a:pt x="6539" y="13631"/>
                </a:cubicBezTo>
                <a:cubicBezTo>
                  <a:pt x="7297" y="13631"/>
                  <a:pt x="7690" y="12545"/>
                  <a:pt x="7139" y="12027"/>
                </a:cubicBezTo>
                <a:cubicBezTo>
                  <a:pt x="6339" y="11360"/>
                  <a:pt x="5538" y="10726"/>
                  <a:pt x="4704" y="10159"/>
                </a:cubicBezTo>
                <a:cubicBezTo>
                  <a:pt x="5772" y="9925"/>
                  <a:pt x="6839" y="9825"/>
                  <a:pt x="7940" y="9792"/>
                </a:cubicBezTo>
                <a:cubicBezTo>
                  <a:pt x="8907" y="9758"/>
                  <a:pt x="9141" y="8558"/>
                  <a:pt x="8407" y="8057"/>
                </a:cubicBezTo>
                <a:cubicBezTo>
                  <a:pt x="7339" y="7323"/>
                  <a:pt x="6205" y="6690"/>
                  <a:pt x="5038" y="6156"/>
                </a:cubicBezTo>
                <a:cubicBezTo>
                  <a:pt x="5838" y="6089"/>
                  <a:pt x="6672" y="6056"/>
                  <a:pt x="7473" y="6056"/>
                </a:cubicBezTo>
                <a:cubicBezTo>
                  <a:pt x="7487" y="6056"/>
                  <a:pt x="7501" y="6057"/>
                  <a:pt x="7515" y="6057"/>
                </a:cubicBezTo>
                <a:cubicBezTo>
                  <a:pt x="8223" y="6057"/>
                  <a:pt x="8633" y="5243"/>
                  <a:pt x="8273" y="4655"/>
                </a:cubicBezTo>
                <a:cubicBezTo>
                  <a:pt x="7906" y="4021"/>
                  <a:pt x="7473" y="3487"/>
                  <a:pt x="6972" y="3020"/>
                </a:cubicBezTo>
                <a:cubicBezTo>
                  <a:pt x="7706" y="2853"/>
                  <a:pt x="8440" y="2687"/>
                  <a:pt x="9174" y="2453"/>
                </a:cubicBezTo>
                <a:cubicBezTo>
                  <a:pt x="9975" y="2186"/>
                  <a:pt x="10175" y="819"/>
                  <a:pt x="9174" y="652"/>
                </a:cubicBezTo>
                <a:lnTo>
                  <a:pt x="5071" y="18"/>
                </a:lnTo>
                <a:cubicBezTo>
                  <a:pt x="5000" y="6"/>
                  <a:pt x="4932" y="0"/>
                  <a:pt x="486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20" name="Google Shape;820;p57"/>
          <p:cNvGrpSpPr/>
          <p:nvPr/>
        </p:nvGrpSpPr>
        <p:grpSpPr>
          <a:xfrm>
            <a:off x="149886" y="2047840"/>
            <a:ext cx="1433925" cy="1268640"/>
            <a:chOff x="6564650" y="1408400"/>
            <a:chExt cx="1375072" cy="1338228"/>
          </a:xfrm>
        </p:grpSpPr>
        <p:sp>
          <p:nvSpPr>
            <p:cNvPr id="821" name="Google Shape;821;p57"/>
            <p:cNvSpPr/>
            <p:nvPr/>
          </p:nvSpPr>
          <p:spPr>
            <a:xfrm>
              <a:off x="6694793" y="1987856"/>
              <a:ext cx="37" cy="37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57"/>
            <p:cNvSpPr/>
            <p:nvPr/>
          </p:nvSpPr>
          <p:spPr>
            <a:xfrm>
              <a:off x="7120812" y="2699956"/>
              <a:ext cx="37" cy="37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57"/>
            <p:cNvSpPr/>
            <p:nvPr/>
          </p:nvSpPr>
          <p:spPr>
            <a:xfrm>
              <a:off x="6822470" y="2523146"/>
              <a:ext cx="37" cy="1288"/>
            </a:xfrm>
            <a:custGeom>
              <a:avLst/>
              <a:gdLst/>
              <a:ahLst/>
              <a:cxnLst/>
              <a:rect l="l" t="t" r="r" b="b"/>
              <a:pathLst>
                <a:path w="1" h="35" extrusionOk="0">
                  <a:moveTo>
                    <a:pt x="0" y="34"/>
                  </a:moveTo>
                  <a:lnTo>
                    <a:pt x="0" y="3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57"/>
            <p:cNvSpPr/>
            <p:nvPr/>
          </p:nvSpPr>
          <p:spPr>
            <a:xfrm>
              <a:off x="6624790" y="2040671"/>
              <a:ext cx="37" cy="37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57"/>
            <p:cNvSpPr/>
            <p:nvPr/>
          </p:nvSpPr>
          <p:spPr>
            <a:xfrm>
              <a:off x="6709515" y="1963307"/>
              <a:ext cx="37" cy="1288"/>
            </a:xfrm>
            <a:custGeom>
              <a:avLst/>
              <a:gdLst/>
              <a:ahLst/>
              <a:cxnLst/>
              <a:rect l="l" t="t" r="r" b="b"/>
              <a:pathLst>
                <a:path w="1" h="35" extrusionOk="0">
                  <a:moveTo>
                    <a:pt x="0" y="34"/>
                  </a:moveTo>
                  <a:cubicBezTo>
                    <a:pt x="0" y="34"/>
                    <a:pt x="0" y="34"/>
                    <a:pt x="0" y="34"/>
                  </a:cubicBezTo>
                  <a:cubicBezTo>
                    <a:pt x="0" y="34"/>
                    <a:pt x="0" y="34"/>
                    <a:pt x="0" y="1"/>
                  </a:cubicBezTo>
                  <a:cubicBezTo>
                    <a:pt x="0" y="34"/>
                    <a:pt x="0" y="34"/>
                    <a:pt x="0" y="3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57"/>
            <p:cNvSpPr/>
            <p:nvPr/>
          </p:nvSpPr>
          <p:spPr>
            <a:xfrm>
              <a:off x="6913305" y="2558773"/>
              <a:ext cx="37" cy="37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57"/>
            <p:cNvSpPr/>
            <p:nvPr/>
          </p:nvSpPr>
          <p:spPr>
            <a:xfrm>
              <a:off x="7001710" y="2178174"/>
              <a:ext cx="1251" cy="1251"/>
            </a:xfrm>
            <a:custGeom>
              <a:avLst/>
              <a:gdLst/>
              <a:ahLst/>
              <a:cxnLst/>
              <a:rect l="l" t="t" r="r" b="b"/>
              <a:pathLst>
                <a:path w="34" h="34" extrusionOk="0">
                  <a:moveTo>
                    <a:pt x="34" y="0"/>
                  </a:moveTo>
                  <a:cubicBezTo>
                    <a:pt x="22" y="0"/>
                    <a:pt x="15" y="4"/>
                    <a:pt x="10" y="10"/>
                  </a:cubicBezTo>
                  <a:lnTo>
                    <a:pt x="10" y="10"/>
                  </a:lnTo>
                  <a:cubicBezTo>
                    <a:pt x="20" y="0"/>
                    <a:pt x="34" y="0"/>
                    <a:pt x="34" y="0"/>
                  </a:cubicBezTo>
                  <a:close/>
                  <a:moveTo>
                    <a:pt x="10" y="10"/>
                  </a:moveTo>
                  <a:cubicBezTo>
                    <a:pt x="4" y="15"/>
                    <a:pt x="0" y="22"/>
                    <a:pt x="0" y="34"/>
                  </a:cubicBezTo>
                  <a:lnTo>
                    <a:pt x="0" y="34"/>
                  </a:lnTo>
                  <a:cubicBezTo>
                    <a:pt x="0" y="34"/>
                    <a:pt x="0" y="19"/>
                    <a:pt x="10" y="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57"/>
            <p:cNvSpPr/>
            <p:nvPr/>
          </p:nvSpPr>
          <p:spPr>
            <a:xfrm>
              <a:off x="6958722" y="2541585"/>
              <a:ext cx="37" cy="37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57"/>
            <p:cNvSpPr/>
            <p:nvPr/>
          </p:nvSpPr>
          <p:spPr>
            <a:xfrm>
              <a:off x="6564650" y="1904382"/>
              <a:ext cx="1298959" cy="842246"/>
            </a:xfrm>
            <a:custGeom>
              <a:avLst/>
              <a:gdLst/>
              <a:ahLst/>
              <a:cxnLst/>
              <a:rect l="l" t="t" r="r" b="b"/>
              <a:pathLst>
                <a:path w="35293" h="22884" extrusionOk="0">
                  <a:moveTo>
                    <a:pt x="3136" y="7473"/>
                  </a:moveTo>
                  <a:cubicBezTo>
                    <a:pt x="3103" y="7773"/>
                    <a:pt x="3136" y="8073"/>
                    <a:pt x="3136" y="8373"/>
                  </a:cubicBezTo>
                  <a:cubicBezTo>
                    <a:pt x="3136" y="8674"/>
                    <a:pt x="3136" y="8974"/>
                    <a:pt x="3103" y="9274"/>
                  </a:cubicBezTo>
                  <a:cubicBezTo>
                    <a:pt x="3069" y="8974"/>
                    <a:pt x="3036" y="8674"/>
                    <a:pt x="3036" y="8373"/>
                  </a:cubicBezTo>
                  <a:cubicBezTo>
                    <a:pt x="3036" y="8073"/>
                    <a:pt x="3036" y="7773"/>
                    <a:pt x="3136" y="7473"/>
                  </a:cubicBezTo>
                  <a:close/>
                  <a:moveTo>
                    <a:pt x="4103" y="9841"/>
                  </a:moveTo>
                  <a:lnTo>
                    <a:pt x="4103" y="9841"/>
                  </a:lnTo>
                  <a:cubicBezTo>
                    <a:pt x="4070" y="10041"/>
                    <a:pt x="4037" y="10241"/>
                    <a:pt x="3970" y="10442"/>
                  </a:cubicBezTo>
                  <a:cubicBezTo>
                    <a:pt x="4003" y="10341"/>
                    <a:pt x="4003" y="10241"/>
                    <a:pt x="4037" y="10141"/>
                  </a:cubicBezTo>
                  <a:cubicBezTo>
                    <a:pt x="4037" y="10041"/>
                    <a:pt x="4070" y="9941"/>
                    <a:pt x="4103" y="9841"/>
                  </a:cubicBezTo>
                  <a:close/>
                  <a:moveTo>
                    <a:pt x="5438" y="10175"/>
                  </a:moveTo>
                  <a:cubicBezTo>
                    <a:pt x="5438" y="10408"/>
                    <a:pt x="5438" y="10642"/>
                    <a:pt x="5438" y="10842"/>
                  </a:cubicBezTo>
                  <a:cubicBezTo>
                    <a:pt x="5438" y="11309"/>
                    <a:pt x="5438" y="11809"/>
                    <a:pt x="5438" y="12276"/>
                  </a:cubicBezTo>
                  <a:cubicBezTo>
                    <a:pt x="5371" y="12009"/>
                    <a:pt x="5304" y="11742"/>
                    <a:pt x="5304" y="11442"/>
                  </a:cubicBezTo>
                  <a:cubicBezTo>
                    <a:pt x="5271" y="11242"/>
                    <a:pt x="5304" y="11042"/>
                    <a:pt x="5304" y="10842"/>
                  </a:cubicBezTo>
                  <a:cubicBezTo>
                    <a:pt x="5337" y="10608"/>
                    <a:pt x="5371" y="10408"/>
                    <a:pt x="5438" y="10175"/>
                  </a:cubicBezTo>
                  <a:close/>
                  <a:moveTo>
                    <a:pt x="29121" y="11376"/>
                  </a:moveTo>
                  <a:lnTo>
                    <a:pt x="29121" y="11376"/>
                  </a:lnTo>
                  <a:cubicBezTo>
                    <a:pt x="29188" y="11642"/>
                    <a:pt x="29255" y="11909"/>
                    <a:pt x="29288" y="12176"/>
                  </a:cubicBezTo>
                  <a:cubicBezTo>
                    <a:pt x="29355" y="12443"/>
                    <a:pt x="29355" y="12743"/>
                    <a:pt x="29388" y="13010"/>
                  </a:cubicBezTo>
                  <a:cubicBezTo>
                    <a:pt x="29321" y="12710"/>
                    <a:pt x="29255" y="12443"/>
                    <a:pt x="29188" y="12176"/>
                  </a:cubicBezTo>
                  <a:cubicBezTo>
                    <a:pt x="29154" y="11909"/>
                    <a:pt x="29121" y="11642"/>
                    <a:pt x="29121" y="11376"/>
                  </a:cubicBezTo>
                  <a:close/>
                  <a:moveTo>
                    <a:pt x="27220" y="8974"/>
                  </a:moveTo>
                  <a:cubicBezTo>
                    <a:pt x="27286" y="9074"/>
                    <a:pt x="27320" y="9174"/>
                    <a:pt x="27353" y="9274"/>
                  </a:cubicBezTo>
                  <a:cubicBezTo>
                    <a:pt x="27487" y="9507"/>
                    <a:pt x="27620" y="9741"/>
                    <a:pt x="27687" y="10008"/>
                  </a:cubicBezTo>
                  <a:cubicBezTo>
                    <a:pt x="27787" y="10241"/>
                    <a:pt x="27820" y="10508"/>
                    <a:pt x="27854" y="10742"/>
                  </a:cubicBezTo>
                  <a:cubicBezTo>
                    <a:pt x="27887" y="11009"/>
                    <a:pt x="27887" y="11275"/>
                    <a:pt x="27887" y="11542"/>
                  </a:cubicBezTo>
                  <a:cubicBezTo>
                    <a:pt x="27887" y="11776"/>
                    <a:pt x="27920" y="12043"/>
                    <a:pt x="27920" y="12276"/>
                  </a:cubicBezTo>
                  <a:cubicBezTo>
                    <a:pt x="27954" y="12376"/>
                    <a:pt x="27954" y="12510"/>
                    <a:pt x="27954" y="12610"/>
                  </a:cubicBezTo>
                  <a:lnTo>
                    <a:pt x="27954" y="12576"/>
                  </a:lnTo>
                  <a:cubicBezTo>
                    <a:pt x="28020" y="12910"/>
                    <a:pt x="28054" y="13244"/>
                    <a:pt x="28120" y="13577"/>
                  </a:cubicBezTo>
                  <a:cubicBezTo>
                    <a:pt x="28087" y="13510"/>
                    <a:pt x="28087" y="13477"/>
                    <a:pt x="28054" y="13410"/>
                  </a:cubicBezTo>
                  <a:cubicBezTo>
                    <a:pt x="27954" y="13177"/>
                    <a:pt x="27887" y="12910"/>
                    <a:pt x="27787" y="12676"/>
                  </a:cubicBezTo>
                  <a:cubicBezTo>
                    <a:pt x="27787" y="12610"/>
                    <a:pt x="27787" y="12543"/>
                    <a:pt x="27753" y="12510"/>
                  </a:cubicBezTo>
                  <a:cubicBezTo>
                    <a:pt x="27753" y="12443"/>
                    <a:pt x="27720" y="12376"/>
                    <a:pt x="27720" y="12310"/>
                  </a:cubicBezTo>
                  <a:cubicBezTo>
                    <a:pt x="27687" y="12176"/>
                    <a:pt x="27687" y="12076"/>
                    <a:pt x="27653" y="11943"/>
                  </a:cubicBezTo>
                  <a:cubicBezTo>
                    <a:pt x="27620" y="11676"/>
                    <a:pt x="27587" y="11409"/>
                    <a:pt x="27620" y="11142"/>
                  </a:cubicBezTo>
                  <a:lnTo>
                    <a:pt x="27620" y="10775"/>
                  </a:lnTo>
                  <a:cubicBezTo>
                    <a:pt x="27620" y="10642"/>
                    <a:pt x="27620" y="10508"/>
                    <a:pt x="27620" y="10375"/>
                  </a:cubicBezTo>
                  <a:cubicBezTo>
                    <a:pt x="27587" y="10275"/>
                    <a:pt x="27587" y="10175"/>
                    <a:pt x="27553" y="10108"/>
                  </a:cubicBezTo>
                  <a:cubicBezTo>
                    <a:pt x="27553" y="9974"/>
                    <a:pt x="27520" y="9874"/>
                    <a:pt x="27487" y="9774"/>
                  </a:cubicBezTo>
                  <a:lnTo>
                    <a:pt x="27220" y="8974"/>
                  </a:lnTo>
                  <a:close/>
                  <a:moveTo>
                    <a:pt x="24251" y="9574"/>
                  </a:moveTo>
                  <a:lnTo>
                    <a:pt x="24251" y="9574"/>
                  </a:lnTo>
                  <a:cubicBezTo>
                    <a:pt x="24351" y="9708"/>
                    <a:pt x="24451" y="9841"/>
                    <a:pt x="24551" y="10008"/>
                  </a:cubicBezTo>
                  <a:cubicBezTo>
                    <a:pt x="24651" y="10175"/>
                    <a:pt x="24785" y="10341"/>
                    <a:pt x="24885" y="10542"/>
                  </a:cubicBezTo>
                  <a:cubicBezTo>
                    <a:pt x="25018" y="10742"/>
                    <a:pt x="25085" y="11009"/>
                    <a:pt x="25118" y="11275"/>
                  </a:cubicBezTo>
                  <a:cubicBezTo>
                    <a:pt x="25152" y="11342"/>
                    <a:pt x="25152" y="11409"/>
                    <a:pt x="25152" y="11509"/>
                  </a:cubicBezTo>
                  <a:cubicBezTo>
                    <a:pt x="25152" y="11542"/>
                    <a:pt x="25152" y="11576"/>
                    <a:pt x="25152" y="11609"/>
                  </a:cubicBezTo>
                  <a:cubicBezTo>
                    <a:pt x="25118" y="11676"/>
                    <a:pt x="25118" y="11709"/>
                    <a:pt x="25118" y="11776"/>
                  </a:cubicBezTo>
                  <a:cubicBezTo>
                    <a:pt x="25085" y="11976"/>
                    <a:pt x="25052" y="12176"/>
                    <a:pt x="25018" y="12410"/>
                  </a:cubicBezTo>
                  <a:cubicBezTo>
                    <a:pt x="24985" y="12476"/>
                    <a:pt x="24951" y="12576"/>
                    <a:pt x="24951" y="12676"/>
                  </a:cubicBezTo>
                  <a:cubicBezTo>
                    <a:pt x="24918" y="12743"/>
                    <a:pt x="24885" y="12843"/>
                    <a:pt x="24885" y="12943"/>
                  </a:cubicBezTo>
                  <a:cubicBezTo>
                    <a:pt x="24851" y="13010"/>
                    <a:pt x="24851" y="13110"/>
                    <a:pt x="24851" y="13210"/>
                  </a:cubicBezTo>
                  <a:cubicBezTo>
                    <a:pt x="24851" y="13277"/>
                    <a:pt x="24851" y="13344"/>
                    <a:pt x="24851" y="13410"/>
                  </a:cubicBezTo>
                  <a:cubicBezTo>
                    <a:pt x="24851" y="13477"/>
                    <a:pt x="24818" y="13577"/>
                    <a:pt x="24851" y="13644"/>
                  </a:cubicBezTo>
                  <a:cubicBezTo>
                    <a:pt x="24851" y="13744"/>
                    <a:pt x="24851" y="13811"/>
                    <a:pt x="24851" y="13877"/>
                  </a:cubicBezTo>
                  <a:cubicBezTo>
                    <a:pt x="24885" y="14111"/>
                    <a:pt x="24918" y="14344"/>
                    <a:pt x="24985" y="14578"/>
                  </a:cubicBezTo>
                  <a:cubicBezTo>
                    <a:pt x="25018" y="14645"/>
                    <a:pt x="25052" y="14711"/>
                    <a:pt x="25085" y="14811"/>
                  </a:cubicBezTo>
                  <a:cubicBezTo>
                    <a:pt x="25018" y="14711"/>
                    <a:pt x="24985" y="14611"/>
                    <a:pt x="24918" y="14478"/>
                  </a:cubicBezTo>
                  <a:cubicBezTo>
                    <a:pt x="24885" y="14411"/>
                    <a:pt x="24851" y="14311"/>
                    <a:pt x="24818" y="14211"/>
                  </a:cubicBezTo>
                  <a:cubicBezTo>
                    <a:pt x="24785" y="14077"/>
                    <a:pt x="24751" y="13944"/>
                    <a:pt x="24751" y="13811"/>
                  </a:cubicBezTo>
                  <a:cubicBezTo>
                    <a:pt x="24718" y="13644"/>
                    <a:pt x="24718" y="13477"/>
                    <a:pt x="24685" y="13344"/>
                  </a:cubicBezTo>
                  <a:cubicBezTo>
                    <a:pt x="24685" y="13177"/>
                    <a:pt x="24685" y="13010"/>
                    <a:pt x="24685" y="12843"/>
                  </a:cubicBezTo>
                  <a:cubicBezTo>
                    <a:pt x="24718" y="12710"/>
                    <a:pt x="24751" y="12576"/>
                    <a:pt x="24751" y="12410"/>
                  </a:cubicBezTo>
                  <a:cubicBezTo>
                    <a:pt x="24785" y="12276"/>
                    <a:pt x="24818" y="12109"/>
                    <a:pt x="24851" y="11943"/>
                  </a:cubicBezTo>
                  <a:cubicBezTo>
                    <a:pt x="24851" y="11876"/>
                    <a:pt x="24851" y="11776"/>
                    <a:pt x="24885" y="11709"/>
                  </a:cubicBezTo>
                  <a:cubicBezTo>
                    <a:pt x="24885" y="11676"/>
                    <a:pt x="24885" y="11609"/>
                    <a:pt x="24885" y="11576"/>
                  </a:cubicBezTo>
                  <a:cubicBezTo>
                    <a:pt x="24885" y="11476"/>
                    <a:pt x="24885" y="11376"/>
                    <a:pt x="24885" y="11275"/>
                  </a:cubicBezTo>
                  <a:cubicBezTo>
                    <a:pt x="24885" y="11109"/>
                    <a:pt x="24851" y="10909"/>
                    <a:pt x="24785" y="10742"/>
                  </a:cubicBezTo>
                  <a:cubicBezTo>
                    <a:pt x="24718" y="10542"/>
                    <a:pt x="24618" y="10341"/>
                    <a:pt x="24518" y="10175"/>
                  </a:cubicBezTo>
                  <a:cubicBezTo>
                    <a:pt x="24451" y="9974"/>
                    <a:pt x="24351" y="9774"/>
                    <a:pt x="24251" y="9574"/>
                  </a:cubicBezTo>
                  <a:close/>
                  <a:moveTo>
                    <a:pt x="7406" y="11742"/>
                  </a:moveTo>
                  <a:cubicBezTo>
                    <a:pt x="7406" y="11776"/>
                    <a:pt x="7406" y="11809"/>
                    <a:pt x="7406" y="11809"/>
                  </a:cubicBezTo>
                  <a:cubicBezTo>
                    <a:pt x="7406" y="11843"/>
                    <a:pt x="7372" y="11876"/>
                    <a:pt x="7372" y="11876"/>
                  </a:cubicBezTo>
                  <a:cubicBezTo>
                    <a:pt x="7372" y="11909"/>
                    <a:pt x="7372" y="11976"/>
                    <a:pt x="7339" y="12009"/>
                  </a:cubicBezTo>
                  <a:cubicBezTo>
                    <a:pt x="7339" y="12043"/>
                    <a:pt x="7339" y="12076"/>
                    <a:pt x="7306" y="12109"/>
                  </a:cubicBezTo>
                  <a:cubicBezTo>
                    <a:pt x="7272" y="12176"/>
                    <a:pt x="7272" y="12243"/>
                    <a:pt x="7239" y="12310"/>
                  </a:cubicBezTo>
                  <a:cubicBezTo>
                    <a:pt x="7172" y="12476"/>
                    <a:pt x="7105" y="12610"/>
                    <a:pt x="7072" y="12777"/>
                  </a:cubicBezTo>
                  <a:cubicBezTo>
                    <a:pt x="7039" y="12810"/>
                    <a:pt x="7005" y="12877"/>
                    <a:pt x="7005" y="12943"/>
                  </a:cubicBezTo>
                  <a:cubicBezTo>
                    <a:pt x="6972" y="12977"/>
                    <a:pt x="6972" y="13043"/>
                    <a:pt x="6972" y="13043"/>
                  </a:cubicBezTo>
                  <a:cubicBezTo>
                    <a:pt x="6939" y="13077"/>
                    <a:pt x="6939" y="13110"/>
                    <a:pt x="6939" y="13143"/>
                  </a:cubicBezTo>
                  <a:cubicBezTo>
                    <a:pt x="6939" y="13210"/>
                    <a:pt x="6905" y="13277"/>
                    <a:pt x="6905" y="13344"/>
                  </a:cubicBezTo>
                  <a:cubicBezTo>
                    <a:pt x="6872" y="13444"/>
                    <a:pt x="6872" y="13510"/>
                    <a:pt x="6839" y="13577"/>
                  </a:cubicBezTo>
                  <a:cubicBezTo>
                    <a:pt x="6805" y="13811"/>
                    <a:pt x="6772" y="14044"/>
                    <a:pt x="6738" y="14244"/>
                  </a:cubicBezTo>
                  <a:cubicBezTo>
                    <a:pt x="6705" y="14511"/>
                    <a:pt x="6638" y="14745"/>
                    <a:pt x="6605" y="14978"/>
                  </a:cubicBezTo>
                  <a:cubicBezTo>
                    <a:pt x="6605" y="14778"/>
                    <a:pt x="6605" y="14544"/>
                    <a:pt x="6605" y="14344"/>
                  </a:cubicBezTo>
                  <a:cubicBezTo>
                    <a:pt x="6638" y="14111"/>
                    <a:pt x="6672" y="13911"/>
                    <a:pt x="6672" y="13677"/>
                  </a:cubicBezTo>
                  <a:cubicBezTo>
                    <a:pt x="6705" y="13610"/>
                    <a:pt x="6705" y="13544"/>
                    <a:pt x="6705" y="13477"/>
                  </a:cubicBezTo>
                  <a:cubicBezTo>
                    <a:pt x="6738" y="13444"/>
                    <a:pt x="6738" y="13377"/>
                    <a:pt x="6738" y="13344"/>
                  </a:cubicBezTo>
                  <a:lnTo>
                    <a:pt x="6772" y="13277"/>
                  </a:lnTo>
                  <a:cubicBezTo>
                    <a:pt x="6805" y="13177"/>
                    <a:pt x="6805" y="13110"/>
                    <a:pt x="6839" y="13010"/>
                  </a:cubicBezTo>
                  <a:cubicBezTo>
                    <a:pt x="6839" y="13010"/>
                    <a:pt x="6872" y="12977"/>
                    <a:pt x="6872" y="12943"/>
                  </a:cubicBezTo>
                  <a:cubicBezTo>
                    <a:pt x="6872" y="12910"/>
                    <a:pt x="6905" y="12843"/>
                    <a:pt x="6939" y="12810"/>
                  </a:cubicBezTo>
                  <a:cubicBezTo>
                    <a:pt x="6939" y="12743"/>
                    <a:pt x="6972" y="12676"/>
                    <a:pt x="7005" y="12610"/>
                  </a:cubicBezTo>
                  <a:cubicBezTo>
                    <a:pt x="7039" y="12576"/>
                    <a:pt x="7072" y="12510"/>
                    <a:pt x="7105" y="12443"/>
                  </a:cubicBezTo>
                  <a:cubicBezTo>
                    <a:pt x="7139" y="12376"/>
                    <a:pt x="7172" y="12276"/>
                    <a:pt x="7205" y="12209"/>
                  </a:cubicBezTo>
                  <a:cubicBezTo>
                    <a:pt x="7205" y="12143"/>
                    <a:pt x="7239" y="12109"/>
                    <a:pt x="7239" y="12043"/>
                  </a:cubicBezTo>
                  <a:cubicBezTo>
                    <a:pt x="7272" y="11976"/>
                    <a:pt x="7272" y="11909"/>
                    <a:pt x="7306" y="11843"/>
                  </a:cubicBezTo>
                  <a:cubicBezTo>
                    <a:pt x="7306" y="11809"/>
                    <a:pt x="7339" y="11809"/>
                    <a:pt x="7372" y="11776"/>
                  </a:cubicBezTo>
                  <a:cubicBezTo>
                    <a:pt x="7372" y="11742"/>
                    <a:pt x="7372" y="11742"/>
                    <a:pt x="7372" y="11742"/>
                  </a:cubicBezTo>
                  <a:close/>
                  <a:moveTo>
                    <a:pt x="9107" y="12276"/>
                  </a:moveTo>
                  <a:cubicBezTo>
                    <a:pt x="8973" y="12410"/>
                    <a:pt x="8840" y="12543"/>
                    <a:pt x="8707" y="12676"/>
                  </a:cubicBezTo>
                  <a:cubicBezTo>
                    <a:pt x="8606" y="12810"/>
                    <a:pt x="8506" y="12943"/>
                    <a:pt x="8440" y="13110"/>
                  </a:cubicBezTo>
                  <a:cubicBezTo>
                    <a:pt x="8306" y="13377"/>
                    <a:pt x="8240" y="13644"/>
                    <a:pt x="8173" y="13911"/>
                  </a:cubicBezTo>
                  <a:cubicBezTo>
                    <a:pt x="8106" y="14077"/>
                    <a:pt x="8039" y="14278"/>
                    <a:pt x="8006" y="14444"/>
                  </a:cubicBezTo>
                  <a:cubicBezTo>
                    <a:pt x="7873" y="14745"/>
                    <a:pt x="7806" y="15078"/>
                    <a:pt x="7672" y="15412"/>
                  </a:cubicBezTo>
                  <a:cubicBezTo>
                    <a:pt x="7706" y="15178"/>
                    <a:pt x="7706" y="14945"/>
                    <a:pt x="7739" y="14711"/>
                  </a:cubicBezTo>
                  <a:cubicBezTo>
                    <a:pt x="7773" y="14478"/>
                    <a:pt x="7806" y="14278"/>
                    <a:pt x="7873" y="14077"/>
                  </a:cubicBezTo>
                  <a:cubicBezTo>
                    <a:pt x="7939" y="13777"/>
                    <a:pt x="8006" y="13477"/>
                    <a:pt x="8139" y="13177"/>
                  </a:cubicBezTo>
                  <a:cubicBezTo>
                    <a:pt x="8273" y="12943"/>
                    <a:pt x="8440" y="12710"/>
                    <a:pt x="8707" y="12543"/>
                  </a:cubicBezTo>
                  <a:cubicBezTo>
                    <a:pt x="8840" y="12443"/>
                    <a:pt x="8973" y="12343"/>
                    <a:pt x="9107" y="12276"/>
                  </a:cubicBezTo>
                  <a:close/>
                  <a:moveTo>
                    <a:pt x="33991" y="13711"/>
                  </a:moveTo>
                  <a:lnTo>
                    <a:pt x="33991" y="13711"/>
                  </a:lnTo>
                  <a:cubicBezTo>
                    <a:pt x="34091" y="13944"/>
                    <a:pt x="34225" y="14111"/>
                    <a:pt x="34325" y="14311"/>
                  </a:cubicBezTo>
                  <a:cubicBezTo>
                    <a:pt x="34392" y="14478"/>
                    <a:pt x="34458" y="14611"/>
                    <a:pt x="34492" y="14745"/>
                  </a:cubicBezTo>
                  <a:cubicBezTo>
                    <a:pt x="34525" y="14878"/>
                    <a:pt x="34558" y="15011"/>
                    <a:pt x="34558" y="15145"/>
                  </a:cubicBezTo>
                  <a:cubicBezTo>
                    <a:pt x="34558" y="15278"/>
                    <a:pt x="34558" y="15412"/>
                    <a:pt x="34558" y="15545"/>
                  </a:cubicBezTo>
                  <a:cubicBezTo>
                    <a:pt x="34525" y="15412"/>
                    <a:pt x="34492" y="15312"/>
                    <a:pt x="34492" y="15178"/>
                  </a:cubicBezTo>
                  <a:cubicBezTo>
                    <a:pt x="34458" y="15045"/>
                    <a:pt x="34425" y="14945"/>
                    <a:pt x="34392" y="14845"/>
                  </a:cubicBezTo>
                  <a:cubicBezTo>
                    <a:pt x="34325" y="14611"/>
                    <a:pt x="34225" y="14444"/>
                    <a:pt x="34158" y="14244"/>
                  </a:cubicBezTo>
                  <a:cubicBezTo>
                    <a:pt x="34091" y="14077"/>
                    <a:pt x="34025" y="13911"/>
                    <a:pt x="33991" y="13711"/>
                  </a:cubicBezTo>
                  <a:close/>
                  <a:moveTo>
                    <a:pt x="32924" y="13977"/>
                  </a:moveTo>
                  <a:cubicBezTo>
                    <a:pt x="33024" y="14544"/>
                    <a:pt x="33091" y="15078"/>
                    <a:pt x="33157" y="15645"/>
                  </a:cubicBezTo>
                  <a:cubicBezTo>
                    <a:pt x="33257" y="16279"/>
                    <a:pt x="33257" y="16913"/>
                    <a:pt x="33224" y="17547"/>
                  </a:cubicBezTo>
                  <a:cubicBezTo>
                    <a:pt x="33124" y="17213"/>
                    <a:pt x="33057" y="16846"/>
                    <a:pt x="33024" y="16479"/>
                  </a:cubicBezTo>
                  <a:cubicBezTo>
                    <a:pt x="32957" y="16212"/>
                    <a:pt x="32924" y="15945"/>
                    <a:pt x="32890" y="15679"/>
                  </a:cubicBezTo>
                  <a:cubicBezTo>
                    <a:pt x="32857" y="15112"/>
                    <a:pt x="32857" y="14544"/>
                    <a:pt x="32924" y="13977"/>
                  </a:cubicBezTo>
                  <a:close/>
                  <a:moveTo>
                    <a:pt x="7039" y="16779"/>
                  </a:moveTo>
                  <a:cubicBezTo>
                    <a:pt x="7005" y="16813"/>
                    <a:pt x="7005" y="16813"/>
                    <a:pt x="6972" y="16846"/>
                  </a:cubicBezTo>
                  <a:cubicBezTo>
                    <a:pt x="6939" y="16913"/>
                    <a:pt x="6905" y="16946"/>
                    <a:pt x="6872" y="17013"/>
                  </a:cubicBezTo>
                  <a:lnTo>
                    <a:pt x="6872" y="17013"/>
                  </a:lnTo>
                  <a:cubicBezTo>
                    <a:pt x="6872" y="17013"/>
                    <a:pt x="6872" y="17013"/>
                    <a:pt x="6872" y="17013"/>
                  </a:cubicBezTo>
                  <a:lnTo>
                    <a:pt x="6872" y="17013"/>
                  </a:lnTo>
                  <a:cubicBezTo>
                    <a:pt x="6872" y="17013"/>
                    <a:pt x="6872" y="17013"/>
                    <a:pt x="6872" y="17013"/>
                  </a:cubicBezTo>
                  <a:cubicBezTo>
                    <a:pt x="6872" y="17013"/>
                    <a:pt x="6872" y="17013"/>
                    <a:pt x="6872" y="17013"/>
                  </a:cubicBezTo>
                  <a:lnTo>
                    <a:pt x="6872" y="17013"/>
                  </a:lnTo>
                  <a:cubicBezTo>
                    <a:pt x="7114" y="17253"/>
                    <a:pt x="7336" y="17469"/>
                    <a:pt x="7539" y="17647"/>
                  </a:cubicBezTo>
                  <a:cubicBezTo>
                    <a:pt x="7506" y="17613"/>
                    <a:pt x="7506" y="17580"/>
                    <a:pt x="7472" y="17513"/>
                  </a:cubicBezTo>
                  <a:cubicBezTo>
                    <a:pt x="7439" y="17380"/>
                    <a:pt x="7406" y="17246"/>
                    <a:pt x="7339" y="17113"/>
                  </a:cubicBezTo>
                  <a:cubicBezTo>
                    <a:pt x="7306" y="17046"/>
                    <a:pt x="7306" y="16980"/>
                    <a:pt x="7239" y="16913"/>
                  </a:cubicBezTo>
                  <a:cubicBezTo>
                    <a:pt x="7239" y="16879"/>
                    <a:pt x="7205" y="16846"/>
                    <a:pt x="7172" y="16813"/>
                  </a:cubicBezTo>
                  <a:lnTo>
                    <a:pt x="7139" y="16813"/>
                  </a:lnTo>
                  <a:cubicBezTo>
                    <a:pt x="7105" y="16779"/>
                    <a:pt x="7105" y="16779"/>
                    <a:pt x="7072" y="16779"/>
                  </a:cubicBezTo>
                  <a:close/>
                  <a:moveTo>
                    <a:pt x="9774" y="14278"/>
                  </a:moveTo>
                  <a:cubicBezTo>
                    <a:pt x="9741" y="14478"/>
                    <a:pt x="9707" y="14678"/>
                    <a:pt x="9674" y="14878"/>
                  </a:cubicBezTo>
                  <a:cubicBezTo>
                    <a:pt x="9641" y="15045"/>
                    <a:pt x="9607" y="15212"/>
                    <a:pt x="9574" y="15378"/>
                  </a:cubicBezTo>
                  <a:cubicBezTo>
                    <a:pt x="9574" y="15545"/>
                    <a:pt x="9540" y="15712"/>
                    <a:pt x="9507" y="15879"/>
                  </a:cubicBezTo>
                  <a:cubicBezTo>
                    <a:pt x="9474" y="16046"/>
                    <a:pt x="9440" y="16246"/>
                    <a:pt x="9440" y="16446"/>
                  </a:cubicBezTo>
                  <a:cubicBezTo>
                    <a:pt x="9407" y="16746"/>
                    <a:pt x="9374" y="17046"/>
                    <a:pt x="9407" y="17380"/>
                  </a:cubicBezTo>
                  <a:cubicBezTo>
                    <a:pt x="9407" y="17513"/>
                    <a:pt x="9440" y="17647"/>
                    <a:pt x="9474" y="17780"/>
                  </a:cubicBezTo>
                  <a:cubicBezTo>
                    <a:pt x="9507" y="17880"/>
                    <a:pt x="9574" y="17947"/>
                    <a:pt x="9607" y="18047"/>
                  </a:cubicBezTo>
                  <a:cubicBezTo>
                    <a:pt x="9507" y="17947"/>
                    <a:pt x="9407" y="17813"/>
                    <a:pt x="9340" y="17713"/>
                  </a:cubicBezTo>
                  <a:cubicBezTo>
                    <a:pt x="9274" y="17547"/>
                    <a:pt x="9240" y="17413"/>
                    <a:pt x="9207" y="17246"/>
                  </a:cubicBezTo>
                  <a:cubicBezTo>
                    <a:pt x="9174" y="17013"/>
                    <a:pt x="9174" y="16779"/>
                    <a:pt x="9174" y="16579"/>
                  </a:cubicBezTo>
                  <a:cubicBezTo>
                    <a:pt x="9174" y="16446"/>
                    <a:pt x="9174" y="16312"/>
                    <a:pt x="9207" y="16212"/>
                  </a:cubicBezTo>
                  <a:cubicBezTo>
                    <a:pt x="9207" y="16112"/>
                    <a:pt x="9240" y="16012"/>
                    <a:pt x="9240" y="15945"/>
                  </a:cubicBezTo>
                  <a:cubicBezTo>
                    <a:pt x="9240" y="15879"/>
                    <a:pt x="9274" y="15812"/>
                    <a:pt x="9274" y="15779"/>
                  </a:cubicBezTo>
                  <a:cubicBezTo>
                    <a:pt x="9340" y="15512"/>
                    <a:pt x="9407" y="15245"/>
                    <a:pt x="9474" y="15011"/>
                  </a:cubicBezTo>
                  <a:cubicBezTo>
                    <a:pt x="9574" y="14745"/>
                    <a:pt x="9674" y="14511"/>
                    <a:pt x="9774" y="14278"/>
                  </a:cubicBezTo>
                  <a:close/>
                  <a:moveTo>
                    <a:pt x="10808" y="16946"/>
                  </a:moveTo>
                  <a:cubicBezTo>
                    <a:pt x="10775" y="17046"/>
                    <a:pt x="10741" y="17180"/>
                    <a:pt x="10708" y="17313"/>
                  </a:cubicBezTo>
                  <a:cubicBezTo>
                    <a:pt x="10708" y="17513"/>
                    <a:pt x="10708" y="17680"/>
                    <a:pt x="10708" y="17880"/>
                  </a:cubicBezTo>
                  <a:cubicBezTo>
                    <a:pt x="10741" y="18014"/>
                    <a:pt x="10741" y="18147"/>
                    <a:pt x="10808" y="18280"/>
                  </a:cubicBezTo>
                  <a:cubicBezTo>
                    <a:pt x="10808" y="18314"/>
                    <a:pt x="10841" y="18381"/>
                    <a:pt x="10908" y="18447"/>
                  </a:cubicBezTo>
                  <a:cubicBezTo>
                    <a:pt x="10808" y="18347"/>
                    <a:pt x="10708" y="18280"/>
                    <a:pt x="10675" y="18147"/>
                  </a:cubicBezTo>
                  <a:cubicBezTo>
                    <a:pt x="10641" y="18014"/>
                    <a:pt x="10608" y="17914"/>
                    <a:pt x="10608" y="17780"/>
                  </a:cubicBezTo>
                  <a:cubicBezTo>
                    <a:pt x="10575" y="17613"/>
                    <a:pt x="10575" y="17447"/>
                    <a:pt x="10641" y="17313"/>
                  </a:cubicBezTo>
                  <a:cubicBezTo>
                    <a:pt x="10675" y="17180"/>
                    <a:pt x="10741" y="17046"/>
                    <a:pt x="10808" y="16946"/>
                  </a:cubicBezTo>
                  <a:close/>
                  <a:moveTo>
                    <a:pt x="12476" y="15879"/>
                  </a:moveTo>
                  <a:lnTo>
                    <a:pt x="12476" y="15879"/>
                  </a:lnTo>
                  <a:cubicBezTo>
                    <a:pt x="12443" y="16012"/>
                    <a:pt x="12409" y="16146"/>
                    <a:pt x="12376" y="16279"/>
                  </a:cubicBezTo>
                  <a:cubicBezTo>
                    <a:pt x="12342" y="16579"/>
                    <a:pt x="12342" y="16879"/>
                    <a:pt x="12342" y="17146"/>
                  </a:cubicBezTo>
                  <a:cubicBezTo>
                    <a:pt x="12342" y="17346"/>
                    <a:pt x="12309" y="17547"/>
                    <a:pt x="12276" y="17747"/>
                  </a:cubicBezTo>
                  <a:cubicBezTo>
                    <a:pt x="12242" y="17947"/>
                    <a:pt x="12209" y="18147"/>
                    <a:pt x="12109" y="18314"/>
                  </a:cubicBezTo>
                  <a:cubicBezTo>
                    <a:pt x="12042" y="18547"/>
                    <a:pt x="11942" y="18747"/>
                    <a:pt x="11842" y="18948"/>
                  </a:cubicBezTo>
                  <a:cubicBezTo>
                    <a:pt x="11875" y="18747"/>
                    <a:pt x="11909" y="18514"/>
                    <a:pt x="11976" y="18280"/>
                  </a:cubicBezTo>
                  <a:cubicBezTo>
                    <a:pt x="11976" y="18214"/>
                    <a:pt x="11976" y="18147"/>
                    <a:pt x="12009" y="18080"/>
                  </a:cubicBezTo>
                  <a:cubicBezTo>
                    <a:pt x="12009" y="18080"/>
                    <a:pt x="12009" y="18114"/>
                    <a:pt x="12009" y="18114"/>
                  </a:cubicBezTo>
                  <a:cubicBezTo>
                    <a:pt x="12009" y="17947"/>
                    <a:pt x="12042" y="17780"/>
                    <a:pt x="12042" y="17613"/>
                  </a:cubicBezTo>
                  <a:cubicBezTo>
                    <a:pt x="12076" y="17447"/>
                    <a:pt x="12076" y="17280"/>
                    <a:pt x="12109" y="17146"/>
                  </a:cubicBezTo>
                  <a:cubicBezTo>
                    <a:pt x="12109" y="16946"/>
                    <a:pt x="12142" y="16746"/>
                    <a:pt x="12176" y="16546"/>
                  </a:cubicBezTo>
                  <a:cubicBezTo>
                    <a:pt x="12242" y="16312"/>
                    <a:pt x="12342" y="16112"/>
                    <a:pt x="12476" y="15879"/>
                  </a:cubicBezTo>
                  <a:close/>
                  <a:moveTo>
                    <a:pt x="31356" y="16613"/>
                  </a:moveTo>
                  <a:cubicBezTo>
                    <a:pt x="31423" y="16879"/>
                    <a:pt x="31489" y="17180"/>
                    <a:pt x="31523" y="17447"/>
                  </a:cubicBezTo>
                  <a:cubicBezTo>
                    <a:pt x="31556" y="17880"/>
                    <a:pt x="31623" y="18280"/>
                    <a:pt x="31523" y="18714"/>
                  </a:cubicBezTo>
                  <a:cubicBezTo>
                    <a:pt x="31489" y="18881"/>
                    <a:pt x="31456" y="19048"/>
                    <a:pt x="31356" y="19181"/>
                  </a:cubicBezTo>
                  <a:cubicBezTo>
                    <a:pt x="31323" y="19214"/>
                    <a:pt x="31289" y="19214"/>
                    <a:pt x="31256" y="19248"/>
                  </a:cubicBezTo>
                  <a:cubicBezTo>
                    <a:pt x="31223" y="19248"/>
                    <a:pt x="31223" y="19281"/>
                    <a:pt x="31189" y="19281"/>
                  </a:cubicBezTo>
                  <a:lnTo>
                    <a:pt x="31089" y="19281"/>
                  </a:lnTo>
                  <a:cubicBezTo>
                    <a:pt x="31056" y="19248"/>
                    <a:pt x="31022" y="19248"/>
                    <a:pt x="30989" y="19214"/>
                  </a:cubicBezTo>
                  <a:cubicBezTo>
                    <a:pt x="30956" y="19214"/>
                    <a:pt x="30922" y="19181"/>
                    <a:pt x="30922" y="19148"/>
                  </a:cubicBezTo>
                  <a:cubicBezTo>
                    <a:pt x="30889" y="19114"/>
                    <a:pt x="30889" y="19081"/>
                    <a:pt x="30856" y="19081"/>
                  </a:cubicBezTo>
                  <a:cubicBezTo>
                    <a:pt x="30856" y="19048"/>
                    <a:pt x="30822" y="19014"/>
                    <a:pt x="30822" y="18981"/>
                  </a:cubicBezTo>
                  <a:lnTo>
                    <a:pt x="30722" y="18814"/>
                  </a:lnTo>
                  <a:cubicBezTo>
                    <a:pt x="30656" y="18647"/>
                    <a:pt x="30589" y="18514"/>
                    <a:pt x="30522" y="18381"/>
                  </a:cubicBezTo>
                  <a:cubicBezTo>
                    <a:pt x="30489" y="18481"/>
                    <a:pt x="30489" y="18581"/>
                    <a:pt x="30489" y="18681"/>
                  </a:cubicBezTo>
                  <a:cubicBezTo>
                    <a:pt x="30455" y="18948"/>
                    <a:pt x="30422" y="19181"/>
                    <a:pt x="30355" y="19448"/>
                  </a:cubicBezTo>
                  <a:cubicBezTo>
                    <a:pt x="30355" y="18981"/>
                    <a:pt x="30322" y="18547"/>
                    <a:pt x="30289" y="18114"/>
                  </a:cubicBezTo>
                  <a:cubicBezTo>
                    <a:pt x="30289" y="18047"/>
                    <a:pt x="30289" y="18014"/>
                    <a:pt x="30289" y="17980"/>
                  </a:cubicBezTo>
                  <a:cubicBezTo>
                    <a:pt x="30289" y="17914"/>
                    <a:pt x="30322" y="17880"/>
                    <a:pt x="30355" y="17880"/>
                  </a:cubicBezTo>
                  <a:cubicBezTo>
                    <a:pt x="30372" y="17863"/>
                    <a:pt x="30389" y="17855"/>
                    <a:pt x="30410" y="17855"/>
                  </a:cubicBezTo>
                  <a:cubicBezTo>
                    <a:pt x="30430" y="17855"/>
                    <a:pt x="30455" y="17863"/>
                    <a:pt x="30489" y="17880"/>
                  </a:cubicBezTo>
                  <a:cubicBezTo>
                    <a:pt x="30555" y="17914"/>
                    <a:pt x="30589" y="17980"/>
                    <a:pt x="30656" y="18047"/>
                  </a:cubicBezTo>
                  <a:cubicBezTo>
                    <a:pt x="30689" y="18080"/>
                    <a:pt x="30689" y="18147"/>
                    <a:pt x="30722" y="18180"/>
                  </a:cubicBezTo>
                  <a:cubicBezTo>
                    <a:pt x="30789" y="18247"/>
                    <a:pt x="30856" y="18347"/>
                    <a:pt x="30889" y="18414"/>
                  </a:cubicBezTo>
                  <a:cubicBezTo>
                    <a:pt x="30956" y="18514"/>
                    <a:pt x="30989" y="18614"/>
                    <a:pt x="31056" y="18714"/>
                  </a:cubicBezTo>
                  <a:cubicBezTo>
                    <a:pt x="31089" y="18781"/>
                    <a:pt x="31123" y="18881"/>
                    <a:pt x="31156" y="18948"/>
                  </a:cubicBezTo>
                  <a:cubicBezTo>
                    <a:pt x="31156" y="18948"/>
                    <a:pt x="31189" y="18914"/>
                    <a:pt x="31189" y="18914"/>
                  </a:cubicBezTo>
                  <a:cubicBezTo>
                    <a:pt x="31223" y="18781"/>
                    <a:pt x="31256" y="18647"/>
                    <a:pt x="31289" y="18514"/>
                  </a:cubicBezTo>
                  <a:cubicBezTo>
                    <a:pt x="31356" y="18147"/>
                    <a:pt x="31356" y="17780"/>
                    <a:pt x="31356" y="17413"/>
                  </a:cubicBezTo>
                  <a:cubicBezTo>
                    <a:pt x="31356" y="17146"/>
                    <a:pt x="31356" y="16879"/>
                    <a:pt x="31356" y="16613"/>
                  </a:cubicBezTo>
                  <a:close/>
                  <a:moveTo>
                    <a:pt x="13977" y="16879"/>
                  </a:moveTo>
                  <a:lnTo>
                    <a:pt x="13977" y="16879"/>
                  </a:lnTo>
                  <a:cubicBezTo>
                    <a:pt x="13944" y="17180"/>
                    <a:pt x="13910" y="17480"/>
                    <a:pt x="13877" y="17813"/>
                  </a:cubicBezTo>
                  <a:cubicBezTo>
                    <a:pt x="13877" y="17947"/>
                    <a:pt x="13877" y="18080"/>
                    <a:pt x="13877" y="18214"/>
                  </a:cubicBezTo>
                  <a:cubicBezTo>
                    <a:pt x="13844" y="18447"/>
                    <a:pt x="13844" y="18714"/>
                    <a:pt x="13844" y="18981"/>
                  </a:cubicBezTo>
                  <a:cubicBezTo>
                    <a:pt x="13877" y="19281"/>
                    <a:pt x="13944" y="19548"/>
                    <a:pt x="14010" y="19815"/>
                  </a:cubicBezTo>
                  <a:cubicBezTo>
                    <a:pt x="13877" y="19548"/>
                    <a:pt x="13743" y="19248"/>
                    <a:pt x="13677" y="18948"/>
                  </a:cubicBezTo>
                  <a:cubicBezTo>
                    <a:pt x="13610" y="18681"/>
                    <a:pt x="13610" y="18381"/>
                    <a:pt x="13677" y="18080"/>
                  </a:cubicBezTo>
                  <a:cubicBezTo>
                    <a:pt x="13743" y="17680"/>
                    <a:pt x="13844" y="17280"/>
                    <a:pt x="13977" y="16879"/>
                  </a:cubicBezTo>
                  <a:close/>
                  <a:moveTo>
                    <a:pt x="28821" y="17680"/>
                  </a:moveTo>
                  <a:cubicBezTo>
                    <a:pt x="28921" y="18014"/>
                    <a:pt x="29021" y="18314"/>
                    <a:pt x="29088" y="18647"/>
                  </a:cubicBezTo>
                  <a:cubicBezTo>
                    <a:pt x="29221" y="19048"/>
                    <a:pt x="29288" y="19515"/>
                    <a:pt x="29188" y="19915"/>
                  </a:cubicBezTo>
                  <a:cubicBezTo>
                    <a:pt x="29188" y="19882"/>
                    <a:pt x="29188" y="19882"/>
                    <a:pt x="29188" y="19848"/>
                  </a:cubicBezTo>
                  <a:cubicBezTo>
                    <a:pt x="29188" y="19648"/>
                    <a:pt x="29154" y="19448"/>
                    <a:pt x="29088" y="19248"/>
                  </a:cubicBezTo>
                  <a:cubicBezTo>
                    <a:pt x="29054" y="19181"/>
                    <a:pt x="29021" y="19114"/>
                    <a:pt x="29021" y="19048"/>
                  </a:cubicBezTo>
                  <a:cubicBezTo>
                    <a:pt x="28988" y="18881"/>
                    <a:pt x="28954" y="18747"/>
                    <a:pt x="28921" y="18614"/>
                  </a:cubicBezTo>
                  <a:cubicBezTo>
                    <a:pt x="28854" y="18314"/>
                    <a:pt x="28821" y="18014"/>
                    <a:pt x="28821" y="17680"/>
                  </a:cubicBezTo>
                  <a:close/>
                  <a:moveTo>
                    <a:pt x="15912" y="18547"/>
                  </a:moveTo>
                  <a:cubicBezTo>
                    <a:pt x="15945" y="18814"/>
                    <a:pt x="15945" y="19081"/>
                    <a:pt x="15945" y="19315"/>
                  </a:cubicBezTo>
                  <a:cubicBezTo>
                    <a:pt x="15945" y="19615"/>
                    <a:pt x="15912" y="19882"/>
                    <a:pt x="15878" y="20148"/>
                  </a:cubicBezTo>
                  <a:cubicBezTo>
                    <a:pt x="15845" y="19882"/>
                    <a:pt x="15845" y="19581"/>
                    <a:pt x="15845" y="19315"/>
                  </a:cubicBezTo>
                  <a:cubicBezTo>
                    <a:pt x="15878" y="19081"/>
                    <a:pt x="15878" y="18814"/>
                    <a:pt x="15912" y="18547"/>
                  </a:cubicBezTo>
                  <a:close/>
                  <a:moveTo>
                    <a:pt x="25785" y="17780"/>
                  </a:moveTo>
                  <a:cubicBezTo>
                    <a:pt x="25852" y="18214"/>
                    <a:pt x="25919" y="18647"/>
                    <a:pt x="25952" y="19114"/>
                  </a:cubicBezTo>
                  <a:cubicBezTo>
                    <a:pt x="25986" y="19348"/>
                    <a:pt x="25986" y="19581"/>
                    <a:pt x="26019" y="19815"/>
                  </a:cubicBezTo>
                  <a:cubicBezTo>
                    <a:pt x="26019" y="20048"/>
                    <a:pt x="26019" y="20282"/>
                    <a:pt x="26019" y="20515"/>
                  </a:cubicBezTo>
                  <a:cubicBezTo>
                    <a:pt x="25919" y="20082"/>
                    <a:pt x="25785" y="19615"/>
                    <a:pt x="25752" y="19148"/>
                  </a:cubicBezTo>
                  <a:cubicBezTo>
                    <a:pt x="25719" y="18681"/>
                    <a:pt x="25752" y="18214"/>
                    <a:pt x="25785" y="17780"/>
                  </a:cubicBezTo>
                  <a:close/>
                  <a:moveTo>
                    <a:pt x="27253" y="18948"/>
                  </a:moveTo>
                  <a:cubicBezTo>
                    <a:pt x="27320" y="19181"/>
                    <a:pt x="27353" y="19415"/>
                    <a:pt x="27320" y="19648"/>
                  </a:cubicBezTo>
                  <a:cubicBezTo>
                    <a:pt x="27320" y="19748"/>
                    <a:pt x="27286" y="19882"/>
                    <a:pt x="27253" y="20015"/>
                  </a:cubicBezTo>
                  <a:cubicBezTo>
                    <a:pt x="27220" y="20182"/>
                    <a:pt x="27153" y="20382"/>
                    <a:pt x="27086" y="20549"/>
                  </a:cubicBezTo>
                  <a:cubicBezTo>
                    <a:pt x="27120" y="20349"/>
                    <a:pt x="27120" y="20182"/>
                    <a:pt x="27153" y="19982"/>
                  </a:cubicBezTo>
                  <a:cubicBezTo>
                    <a:pt x="27186" y="19848"/>
                    <a:pt x="27186" y="19715"/>
                    <a:pt x="27220" y="19581"/>
                  </a:cubicBezTo>
                  <a:cubicBezTo>
                    <a:pt x="27253" y="19348"/>
                    <a:pt x="27253" y="19148"/>
                    <a:pt x="27253" y="18948"/>
                  </a:cubicBezTo>
                  <a:close/>
                  <a:moveTo>
                    <a:pt x="17780" y="17780"/>
                  </a:moveTo>
                  <a:cubicBezTo>
                    <a:pt x="17846" y="17780"/>
                    <a:pt x="17880" y="17813"/>
                    <a:pt x="17913" y="17847"/>
                  </a:cubicBezTo>
                  <a:cubicBezTo>
                    <a:pt x="17946" y="17880"/>
                    <a:pt x="17980" y="17914"/>
                    <a:pt x="18013" y="17980"/>
                  </a:cubicBezTo>
                  <a:cubicBezTo>
                    <a:pt x="18047" y="18047"/>
                    <a:pt x="18047" y="18114"/>
                    <a:pt x="18080" y="18147"/>
                  </a:cubicBezTo>
                  <a:cubicBezTo>
                    <a:pt x="18113" y="18280"/>
                    <a:pt x="18147" y="18381"/>
                    <a:pt x="18147" y="18481"/>
                  </a:cubicBezTo>
                  <a:cubicBezTo>
                    <a:pt x="18180" y="18614"/>
                    <a:pt x="18180" y="18714"/>
                    <a:pt x="18180" y="18848"/>
                  </a:cubicBezTo>
                  <a:cubicBezTo>
                    <a:pt x="18213" y="19081"/>
                    <a:pt x="18213" y="19315"/>
                    <a:pt x="18213" y="19548"/>
                  </a:cubicBezTo>
                  <a:cubicBezTo>
                    <a:pt x="18213" y="19982"/>
                    <a:pt x="18147" y="20415"/>
                    <a:pt x="18080" y="20849"/>
                  </a:cubicBezTo>
                  <a:cubicBezTo>
                    <a:pt x="18047" y="20649"/>
                    <a:pt x="18047" y="20415"/>
                    <a:pt x="18013" y="20182"/>
                  </a:cubicBezTo>
                  <a:cubicBezTo>
                    <a:pt x="17980" y="20015"/>
                    <a:pt x="17980" y="19815"/>
                    <a:pt x="17946" y="19615"/>
                  </a:cubicBezTo>
                  <a:cubicBezTo>
                    <a:pt x="17913" y="19381"/>
                    <a:pt x="17880" y="19181"/>
                    <a:pt x="17846" y="18948"/>
                  </a:cubicBezTo>
                  <a:cubicBezTo>
                    <a:pt x="17846" y="18881"/>
                    <a:pt x="17813" y="18781"/>
                    <a:pt x="17813" y="18714"/>
                  </a:cubicBezTo>
                  <a:cubicBezTo>
                    <a:pt x="17780" y="18781"/>
                    <a:pt x="17780" y="18881"/>
                    <a:pt x="17746" y="18981"/>
                  </a:cubicBezTo>
                  <a:cubicBezTo>
                    <a:pt x="17680" y="19315"/>
                    <a:pt x="17546" y="19681"/>
                    <a:pt x="17446" y="20015"/>
                  </a:cubicBezTo>
                  <a:cubicBezTo>
                    <a:pt x="17479" y="19648"/>
                    <a:pt x="17513" y="19248"/>
                    <a:pt x="17546" y="18881"/>
                  </a:cubicBezTo>
                  <a:cubicBezTo>
                    <a:pt x="17546" y="18747"/>
                    <a:pt x="17546" y="18581"/>
                    <a:pt x="17546" y="18447"/>
                  </a:cubicBezTo>
                  <a:cubicBezTo>
                    <a:pt x="17580" y="18381"/>
                    <a:pt x="17580" y="18314"/>
                    <a:pt x="17580" y="18214"/>
                  </a:cubicBezTo>
                  <a:cubicBezTo>
                    <a:pt x="17580" y="18180"/>
                    <a:pt x="17580" y="18147"/>
                    <a:pt x="17580" y="18080"/>
                  </a:cubicBezTo>
                  <a:cubicBezTo>
                    <a:pt x="17580" y="18047"/>
                    <a:pt x="17580" y="17980"/>
                    <a:pt x="17613" y="17947"/>
                  </a:cubicBezTo>
                  <a:lnTo>
                    <a:pt x="17646" y="17880"/>
                  </a:lnTo>
                  <a:cubicBezTo>
                    <a:pt x="17680" y="17813"/>
                    <a:pt x="17746" y="17780"/>
                    <a:pt x="17780" y="17780"/>
                  </a:cubicBezTo>
                  <a:close/>
                  <a:moveTo>
                    <a:pt x="24384" y="19581"/>
                  </a:moveTo>
                  <a:cubicBezTo>
                    <a:pt x="24451" y="19615"/>
                    <a:pt x="24484" y="19648"/>
                    <a:pt x="24551" y="19681"/>
                  </a:cubicBezTo>
                  <a:cubicBezTo>
                    <a:pt x="24585" y="19748"/>
                    <a:pt x="24618" y="19782"/>
                    <a:pt x="24651" y="19815"/>
                  </a:cubicBezTo>
                  <a:cubicBezTo>
                    <a:pt x="24718" y="19882"/>
                    <a:pt x="24751" y="19982"/>
                    <a:pt x="24818" y="20048"/>
                  </a:cubicBezTo>
                  <a:cubicBezTo>
                    <a:pt x="24718" y="19948"/>
                    <a:pt x="24618" y="19882"/>
                    <a:pt x="24518" y="19782"/>
                  </a:cubicBezTo>
                  <a:cubicBezTo>
                    <a:pt x="24484" y="19748"/>
                    <a:pt x="24418" y="19715"/>
                    <a:pt x="24384" y="19681"/>
                  </a:cubicBezTo>
                  <a:lnTo>
                    <a:pt x="24318" y="19681"/>
                  </a:lnTo>
                  <a:cubicBezTo>
                    <a:pt x="24318" y="19681"/>
                    <a:pt x="24318" y="19681"/>
                    <a:pt x="24318" y="19715"/>
                  </a:cubicBezTo>
                  <a:cubicBezTo>
                    <a:pt x="24284" y="19815"/>
                    <a:pt x="24251" y="19915"/>
                    <a:pt x="24218" y="20048"/>
                  </a:cubicBezTo>
                  <a:cubicBezTo>
                    <a:pt x="24218" y="20115"/>
                    <a:pt x="24184" y="20215"/>
                    <a:pt x="24151" y="20282"/>
                  </a:cubicBezTo>
                  <a:cubicBezTo>
                    <a:pt x="24118" y="20515"/>
                    <a:pt x="24051" y="20716"/>
                    <a:pt x="23984" y="20916"/>
                  </a:cubicBezTo>
                  <a:cubicBezTo>
                    <a:pt x="24017" y="20615"/>
                    <a:pt x="24051" y="20315"/>
                    <a:pt x="24118" y="20015"/>
                  </a:cubicBezTo>
                  <a:cubicBezTo>
                    <a:pt x="24151" y="19915"/>
                    <a:pt x="24151" y="19848"/>
                    <a:pt x="24184" y="19748"/>
                  </a:cubicBezTo>
                  <a:cubicBezTo>
                    <a:pt x="24184" y="19681"/>
                    <a:pt x="24218" y="19648"/>
                    <a:pt x="24284" y="19581"/>
                  </a:cubicBezTo>
                  <a:close/>
                  <a:moveTo>
                    <a:pt x="20181" y="19415"/>
                  </a:moveTo>
                  <a:cubicBezTo>
                    <a:pt x="20248" y="19415"/>
                    <a:pt x="20248" y="19448"/>
                    <a:pt x="20281" y="19481"/>
                  </a:cubicBezTo>
                  <a:cubicBezTo>
                    <a:pt x="20315" y="19515"/>
                    <a:pt x="20348" y="19581"/>
                    <a:pt x="20382" y="19615"/>
                  </a:cubicBezTo>
                  <a:lnTo>
                    <a:pt x="20482" y="19882"/>
                  </a:lnTo>
                  <a:cubicBezTo>
                    <a:pt x="20415" y="19748"/>
                    <a:pt x="20348" y="19648"/>
                    <a:pt x="20248" y="19548"/>
                  </a:cubicBezTo>
                  <a:lnTo>
                    <a:pt x="20215" y="19548"/>
                  </a:lnTo>
                  <a:cubicBezTo>
                    <a:pt x="20181" y="19648"/>
                    <a:pt x="20215" y="19748"/>
                    <a:pt x="20181" y="19848"/>
                  </a:cubicBezTo>
                  <a:cubicBezTo>
                    <a:pt x="20181" y="19882"/>
                    <a:pt x="20181" y="19915"/>
                    <a:pt x="20181" y="19982"/>
                  </a:cubicBezTo>
                  <a:cubicBezTo>
                    <a:pt x="20181" y="20048"/>
                    <a:pt x="20181" y="20115"/>
                    <a:pt x="20181" y="20215"/>
                  </a:cubicBezTo>
                  <a:cubicBezTo>
                    <a:pt x="20148" y="20449"/>
                    <a:pt x="20115" y="20682"/>
                    <a:pt x="20081" y="20949"/>
                  </a:cubicBezTo>
                  <a:lnTo>
                    <a:pt x="20048" y="20949"/>
                  </a:lnTo>
                  <a:cubicBezTo>
                    <a:pt x="20048" y="20615"/>
                    <a:pt x="20015" y="20282"/>
                    <a:pt x="20048" y="19948"/>
                  </a:cubicBezTo>
                  <a:cubicBezTo>
                    <a:pt x="20048" y="19848"/>
                    <a:pt x="20048" y="19748"/>
                    <a:pt x="20081" y="19648"/>
                  </a:cubicBezTo>
                  <a:cubicBezTo>
                    <a:pt x="20081" y="19581"/>
                    <a:pt x="20081" y="19448"/>
                    <a:pt x="20181" y="19415"/>
                  </a:cubicBezTo>
                  <a:close/>
                  <a:moveTo>
                    <a:pt x="22116" y="17513"/>
                  </a:moveTo>
                  <a:lnTo>
                    <a:pt x="22116" y="17513"/>
                  </a:lnTo>
                  <a:cubicBezTo>
                    <a:pt x="22183" y="17680"/>
                    <a:pt x="22216" y="17847"/>
                    <a:pt x="22250" y="18014"/>
                  </a:cubicBezTo>
                  <a:cubicBezTo>
                    <a:pt x="22283" y="18147"/>
                    <a:pt x="22316" y="18280"/>
                    <a:pt x="22316" y="18414"/>
                  </a:cubicBezTo>
                  <a:cubicBezTo>
                    <a:pt x="22350" y="18681"/>
                    <a:pt x="22383" y="18914"/>
                    <a:pt x="22383" y="19181"/>
                  </a:cubicBezTo>
                  <a:cubicBezTo>
                    <a:pt x="22383" y="19448"/>
                    <a:pt x="22383" y="19748"/>
                    <a:pt x="22350" y="20015"/>
                  </a:cubicBezTo>
                  <a:cubicBezTo>
                    <a:pt x="22316" y="20415"/>
                    <a:pt x="22250" y="20782"/>
                    <a:pt x="22149" y="21183"/>
                  </a:cubicBezTo>
                  <a:cubicBezTo>
                    <a:pt x="22149" y="20782"/>
                    <a:pt x="22116" y="20382"/>
                    <a:pt x="22116" y="19982"/>
                  </a:cubicBezTo>
                  <a:cubicBezTo>
                    <a:pt x="22116" y="19715"/>
                    <a:pt x="22116" y="19415"/>
                    <a:pt x="22116" y="19148"/>
                  </a:cubicBezTo>
                  <a:cubicBezTo>
                    <a:pt x="22116" y="19048"/>
                    <a:pt x="22116" y="18948"/>
                    <a:pt x="22116" y="18848"/>
                  </a:cubicBezTo>
                  <a:cubicBezTo>
                    <a:pt x="22116" y="18681"/>
                    <a:pt x="22149" y="18547"/>
                    <a:pt x="22149" y="18414"/>
                  </a:cubicBezTo>
                  <a:cubicBezTo>
                    <a:pt x="22116" y="18114"/>
                    <a:pt x="22149" y="17813"/>
                    <a:pt x="22116" y="17513"/>
                  </a:cubicBezTo>
                  <a:close/>
                  <a:moveTo>
                    <a:pt x="2769" y="1"/>
                  </a:moveTo>
                  <a:cubicBezTo>
                    <a:pt x="2769" y="34"/>
                    <a:pt x="2736" y="34"/>
                    <a:pt x="2736" y="67"/>
                  </a:cubicBezTo>
                  <a:cubicBezTo>
                    <a:pt x="2702" y="101"/>
                    <a:pt x="2636" y="134"/>
                    <a:pt x="2636" y="201"/>
                  </a:cubicBezTo>
                  <a:cubicBezTo>
                    <a:pt x="2535" y="301"/>
                    <a:pt x="2469" y="401"/>
                    <a:pt x="2369" y="468"/>
                  </a:cubicBezTo>
                  <a:cubicBezTo>
                    <a:pt x="2302" y="568"/>
                    <a:pt x="2202" y="668"/>
                    <a:pt x="2102" y="768"/>
                  </a:cubicBezTo>
                  <a:cubicBezTo>
                    <a:pt x="1935" y="935"/>
                    <a:pt x="1735" y="1101"/>
                    <a:pt x="1535" y="1268"/>
                  </a:cubicBezTo>
                  <a:cubicBezTo>
                    <a:pt x="1435" y="1368"/>
                    <a:pt x="1335" y="1468"/>
                    <a:pt x="1268" y="1535"/>
                  </a:cubicBezTo>
                  <a:cubicBezTo>
                    <a:pt x="1068" y="1735"/>
                    <a:pt x="868" y="1935"/>
                    <a:pt x="701" y="2136"/>
                  </a:cubicBezTo>
                  <a:cubicBezTo>
                    <a:pt x="601" y="2269"/>
                    <a:pt x="501" y="2369"/>
                    <a:pt x="434" y="2536"/>
                  </a:cubicBezTo>
                  <a:cubicBezTo>
                    <a:pt x="334" y="2669"/>
                    <a:pt x="267" y="2803"/>
                    <a:pt x="200" y="2936"/>
                  </a:cubicBezTo>
                  <a:cubicBezTo>
                    <a:pt x="100" y="3370"/>
                    <a:pt x="34" y="3803"/>
                    <a:pt x="0" y="4270"/>
                  </a:cubicBezTo>
                  <a:cubicBezTo>
                    <a:pt x="0" y="4637"/>
                    <a:pt x="34" y="5038"/>
                    <a:pt x="100" y="5471"/>
                  </a:cubicBezTo>
                  <a:cubicBezTo>
                    <a:pt x="134" y="5405"/>
                    <a:pt x="167" y="5338"/>
                    <a:pt x="167" y="5271"/>
                  </a:cubicBezTo>
                  <a:cubicBezTo>
                    <a:pt x="334" y="4938"/>
                    <a:pt x="567" y="4604"/>
                    <a:pt x="768" y="4304"/>
                  </a:cubicBezTo>
                  <a:cubicBezTo>
                    <a:pt x="834" y="4204"/>
                    <a:pt x="901" y="4070"/>
                    <a:pt x="968" y="3970"/>
                  </a:cubicBezTo>
                  <a:cubicBezTo>
                    <a:pt x="1068" y="3803"/>
                    <a:pt x="1168" y="3637"/>
                    <a:pt x="1235" y="3470"/>
                  </a:cubicBezTo>
                  <a:lnTo>
                    <a:pt x="1235" y="3470"/>
                  </a:lnTo>
                  <a:cubicBezTo>
                    <a:pt x="1168" y="3737"/>
                    <a:pt x="1068" y="4004"/>
                    <a:pt x="968" y="4270"/>
                  </a:cubicBezTo>
                  <a:cubicBezTo>
                    <a:pt x="868" y="4504"/>
                    <a:pt x="768" y="4737"/>
                    <a:pt x="667" y="4971"/>
                  </a:cubicBezTo>
                  <a:cubicBezTo>
                    <a:pt x="667" y="4938"/>
                    <a:pt x="667" y="4938"/>
                    <a:pt x="667" y="4938"/>
                  </a:cubicBezTo>
                  <a:cubicBezTo>
                    <a:pt x="567" y="5171"/>
                    <a:pt x="467" y="5438"/>
                    <a:pt x="367" y="5671"/>
                  </a:cubicBezTo>
                  <a:cubicBezTo>
                    <a:pt x="334" y="5838"/>
                    <a:pt x="301" y="6005"/>
                    <a:pt x="267" y="6172"/>
                  </a:cubicBezTo>
                  <a:cubicBezTo>
                    <a:pt x="334" y="6472"/>
                    <a:pt x="434" y="6739"/>
                    <a:pt x="534" y="7006"/>
                  </a:cubicBezTo>
                  <a:cubicBezTo>
                    <a:pt x="534" y="6939"/>
                    <a:pt x="534" y="6839"/>
                    <a:pt x="567" y="6772"/>
                  </a:cubicBezTo>
                  <a:lnTo>
                    <a:pt x="634" y="6572"/>
                  </a:lnTo>
                  <a:cubicBezTo>
                    <a:pt x="634" y="6472"/>
                    <a:pt x="667" y="6372"/>
                    <a:pt x="701" y="6305"/>
                  </a:cubicBezTo>
                  <a:cubicBezTo>
                    <a:pt x="868" y="5805"/>
                    <a:pt x="1034" y="5304"/>
                    <a:pt x="1168" y="4804"/>
                  </a:cubicBezTo>
                  <a:cubicBezTo>
                    <a:pt x="1235" y="4571"/>
                    <a:pt x="1335" y="4337"/>
                    <a:pt x="1401" y="4104"/>
                  </a:cubicBezTo>
                  <a:cubicBezTo>
                    <a:pt x="1501" y="3837"/>
                    <a:pt x="1601" y="3570"/>
                    <a:pt x="1735" y="3336"/>
                  </a:cubicBezTo>
                  <a:lnTo>
                    <a:pt x="1735" y="3336"/>
                  </a:lnTo>
                  <a:cubicBezTo>
                    <a:pt x="1668" y="3470"/>
                    <a:pt x="1668" y="3570"/>
                    <a:pt x="1635" y="3703"/>
                  </a:cubicBezTo>
                  <a:cubicBezTo>
                    <a:pt x="1635" y="3770"/>
                    <a:pt x="1601" y="3837"/>
                    <a:pt x="1601" y="3903"/>
                  </a:cubicBezTo>
                  <a:cubicBezTo>
                    <a:pt x="1535" y="4404"/>
                    <a:pt x="1468" y="4904"/>
                    <a:pt x="1301" y="5405"/>
                  </a:cubicBezTo>
                  <a:cubicBezTo>
                    <a:pt x="1235" y="5671"/>
                    <a:pt x="1168" y="5905"/>
                    <a:pt x="1068" y="6138"/>
                  </a:cubicBezTo>
                  <a:cubicBezTo>
                    <a:pt x="934" y="6439"/>
                    <a:pt x="768" y="6739"/>
                    <a:pt x="701" y="7072"/>
                  </a:cubicBezTo>
                  <a:cubicBezTo>
                    <a:pt x="701" y="7172"/>
                    <a:pt x="701" y="7306"/>
                    <a:pt x="701" y="7406"/>
                  </a:cubicBezTo>
                  <a:lnTo>
                    <a:pt x="901" y="7906"/>
                  </a:lnTo>
                  <a:lnTo>
                    <a:pt x="934" y="8006"/>
                  </a:lnTo>
                  <a:cubicBezTo>
                    <a:pt x="1034" y="8207"/>
                    <a:pt x="1134" y="8407"/>
                    <a:pt x="1201" y="8607"/>
                  </a:cubicBezTo>
                  <a:cubicBezTo>
                    <a:pt x="1268" y="8740"/>
                    <a:pt x="1335" y="8874"/>
                    <a:pt x="1401" y="9007"/>
                  </a:cubicBezTo>
                  <a:cubicBezTo>
                    <a:pt x="1435" y="9107"/>
                    <a:pt x="1468" y="9174"/>
                    <a:pt x="1501" y="9274"/>
                  </a:cubicBezTo>
                  <a:cubicBezTo>
                    <a:pt x="1601" y="9474"/>
                    <a:pt x="1668" y="9708"/>
                    <a:pt x="1802" y="9908"/>
                  </a:cubicBezTo>
                  <a:cubicBezTo>
                    <a:pt x="2135" y="10608"/>
                    <a:pt x="2469" y="11209"/>
                    <a:pt x="2769" y="11709"/>
                  </a:cubicBezTo>
                  <a:cubicBezTo>
                    <a:pt x="2802" y="11776"/>
                    <a:pt x="2836" y="11809"/>
                    <a:pt x="2869" y="11876"/>
                  </a:cubicBezTo>
                  <a:cubicBezTo>
                    <a:pt x="2869" y="11576"/>
                    <a:pt x="2869" y="11275"/>
                    <a:pt x="2902" y="11009"/>
                  </a:cubicBezTo>
                  <a:cubicBezTo>
                    <a:pt x="2936" y="11275"/>
                    <a:pt x="3002" y="11576"/>
                    <a:pt x="3036" y="11843"/>
                  </a:cubicBezTo>
                  <a:cubicBezTo>
                    <a:pt x="3036" y="11976"/>
                    <a:pt x="3069" y="12076"/>
                    <a:pt x="3069" y="12176"/>
                  </a:cubicBezTo>
                  <a:cubicBezTo>
                    <a:pt x="3369" y="12676"/>
                    <a:pt x="3636" y="13077"/>
                    <a:pt x="3903" y="13510"/>
                  </a:cubicBezTo>
                  <a:cubicBezTo>
                    <a:pt x="4037" y="13677"/>
                    <a:pt x="4170" y="13844"/>
                    <a:pt x="4270" y="14011"/>
                  </a:cubicBezTo>
                  <a:cubicBezTo>
                    <a:pt x="4303" y="14011"/>
                    <a:pt x="4303" y="13977"/>
                    <a:pt x="4303" y="13977"/>
                  </a:cubicBezTo>
                  <a:cubicBezTo>
                    <a:pt x="4337" y="13911"/>
                    <a:pt x="4403" y="13811"/>
                    <a:pt x="4437" y="13744"/>
                  </a:cubicBezTo>
                  <a:cubicBezTo>
                    <a:pt x="4470" y="13711"/>
                    <a:pt x="4504" y="13677"/>
                    <a:pt x="4537" y="13644"/>
                  </a:cubicBezTo>
                  <a:cubicBezTo>
                    <a:pt x="4537" y="13644"/>
                    <a:pt x="4570" y="13644"/>
                    <a:pt x="4570" y="13610"/>
                  </a:cubicBezTo>
                  <a:cubicBezTo>
                    <a:pt x="4637" y="13610"/>
                    <a:pt x="4670" y="13577"/>
                    <a:pt x="4704" y="13577"/>
                  </a:cubicBezTo>
                  <a:lnTo>
                    <a:pt x="4737" y="13577"/>
                  </a:lnTo>
                  <a:cubicBezTo>
                    <a:pt x="4837" y="13610"/>
                    <a:pt x="4937" y="13711"/>
                    <a:pt x="4971" y="13811"/>
                  </a:cubicBezTo>
                  <a:cubicBezTo>
                    <a:pt x="5071" y="14011"/>
                    <a:pt x="5137" y="14211"/>
                    <a:pt x="5171" y="14411"/>
                  </a:cubicBezTo>
                  <a:cubicBezTo>
                    <a:pt x="5204" y="14645"/>
                    <a:pt x="5237" y="14911"/>
                    <a:pt x="5271" y="15145"/>
                  </a:cubicBezTo>
                  <a:cubicBezTo>
                    <a:pt x="5271" y="15212"/>
                    <a:pt x="5271" y="15278"/>
                    <a:pt x="5271" y="15312"/>
                  </a:cubicBezTo>
                  <a:cubicBezTo>
                    <a:pt x="5271" y="15345"/>
                    <a:pt x="5304" y="15345"/>
                    <a:pt x="5304" y="15378"/>
                  </a:cubicBezTo>
                  <a:cubicBezTo>
                    <a:pt x="5671" y="15812"/>
                    <a:pt x="6105" y="16246"/>
                    <a:pt x="6505" y="16646"/>
                  </a:cubicBezTo>
                  <a:lnTo>
                    <a:pt x="6638" y="16779"/>
                  </a:lnTo>
                  <a:cubicBezTo>
                    <a:pt x="6718" y="16859"/>
                    <a:pt x="6796" y="16937"/>
                    <a:pt x="6872" y="17013"/>
                  </a:cubicBezTo>
                  <a:lnTo>
                    <a:pt x="6872" y="17013"/>
                  </a:lnTo>
                  <a:cubicBezTo>
                    <a:pt x="6905" y="16946"/>
                    <a:pt x="6905" y="16879"/>
                    <a:pt x="6939" y="16813"/>
                  </a:cubicBezTo>
                  <a:cubicBezTo>
                    <a:pt x="6972" y="16779"/>
                    <a:pt x="6972" y="16713"/>
                    <a:pt x="7039" y="16713"/>
                  </a:cubicBezTo>
                  <a:cubicBezTo>
                    <a:pt x="7039" y="16679"/>
                    <a:pt x="7072" y="16679"/>
                    <a:pt x="7105" y="16679"/>
                  </a:cubicBezTo>
                  <a:cubicBezTo>
                    <a:pt x="7239" y="16679"/>
                    <a:pt x="7339" y="16779"/>
                    <a:pt x="7406" y="16846"/>
                  </a:cubicBezTo>
                  <a:cubicBezTo>
                    <a:pt x="7472" y="16980"/>
                    <a:pt x="7539" y="17080"/>
                    <a:pt x="7572" y="17213"/>
                  </a:cubicBezTo>
                  <a:cubicBezTo>
                    <a:pt x="7672" y="17447"/>
                    <a:pt x="7739" y="17680"/>
                    <a:pt x="7806" y="17914"/>
                  </a:cubicBezTo>
                  <a:cubicBezTo>
                    <a:pt x="7939" y="18047"/>
                    <a:pt x="8073" y="18180"/>
                    <a:pt x="8206" y="18280"/>
                  </a:cubicBezTo>
                  <a:cubicBezTo>
                    <a:pt x="8506" y="18547"/>
                    <a:pt x="8773" y="18781"/>
                    <a:pt x="9040" y="18981"/>
                  </a:cubicBezTo>
                  <a:cubicBezTo>
                    <a:pt x="9040" y="18914"/>
                    <a:pt x="9040" y="18848"/>
                    <a:pt x="9007" y="18781"/>
                  </a:cubicBezTo>
                  <a:cubicBezTo>
                    <a:pt x="9007" y="18647"/>
                    <a:pt x="9007" y="18514"/>
                    <a:pt x="9040" y="18414"/>
                  </a:cubicBezTo>
                  <a:cubicBezTo>
                    <a:pt x="9040" y="18314"/>
                    <a:pt x="9073" y="18247"/>
                    <a:pt x="9107" y="18180"/>
                  </a:cubicBezTo>
                  <a:lnTo>
                    <a:pt x="9107" y="18180"/>
                  </a:lnTo>
                  <a:cubicBezTo>
                    <a:pt x="9073" y="18280"/>
                    <a:pt x="9073" y="18381"/>
                    <a:pt x="9073" y="18481"/>
                  </a:cubicBezTo>
                  <a:cubicBezTo>
                    <a:pt x="9107" y="18647"/>
                    <a:pt x="9140" y="18814"/>
                    <a:pt x="9174" y="18981"/>
                  </a:cubicBezTo>
                  <a:cubicBezTo>
                    <a:pt x="9174" y="19014"/>
                    <a:pt x="9174" y="19048"/>
                    <a:pt x="9174" y="19081"/>
                  </a:cubicBezTo>
                  <a:cubicBezTo>
                    <a:pt x="9440" y="19281"/>
                    <a:pt x="9707" y="19481"/>
                    <a:pt x="9974" y="19681"/>
                  </a:cubicBezTo>
                  <a:cubicBezTo>
                    <a:pt x="10007" y="19548"/>
                    <a:pt x="10041" y="19415"/>
                    <a:pt x="10141" y="19281"/>
                  </a:cubicBezTo>
                  <a:cubicBezTo>
                    <a:pt x="10241" y="19181"/>
                    <a:pt x="10341" y="19114"/>
                    <a:pt x="10441" y="19014"/>
                  </a:cubicBezTo>
                  <a:lnTo>
                    <a:pt x="10441" y="19014"/>
                  </a:lnTo>
                  <a:cubicBezTo>
                    <a:pt x="10408" y="19081"/>
                    <a:pt x="10341" y="19148"/>
                    <a:pt x="10308" y="19181"/>
                  </a:cubicBezTo>
                  <a:cubicBezTo>
                    <a:pt x="10241" y="19281"/>
                    <a:pt x="10174" y="19348"/>
                    <a:pt x="10141" y="19448"/>
                  </a:cubicBezTo>
                  <a:cubicBezTo>
                    <a:pt x="10074" y="19515"/>
                    <a:pt x="10041" y="19615"/>
                    <a:pt x="9974" y="19681"/>
                  </a:cubicBezTo>
                  <a:cubicBezTo>
                    <a:pt x="10007" y="19715"/>
                    <a:pt x="10007" y="19715"/>
                    <a:pt x="10007" y="19715"/>
                  </a:cubicBezTo>
                  <a:cubicBezTo>
                    <a:pt x="10274" y="19882"/>
                    <a:pt x="10541" y="20082"/>
                    <a:pt x="10908" y="20282"/>
                  </a:cubicBezTo>
                  <a:cubicBezTo>
                    <a:pt x="11208" y="20449"/>
                    <a:pt x="11509" y="20582"/>
                    <a:pt x="11809" y="20749"/>
                  </a:cubicBezTo>
                  <a:cubicBezTo>
                    <a:pt x="11842" y="20682"/>
                    <a:pt x="11842" y="20649"/>
                    <a:pt x="11875" y="20615"/>
                  </a:cubicBezTo>
                  <a:cubicBezTo>
                    <a:pt x="11909" y="20582"/>
                    <a:pt x="11909" y="20582"/>
                    <a:pt x="11942" y="20582"/>
                  </a:cubicBezTo>
                  <a:cubicBezTo>
                    <a:pt x="11942" y="20549"/>
                    <a:pt x="11976" y="20549"/>
                    <a:pt x="11976" y="20549"/>
                  </a:cubicBezTo>
                  <a:lnTo>
                    <a:pt x="12042" y="20549"/>
                  </a:lnTo>
                  <a:cubicBezTo>
                    <a:pt x="12076" y="20549"/>
                    <a:pt x="12142" y="20549"/>
                    <a:pt x="12176" y="20582"/>
                  </a:cubicBezTo>
                  <a:cubicBezTo>
                    <a:pt x="12242" y="20615"/>
                    <a:pt x="12276" y="20649"/>
                    <a:pt x="12342" y="20682"/>
                  </a:cubicBezTo>
                  <a:cubicBezTo>
                    <a:pt x="12476" y="20782"/>
                    <a:pt x="12609" y="20916"/>
                    <a:pt x="12709" y="21049"/>
                  </a:cubicBezTo>
                  <a:cubicBezTo>
                    <a:pt x="12743" y="21116"/>
                    <a:pt x="12809" y="21149"/>
                    <a:pt x="12843" y="21216"/>
                  </a:cubicBezTo>
                  <a:cubicBezTo>
                    <a:pt x="13243" y="21383"/>
                    <a:pt x="13643" y="21516"/>
                    <a:pt x="14010" y="21650"/>
                  </a:cubicBezTo>
                  <a:cubicBezTo>
                    <a:pt x="14144" y="21683"/>
                    <a:pt x="14277" y="21750"/>
                    <a:pt x="14411" y="21783"/>
                  </a:cubicBezTo>
                  <a:cubicBezTo>
                    <a:pt x="14511" y="21816"/>
                    <a:pt x="14611" y="21850"/>
                    <a:pt x="14711" y="21883"/>
                  </a:cubicBezTo>
                  <a:cubicBezTo>
                    <a:pt x="14778" y="21816"/>
                    <a:pt x="14811" y="21750"/>
                    <a:pt x="14878" y="21683"/>
                  </a:cubicBezTo>
                  <a:cubicBezTo>
                    <a:pt x="14911" y="21616"/>
                    <a:pt x="14978" y="21583"/>
                    <a:pt x="15044" y="21583"/>
                  </a:cubicBezTo>
                  <a:lnTo>
                    <a:pt x="15144" y="21583"/>
                  </a:lnTo>
                  <a:cubicBezTo>
                    <a:pt x="15245" y="21683"/>
                    <a:pt x="15278" y="21783"/>
                    <a:pt x="15345" y="21883"/>
                  </a:cubicBezTo>
                  <a:cubicBezTo>
                    <a:pt x="15278" y="21816"/>
                    <a:pt x="15245" y="21750"/>
                    <a:pt x="15178" y="21716"/>
                  </a:cubicBezTo>
                  <a:cubicBezTo>
                    <a:pt x="15144" y="21683"/>
                    <a:pt x="15111" y="21683"/>
                    <a:pt x="15111" y="21650"/>
                  </a:cubicBezTo>
                  <a:lnTo>
                    <a:pt x="15011" y="21650"/>
                  </a:lnTo>
                  <a:cubicBezTo>
                    <a:pt x="14944" y="21716"/>
                    <a:pt x="14911" y="21750"/>
                    <a:pt x="14878" y="21816"/>
                  </a:cubicBezTo>
                  <a:cubicBezTo>
                    <a:pt x="14844" y="21850"/>
                    <a:pt x="14811" y="21883"/>
                    <a:pt x="14778" y="21916"/>
                  </a:cubicBezTo>
                  <a:cubicBezTo>
                    <a:pt x="15144" y="22050"/>
                    <a:pt x="15545" y="22183"/>
                    <a:pt x="15945" y="22283"/>
                  </a:cubicBezTo>
                  <a:cubicBezTo>
                    <a:pt x="16512" y="22417"/>
                    <a:pt x="17079" y="22550"/>
                    <a:pt x="17646" y="22650"/>
                  </a:cubicBezTo>
                  <a:cubicBezTo>
                    <a:pt x="18147" y="22750"/>
                    <a:pt x="18647" y="22817"/>
                    <a:pt x="19181" y="22850"/>
                  </a:cubicBezTo>
                  <a:cubicBezTo>
                    <a:pt x="19214" y="22784"/>
                    <a:pt x="19247" y="22750"/>
                    <a:pt x="19281" y="22684"/>
                  </a:cubicBezTo>
                  <a:cubicBezTo>
                    <a:pt x="19314" y="22617"/>
                    <a:pt x="19381" y="22550"/>
                    <a:pt x="19448" y="22517"/>
                  </a:cubicBezTo>
                  <a:cubicBezTo>
                    <a:pt x="19481" y="22483"/>
                    <a:pt x="19548" y="22450"/>
                    <a:pt x="19614" y="22450"/>
                  </a:cubicBezTo>
                  <a:cubicBezTo>
                    <a:pt x="19781" y="22450"/>
                    <a:pt x="19915" y="22517"/>
                    <a:pt x="20015" y="22617"/>
                  </a:cubicBezTo>
                  <a:cubicBezTo>
                    <a:pt x="20115" y="22717"/>
                    <a:pt x="20181" y="22784"/>
                    <a:pt x="20248" y="22884"/>
                  </a:cubicBezTo>
                  <a:cubicBezTo>
                    <a:pt x="20582" y="22884"/>
                    <a:pt x="20915" y="22884"/>
                    <a:pt x="21282" y="22850"/>
                  </a:cubicBezTo>
                  <a:cubicBezTo>
                    <a:pt x="21349" y="22750"/>
                    <a:pt x="21449" y="22684"/>
                    <a:pt x="21516" y="22584"/>
                  </a:cubicBezTo>
                  <a:cubicBezTo>
                    <a:pt x="21582" y="22550"/>
                    <a:pt x="21649" y="22483"/>
                    <a:pt x="21716" y="22450"/>
                  </a:cubicBezTo>
                  <a:cubicBezTo>
                    <a:pt x="21749" y="22417"/>
                    <a:pt x="21816" y="22383"/>
                    <a:pt x="21883" y="22383"/>
                  </a:cubicBezTo>
                  <a:lnTo>
                    <a:pt x="22016" y="22383"/>
                  </a:lnTo>
                  <a:cubicBezTo>
                    <a:pt x="21983" y="22383"/>
                    <a:pt x="21916" y="22383"/>
                    <a:pt x="21883" y="22417"/>
                  </a:cubicBezTo>
                  <a:cubicBezTo>
                    <a:pt x="21849" y="22417"/>
                    <a:pt x="21849" y="22417"/>
                    <a:pt x="21816" y="22450"/>
                  </a:cubicBezTo>
                  <a:cubicBezTo>
                    <a:pt x="21783" y="22483"/>
                    <a:pt x="21749" y="22483"/>
                    <a:pt x="21716" y="22517"/>
                  </a:cubicBezTo>
                  <a:cubicBezTo>
                    <a:pt x="21649" y="22617"/>
                    <a:pt x="21582" y="22717"/>
                    <a:pt x="21516" y="22817"/>
                  </a:cubicBezTo>
                  <a:cubicBezTo>
                    <a:pt x="21916" y="22784"/>
                    <a:pt x="22283" y="22750"/>
                    <a:pt x="22650" y="22717"/>
                  </a:cubicBezTo>
                  <a:cubicBezTo>
                    <a:pt x="22850" y="22684"/>
                    <a:pt x="23083" y="22650"/>
                    <a:pt x="23284" y="22650"/>
                  </a:cubicBezTo>
                  <a:cubicBezTo>
                    <a:pt x="23317" y="22517"/>
                    <a:pt x="23384" y="22383"/>
                    <a:pt x="23450" y="22250"/>
                  </a:cubicBezTo>
                  <a:lnTo>
                    <a:pt x="23450" y="22250"/>
                  </a:lnTo>
                  <a:cubicBezTo>
                    <a:pt x="23450" y="22317"/>
                    <a:pt x="23417" y="22383"/>
                    <a:pt x="23417" y="22450"/>
                  </a:cubicBezTo>
                  <a:cubicBezTo>
                    <a:pt x="23384" y="22483"/>
                    <a:pt x="23384" y="22550"/>
                    <a:pt x="23384" y="22584"/>
                  </a:cubicBezTo>
                  <a:cubicBezTo>
                    <a:pt x="23384" y="22584"/>
                    <a:pt x="23384" y="22617"/>
                    <a:pt x="23384" y="22617"/>
                  </a:cubicBezTo>
                  <a:lnTo>
                    <a:pt x="23450" y="22617"/>
                  </a:lnTo>
                  <a:cubicBezTo>
                    <a:pt x="23717" y="22584"/>
                    <a:pt x="24017" y="22584"/>
                    <a:pt x="24318" y="22550"/>
                  </a:cubicBezTo>
                  <a:cubicBezTo>
                    <a:pt x="24618" y="22517"/>
                    <a:pt x="24918" y="22483"/>
                    <a:pt x="25218" y="22450"/>
                  </a:cubicBezTo>
                  <a:cubicBezTo>
                    <a:pt x="25218" y="22350"/>
                    <a:pt x="25218" y="22250"/>
                    <a:pt x="25218" y="22183"/>
                  </a:cubicBezTo>
                  <a:cubicBezTo>
                    <a:pt x="25218" y="22083"/>
                    <a:pt x="25218" y="21950"/>
                    <a:pt x="25218" y="21850"/>
                  </a:cubicBezTo>
                  <a:cubicBezTo>
                    <a:pt x="25218" y="21783"/>
                    <a:pt x="25252" y="21683"/>
                    <a:pt x="25252" y="21616"/>
                  </a:cubicBezTo>
                  <a:cubicBezTo>
                    <a:pt x="25285" y="21549"/>
                    <a:pt x="25352" y="21516"/>
                    <a:pt x="25418" y="21516"/>
                  </a:cubicBezTo>
                  <a:lnTo>
                    <a:pt x="25452" y="21516"/>
                  </a:lnTo>
                  <a:cubicBezTo>
                    <a:pt x="25585" y="21583"/>
                    <a:pt x="25685" y="21683"/>
                    <a:pt x="25785" y="21750"/>
                  </a:cubicBezTo>
                  <a:lnTo>
                    <a:pt x="25885" y="21916"/>
                  </a:lnTo>
                  <a:cubicBezTo>
                    <a:pt x="25952" y="21983"/>
                    <a:pt x="26019" y="22083"/>
                    <a:pt x="26086" y="22150"/>
                  </a:cubicBezTo>
                  <a:cubicBezTo>
                    <a:pt x="26086" y="22183"/>
                    <a:pt x="26119" y="22217"/>
                    <a:pt x="26119" y="22250"/>
                  </a:cubicBezTo>
                  <a:cubicBezTo>
                    <a:pt x="26286" y="22217"/>
                    <a:pt x="26453" y="22183"/>
                    <a:pt x="26619" y="22150"/>
                  </a:cubicBezTo>
                  <a:cubicBezTo>
                    <a:pt x="26886" y="22083"/>
                    <a:pt x="27186" y="22016"/>
                    <a:pt x="27553" y="21883"/>
                  </a:cubicBezTo>
                  <a:lnTo>
                    <a:pt x="27753" y="21850"/>
                  </a:lnTo>
                  <a:cubicBezTo>
                    <a:pt x="27787" y="21783"/>
                    <a:pt x="27820" y="21750"/>
                    <a:pt x="27854" y="21683"/>
                  </a:cubicBezTo>
                  <a:cubicBezTo>
                    <a:pt x="27887" y="21650"/>
                    <a:pt x="27954" y="21650"/>
                    <a:pt x="28020" y="21650"/>
                  </a:cubicBezTo>
                  <a:lnTo>
                    <a:pt x="28054" y="21650"/>
                  </a:lnTo>
                  <a:cubicBezTo>
                    <a:pt x="28120" y="21650"/>
                    <a:pt x="28154" y="21683"/>
                    <a:pt x="28220" y="21716"/>
                  </a:cubicBezTo>
                  <a:cubicBezTo>
                    <a:pt x="28321" y="21683"/>
                    <a:pt x="28454" y="21650"/>
                    <a:pt x="28554" y="21616"/>
                  </a:cubicBezTo>
                  <a:lnTo>
                    <a:pt x="28621" y="21583"/>
                  </a:lnTo>
                  <a:cubicBezTo>
                    <a:pt x="28988" y="21483"/>
                    <a:pt x="29355" y="21349"/>
                    <a:pt x="29688" y="21183"/>
                  </a:cubicBezTo>
                  <a:cubicBezTo>
                    <a:pt x="29988" y="21049"/>
                    <a:pt x="30289" y="20882"/>
                    <a:pt x="30589" y="20682"/>
                  </a:cubicBezTo>
                  <a:cubicBezTo>
                    <a:pt x="30889" y="20515"/>
                    <a:pt x="31156" y="20315"/>
                    <a:pt x="31423" y="20115"/>
                  </a:cubicBezTo>
                  <a:lnTo>
                    <a:pt x="31623" y="19948"/>
                  </a:lnTo>
                  <a:cubicBezTo>
                    <a:pt x="32757" y="19114"/>
                    <a:pt x="33858" y="18180"/>
                    <a:pt x="34558" y="16946"/>
                  </a:cubicBezTo>
                  <a:cubicBezTo>
                    <a:pt x="34758" y="16579"/>
                    <a:pt x="34959" y="16212"/>
                    <a:pt x="35059" y="15812"/>
                  </a:cubicBezTo>
                  <a:cubicBezTo>
                    <a:pt x="35159" y="15512"/>
                    <a:pt x="35259" y="15212"/>
                    <a:pt x="35292" y="14945"/>
                  </a:cubicBezTo>
                  <a:cubicBezTo>
                    <a:pt x="35192" y="14711"/>
                    <a:pt x="35059" y="14544"/>
                    <a:pt x="34959" y="14378"/>
                  </a:cubicBezTo>
                  <a:cubicBezTo>
                    <a:pt x="34925" y="14311"/>
                    <a:pt x="34859" y="14244"/>
                    <a:pt x="34825" y="14211"/>
                  </a:cubicBezTo>
                  <a:lnTo>
                    <a:pt x="34859" y="14211"/>
                  </a:lnTo>
                  <a:cubicBezTo>
                    <a:pt x="34758" y="14111"/>
                    <a:pt x="34658" y="13977"/>
                    <a:pt x="34558" y="13877"/>
                  </a:cubicBezTo>
                  <a:cubicBezTo>
                    <a:pt x="34458" y="13744"/>
                    <a:pt x="34358" y="13577"/>
                    <a:pt x="34291" y="13410"/>
                  </a:cubicBezTo>
                  <a:cubicBezTo>
                    <a:pt x="34242" y="13288"/>
                    <a:pt x="34211" y="13165"/>
                    <a:pt x="34185" y="13043"/>
                  </a:cubicBezTo>
                  <a:lnTo>
                    <a:pt x="34185" y="13043"/>
                  </a:lnTo>
                  <a:cubicBezTo>
                    <a:pt x="34243" y="13180"/>
                    <a:pt x="34305" y="13295"/>
                    <a:pt x="34392" y="13410"/>
                  </a:cubicBezTo>
                  <a:cubicBezTo>
                    <a:pt x="34458" y="13510"/>
                    <a:pt x="34525" y="13577"/>
                    <a:pt x="34592" y="13644"/>
                  </a:cubicBezTo>
                  <a:cubicBezTo>
                    <a:pt x="34658" y="13711"/>
                    <a:pt x="34692" y="13777"/>
                    <a:pt x="34758" y="13811"/>
                  </a:cubicBezTo>
                  <a:cubicBezTo>
                    <a:pt x="34825" y="13877"/>
                    <a:pt x="34892" y="13944"/>
                    <a:pt x="34959" y="13977"/>
                  </a:cubicBezTo>
                  <a:lnTo>
                    <a:pt x="34992" y="14044"/>
                  </a:lnTo>
                  <a:cubicBezTo>
                    <a:pt x="34992" y="14011"/>
                    <a:pt x="34992" y="13977"/>
                    <a:pt x="34992" y="13911"/>
                  </a:cubicBezTo>
                  <a:cubicBezTo>
                    <a:pt x="34992" y="13811"/>
                    <a:pt x="34992" y="13677"/>
                    <a:pt x="35025" y="13577"/>
                  </a:cubicBezTo>
                  <a:cubicBezTo>
                    <a:pt x="35025" y="13410"/>
                    <a:pt x="35059" y="13277"/>
                    <a:pt x="35059" y="13143"/>
                  </a:cubicBezTo>
                  <a:cubicBezTo>
                    <a:pt x="35059" y="13010"/>
                    <a:pt x="35059" y="12843"/>
                    <a:pt x="35059" y="12710"/>
                  </a:cubicBezTo>
                  <a:cubicBezTo>
                    <a:pt x="35059" y="12443"/>
                    <a:pt x="35025" y="12176"/>
                    <a:pt x="35025" y="11876"/>
                  </a:cubicBezTo>
                  <a:cubicBezTo>
                    <a:pt x="35025" y="11709"/>
                    <a:pt x="35059" y="11542"/>
                    <a:pt x="35059" y="11342"/>
                  </a:cubicBezTo>
                  <a:cubicBezTo>
                    <a:pt x="34959" y="11175"/>
                    <a:pt x="34792" y="10975"/>
                    <a:pt x="34625" y="10775"/>
                  </a:cubicBezTo>
                  <a:cubicBezTo>
                    <a:pt x="34458" y="10575"/>
                    <a:pt x="34225" y="10375"/>
                    <a:pt x="34025" y="10208"/>
                  </a:cubicBezTo>
                  <a:cubicBezTo>
                    <a:pt x="33958" y="10141"/>
                    <a:pt x="33891" y="10075"/>
                    <a:pt x="33824" y="10041"/>
                  </a:cubicBezTo>
                  <a:lnTo>
                    <a:pt x="33824" y="10041"/>
                  </a:lnTo>
                  <a:cubicBezTo>
                    <a:pt x="33858" y="10108"/>
                    <a:pt x="33891" y="10208"/>
                    <a:pt x="33925" y="10308"/>
                  </a:cubicBezTo>
                  <a:cubicBezTo>
                    <a:pt x="34058" y="10608"/>
                    <a:pt x="34125" y="10942"/>
                    <a:pt x="34158" y="11275"/>
                  </a:cubicBezTo>
                  <a:cubicBezTo>
                    <a:pt x="34158" y="11576"/>
                    <a:pt x="34158" y="11843"/>
                    <a:pt x="34158" y="12109"/>
                  </a:cubicBezTo>
                  <a:cubicBezTo>
                    <a:pt x="34091" y="11876"/>
                    <a:pt x="34058" y="11676"/>
                    <a:pt x="34025" y="11442"/>
                  </a:cubicBezTo>
                  <a:cubicBezTo>
                    <a:pt x="33991" y="11209"/>
                    <a:pt x="33958" y="11009"/>
                    <a:pt x="33925" y="10808"/>
                  </a:cubicBezTo>
                  <a:cubicBezTo>
                    <a:pt x="33858" y="10508"/>
                    <a:pt x="33758" y="10241"/>
                    <a:pt x="33658" y="9941"/>
                  </a:cubicBezTo>
                  <a:cubicBezTo>
                    <a:pt x="33658" y="9941"/>
                    <a:pt x="33624" y="9908"/>
                    <a:pt x="33624" y="9908"/>
                  </a:cubicBezTo>
                  <a:cubicBezTo>
                    <a:pt x="33591" y="9874"/>
                    <a:pt x="33558" y="9841"/>
                    <a:pt x="33491" y="9808"/>
                  </a:cubicBezTo>
                  <a:cubicBezTo>
                    <a:pt x="33091" y="9574"/>
                    <a:pt x="32690" y="9374"/>
                    <a:pt x="32357" y="9207"/>
                  </a:cubicBezTo>
                  <a:cubicBezTo>
                    <a:pt x="32090" y="9107"/>
                    <a:pt x="31790" y="8974"/>
                    <a:pt x="31456" y="8874"/>
                  </a:cubicBezTo>
                  <a:cubicBezTo>
                    <a:pt x="31189" y="8774"/>
                    <a:pt x="30889" y="8707"/>
                    <a:pt x="30489" y="8640"/>
                  </a:cubicBezTo>
                  <a:cubicBezTo>
                    <a:pt x="30189" y="8573"/>
                    <a:pt x="29888" y="8507"/>
                    <a:pt x="29588" y="8473"/>
                  </a:cubicBezTo>
                  <a:lnTo>
                    <a:pt x="29588" y="8473"/>
                  </a:lnTo>
                  <a:cubicBezTo>
                    <a:pt x="29621" y="8507"/>
                    <a:pt x="29655" y="8540"/>
                    <a:pt x="29688" y="8573"/>
                  </a:cubicBezTo>
                  <a:cubicBezTo>
                    <a:pt x="29722" y="8640"/>
                    <a:pt x="29788" y="8740"/>
                    <a:pt x="29855" y="8840"/>
                  </a:cubicBezTo>
                  <a:cubicBezTo>
                    <a:pt x="29988" y="9074"/>
                    <a:pt x="30088" y="9341"/>
                    <a:pt x="30189" y="9574"/>
                  </a:cubicBezTo>
                  <a:cubicBezTo>
                    <a:pt x="30055" y="9407"/>
                    <a:pt x="29922" y="9241"/>
                    <a:pt x="29788" y="9074"/>
                  </a:cubicBezTo>
                  <a:cubicBezTo>
                    <a:pt x="29755" y="9007"/>
                    <a:pt x="29722" y="8940"/>
                    <a:pt x="29688" y="8907"/>
                  </a:cubicBezTo>
                  <a:cubicBezTo>
                    <a:pt x="29621" y="8840"/>
                    <a:pt x="29588" y="8740"/>
                    <a:pt x="29521" y="8674"/>
                  </a:cubicBezTo>
                  <a:cubicBezTo>
                    <a:pt x="29488" y="8640"/>
                    <a:pt x="29455" y="8573"/>
                    <a:pt x="29388" y="8540"/>
                  </a:cubicBezTo>
                  <a:cubicBezTo>
                    <a:pt x="29388" y="8507"/>
                    <a:pt x="29321" y="8440"/>
                    <a:pt x="29321" y="8407"/>
                  </a:cubicBezTo>
                  <a:cubicBezTo>
                    <a:pt x="28287" y="8240"/>
                    <a:pt x="27253" y="8140"/>
                    <a:pt x="26152" y="8040"/>
                  </a:cubicBezTo>
                  <a:cubicBezTo>
                    <a:pt x="25719" y="8006"/>
                    <a:pt x="25318" y="8006"/>
                    <a:pt x="24918" y="8006"/>
                  </a:cubicBezTo>
                  <a:lnTo>
                    <a:pt x="24851" y="8006"/>
                  </a:lnTo>
                  <a:cubicBezTo>
                    <a:pt x="24885" y="8040"/>
                    <a:pt x="24918" y="8073"/>
                    <a:pt x="24951" y="8106"/>
                  </a:cubicBezTo>
                  <a:cubicBezTo>
                    <a:pt x="25018" y="8240"/>
                    <a:pt x="25118" y="8340"/>
                    <a:pt x="25185" y="8440"/>
                  </a:cubicBezTo>
                  <a:cubicBezTo>
                    <a:pt x="25285" y="8540"/>
                    <a:pt x="25352" y="8640"/>
                    <a:pt x="25452" y="8740"/>
                  </a:cubicBezTo>
                  <a:cubicBezTo>
                    <a:pt x="25619" y="8974"/>
                    <a:pt x="25719" y="9207"/>
                    <a:pt x="25852" y="9441"/>
                  </a:cubicBezTo>
                  <a:cubicBezTo>
                    <a:pt x="26152" y="9941"/>
                    <a:pt x="26453" y="10408"/>
                    <a:pt x="26719" y="10909"/>
                  </a:cubicBezTo>
                  <a:cubicBezTo>
                    <a:pt x="26653" y="10842"/>
                    <a:pt x="26586" y="10775"/>
                    <a:pt x="26553" y="10742"/>
                  </a:cubicBezTo>
                  <a:cubicBezTo>
                    <a:pt x="26186" y="10308"/>
                    <a:pt x="25819" y="9874"/>
                    <a:pt x="25519" y="9374"/>
                  </a:cubicBezTo>
                  <a:cubicBezTo>
                    <a:pt x="25485" y="9307"/>
                    <a:pt x="25452" y="9241"/>
                    <a:pt x="25418" y="9174"/>
                  </a:cubicBezTo>
                  <a:cubicBezTo>
                    <a:pt x="25385" y="9107"/>
                    <a:pt x="25352" y="9040"/>
                    <a:pt x="25318" y="8974"/>
                  </a:cubicBezTo>
                  <a:cubicBezTo>
                    <a:pt x="25218" y="8874"/>
                    <a:pt x="25152" y="8740"/>
                    <a:pt x="25052" y="8607"/>
                  </a:cubicBezTo>
                  <a:cubicBezTo>
                    <a:pt x="24985" y="8507"/>
                    <a:pt x="24918" y="8373"/>
                    <a:pt x="24851" y="8273"/>
                  </a:cubicBezTo>
                  <a:cubicBezTo>
                    <a:pt x="24818" y="8173"/>
                    <a:pt x="24751" y="8106"/>
                    <a:pt x="24718" y="8006"/>
                  </a:cubicBezTo>
                  <a:cubicBezTo>
                    <a:pt x="24184" y="8006"/>
                    <a:pt x="23617" y="8073"/>
                    <a:pt x="22917" y="8207"/>
                  </a:cubicBezTo>
                  <a:lnTo>
                    <a:pt x="22883" y="8207"/>
                  </a:lnTo>
                  <a:cubicBezTo>
                    <a:pt x="22850" y="8240"/>
                    <a:pt x="22783" y="8240"/>
                    <a:pt x="22750" y="8240"/>
                  </a:cubicBezTo>
                  <a:lnTo>
                    <a:pt x="22750" y="8273"/>
                  </a:lnTo>
                  <a:cubicBezTo>
                    <a:pt x="22783" y="8340"/>
                    <a:pt x="22783" y="8440"/>
                    <a:pt x="22817" y="8507"/>
                  </a:cubicBezTo>
                  <a:cubicBezTo>
                    <a:pt x="22950" y="8840"/>
                    <a:pt x="23117" y="9107"/>
                    <a:pt x="23284" y="9407"/>
                  </a:cubicBezTo>
                  <a:cubicBezTo>
                    <a:pt x="23350" y="9574"/>
                    <a:pt x="23450" y="9708"/>
                    <a:pt x="23517" y="9841"/>
                  </a:cubicBezTo>
                  <a:cubicBezTo>
                    <a:pt x="23584" y="10041"/>
                    <a:pt x="23651" y="10208"/>
                    <a:pt x="23684" y="10375"/>
                  </a:cubicBezTo>
                  <a:cubicBezTo>
                    <a:pt x="23684" y="10508"/>
                    <a:pt x="23717" y="10642"/>
                    <a:pt x="23717" y="10775"/>
                  </a:cubicBezTo>
                  <a:cubicBezTo>
                    <a:pt x="23717" y="10875"/>
                    <a:pt x="23717" y="11009"/>
                    <a:pt x="23684" y="11109"/>
                  </a:cubicBezTo>
                  <a:cubicBezTo>
                    <a:pt x="23684" y="11342"/>
                    <a:pt x="23651" y="11576"/>
                    <a:pt x="23617" y="11843"/>
                  </a:cubicBezTo>
                  <a:cubicBezTo>
                    <a:pt x="23617" y="11943"/>
                    <a:pt x="23584" y="12076"/>
                    <a:pt x="23584" y="12176"/>
                  </a:cubicBezTo>
                  <a:cubicBezTo>
                    <a:pt x="23584" y="12310"/>
                    <a:pt x="23584" y="12443"/>
                    <a:pt x="23584" y="12543"/>
                  </a:cubicBezTo>
                  <a:cubicBezTo>
                    <a:pt x="23550" y="12777"/>
                    <a:pt x="23584" y="13010"/>
                    <a:pt x="23584" y="13244"/>
                  </a:cubicBezTo>
                  <a:cubicBezTo>
                    <a:pt x="23617" y="13544"/>
                    <a:pt x="23651" y="13811"/>
                    <a:pt x="23717" y="14111"/>
                  </a:cubicBezTo>
                  <a:cubicBezTo>
                    <a:pt x="23751" y="14244"/>
                    <a:pt x="23784" y="14411"/>
                    <a:pt x="23851" y="14544"/>
                  </a:cubicBezTo>
                  <a:cubicBezTo>
                    <a:pt x="23884" y="14711"/>
                    <a:pt x="23951" y="14878"/>
                    <a:pt x="24017" y="15045"/>
                  </a:cubicBezTo>
                  <a:cubicBezTo>
                    <a:pt x="23917" y="14878"/>
                    <a:pt x="23851" y="14745"/>
                    <a:pt x="23784" y="14578"/>
                  </a:cubicBezTo>
                  <a:cubicBezTo>
                    <a:pt x="23751" y="14511"/>
                    <a:pt x="23717" y="14444"/>
                    <a:pt x="23684" y="14344"/>
                  </a:cubicBezTo>
                  <a:cubicBezTo>
                    <a:pt x="23651" y="14278"/>
                    <a:pt x="23617" y="14211"/>
                    <a:pt x="23584" y="14111"/>
                  </a:cubicBezTo>
                  <a:cubicBezTo>
                    <a:pt x="23584" y="14111"/>
                    <a:pt x="23584" y="14111"/>
                    <a:pt x="23584" y="14144"/>
                  </a:cubicBezTo>
                  <a:cubicBezTo>
                    <a:pt x="23484" y="13877"/>
                    <a:pt x="23417" y="13610"/>
                    <a:pt x="23350" y="13377"/>
                  </a:cubicBezTo>
                  <a:cubicBezTo>
                    <a:pt x="23250" y="12910"/>
                    <a:pt x="23184" y="12410"/>
                    <a:pt x="23184" y="11943"/>
                  </a:cubicBezTo>
                  <a:cubicBezTo>
                    <a:pt x="23184" y="11676"/>
                    <a:pt x="23184" y="11442"/>
                    <a:pt x="23217" y="11209"/>
                  </a:cubicBezTo>
                  <a:cubicBezTo>
                    <a:pt x="23217" y="11075"/>
                    <a:pt x="23217" y="10975"/>
                    <a:pt x="23217" y="10875"/>
                  </a:cubicBezTo>
                  <a:cubicBezTo>
                    <a:pt x="23250" y="10775"/>
                    <a:pt x="23217" y="10675"/>
                    <a:pt x="23217" y="10575"/>
                  </a:cubicBezTo>
                  <a:cubicBezTo>
                    <a:pt x="23217" y="10442"/>
                    <a:pt x="23184" y="10308"/>
                    <a:pt x="23150" y="10175"/>
                  </a:cubicBezTo>
                  <a:cubicBezTo>
                    <a:pt x="23117" y="10075"/>
                    <a:pt x="23083" y="9974"/>
                    <a:pt x="23050" y="9841"/>
                  </a:cubicBezTo>
                  <a:cubicBezTo>
                    <a:pt x="22917" y="9507"/>
                    <a:pt x="22750" y="9174"/>
                    <a:pt x="22650" y="8807"/>
                  </a:cubicBezTo>
                  <a:cubicBezTo>
                    <a:pt x="22583" y="8674"/>
                    <a:pt x="22550" y="8540"/>
                    <a:pt x="22550" y="8407"/>
                  </a:cubicBezTo>
                  <a:cubicBezTo>
                    <a:pt x="22550" y="8373"/>
                    <a:pt x="22550" y="8307"/>
                    <a:pt x="22550" y="8273"/>
                  </a:cubicBezTo>
                  <a:cubicBezTo>
                    <a:pt x="22283" y="8340"/>
                    <a:pt x="22016" y="8373"/>
                    <a:pt x="21749" y="8440"/>
                  </a:cubicBezTo>
                  <a:cubicBezTo>
                    <a:pt x="21749" y="8507"/>
                    <a:pt x="21783" y="8540"/>
                    <a:pt x="21783" y="8607"/>
                  </a:cubicBezTo>
                  <a:cubicBezTo>
                    <a:pt x="21816" y="8707"/>
                    <a:pt x="21849" y="8840"/>
                    <a:pt x="21849" y="8940"/>
                  </a:cubicBezTo>
                  <a:lnTo>
                    <a:pt x="21883" y="9307"/>
                  </a:lnTo>
                  <a:cubicBezTo>
                    <a:pt x="21916" y="9407"/>
                    <a:pt x="21916" y="9541"/>
                    <a:pt x="21916" y="9641"/>
                  </a:cubicBezTo>
                  <a:cubicBezTo>
                    <a:pt x="21916" y="9808"/>
                    <a:pt x="21916" y="9941"/>
                    <a:pt x="21883" y="10108"/>
                  </a:cubicBezTo>
                  <a:cubicBezTo>
                    <a:pt x="21883" y="10241"/>
                    <a:pt x="21883" y="10408"/>
                    <a:pt x="21849" y="10575"/>
                  </a:cubicBezTo>
                  <a:cubicBezTo>
                    <a:pt x="21816" y="10742"/>
                    <a:pt x="21816" y="10942"/>
                    <a:pt x="21783" y="11109"/>
                  </a:cubicBezTo>
                  <a:cubicBezTo>
                    <a:pt x="21749" y="11275"/>
                    <a:pt x="21682" y="11442"/>
                    <a:pt x="21649" y="11576"/>
                  </a:cubicBezTo>
                  <a:cubicBezTo>
                    <a:pt x="21616" y="11742"/>
                    <a:pt x="21549" y="11876"/>
                    <a:pt x="21482" y="12009"/>
                  </a:cubicBezTo>
                  <a:cubicBezTo>
                    <a:pt x="21416" y="12143"/>
                    <a:pt x="21382" y="12276"/>
                    <a:pt x="21316" y="12410"/>
                  </a:cubicBezTo>
                  <a:cubicBezTo>
                    <a:pt x="21282" y="12543"/>
                    <a:pt x="21215" y="12710"/>
                    <a:pt x="21149" y="12843"/>
                  </a:cubicBezTo>
                  <a:cubicBezTo>
                    <a:pt x="21082" y="13043"/>
                    <a:pt x="21015" y="13244"/>
                    <a:pt x="20949" y="13444"/>
                  </a:cubicBezTo>
                  <a:cubicBezTo>
                    <a:pt x="20982" y="13244"/>
                    <a:pt x="21015" y="13043"/>
                    <a:pt x="21049" y="12843"/>
                  </a:cubicBezTo>
                  <a:cubicBezTo>
                    <a:pt x="21049" y="12676"/>
                    <a:pt x="21082" y="12510"/>
                    <a:pt x="21115" y="12343"/>
                  </a:cubicBezTo>
                  <a:cubicBezTo>
                    <a:pt x="21182" y="12076"/>
                    <a:pt x="21249" y="11776"/>
                    <a:pt x="21316" y="11509"/>
                  </a:cubicBezTo>
                  <a:cubicBezTo>
                    <a:pt x="21349" y="11442"/>
                    <a:pt x="21349" y="11376"/>
                    <a:pt x="21349" y="11309"/>
                  </a:cubicBezTo>
                  <a:cubicBezTo>
                    <a:pt x="21382" y="11042"/>
                    <a:pt x="21416" y="10808"/>
                    <a:pt x="21416" y="10542"/>
                  </a:cubicBezTo>
                  <a:cubicBezTo>
                    <a:pt x="21449" y="10275"/>
                    <a:pt x="21449" y="10008"/>
                    <a:pt x="21482" y="9741"/>
                  </a:cubicBezTo>
                  <a:cubicBezTo>
                    <a:pt x="21516" y="9307"/>
                    <a:pt x="21482" y="8907"/>
                    <a:pt x="21482" y="8507"/>
                  </a:cubicBezTo>
                  <a:lnTo>
                    <a:pt x="21416" y="8507"/>
                  </a:lnTo>
                  <a:cubicBezTo>
                    <a:pt x="21249" y="8540"/>
                    <a:pt x="21049" y="8573"/>
                    <a:pt x="20815" y="8607"/>
                  </a:cubicBezTo>
                  <a:cubicBezTo>
                    <a:pt x="20849" y="8640"/>
                    <a:pt x="20849" y="8674"/>
                    <a:pt x="20849" y="8740"/>
                  </a:cubicBezTo>
                  <a:cubicBezTo>
                    <a:pt x="20882" y="8907"/>
                    <a:pt x="20815" y="9107"/>
                    <a:pt x="20782" y="9307"/>
                  </a:cubicBezTo>
                  <a:cubicBezTo>
                    <a:pt x="20782" y="9407"/>
                    <a:pt x="20748" y="9507"/>
                    <a:pt x="20715" y="9608"/>
                  </a:cubicBezTo>
                  <a:cubicBezTo>
                    <a:pt x="20682" y="9808"/>
                    <a:pt x="20615" y="10008"/>
                    <a:pt x="20582" y="10241"/>
                  </a:cubicBezTo>
                  <a:cubicBezTo>
                    <a:pt x="20582" y="10008"/>
                    <a:pt x="20615" y="9808"/>
                    <a:pt x="20648" y="9608"/>
                  </a:cubicBezTo>
                  <a:cubicBezTo>
                    <a:pt x="20648" y="9507"/>
                    <a:pt x="20682" y="9407"/>
                    <a:pt x="20682" y="9307"/>
                  </a:cubicBezTo>
                  <a:cubicBezTo>
                    <a:pt x="20682" y="9107"/>
                    <a:pt x="20715" y="8940"/>
                    <a:pt x="20715" y="8740"/>
                  </a:cubicBezTo>
                  <a:cubicBezTo>
                    <a:pt x="20715" y="8707"/>
                    <a:pt x="20682" y="8674"/>
                    <a:pt x="20682" y="8640"/>
                  </a:cubicBezTo>
                  <a:cubicBezTo>
                    <a:pt x="20482" y="8640"/>
                    <a:pt x="20281" y="8674"/>
                    <a:pt x="20081" y="8707"/>
                  </a:cubicBezTo>
                  <a:lnTo>
                    <a:pt x="20048" y="8707"/>
                  </a:lnTo>
                  <a:cubicBezTo>
                    <a:pt x="19814" y="8740"/>
                    <a:pt x="19581" y="8740"/>
                    <a:pt x="19347" y="8740"/>
                  </a:cubicBezTo>
                  <a:cubicBezTo>
                    <a:pt x="19314" y="8840"/>
                    <a:pt x="19314" y="8940"/>
                    <a:pt x="19314" y="9074"/>
                  </a:cubicBezTo>
                  <a:cubicBezTo>
                    <a:pt x="19281" y="9307"/>
                    <a:pt x="19214" y="9541"/>
                    <a:pt x="19181" y="9774"/>
                  </a:cubicBezTo>
                  <a:cubicBezTo>
                    <a:pt x="19147" y="10008"/>
                    <a:pt x="19081" y="10208"/>
                    <a:pt x="19014" y="10408"/>
                  </a:cubicBezTo>
                  <a:cubicBezTo>
                    <a:pt x="18981" y="10542"/>
                    <a:pt x="18947" y="10675"/>
                    <a:pt x="18914" y="10775"/>
                  </a:cubicBezTo>
                  <a:cubicBezTo>
                    <a:pt x="18880" y="10875"/>
                    <a:pt x="18814" y="11009"/>
                    <a:pt x="18814" y="11109"/>
                  </a:cubicBezTo>
                  <a:cubicBezTo>
                    <a:pt x="18780" y="11209"/>
                    <a:pt x="18747" y="11342"/>
                    <a:pt x="18714" y="11442"/>
                  </a:cubicBezTo>
                  <a:cubicBezTo>
                    <a:pt x="18680" y="11542"/>
                    <a:pt x="18647" y="11642"/>
                    <a:pt x="18647" y="11776"/>
                  </a:cubicBezTo>
                  <a:cubicBezTo>
                    <a:pt x="18614" y="11976"/>
                    <a:pt x="18580" y="12143"/>
                    <a:pt x="18547" y="12343"/>
                  </a:cubicBezTo>
                  <a:cubicBezTo>
                    <a:pt x="18547" y="12476"/>
                    <a:pt x="18514" y="12610"/>
                    <a:pt x="18514" y="12710"/>
                  </a:cubicBezTo>
                  <a:cubicBezTo>
                    <a:pt x="18480" y="12843"/>
                    <a:pt x="18480" y="12943"/>
                    <a:pt x="18480" y="13077"/>
                  </a:cubicBezTo>
                  <a:cubicBezTo>
                    <a:pt x="18447" y="13110"/>
                    <a:pt x="18447" y="13143"/>
                    <a:pt x="18447" y="13210"/>
                  </a:cubicBezTo>
                  <a:cubicBezTo>
                    <a:pt x="18447" y="13244"/>
                    <a:pt x="18447" y="13310"/>
                    <a:pt x="18447" y="13377"/>
                  </a:cubicBezTo>
                  <a:cubicBezTo>
                    <a:pt x="18447" y="13477"/>
                    <a:pt x="18447" y="13577"/>
                    <a:pt x="18447" y="13677"/>
                  </a:cubicBezTo>
                  <a:cubicBezTo>
                    <a:pt x="18447" y="13911"/>
                    <a:pt x="18447" y="14111"/>
                    <a:pt x="18480" y="14344"/>
                  </a:cubicBezTo>
                  <a:cubicBezTo>
                    <a:pt x="18514" y="14645"/>
                    <a:pt x="18547" y="14945"/>
                    <a:pt x="18580" y="15245"/>
                  </a:cubicBezTo>
                  <a:cubicBezTo>
                    <a:pt x="18611" y="15553"/>
                    <a:pt x="18670" y="15833"/>
                    <a:pt x="18732" y="16137"/>
                  </a:cubicBezTo>
                  <a:lnTo>
                    <a:pt x="18732" y="16137"/>
                  </a:lnTo>
                  <a:cubicBezTo>
                    <a:pt x="18723" y="16114"/>
                    <a:pt x="18714" y="16097"/>
                    <a:pt x="18714" y="16079"/>
                  </a:cubicBezTo>
                  <a:cubicBezTo>
                    <a:pt x="18680" y="15945"/>
                    <a:pt x="18647" y="15845"/>
                    <a:pt x="18614" y="15745"/>
                  </a:cubicBezTo>
                  <a:cubicBezTo>
                    <a:pt x="18580" y="15612"/>
                    <a:pt x="18547" y="15512"/>
                    <a:pt x="18514" y="15412"/>
                  </a:cubicBezTo>
                  <a:cubicBezTo>
                    <a:pt x="18480" y="15145"/>
                    <a:pt x="18413" y="14911"/>
                    <a:pt x="18380" y="14645"/>
                  </a:cubicBezTo>
                  <a:cubicBezTo>
                    <a:pt x="18313" y="14444"/>
                    <a:pt x="18280" y="14211"/>
                    <a:pt x="18247" y="13977"/>
                  </a:cubicBezTo>
                  <a:cubicBezTo>
                    <a:pt x="18213" y="13777"/>
                    <a:pt x="18180" y="13544"/>
                    <a:pt x="18180" y="13310"/>
                  </a:cubicBezTo>
                  <a:cubicBezTo>
                    <a:pt x="18147" y="13177"/>
                    <a:pt x="18147" y="13077"/>
                    <a:pt x="18147" y="12943"/>
                  </a:cubicBezTo>
                  <a:cubicBezTo>
                    <a:pt x="18147" y="12843"/>
                    <a:pt x="18147" y="12710"/>
                    <a:pt x="18147" y="12610"/>
                  </a:cubicBezTo>
                  <a:cubicBezTo>
                    <a:pt x="18180" y="12343"/>
                    <a:pt x="18180" y="12109"/>
                    <a:pt x="18213" y="11876"/>
                  </a:cubicBezTo>
                  <a:cubicBezTo>
                    <a:pt x="18247" y="11642"/>
                    <a:pt x="18280" y="11376"/>
                    <a:pt x="18347" y="11142"/>
                  </a:cubicBezTo>
                  <a:cubicBezTo>
                    <a:pt x="18380" y="11042"/>
                    <a:pt x="18413" y="10909"/>
                    <a:pt x="18447" y="10775"/>
                  </a:cubicBezTo>
                  <a:cubicBezTo>
                    <a:pt x="18480" y="10675"/>
                    <a:pt x="18514" y="10608"/>
                    <a:pt x="18547" y="10508"/>
                  </a:cubicBezTo>
                  <a:cubicBezTo>
                    <a:pt x="18647" y="10275"/>
                    <a:pt x="18747" y="10041"/>
                    <a:pt x="18814" y="9808"/>
                  </a:cubicBezTo>
                  <a:cubicBezTo>
                    <a:pt x="18880" y="9574"/>
                    <a:pt x="18947" y="9341"/>
                    <a:pt x="19014" y="9141"/>
                  </a:cubicBezTo>
                  <a:cubicBezTo>
                    <a:pt x="19047" y="9007"/>
                    <a:pt x="19081" y="8874"/>
                    <a:pt x="19114" y="8740"/>
                  </a:cubicBezTo>
                  <a:lnTo>
                    <a:pt x="19047" y="8740"/>
                  </a:lnTo>
                  <a:cubicBezTo>
                    <a:pt x="18747" y="8740"/>
                    <a:pt x="18413" y="8707"/>
                    <a:pt x="18147" y="8674"/>
                  </a:cubicBezTo>
                  <a:cubicBezTo>
                    <a:pt x="17746" y="8573"/>
                    <a:pt x="17346" y="8473"/>
                    <a:pt x="16912" y="8307"/>
                  </a:cubicBezTo>
                  <a:lnTo>
                    <a:pt x="16912" y="8307"/>
                  </a:lnTo>
                  <a:cubicBezTo>
                    <a:pt x="16912" y="8373"/>
                    <a:pt x="16946" y="8407"/>
                    <a:pt x="16946" y="8473"/>
                  </a:cubicBezTo>
                  <a:cubicBezTo>
                    <a:pt x="16946" y="8573"/>
                    <a:pt x="16979" y="8674"/>
                    <a:pt x="16946" y="8774"/>
                  </a:cubicBezTo>
                  <a:cubicBezTo>
                    <a:pt x="16946" y="8840"/>
                    <a:pt x="16912" y="8940"/>
                    <a:pt x="16879" y="9040"/>
                  </a:cubicBezTo>
                  <a:cubicBezTo>
                    <a:pt x="16812" y="9207"/>
                    <a:pt x="16712" y="9407"/>
                    <a:pt x="16646" y="9574"/>
                  </a:cubicBezTo>
                  <a:cubicBezTo>
                    <a:pt x="16612" y="9641"/>
                    <a:pt x="16612" y="9741"/>
                    <a:pt x="16579" y="9808"/>
                  </a:cubicBezTo>
                  <a:cubicBezTo>
                    <a:pt x="16512" y="9974"/>
                    <a:pt x="16479" y="10141"/>
                    <a:pt x="16445" y="10308"/>
                  </a:cubicBezTo>
                  <a:cubicBezTo>
                    <a:pt x="16379" y="10675"/>
                    <a:pt x="16379" y="11042"/>
                    <a:pt x="16345" y="11409"/>
                  </a:cubicBezTo>
                  <a:cubicBezTo>
                    <a:pt x="16312" y="11542"/>
                    <a:pt x="16312" y="11676"/>
                    <a:pt x="16279" y="11809"/>
                  </a:cubicBezTo>
                  <a:cubicBezTo>
                    <a:pt x="16279" y="12143"/>
                    <a:pt x="16279" y="12443"/>
                    <a:pt x="16279" y="12743"/>
                  </a:cubicBezTo>
                  <a:cubicBezTo>
                    <a:pt x="16312" y="13110"/>
                    <a:pt x="16379" y="13477"/>
                    <a:pt x="16412" y="13844"/>
                  </a:cubicBezTo>
                  <a:cubicBezTo>
                    <a:pt x="16479" y="14178"/>
                    <a:pt x="16512" y="14544"/>
                    <a:pt x="16579" y="14878"/>
                  </a:cubicBezTo>
                  <a:cubicBezTo>
                    <a:pt x="16412" y="14444"/>
                    <a:pt x="16279" y="14044"/>
                    <a:pt x="16145" y="13610"/>
                  </a:cubicBezTo>
                  <a:cubicBezTo>
                    <a:pt x="16045" y="13210"/>
                    <a:pt x="15912" y="12810"/>
                    <a:pt x="15878" y="12376"/>
                  </a:cubicBezTo>
                  <a:cubicBezTo>
                    <a:pt x="15812" y="11976"/>
                    <a:pt x="15845" y="11542"/>
                    <a:pt x="15878" y="11142"/>
                  </a:cubicBezTo>
                  <a:cubicBezTo>
                    <a:pt x="15878" y="10975"/>
                    <a:pt x="15912" y="10842"/>
                    <a:pt x="15945" y="10708"/>
                  </a:cubicBezTo>
                  <a:cubicBezTo>
                    <a:pt x="15978" y="10375"/>
                    <a:pt x="16045" y="10041"/>
                    <a:pt x="16212" y="9741"/>
                  </a:cubicBezTo>
                  <a:cubicBezTo>
                    <a:pt x="16279" y="9574"/>
                    <a:pt x="16345" y="9441"/>
                    <a:pt x="16412" y="9307"/>
                  </a:cubicBezTo>
                  <a:cubicBezTo>
                    <a:pt x="16512" y="9141"/>
                    <a:pt x="16612" y="8974"/>
                    <a:pt x="16712" y="8807"/>
                  </a:cubicBezTo>
                  <a:cubicBezTo>
                    <a:pt x="16746" y="8740"/>
                    <a:pt x="16746" y="8707"/>
                    <a:pt x="16779" y="8640"/>
                  </a:cubicBezTo>
                  <a:cubicBezTo>
                    <a:pt x="16779" y="8540"/>
                    <a:pt x="16779" y="8440"/>
                    <a:pt x="16779" y="8340"/>
                  </a:cubicBezTo>
                  <a:cubicBezTo>
                    <a:pt x="16779" y="8307"/>
                    <a:pt x="16779" y="8273"/>
                    <a:pt x="16779" y="8240"/>
                  </a:cubicBezTo>
                  <a:cubicBezTo>
                    <a:pt x="16612" y="8173"/>
                    <a:pt x="16412" y="8106"/>
                    <a:pt x="16212" y="8006"/>
                  </a:cubicBezTo>
                  <a:cubicBezTo>
                    <a:pt x="15912" y="7873"/>
                    <a:pt x="15645" y="7706"/>
                    <a:pt x="15411" y="7573"/>
                  </a:cubicBezTo>
                  <a:cubicBezTo>
                    <a:pt x="15411" y="7673"/>
                    <a:pt x="15378" y="7740"/>
                    <a:pt x="15345" y="7840"/>
                  </a:cubicBezTo>
                  <a:cubicBezTo>
                    <a:pt x="15311" y="7906"/>
                    <a:pt x="15311" y="7973"/>
                    <a:pt x="15278" y="8040"/>
                  </a:cubicBezTo>
                  <a:cubicBezTo>
                    <a:pt x="15211" y="8173"/>
                    <a:pt x="15178" y="8273"/>
                    <a:pt x="15111" y="8407"/>
                  </a:cubicBezTo>
                  <a:cubicBezTo>
                    <a:pt x="15011" y="8507"/>
                    <a:pt x="14944" y="8640"/>
                    <a:pt x="14878" y="8774"/>
                  </a:cubicBezTo>
                  <a:cubicBezTo>
                    <a:pt x="14677" y="9274"/>
                    <a:pt x="14511" y="9774"/>
                    <a:pt x="14411" y="10308"/>
                  </a:cubicBezTo>
                  <a:cubicBezTo>
                    <a:pt x="14344" y="10608"/>
                    <a:pt x="14344" y="10909"/>
                    <a:pt x="14344" y="11209"/>
                  </a:cubicBezTo>
                  <a:cubicBezTo>
                    <a:pt x="14311" y="11509"/>
                    <a:pt x="14344" y="11809"/>
                    <a:pt x="14344" y="12109"/>
                  </a:cubicBezTo>
                  <a:cubicBezTo>
                    <a:pt x="14377" y="12176"/>
                    <a:pt x="14377" y="12276"/>
                    <a:pt x="14377" y="12343"/>
                  </a:cubicBezTo>
                  <a:cubicBezTo>
                    <a:pt x="14277" y="12076"/>
                    <a:pt x="14210" y="11809"/>
                    <a:pt x="14144" y="11542"/>
                  </a:cubicBezTo>
                  <a:cubicBezTo>
                    <a:pt x="14077" y="11209"/>
                    <a:pt x="14044" y="10875"/>
                    <a:pt x="14044" y="10575"/>
                  </a:cubicBezTo>
                  <a:cubicBezTo>
                    <a:pt x="14010" y="10408"/>
                    <a:pt x="14044" y="10275"/>
                    <a:pt x="14044" y="10108"/>
                  </a:cubicBezTo>
                  <a:cubicBezTo>
                    <a:pt x="14077" y="9974"/>
                    <a:pt x="14077" y="9808"/>
                    <a:pt x="14110" y="9641"/>
                  </a:cubicBezTo>
                  <a:cubicBezTo>
                    <a:pt x="14210" y="9307"/>
                    <a:pt x="14311" y="9007"/>
                    <a:pt x="14444" y="8707"/>
                  </a:cubicBezTo>
                  <a:cubicBezTo>
                    <a:pt x="14544" y="8540"/>
                    <a:pt x="14611" y="8407"/>
                    <a:pt x="14711" y="8273"/>
                  </a:cubicBezTo>
                  <a:cubicBezTo>
                    <a:pt x="14778" y="8173"/>
                    <a:pt x="14844" y="8106"/>
                    <a:pt x="14878" y="8006"/>
                  </a:cubicBezTo>
                  <a:cubicBezTo>
                    <a:pt x="14944" y="7940"/>
                    <a:pt x="14978" y="7840"/>
                    <a:pt x="15011" y="7773"/>
                  </a:cubicBezTo>
                  <a:cubicBezTo>
                    <a:pt x="15044" y="7706"/>
                    <a:pt x="15078" y="7639"/>
                    <a:pt x="15111" y="7573"/>
                  </a:cubicBezTo>
                  <a:cubicBezTo>
                    <a:pt x="15144" y="7539"/>
                    <a:pt x="15144" y="7473"/>
                    <a:pt x="15178" y="7406"/>
                  </a:cubicBezTo>
                  <a:lnTo>
                    <a:pt x="15144" y="7406"/>
                  </a:lnTo>
                  <a:cubicBezTo>
                    <a:pt x="14778" y="7172"/>
                    <a:pt x="14477" y="6906"/>
                    <a:pt x="14077" y="6605"/>
                  </a:cubicBezTo>
                  <a:cubicBezTo>
                    <a:pt x="13910" y="6439"/>
                    <a:pt x="13743" y="6305"/>
                    <a:pt x="13577" y="6172"/>
                  </a:cubicBezTo>
                  <a:cubicBezTo>
                    <a:pt x="13443" y="6405"/>
                    <a:pt x="13276" y="6605"/>
                    <a:pt x="13176" y="6872"/>
                  </a:cubicBezTo>
                  <a:cubicBezTo>
                    <a:pt x="13110" y="6972"/>
                    <a:pt x="13076" y="7106"/>
                    <a:pt x="13010" y="7239"/>
                  </a:cubicBezTo>
                  <a:cubicBezTo>
                    <a:pt x="12976" y="7306"/>
                    <a:pt x="12943" y="7406"/>
                    <a:pt x="12910" y="7506"/>
                  </a:cubicBezTo>
                  <a:cubicBezTo>
                    <a:pt x="12843" y="7706"/>
                    <a:pt x="12809" y="7873"/>
                    <a:pt x="12743" y="8073"/>
                  </a:cubicBezTo>
                  <a:cubicBezTo>
                    <a:pt x="12676" y="8373"/>
                    <a:pt x="12576" y="8607"/>
                    <a:pt x="12443" y="8874"/>
                  </a:cubicBezTo>
                  <a:cubicBezTo>
                    <a:pt x="12342" y="9074"/>
                    <a:pt x="12242" y="9274"/>
                    <a:pt x="12142" y="9507"/>
                  </a:cubicBezTo>
                  <a:cubicBezTo>
                    <a:pt x="12209" y="9307"/>
                    <a:pt x="12309" y="9107"/>
                    <a:pt x="12342" y="8907"/>
                  </a:cubicBezTo>
                  <a:cubicBezTo>
                    <a:pt x="12443" y="8674"/>
                    <a:pt x="12509" y="8440"/>
                    <a:pt x="12543" y="8207"/>
                  </a:cubicBezTo>
                  <a:lnTo>
                    <a:pt x="12543" y="8173"/>
                  </a:lnTo>
                  <a:cubicBezTo>
                    <a:pt x="12576" y="8073"/>
                    <a:pt x="12576" y="7940"/>
                    <a:pt x="12609" y="7806"/>
                  </a:cubicBezTo>
                  <a:cubicBezTo>
                    <a:pt x="12609" y="7706"/>
                    <a:pt x="12643" y="7639"/>
                    <a:pt x="12643" y="7539"/>
                  </a:cubicBezTo>
                  <a:cubicBezTo>
                    <a:pt x="12643" y="7406"/>
                    <a:pt x="12676" y="7306"/>
                    <a:pt x="12709" y="7206"/>
                  </a:cubicBezTo>
                  <a:cubicBezTo>
                    <a:pt x="12743" y="7106"/>
                    <a:pt x="12743" y="7039"/>
                    <a:pt x="12776" y="6939"/>
                  </a:cubicBezTo>
                  <a:cubicBezTo>
                    <a:pt x="12876" y="6672"/>
                    <a:pt x="12976" y="6439"/>
                    <a:pt x="13110" y="6205"/>
                  </a:cubicBezTo>
                  <a:cubicBezTo>
                    <a:pt x="13176" y="6105"/>
                    <a:pt x="13243" y="6038"/>
                    <a:pt x="13310" y="5938"/>
                  </a:cubicBezTo>
                  <a:lnTo>
                    <a:pt x="13076" y="5738"/>
                  </a:lnTo>
                  <a:cubicBezTo>
                    <a:pt x="12976" y="5872"/>
                    <a:pt x="12876" y="5972"/>
                    <a:pt x="12776" y="6105"/>
                  </a:cubicBezTo>
                  <a:cubicBezTo>
                    <a:pt x="12609" y="6305"/>
                    <a:pt x="12443" y="6505"/>
                    <a:pt x="12276" y="6739"/>
                  </a:cubicBezTo>
                  <a:cubicBezTo>
                    <a:pt x="12209" y="6839"/>
                    <a:pt x="12142" y="6939"/>
                    <a:pt x="12076" y="7072"/>
                  </a:cubicBezTo>
                  <a:cubicBezTo>
                    <a:pt x="12009" y="7206"/>
                    <a:pt x="11942" y="7306"/>
                    <a:pt x="11875" y="7439"/>
                  </a:cubicBezTo>
                  <a:cubicBezTo>
                    <a:pt x="11809" y="7573"/>
                    <a:pt x="11742" y="7740"/>
                    <a:pt x="11709" y="7873"/>
                  </a:cubicBezTo>
                  <a:cubicBezTo>
                    <a:pt x="11642" y="8040"/>
                    <a:pt x="11609" y="8240"/>
                    <a:pt x="11542" y="8407"/>
                  </a:cubicBezTo>
                  <a:cubicBezTo>
                    <a:pt x="11475" y="8674"/>
                    <a:pt x="11408" y="8907"/>
                    <a:pt x="11342" y="9174"/>
                  </a:cubicBezTo>
                  <a:cubicBezTo>
                    <a:pt x="11275" y="9407"/>
                    <a:pt x="11175" y="9641"/>
                    <a:pt x="11075" y="9874"/>
                  </a:cubicBezTo>
                  <a:cubicBezTo>
                    <a:pt x="10908" y="10341"/>
                    <a:pt x="10608" y="10775"/>
                    <a:pt x="10408" y="11209"/>
                  </a:cubicBezTo>
                  <a:cubicBezTo>
                    <a:pt x="10408" y="11209"/>
                    <a:pt x="10374" y="11242"/>
                    <a:pt x="10374" y="11242"/>
                  </a:cubicBezTo>
                  <a:lnTo>
                    <a:pt x="10408" y="11242"/>
                  </a:lnTo>
                  <a:cubicBezTo>
                    <a:pt x="10575" y="11175"/>
                    <a:pt x="10708" y="11075"/>
                    <a:pt x="10875" y="10975"/>
                  </a:cubicBezTo>
                  <a:lnTo>
                    <a:pt x="10875" y="10975"/>
                  </a:lnTo>
                  <a:cubicBezTo>
                    <a:pt x="10741" y="11075"/>
                    <a:pt x="10641" y="11175"/>
                    <a:pt x="10508" y="11275"/>
                  </a:cubicBezTo>
                  <a:cubicBezTo>
                    <a:pt x="10474" y="11309"/>
                    <a:pt x="10408" y="11342"/>
                    <a:pt x="10341" y="11342"/>
                  </a:cubicBezTo>
                  <a:lnTo>
                    <a:pt x="10274" y="11342"/>
                  </a:lnTo>
                  <a:cubicBezTo>
                    <a:pt x="10241" y="11275"/>
                    <a:pt x="10274" y="11175"/>
                    <a:pt x="10274" y="11142"/>
                  </a:cubicBezTo>
                  <a:cubicBezTo>
                    <a:pt x="10308" y="10909"/>
                    <a:pt x="10374" y="10742"/>
                    <a:pt x="10441" y="10542"/>
                  </a:cubicBezTo>
                  <a:cubicBezTo>
                    <a:pt x="10541" y="10275"/>
                    <a:pt x="10641" y="10041"/>
                    <a:pt x="10708" y="9774"/>
                  </a:cubicBezTo>
                  <a:cubicBezTo>
                    <a:pt x="10775" y="9541"/>
                    <a:pt x="10841" y="9307"/>
                    <a:pt x="10908" y="9040"/>
                  </a:cubicBezTo>
                  <a:cubicBezTo>
                    <a:pt x="10975" y="8807"/>
                    <a:pt x="11008" y="8540"/>
                    <a:pt x="11075" y="8307"/>
                  </a:cubicBezTo>
                  <a:cubicBezTo>
                    <a:pt x="11142" y="8040"/>
                    <a:pt x="11242" y="7806"/>
                    <a:pt x="11342" y="7573"/>
                  </a:cubicBezTo>
                  <a:cubicBezTo>
                    <a:pt x="11375" y="7439"/>
                    <a:pt x="11442" y="7339"/>
                    <a:pt x="11542" y="7239"/>
                  </a:cubicBezTo>
                  <a:cubicBezTo>
                    <a:pt x="11609" y="7106"/>
                    <a:pt x="11675" y="7006"/>
                    <a:pt x="11775" y="6872"/>
                  </a:cubicBezTo>
                  <a:cubicBezTo>
                    <a:pt x="11842" y="6772"/>
                    <a:pt x="11942" y="6672"/>
                    <a:pt x="12009" y="6572"/>
                  </a:cubicBezTo>
                  <a:cubicBezTo>
                    <a:pt x="12109" y="6472"/>
                    <a:pt x="12176" y="6372"/>
                    <a:pt x="12276" y="6305"/>
                  </a:cubicBezTo>
                  <a:cubicBezTo>
                    <a:pt x="12476" y="6105"/>
                    <a:pt x="12643" y="5938"/>
                    <a:pt x="12843" y="5771"/>
                  </a:cubicBezTo>
                  <a:cubicBezTo>
                    <a:pt x="12910" y="5738"/>
                    <a:pt x="12943" y="5705"/>
                    <a:pt x="12976" y="5671"/>
                  </a:cubicBezTo>
                  <a:lnTo>
                    <a:pt x="12876" y="5571"/>
                  </a:lnTo>
                  <a:lnTo>
                    <a:pt x="12176" y="4971"/>
                  </a:lnTo>
                  <a:cubicBezTo>
                    <a:pt x="12009" y="4837"/>
                    <a:pt x="11842" y="4704"/>
                    <a:pt x="11675" y="4537"/>
                  </a:cubicBezTo>
                  <a:cubicBezTo>
                    <a:pt x="11408" y="4771"/>
                    <a:pt x="11142" y="5004"/>
                    <a:pt x="10908" y="5271"/>
                  </a:cubicBezTo>
                  <a:cubicBezTo>
                    <a:pt x="10775" y="5438"/>
                    <a:pt x="10608" y="5638"/>
                    <a:pt x="10508" y="5872"/>
                  </a:cubicBezTo>
                  <a:cubicBezTo>
                    <a:pt x="10441" y="5938"/>
                    <a:pt x="10408" y="6038"/>
                    <a:pt x="10374" y="6138"/>
                  </a:cubicBezTo>
                  <a:cubicBezTo>
                    <a:pt x="10341" y="6172"/>
                    <a:pt x="10308" y="6205"/>
                    <a:pt x="10308" y="6272"/>
                  </a:cubicBezTo>
                  <a:cubicBezTo>
                    <a:pt x="10274" y="6305"/>
                    <a:pt x="10274" y="6339"/>
                    <a:pt x="10241" y="6372"/>
                  </a:cubicBezTo>
                  <a:cubicBezTo>
                    <a:pt x="10274" y="6172"/>
                    <a:pt x="10308" y="5972"/>
                    <a:pt x="10408" y="5771"/>
                  </a:cubicBezTo>
                  <a:cubicBezTo>
                    <a:pt x="10541" y="5371"/>
                    <a:pt x="10775" y="5004"/>
                    <a:pt x="11075" y="4704"/>
                  </a:cubicBezTo>
                  <a:cubicBezTo>
                    <a:pt x="11208" y="4604"/>
                    <a:pt x="11342" y="4504"/>
                    <a:pt x="11475" y="4404"/>
                  </a:cubicBezTo>
                  <a:cubicBezTo>
                    <a:pt x="11408" y="4337"/>
                    <a:pt x="11375" y="4304"/>
                    <a:pt x="11308" y="4237"/>
                  </a:cubicBezTo>
                  <a:cubicBezTo>
                    <a:pt x="10875" y="3903"/>
                    <a:pt x="10474" y="3537"/>
                    <a:pt x="10041" y="3203"/>
                  </a:cubicBezTo>
                  <a:cubicBezTo>
                    <a:pt x="9907" y="3136"/>
                    <a:pt x="9807" y="3070"/>
                    <a:pt x="9707" y="2969"/>
                  </a:cubicBezTo>
                  <a:cubicBezTo>
                    <a:pt x="9674" y="3003"/>
                    <a:pt x="9607" y="3036"/>
                    <a:pt x="9574" y="3036"/>
                  </a:cubicBezTo>
                  <a:cubicBezTo>
                    <a:pt x="9407" y="3170"/>
                    <a:pt x="9207" y="3303"/>
                    <a:pt x="9007" y="3436"/>
                  </a:cubicBezTo>
                  <a:cubicBezTo>
                    <a:pt x="8807" y="3570"/>
                    <a:pt x="8640" y="3737"/>
                    <a:pt x="8473" y="3937"/>
                  </a:cubicBezTo>
                  <a:cubicBezTo>
                    <a:pt x="8406" y="4004"/>
                    <a:pt x="8340" y="4070"/>
                    <a:pt x="8306" y="4137"/>
                  </a:cubicBezTo>
                  <a:cubicBezTo>
                    <a:pt x="7973" y="4537"/>
                    <a:pt x="7639" y="4971"/>
                    <a:pt x="7306" y="5371"/>
                  </a:cubicBezTo>
                  <a:cubicBezTo>
                    <a:pt x="7005" y="5805"/>
                    <a:pt x="6672" y="6205"/>
                    <a:pt x="6372" y="6639"/>
                  </a:cubicBezTo>
                  <a:cubicBezTo>
                    <a:pt x="6505" y="6372"/>
                    <a:pt x="6605" y="6105"/>
                    <a:pt x="6738" y="5872"/>
                  </a:cubicBezTo>
                  <a:cubicBezTo>
                    <a:pt x="6872" y="5571"/>
                    <a:pt x="7005" y="5271"/>
                    <a:pt x="7172" y="5004"/>
                  </a:cubicBezTo>
                  <a:cubicBezTo>
                    <a:pt x="7372" y="4704"/>
                    <a:pt x="7539" y="4437"/>
                    <a:pt x="7773" y="4137"/>
                  </a:cubicBezTo>
                  <a:cubicBezTo>
                    <a:pt x="8039" y="3737"/>
                    <a:pt x="8406" y="3370"/>
                    <a:pt x="8873" y="3136"/>
                  </a:cubicBezTo>
                  <a:cubicBezTo>
                    <a:pt x="9040" y="3036"/>
                    <a:pt x="9174" y="2969"/>
                    <a:pt x="9340" y="2903"/>
                  </a:cubicBezTo>
                  <a:cubicBezTo>
                    <a:pt x="9407" y="2903"/>
                    <a:pt x="9440" y="2869"/>
                    <a:pt x="9474" y="2836"/>
                  </a:cubicBezTo>
                  <a:cubicBezTo>
                    <a:pt x="9407" y="2803"/>
                    <a:pt x="9340" y="2769"/>
                    <a:pt x="9240" y="2703"/>
                  </a:cubicBezTo>
                  <a:lnTo>
                    <a:pt x="9073" y="2603"/>
                  </a:lnTo>
                  <a:cubicBezTo>
                    <a:pt x="8907" y="2502"/>
                    <a:pt x="8740" y="2402"/>
                    <a:pt x="8540" y="2302"/>
                  </a:cubicBezTo>
                  <a:cubicBezTo>
                    <a:pt x="8540" y="2302"/>
                    <a:pt x="8506" y="2269"/>
                    <a:pt x="8506" y="2269"/>
                  </a:cubicBezTo>
                  <a:lnTo>
                    <a:pt x="8306" y="2502"/>
                  </a:lnTo>
                  <a:cubicBezTo>
                    <a:pt x="8006" y="2836"/>
                    <a:pt x="7672" y="3170"/>
                    <a:pt x="7339" y="3470"/>
                  </a:cubicBezTo>
                  <a:cubicBezTo>
                    <a:pt x="7172" y="3637"/>
                    <a:pt x="7005" y="3803"/>
                    <a:pt x="6872" y="3970"/>
                  </a:cubicBezTo>
                  <a:cubicBezTo>
                    <a:pt x="6705" y="4170"/>
                    <a:pt x="6505" y="4337"/>
                    <a:pt x="6338" y="4537"/>
                  </a:cubicBezTo>
                  <a:cubicBezTo>
                    <a:pt x="6405" y="4437"/>
                    <a:pt x="6472" y="4337"/>
                    <a:pt x="6538" y="4237"/>
                  </a:cubicBezTo>
                  <a:cubicBezTo>
                    <a:pt x="6605" y="4170"/>
                    <a:pt x="6638" y="4104"/>
                    <a:pt x="6705" y="4037"/>
                  </a:cubicBezTo>
                  <a:cubicBezTo>
                    <a:pt x="6805" y="3903"/>
                    <a:pt x="6872" y="3803"/>
                    <a:pt x="6972" y="3670"/>
                  </a:cubicBezTo>
                  <a:cubicBezTo>
                    <a:pt x="7139" y="3470"/>
                    <a:pt x="7306" y="3303"/>
                    <a:pt x="7472" y="3103"/>
                  </a:cubicBezTo>
                  <a:cubicBezTo>
                    <a:pt x="7606" y="2936"/>
                    <a:pt x="7773" y="2769"/>
                    <a:pt x="7939" y="2603"/>
                  </a:cubicBezTo>
                  <a:cubicBezTo>
                    <a:pt x="8106" y="2469"/>
                    <a:pt x="8240" y="2336"/>
                    <a:pt x="8373" y="2202"/>
                  </a:cubicBezTo>
                  <a:cubicBezTo>
                    <a:pt x="7973" y="2002"/>
                    <a:pt x="7572" y="1802"/>
                    <a:pt x="7172" y="1635"/>
                  </a:cubicBezTo>
                  <a:lnTo>
                    <a:pt x="6905" y="1535"/>
                  </a:lnTo>
                  <a:cubicBezTo>
                    <a:pt x="6738" y="1435"/>
                    <a:pt x="6538" y="1335"/>
                    <a:pt x="6372" y="1268"/>
                  </a:cubicBezTo>
                  <a:cubicBezTo>
                    <a:pt x="6171" y="1168"/>
                    <a:pt x="5971" y="1035"/>
                    <a:pt x="5771" y="935"/>
                  </a:cubicBezTo>
                  <a:cubicBezTo>
                    <a:pt x="5538" y="835"/>
                    <a:pt x="5337" y="735"/>
                    <a:pt x="5104" y="668"/>
                  </a:cubicBezTo>
                  <a:cubicBezTo>
                    <a:pt x="5004" y="735"/>
                    <a:pt x="4870" y="801"/>
                    <a:pt x="4737" y="868"/>
                  </a:cubicBezTo>
                  <a:cubicBezTo>
                    <a:pt x="4604" y="968"/>
                    <a:pt x="4470" y="1101"/>
                    <a:pt x="4337" y="1202"/>
                  </a:cubicBezTo>
                  <a:cubicBezTo>
                    <a:pt x="4203" y="1335"/>
                    <a:pt x="4070" y="1468"/>
                    <a:pt x="3936" y="1635"/>
                  </a:cubicBezTo>
                  <a:cubicBezTo>
                    <a:pt x="3770" y="1835"/>
                    <a:pt x="3636" y="2035"/>
                    <a:pt x="3536" y="2269"/>
                  </a:cubicBezTo>
                  <a:cubicBezTo>
                    <a:pt x="3469" y="2436"/>
                    <a:pt x="3403" y="2569"/>
                    <a:pt x="3336" y="2736"/>
                  </a:cubicBezTo>
                  <a:cubicBezTo>
                    <a:pt x="3436" y="2336"/>
                    <a:pt x="3536" y="1935"/>
                    <a:pt x="3770" y="1602"/>
                  </a:cubicBezTo>
                  <a:cubicBezTo>
                    <a:pt x="3870" y="1435"/>
                    <a:pt x="3970" y="1302"/>
                    <a:pt x="4103" y="1168"/>
                  </a:cubicBezTo>
                  <a:cubicBezTo>
                    <a:pt x="4170" y="1135"/>
                    <a:pt x="4237" y="1068"/>
                    <a:pt x="4303" y="1001"/>
                  </a:cubicBezTo>
                  <a:cubicBezTo>
                    <a:pt x="4537" y="835"/>
                    <a:pt x="4770" y="701"/>
                    <a:pt x="5004" y="634"/>
                  </a:cubicBezTo>
                  <a:cubicBezTo>
                    <a:pt x="4737" y="501"/>
                    <a:pt x="4437" y="401"/>
                    <a:pt x="4170" y="268"/>
                  </a:cubicBezTo>
                  <a:lnTo>
                    <a:pt x="3836" y="167"/>
                  </a:lnTo>
                  <a:cubicBezTo>
                    <a:pt x="3770" y="134"/>
                    <a:pt x="3703" y="134"/>
                    <a:pt x="3636" y="101"/>
                  </a:cubicBezTo>
                  <a:cubicBezTo>
                    <a:pt x="3636" y="234"/>
                    <a:pt x="3603" y="334"/>
                    <a:pt x="3603" y="434"/>
                  </a:cubicBezTo>
                  <a:cubicBezTo>
                    <a:pt x="3570" y="534"/>
                    <a:pt x="3536" y="668"/>
                    <a:pt x="3503" y="768"/>
                  </a:cubicBezTo>
                  <a:cubicBezTo>
                    <a:pt x="3403" y="1001"/>
                    <a:pt x="3236" y="1168"/>
                    <a:pt x="3036" y="1302"/>
                  </a:cubicBezTo>
                  <a:cubicBezTo>
                    <a:pt x="2969" y="1368"/>
                    <a:pt x="2869" y="1435"/>
                    <a:pt x="2769" y="1502"/>
                  </a:cubicBezTo>
                  <a:cubicBezTo>
                    <a:pt x="2702" y="1568"/>
                    <a:pt x="2636" y="1602"/>
                    <a:pt x="2569" y="1669"/>
                  </a:cubicBezTo>
                  <a:cubicBezTo>
                    <a:pt x="2502" y="1735"/>
                    <a:pt x="2402" y="1802"/>
                    <a:pt x="2335" y="1869"/>
                  </a:cubicBezTo>
                  <a:cubicBezTo>
                    <a:pt x="2269" y="1935"/>
                    <a:pt x="2202" y="2002"/>
                    <a:pt x="2135" y="2069"/>
                  </a:cubicBezTo>
                  <a:cubicBezTo>
                    <a:pt x="2068" y="2169"/>
                    <a:pt x="2002" y="2236"/>
                    <a:pt x="1935" y="2336"/>
                  </a:cubicBezTo>
                  <a:cubicBezTo>
                    <a:pt x="1835" y="2469"/>
                    <a:pt x="1735" y="2636"/>
                    <a:pt x="1668" y="2769"/>
                  </a:cubicBezTo>
                  <a:cubicBezTo>
                    <a:pt x="1702" y="2536"/>
                    <a:pt x="1802" y="2336"/>
                    <a:pt x="1902" y="2136"/>
                  </a:cubicBezTo>
                  <a:cubicBezTo>
                    <a:pt x="1968" y="1969"/>
                    <a:pt x="2068" y="1802"/>
                    <a:pt x="2202" y="1669"/>
                  </a:cubicBezTo>
                  <a:cubicBezTo>
                    <a:pt x="2302" y="1535"/>
                    <a:pt x="2435" y="1402"/>
                    <a:pt x="2569" y="1302"/>
                  </a:cubicBezTo>
                  <a:cubicBezTo>
                    <a:pt x="2636" y="1235"/>
                    <a:pt x="2702" y="1168"/>
                    <a:pt x="2769" y="1135"/>
                  </a:cubicBezTo>
                  <a:cubicBezTo>
                    <a:pt x="2902" y="1001"/>
                    <a:pt x="3069" y="901"/>
                    <a:pt x="3169" y="801"/>
                  </a:cubicBezTo>
                  <a:cubicBezTo>
                    <a:pt x="3203" y="735"/>
                    <a:pt x="3236" y="668"/>
                    <a:pt x="3269" y="634"/>
                  </a:cubicBezTo>
                  <a:cubicBezTo>
                    <a:pt x="3369" y="434"/>
                    <a:pt x="3403" y="268"/>
                    <a:pt x="3469" y="67"/>
                  </a:cubicBezTo>
                  <a:cubicBezTo>
                    <a:pt x="3369" y="67"/>
                    <a:pt x="3269" y="34"/>
                    <a:pt x="3203" y="34"/>
                  </a:cubicBezTo>
                  <a:lnTo>
                    <a:pt x="3169" y="34"/>
                  </a:lnTo>
                  <a:cubicBezTo>
                    <a:pt x="3103" y="1"/>
                    <a:pt x="3002" y="1"/>
                    <a:pt x="290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57"/>
            <p:cNvSpPr/>
            <p:nvPr/>
          </p:nvSpPr>
          <p:spPr>
            <a:xfrm>
              <a:off x="7112199" y="2706066"/>
              <a:ext cx="1251" cy="37"/>
            </a:xfrm>
            <a:custGeom>
              <a:avLst/>
              <a:gdLst/>
              <a:ahLst/>
              <a:cxnLst/>
              <a:rect l="l" t="t" r="r" b="b"/>
              <a:pathLst>
                <a:path w="34" h="1" extrusionOk="0">
                  <a:moveTo>
                    <a:pt x="1" y="1"/>
                  </a:moveTo>
                  <a:lnTo>
                    <a:pt x="1" y="1"/>
                  </a:lnTo>
                  <a:lnTo>
                    <a:pt x="3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57"/>
            <p:cNvSpPr/>
            <p:nvPr/>
          </p:nvSpPr>
          <p:spPr>
            <a:xfrm>
              <a:off x="7000496" y="2663115"/>
              <a:ext cx="24586" cy="14759"/>
            </a:xfrm>
            <a:custGeom>
              <a:avLst/>
              <a:gdLst/>
              <a:ahLst/>
              <a:cxnLst/>
              <a:rect l="l" t="t" r="r" b="b"/>
              <a:pathLst>
                <a:path w="668" h="401" extrusionOk="0">
                  <a:moveTo>
                    <a:pt x="134" y="0"/>
                  </a:moveTo>
                  <a:cubicBezTo>
                    <a:pt x="100" y="34"/>
                    <a:pt x="67" y="34"/>
                    <a:pt x="33" y="67"/>
                  </a:cubicBezTo>
                  <a:cubicBezTo>
                    <a:pt x="33" y="101"/>
                    <a:pt x="33" y="101"/>
                    <a:pt x="0" y="101"/>
                  </a:cubicBezTo>
                  <a:lnTo>
                    <a:pt x="33" y="101"/>
                  </a:lnTo>
                  <a:lnTo>
                    <a:pt x="234" y="201"/>
                  </a:lnTo>
                  <a:cubicBezTo>
                    <a:pt x="367" y="267"/>
                    <a:pt x="500" y="334"/>
                    <a:pt x="667" y="401"/>
                  </a:cubicBezTo>
                  <a:cubicBezTo>
                    <a:pt x="534" y="301"/>
                    <a:pt x="467" y="167"/>
                    <a:pt x="334" y="67"/>
                  </a:cubicBezTo>
                  <a:cubicBezTo>
                    <a:pt x="300" y="34"/>
                    <a:pt x="267" y="34"/>
                    <a:pt x="2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57"/>
            <p:cNvSpPr/>
            <p:nvPr/>
          </p:nvSpPr>
          <p:spPr>
            <a:xfrm>
              <a:off x="7006606" y="2663115"/>
              <a:ext cx="37" cy="37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57"/>
            <p:cNvSpPr/>
            <p:nvPr/>
          </p:nvSpPr>
          <p:spPr>
            <a:xfrm>
              <a:off x="6725488" y="2411443"/>
              <a:ext cx="23334" cy="42988"/>
            </a:xfrm>
            <a:custGeom>
              <a:avLst/>
              <a:gdLst/>
              <a:ahLst/>
              <a:cxnLst/>
              <a:rect l="l" t="t" r="r" b="b"/>
              <a:pathLst>
                <a:path w="634" h="1168" extrusionOk="0">
                  <a:moveTo>
                    <a:pt x="300" y="0"/>
                  </a:moveTo>
                  <a:cubicBezTo>
                    <a:pt x="234" y="67"/>
                    <a:pt x="167" y="134"/>
                    <a:pt x="134" y="200"/>
                  </a:cubicBezTo>
                  <a:lnTo>
                    <a:pt x="0" y="334"/>
                  </a:lnTo>
                  <a:cubicBezTo>
                    <a:pt x="200" y="601"/>
                    <a:pt x="400" y="901"/>
                    <a:pt x="634" y="1168"/>
                  </a:cubicBezTo>
                  <a:cubicBezTo>
                    <a:pt x="601" y="1034"/>
                    <a:pt x="567" y="934"/>
                    <a:pt x="567" y="801"/>
                  </a:cubicBezTo>
                  <a:cubicBezTo>
                    <a:pt x="534" y="734"/>
                    <a:pt x="534" y="634"/>
                    <a:pt x="500" y="567"/>
                  </a:cubicBezTo>
                  <a:cubicBezTo>
                    <a:pt x="467" y="401"/>
                    <a:pt x="434" y="267"/>
                    <a:pt x="400" y="134"/>
                  </a:cubicBezTo>
                  <a:cubicBezTo>
                    <a:pt x="367" y="100"/>
                    <a:pt x="367" y="67"/>
                    <a:pt x="334" y="34"/>
                  </a:cubicBezTo>
                  <a:cubicBezTo>
                    <a:pt x="334" y="34"/>
                    <a:pt x="334" y="34"/>
                    <a:pt x="3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57"/>
            <p:cNvSpPr/>
            <p:nvPr/>
          </p:nvSpPr>
          <p:spPr>
            <a:xfrm>
              <a:off x="7005391" y="2577175"/>
              <a:ext cx="37" cy="37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57"/>
            <p:cNvSpPr/>
            <p:nvPr/>
          </p:nvSpPr>
          <p:spPr>
            <a:xfrm>
              <a:off x="7005391" y="2577175"/>
              <a:ext cx="37" cy="37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57"/>
            <p:cNvSpPr/>
            <p:nvPr/>
          </p:nvSpPr>
          <p:spPr>
            <a:xfrm>
              <a:off x="7005391" y="2577175"/>
              <a:ext cx="37" cy="37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57"/>
            <p:cNvSpPr/>
            <p:nvPr/>
          </p:nvSpPr>
          <p:spPr>
            <a:xfrm>
              <a:off x="6829831" y="2337760"/>
              <a:ext cx="6183" cy="16010"/>
            </a:xfrm>
            <a:custGeom>
              <a:avLst/>
              <a:gdLst/>
              <a:ahLst/>
              <a:cxnLst/>
              <a:rect l="l" t="t" r="r" b="b"/>
              <a:pathLst>
                <a:path w="168" h="435" extrusionOk="0">
                  <a:moveTo>
                    <a:pt x="167" y="1"/>
                  </a:moveTo>
                  <a:cubicBezTo>
                    <a:pt x="134" y="34"/>
                    <a:pt x="134" y="68"/>
                    <a:pt x="101" y="101"/>
                  </a:cubicBezTo>
                  <a:cubicBezTo>
                    <a:pt x="67" y="201"/>
                    <a:pt x="34" y="301"/>
                    <a:pt x="0" y="434"/>
                  </a:cubicBezTo>
                  <a:cubicBezTo>
                    <a:pt x="34" y="368"/>
                    <a:pt x="67" y="334"/>
                    <a:pt x="101" y="268"/>
                  </a:cubicBezTo>
                  <a:cubicBezTo>
                    <a:pt x="134" y="201"/>
                    <a:pt x="167" y="101"/>
                    <a:pt x="167" y="34"/>
                  </a:cubicBezTo>
                  <a:lnTo>
                    <a:pt x="16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57"/>
            <p:cNvSpPr/>
            <p:nvPr/>
          </p:nvSpPr>
          <p:spPr>
            <a:xfrm>
              <a:off x="6578157" y="1904382"/>
              <a:ext cx="77364" cy="88442"/>
            </a:xfrm>
            <a:custGeom>
              <a:avLst/>
              <a:gdLst/>
              <a:ahLst/>
              <a:cxnLst/>
              <a:rect l="l" t="t" r="r" b="b"/>
              <a:pathLst>
                <a:path w="2102" h="2403" extrusionOk="0">
                  <a:moveTo>
                    <a:pt x="2102" y="1"/>
                  </a:moveTo>
                  <a:lnTo>
                    <a:pt x="2102" y="1"/>
                  </a:lnTo>
                  <a:cubicBezTo>
                    <a:pt x="2068" y="34"/>
                    <a:pt x="2002" y="34"/>
                    <a:pt x="1968" y="34"/>
                  </a:cubicBezTo>
                  <a:cubicBezTo>
                    <a:pt x="1668" y="67"/>
                    <a:pt x="1435" y="167"/>
                    <a:pt x="1201" y="268"/>
                  </a:cubicBezTo>
                  <a:cubicBezTo>
                    <a:pt x="1034" y="368"/>
                    <a:pt x="868" y="468"/>
                    <a:pt x="667" y="668"/>
                  </a:cubicBezTo>
                  <a:cubicBezTo>
                    <a:pt x="534" y="801"/>
                    <a:pt x="401" y="1001"/>
                    <a:pt x="300" y="1168"/>
                  </a:cubicBezTo>
                  <a:lnTo>
                    <a:pt x="267" y="1235"/>
                  </a:lnTo>
                  <a:cubicBezTo>
                    <a:pt x="200" y="1402"/>
                    <a:pt x="100" y="1535"/>
                    <a:pt x="67" y="1702"/>
                  </a:cubicBezTo>
                  <a:cubicBezTo>
                    <a:pt x="67" y="1769"/>
                    <a:pt x="67" y="1802"/>
                    <a:pt x="67" y="1869"/>
                  </a:cubicBezTo>
                  <a:cubicBezTo>
                    <a:pt x="34" y="1969"/>
                    <a:pt x="0" y="2102"/>
                    <a:pt x="0" y="2202"/>
                  </a:cubicBezTo>
                  <a:cubicBezTo>
                    <a:pt x="0" y="2269"/>
                    <a:pt x="0" y="2336"/>
                    <a:pt x="0" y="2402"/>
                  </a:cubicBezTo>
                  <a:cubicBezTo>
                    <a:pt x="134" y="2136"/>
                    <a:pt x="300" y="1869"/>
                    <a:pt x="501" y="1635"/>
                  </a:cubicBezTo>
                  <a:cubicBezTo>
                    <a:pt x="701" y="1368"/>
                    <a:pt x="901" y="1135"/>
                    <a:pt x="1134" y="935"/>
                  </a:cubicBezTo>
                  <a:cubicBezTo>
                    <a:pt x="1234" y="835"/>
                    <a:pt x="1335" y="768"/>
                    <a:pt x="1435" y="668"/>
                  </a:cubicBezTo>
                  <a:cubicBezTo>
                    <a:pt x="1501" y="601"/>
                    <a:pt x="1601" y="534"/>
                    <a:pt x="1668" y="468"/>
                  </a:cubicBezTo>
                  <a:cubicBezTo>
                    <a:pt x="1735" y="401"/>
                    <a:pt x="1768" y="368"/>
                    <a:pt x="1835" y="301"/>
                  </a:cubicBezTo>
                  <a:cubicBezTo>
                    <a:pt x="1868" y="268"/>
                    <a:pt x="1902" y="234"/>
                    <a:pt x="1935" y="201"/>
                  </a:cubicBezTo>
                  <a:lnTo>
                    <a:pt x="210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57"/>
            <p:cNvSpPr/>
            <p:nvPr/>
          </p:nvSpPr>
          <p:spPr>
            <a:xfrm>
              <a:off x="7026259" y="2207618"/>
              <a:ext cx="37" cy="37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57"/>
            <p:cNvSpPr/>
            <p:nvPr/>
          </p:nvSpPr>
          <p:spPr>
            <a:xfrm>
              <a:off x="7026259" y="2207618"/>
              <a:ext cx="37" cy="37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57"/>
            <p:cNvSpPr/>
            <p:nvPr/>
          </p:nvSpPr>
          <p:spPr>
            <a:xfrm>
              <a:off x="6969800" y="1545903"/>
              <a:ext cx="37" cy="37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57"/>
            <p:cNvSpPr/>
            <p:nvPr/>
          </p:nvSpPr>
          <p:spPr>
            <a:xfrm>
              <a:off x="7216542" y="1544688"/>
              <a:ext cx="37" cy="1251"/>
            </a:xfrm>
            <a:custGeom>
              <a:avLst/>
              <a:gdLst/>
              <a:ahLst/>
              <a:cxnLst/>
              <a:rect l="l" t="t" r="r" b="b"/>
              <a:pathLst>
                <a:path w="1" h="34" extrusionOk="0">
                  <a:moveTo>
                    <a:pt x="1" y="33"/>
                  </a:moveTo>
                  <a:cubicBezTo>
                    <a:pt x="1" y="33"/>
                    <a:pt x="1" y="33"/>
                    <a:pt x="1" y="33"/>
                  </a:cubicBezTo>
                  <a:cubicBezTo>
                    <a:pt x="1" y="33"/>
                    <a:pt x="1" y="33"/>
                    <a:pt x="1" y="0"/>
                  </a:cubicBezTo>
                  <a:cubicBezTo>
                    <a:pt x="1" y="33"/>
                    <a:pt x="1" y="33"/>
                    <a:pt x="1" y="3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57"/>
            <p:cNvSpPr/>
            <p:nvPr/>
          </p:nvSpPr>
          <p:spPr>
            <a:xfrm>
              <a:off x="7210432" y="1898236"/>
              <a:ext cx="37" cy="37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57"/>
            <p:cNvSpPr/>
            <p:nvPr/>
          </p:nvSpPr>
          <p:spPr>
            <a:xfrm>
              <a:off x="6985737" y="1689552"/>
              <a:ext cx="37" cy="37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57"/>
            <p:cNvSpPr/>
            <p:nvPr/>
          </p:nvSpPr>
          <p:spPr>
            <a:xfrm>
              <a:off x="6726703" y="1408400"/>
              <a:ext cx="1213019" cy="784535"/>
            </a:xfrm>
            <a:custGeom>
              <a:avLst/>
              <a:gdLst/>
              <a:ahLst/>
              <a:cxnLst/>
              <a:rect l="l" t="t" r="r" b="b"/>
              <a:pathLst>
                <a:path w="32958" h="21316" extrusionOk="0">
                  <a:moveTo>
                    <a:pt x="8540" y="5704"/>
                  </a:moveTo>
                  <a:cubicBezTo>
                    <a:pt x="8573" y="6005"/>
                    <a:pt x="8607" y="6338"/>
                    <a:pt x="8573" y="6638"/>
                  </a:cubicBezTo>
                  <a:cubicBezTo>
                    <a:pt x="8573" y="6972"/>
                    <a:pt x="8540" y="7272"/>
                    <a:pt x="8507" y="7606"/>
                  </a:cubicBezTo>
                  <a:cubicBezTo>
                    <a:pt x="8507" y="7272"/>
                    <a:pt x="8507" y="6939"/>
                    <a:pt x="8540" y="6638"/>
                  </a:cubicBezTo>
                  <a:cubicBezTo>
                    <a:pt x="8540" y="6305"/>
                    <a:pt x="8540" y="6005"/>
                    <a:pt x="8540" y="5704"/>
                  </a:cubicBezTo>
                  <a:close/>
                  <a:moveTo>
                    <a:pt x="7372" y="6038"/>
                  </a:moveTo>
                  <a:lnTo>
                    <a:pt x="7372" y="6038"/>
                  </a:lnTo>
                  <a:cubicBezTo>
                    <a:pt x="7339" y="6272"/>
                    <a:pt x="7272" y="6505"/>
                    <a:pt x="7206" y="6739"/>
                  </a:cubicBezTo>
                  <a:cubicBezTo>
                    <a:pt x="7172" y="6839"/>
                    <a:pt x="7139" y="6972"/>
                    <a:pt x="7106" y="7072"/>
                  </a:cubicBezTo>
                  <a:cubicBezTo>
                    <a:pt x="7072" y="7139"/>
                    <a:pt x="7072" y="7206"/>
                    <a:pt x="7039" y="7272"/>
                  </a:cubicBezTo>
                  <a:cubicBezTo>
                    <a:pt x="7039" y="7272"/>
                    <a:pt x="7039" y="7306"/>
                    <a:pt x="7039" y="7339"/>
                  </a:cubicBezTo>
                  <a:cubicBezTo>
                    <a:pt x="7005" y="7372"/>
                    <a:pt x="7005" y="7439"/>
                    <a:pt x="6972" y="7472"/>
                  </a:cubicBezTo>
                  <a:cubicBezTo>
                    <a:pt x="6972" y="7472"/>
                    <a:pt x="6972" y="7506"/>
                    <a:pt x="6972" y="7506"/>
                  </a:cubicBezTo>
                  <a:cubicBezTo>
                    <a:pt x="6972" y="7539"/>
                    <a:pt x="6972" y="7572"/>
                    <a:pt x="7005" y="7572"/>
                  </a:cubicBezTo>
                  <a:cubicBezTo>
                    <a:pt x="7005" y="7606"/>
                    <a:pt x="7005" y="7606"/>
                    <a:pt x="7005" y="7606"/>
                  </a:cubicBezTo>
                  <a:cubicBezTo>
                    <a:pt x="7005" y="7606"/>
                    <a:pt x="7005" y="7623"/>
                    <a:pt x="7005" y="7632"/>
                  </a:cubicBezTo>
                  <a:lnTo>
                    <a:pt x="7005" y="7632"/>
                  </a:lnTo>
                  <a:cubicBezTo>
                    <a:pt x="6993" y="7624"/>
                    <a:pt x="6981" y="7615"/>
                    <a:pt x="6972" y="7606"/>
                  </a:cubicBezTo>
                  <a:cubicBezTo>
                    <a:pt x="6972" y="7539"/>
                    <a:pt x="6939" y="7506"/>
                    <a:pt x="6972" y="7439"/>
                  </a:cubicBezTo>
                  <a:cubicBezTo>
                    <a:pt x="6972" y="7406"/>
                    <a:pt x="7005" y="7339"/>
                    <a:pt x="7005" y="7306"/>
                  </a:cubicBezTo>
                  <a:lnTo>
                    <a:pt x="7039" y="7206"/>
                  </a:lnTo>
                  <a:cubicBezTo>
                    <a:pt x="7072" y="7072"/>
                    <a:pt x="7106" y="6972"/>
                    <a:pt x="7139" y="6839"/>
                  </a:cubicBezTo>
                  <a:cubicBezTo>
                    <a:pt x="7206" y="6572"/>
                    <a:pt x="7306" y="6305"/>
                    <a:pt x="7372" y="6038"/>
                  </a:cubicBezTo>
                  <a:close/>
                  <a:moveTo>
                    <a:pt x="7039" y="7639"/>
                  </a:moveTo>
                  <a:cubicBezTo>
                    <a:pt x="7072" y="7639"/>
                    <a:pt x="7106" y="7639"/>
                    <a:pt x="7139" y="7673"/>
                  </a:cubicBezTo>
                  <a:lnTo>
                    <a:pt x="7106" y="7673"/>
                  </a:lnTo>
                  <a:cubicBezTo>
                    <a:pt x="7084" y="7673"/>
                    <a:pt x="7048" y="7658"/>
                    <a:pt x="7016" y="7639"/>
                  </a:cubicBezTo>
                  <a:close/>
                  <a:moveTo>
                    <a:pt x="24618" y="9240"/>
                  </a:moveTo>
                  <a:lnTo>
                    <a:pt x="24618" y="9240"/>
                  </a:lnTo>
                  <a:cubicBezTo>
                    <a:pt x="24585" y="9541"/>
                    <a:pt x="24551" y="9841"/>
                    <a:pt x="24485" y="10141"/>
                  </a:cubicBezTo>
                  <a:cubicBezTo>
                    <a:pt x="24418" y="10441"/>
                    <a:pt x="24351" y="10708"/>
                    <a:pt x="24284" y="10975"/>
                  </a:cubicBezTo>
                  <a:cubicBezTo>
                    <a:pt x="24318" y="10708"/>
                    <a:pt x="24351" y="10408"/>
                    <a:pt x="24418" y="10141"/>
                  </a:cubicBezTo>
                  <a:cubicBezTo>
                    <a:pt x="24451" y="9841"/>
                    <a:pt x="24518" y="9541"/>
                    <a:pt x="24618" y="9240"/>
                  </a:cubicBezTo>
                  <a:close/>
                  <a:moveTo>
                    <a:pt x="25786" y="10308"/>
                  </a:moveTo>
                  <a:cubicBezTo>
                    <a:pt x="25786" y="10541"/>
                    <a:pt x="25786" y="10775"/>
                    <a:pt x="25752" y="11008"/>
                  </a:cubicBezTo>
                  <a:cubicBezTo>
                    <a:pt x="25719" y="11242"/>
                    <a:pt x="25685" y="11442"/>
                    <a:pt x="25652" y="11642"/>
                  </a:cubicBezTo>
                  <a:cubicBezTo>
                    <a:pt x="25652" y="11409"/>
                    <a:pt x="25652" y="11208"/>
                    <a:pt x="25685" y="10975"/>
                  </a:cubicBezTo>
                  <a:cubicBezTo>
                    <a:pt x="25719" y="10741"/>
                    <a:pt x="25752" y="10541"/>
                    <a:pt x="25786" y="10308"/>
                  </a:cubicBezTo>
                  <a:close/>
                  <a:moveTo>
                    <a:pt x="2569" y="8206"/>
                  </a:moveTo>
                  <a:cubicBezTo>
                    <a:pt x="2569" y="8306"/>
                    <a:pt x="2569" y="8440"/>
                    <a:pt x="2569" y="8540"/>
                  </a:cubicBezTo>
                  <a:cubicBezTo>
                    <a:pt x="2536" y="8673"/>
                    <a:pt x="2536" y="8807"/>
                    <a:pt x="2536" y="8907"/>
                  </a:cubicBezTo>
                  <a:cubicBezTo>
                    <a:pt x="2536" y="9074"/>
                    <a:pt x="2502" y="9240"/>
                    <a:pt x="2502" y="9374"/>
                  </a:cubicBezTo>
                  <a:cubicBezTo>
                    <a:pt x="2502" y="9541"/>
                    <a:pt x="2469" y="9741"/>
                    <a:pt x="2469" y="9907"/>
                  </a:cubicBezTo>
                  <a:cubicBezTo>
                    <a:pt x="2469" y="10074"/>
                    <a:pt x="2436" y="10241"/>
                    <a:pt x="2436" y="10374"/>
                  </a:cubicBezTo>
                  <a:cubicBezTo>
                    <a:pt x="2402" y="10875"/>
                    <a:pt x="2302" y="11375"/>
                    <a:pt x="2069" y="11809"/>
                  </a:cubicBezTo>
                  <a:cubicBezTo>
                    <a:pt x="2002" y="11942"/>
                    <a:pt x="1935" y="12076"/>
                    <a:pt x="1868" y="12209"/>
                  </a:cubicBezTo>
                  <a:cubicBezTo>
                    <a:pt x="1768" y="12376"/>
                    <a:pt x="1635" y="12576"/>
                    <a:pt x="1502" y="12776"/>
                  </a:cubicBezTo>
                  <a:cubicBezTo>
                    <a:pt x="1702" y="12242"/>
                    <a:pt x="1935" y="11742"/>
                    <a:pt x="2035" y="11175"/>
                  </a:cubicBezTo>
                  <a:cubicBezTo>
                    <a:pt x="2069" y="10908"/>
                    <a:pt x="2102" y="10608"/>
                    <a:pt x="2135" y="10341"/>
                  </a:cubicBezTo>
                  <a:cubicBezTo>
                    <a:pt x="2169" y="10074"/>
                    <a:pt x="2202" y="9841"/>
                    <a:pt x="2235" y="9607"/>
                  </a:cubicBezTo>
                  <a:cubicBezTo>
                    <a:pt x="2335" y="9140"/>
                    <a:pt x="2436" y="8673"/>
                    <a:pt x="2569" y="8206"/>
                  </a:cubicBezTo>
                  <a:close/>
                  <a:moveTo>
                    <a:pt x="30556" y="11742"/>
                  </a:moveTo>
                  <a:cubicBezTo>
                    <a:pt x="30556" y="11742"/>
                    <a:pt x="30556" y="11742"/>
                    <a:pt x="30556" y="11775"/>
                  </a:cubicBezTo>
                  <a:cubicBezTo>
                    <a:pt x="30522" y="11842"/>
                    <a:pt x="30489" y="11909"/>
                    <a:pt x="30456" y="11976"/>
                  </a:cubicBezTo>
                  <a:cubicBezTo>
                    <a:pt x="30389" y="12109"/>
                    <a:pt x="30322" y="12242"/>
                    <a:pt x="30255" y="12343"/>
                  </a:cubicBezTo>
                  <a:cubicBezTo>
                    <a:pt x="30155" y="12509"/>
                    <a:pt x="30089" y="12676"/>
                    <a:pt x="29989" y="12810"/>
                  </a:cubicBezTo>
                  <a:cubicBezTo>
                    <a:pt x="30055" y="12609"/>
                    <a:pt x="30122" y="12443"/>
                    <a:pt x="30222" y="12242"/>
                  </a:cubicBezTo>
                  <a:cubicBezTo>
                    <a:pt x="30322" y="12076"/>
                    <a:pt x="30456" y="11909"/>
                    <a:pt x="30556" y="11742"/>
                  </a:cubicBezTo>
                  <a:close/>
                  <a:moveTo>
                    <a:pt x="30789" y="13910"/>
                  </a:moveTo>
                  <a:lnTo>
                    <a:pt x="30789" y="13910"/>
                  </a:lnTo>
                  <a:cubicBezTo>
                    <a:pt x="30689" y="14077"/>
                    <a:pt x="30622" y="14211"/>
                    <a:pt x="30522" y="14344"/>
                  </a:cubicBezTo>
                  <a:cubicBezTo>
                    <a:pt x="30589" y="14211"/>
                    <a:pt x="30689" y="14044"/>
                    <a:pt x="30789" y="13910"/>
                  </a:cubicBezTo>
                  <a:close/>
                  <a:moveTo>
                    <a:pt x="27687" y="12543"/>
                  </a:moveTo>
                  <a:cubicBezTo>
                    <a:pt x="27720" y="12876"/>
                    <a:pt x="27754" y="13210"/>
                    <a:pt x="27720" y="13543"/>
                  </a:cubicBezTo>
                  <a:cubicBezTo>
                    <a:pt x="27687" y="13910"/>
                    <a:pt x="27654" y="14244"/>
                    <a:pt x="27587" y="14577"/>
                  </a:cubicBezTo>
                  <a:cubicBezTo>
                    <a:pt x="27553" y="14244"/>
                    <a:pt x="27553" y="13877"/>
                    <a:pt x="27553" y="13543"/>
                  </a:cubicBezTo>
                  <a:cubicBezTo>
                    <a:pt x="27587" y="13210"/>
                    <a:pt x="27620" y="12876"/>
                    <a:pt x="27687" y="12543"/>
                  </a:cubicBezTo>
                  <a:close/>
                  <a:moveTo>
                    <a:pt x="22116" y="13944"/>
                  </a:moveTo>
                  <a:cubicBezTo>
                    <a:pt x="22083" y="14344"/>
                    <a:pt x="22050" y="14711"/>
                    <a:pt x="21949" y="15078"/>
                  </a:cubicBezTo>
                  <a:cubicBezTo>
                    <a:pt x="21883" y="15445"/>
                    <a:pt x="21749" y="15778"/>
                    <a:pt x="21649" y="16112"/>
                  </a:cubicBezTo>
                  <a:cubicBezTo>
                    <a:pt x="21683" y="15778"/>
                    <a:pt x="21716" y="15411"/>
                    <a:pt x="21816" y="15044"/>
                  </a:cubicBezTo>
                  <a:cubicBezTo>
                    <a:pt x="21849" y="14878"/>
                    <a:pt x="21916" y="14678"/>
                    <a:pt x="21949" y="14511"/>
                  </a:cubicBezTo>
                  <a:cubicBezTo>
                    <a:pt x="22016" y="14344"/>
                    <a:pt x="22050" y="14144"/>
                    <a:pt x="22116" y="13944"/>
                  </a:cubicBezTo>
                  <a:close/>
                  <a:moveTo>
                    <a:pt x="27187" y="18480"/>
                  </a:moveTo>
                  <a:cubicBezTo>
                    <a:pt x="27187" y="18647"/>
                    <a:pt x="27153" y="18847"/>
                    <a:pt x="27120" y="19014"/>
                  </a:cubicBezTo>
                  <a:cubicBezTo>
                    <a:pt x="27086" y="19214"/>
                    <a:pt x="27053" y="19381"/>
                    <a:pt x="27020" y="19548"/>
                  </a:cubicBezTo>
                  <a:lnTo>
                    <a:pt x="26986" y="19548"/>
                  </a:lnTo>
                  <a:cubicBezTo>
                    <a:pt x="27020" y="19381"/>
                    <a:pt x="27053" y="19214"/>
                    <a:pt x="27086" y="19047"/>
                  </a:cubicBezTo>
                  <a:cubicBezTo>
                    <a:pt x="27120" y="18847"/>
                    <a:pt x="27153" y="18647"/>
                    <a:pt x="27187" y="18480"/>
                  </a:cubicBezTo>
                  <a:close/>
                  <a:moveTo>
                    <a:pt x="12009" y="0"/>
                  </a:moveTo>
                  <a:cubicBezTo>
                    <a:pt x="11776" y="0"/>
                    <a:pt x="11542" y="34"/>
                    <a:pt x="11309" y="67"/>
                  </a:cubicBezTo>
                  <a:lnTo>
                    <a:pt x="11208" y="67"/>
                  </a:lnTo>
                  <a:cubicBezTo>
                    <a:pt x="11008" y="100"/>
                    <a:pt x="10842" y="134"/>
                    <a:pt x="10675" y="167"/>
                  </a:cubicBezTo>
                  <a:cubicBezTo>
                    <a:pt x="10441" y="234"/>
                    <a:pt x="10241" y="334"/>
                    <a:pt x="9974" y="434"/>
                  </a:cubicBezTo>
                  <a:cubicBezTo>
                    <a:pt x="9941" y="601"/>
                    <a:pt x="9941" y="801"/>
                    <a:pt x="9908" y="1001"/>
                  </a:cubicBezTo>
                  <a:cubicBezTo>
                    <a:pt x="9908" y="834"/>
                    <a:pt x="9941" y="634"/>
                    <a:pt x="9941" y="467"/>
                  </a:cubicBezTo>
                  <a:cubicBezTo>
                    <a:pt x="9941" y="434"/>
                    <a:pt x="9941" y="434"/>
                    <a:pt x="9941" y="434"/>
                  </a:cubicBezTo>
                  <a:cubicBezTo>
                    <a:pt x="9774" y="501"/>
                    <a:pt x="9574" y="601"/>
                    <a:pt x="9340" y="701"/>
                  </a:cubicBezTo>
                  <a:cubicBezTo>
                    <a:pt x="8607" y="1034"/>
                    <a:pt x="8006" y="1335"/>
                    <a:pt x="7472" y="1668"/>
                  </a:cubicBezTo>
                  <a:cubicBezTo>
                    <a:pt x="7239" y="1835"/>
                    <a:pt x="6972" y="2002"/>
                    <a:pt x="6739" y="2202"/>
                  </a:cubicBezTo>
                  <a:cubicBezTo>
                    <a:pt x="6739" y="2302"/>
                    <a:pt x="6739" y="2435"/>
                    <a:pt x="6739" y="2536"/>
                  </a:cubicBezTo>
                  <a:cubicBezTo>
                    <a:pt x="6739" y="2936"/>
                    <a:pt x="6672" y="3336"/>
                    <a:pt x="6605" y="3736"/>
                  </a:cubicBezTo>
                  <a:cubicBezTo>
                    <a:pt x="6572" y="3937"/>
                    <a:pt x="6538" y="4137"/>
                    <a:pt x="6538" y="4370"/>
                  </a:cubicBezTo>
                  <a:lnTo>
                    <a:pt x="6505" y="4704"/>
                  </a:lnTo>
                  <a:cubicBezTo>
                    <a:pt x="6505" y="4904"/>
                    <a:pt x="6505" y="5071"/>
                    <a:pt x="6505" y="5271"/>
                  </a:cubicBezTo>
                  <a:cubicBezTo>
                    <a:pt x="6472" y="5104"/>
                    <a:pt x="6438" y="4904"/>
                    <a:pt x="6405" y="4704"/>
                  </a:cubicBezTo>
                  <a:cubicBezTo>
                    <a:pt x="6405" y="4437"/>
                    <a:pt x="6372" y="4170"/>
                    <a:pt x="6372" y="3903"/>
                  </a:cubicBezTo>
                  <a:cubicBezTo>
                    <a:pt x="6405" y="3636"/>
                    <a:pt x="6438" y="3403"/>
                    <a:pt x="6472" y="3136"/>
                  </a:cubicBezTo>
                  <a:cubicBezTo>
                    <a:pt x="6505" y="3036"/>
                    <a:pt x="6505" y="2936"/>
                    <a:pt x="6538" y="2802"/>
                  </a:cubicBezTo>
                  <a:cubicBezTo>
                    <a:pt x="6538" y="2669"/>
                    <a:pt x="6572" y="2569"/>
                    <a:pt x="6572" y="2435"/>
                  </a:cubicBezTo>
                  <a:lnTo>
                    <a:pt x="6572" y="2302"/>
                  </a:lnTo>
                  <a:cubicBezTo>
                    <a:pt x="6538" y="2302"/>
                    <a:pt x="6538" y="2335"/>
                    <a:pt x="6505" y="2335"/>
                  </a:cubicBezTo>
                  <a:lnTo>
                    <a:pt x="6338" y="2469"/>
                  </a:lnTo>
                  <a:cubicBezTo>
                    <a:pt x="6038" y="2669"/>
                    <a:pt x="5771" y="2869"/>
                    <a:pt x="5538" y="3069"/>
                  </a:cubicBezTo>
                  <a:cubicBezTo>
                    <a:pt x="5238" y="3336"/>
                    <a:pt x="4937" y="3603"/>
                    <a:pt x="4670" y="3870"/>
                  </a:cubicBezTo>
                  <a:cubicBezTo>
                    <a:pt x="4670" y="3903"/>
                    <a:pt x="4670" y="3937"/>
                    <a:pt x="4670" y="3970"/>
                  </a:cubicBezTo>
                  <a:cubicBezTo>
                    <a:pt x="4670" y="4070"/>
                    <a:pt x="4704" y="4203"/>
                    <a:pt x="4704" y="4303"/>
                  </a:cubicBezTo>
                  <a:cubicBezTo>
                    <a:pt x="4704" y="4437"/>
                    <a:pt x="4704" y="4570"/>
                    <a:pt x="4704" y="4704"/>
                  </a:cubicBezTo>
                  <a:cubicBezTo>
                    <a:pt x="4704" y="5037"/>
                    <a:pt x="4604" y="5338"/>
                    <a:pt x="4504" y="5638"/>
                  </a:cubicBezTo>
                  <a:cubicBezTo>
                    <a:pt x="4437" y="5871"/>
                    <a:pt x="4337" y="6071"/>
                    <a:pt x="4270" y="6272"/>
                  </a:cubicBezTo>
                  <a:cubicBezTo>
                    <a:pt x="4304" y="6071"/>
                    <a:pt x="4337" y="5871"/>
                    <a:pt x="4404" y="5671"/>
                  </a:cubicBezTo>
                  <a:cubicBezTo>
                    <a:pt x="4404" y="5604"/>
                    <a:pt x="4404" y="5538"/>
                    <a:pt x="4437" y="5438"/>
                  </a:cubicBezTo>
                  <a:lnTo>
                    <a:pt x="4437" y="5471"/>
                  </a:lnTo>
                  <a:cubicBezTo>
                    <a:pt x="4470" y="5304"/>
                    <a:pt x="4470" y="5171"/>
                    <a:pt x="4504" y="5037"/>
                  </a:cubicBezTo>
                  <a:cubicBezTo>
                    <a:pt x="4570" y="4704"/>
                    <a:pt x="4570" y="4370"/>
                    <a:pt x="4570" y="4037"/>
                  </a:cubicBezTo>
                  <a:cubicBezTo>
                    <a:pt x="4570" y="4003"/>
                    <a:pt x="4570" y="4003"/>
                    <a:pt x="4570" y="3970"/>
                  </a:cubicBezTo>
                  <a:cubicBezTo>
                    <a:pt x="4404" y="4170"/>
                    <a:pt x="4237" y="4337"/>
                    <a:pt x="4070" y="4537"/>
                  </a:cubicBezTo>
                  <a:cubicBezTo>
                    <a:pt x="3570" y="5071"/>
                    <a:pt x="3136" y="5504"/>
                    <a:pt x="2669" y="5871"/>
                  </a:cubicBezTo>
                  <a:cubicBezTo>
                    <a:pt x="2402" y="6105"/>
                    <a:pt x="2102" y="6338"/>
                    <a:pt x="1802" y="6538"/>
                  </a:cubicBezTo>
                  <a:cubicBezTo>
                    <a:pt x="1635" y="6672"/>
                    <a:pt x="1468" y="6805"/>
                    <a:pt x="1301" y="6905"/>
                  </a:cubicBezTo>
                  <a:cubicBezTo>
                    <a:pt x="1301" y="7005"/>
                    <a:pt x="1301" y="7072"/>
                    <a:pt x="1301" y="7139"/>
                  </a:cubicBezTo>
                  <a:cubicBezTo>
                    <a:pt x="1268" y="7239"/>
                    <a:pt x="1268" y="7339"/>
                    <a:pt x="1268" y="7406"/>
                  </a:cubicBezTo>
                  <a:cubicBezTo>
                    <a:pt x="1268" y="7506"/>
                    <a:pt x="1268" y="7606"/>
                    <a:pt x="1268" y="7706"/>
                  </a:cubicBezTo>
                  <a:cubicBezTo>
                    <a:pt x="1268" y="7773"/>
                    <a:pt x="1301" y="7806"/>
                    <a:pt x="1301" y="7839"/>
                  </a:cubicBezTo>
                  <a:cubicBezTo>
                    <a:pt x="1301" y="7906"/>
                    <a:pt x="1301" y="7973"/>
                    <a:pt x="1301" y="8039"/>
                  </a:cubicBezTo>
                  <a:cubicBezTo>
                    <a:pt x="1301" y="8173"/>
                    <a:pt x="1268" y="8340"/>
                    <a:pt x="1268" y="8506"/>
                  </a:cubicBezTo>
                  <a:lnTo>
                    <a:pt x="1235" y="8740"/>
                  </a:lnTo>
                  <a:cubicBezTo>
                    <a:pt x="1201" y="8907"/>
                    <a:pt x="1168" y="9074"/>
                    <a:pt x="1135" y="9274"/>
                  </a:cubicBezTo>
                  <a:cubicBezTo>
                    <a:pt x="1135" y="9440"/>
                    <a:pt x="1068" y="9607"/>
                    <a:pt x="1035" y="9741"/>
                  </a:cubicBezTo>
                  <a:cubicBezTo>
                    <a:pt x="1001" y="9841"/>
                    <a:pt x="1001" y="9941"/>
                    <a:pt x="968" y="10008"/>
                  </a:cubicBezTo>
                  <a:cubicBezTo>
                    <a:pt x="934" y="10108"/>
                    <a:pt x="934" y="10174"/>
                    <a:pt x="901" y="10274"/>
                  </a:cubicBezTo>
                  <a:cubicBezTo>
                    <a:pt x="868" y="10374"/>
                    <a:pt x="834" y="10441"/>
                    <a:pt x="801" y="10541"/>
                  </a:cubicBezTo>
                  <a:cubicBezTo>
                    <a:pt x="768" y="10608"/>
                    <a:pt x="768" y="10708"/>
                    <a:pt x="734" y="10775"/>
                  </a:cubicBezTo>
                  <a:cubicBezTo>
                    <a:pt x="634" y="10942"/>
                    <a:pt x="568" y="11108"/>
                    <a:pt x="501" y="11275"/>
                  </a:cubicBezTo>
                  <a:cubicBezTo>
                    <a:pt x="401" y="11442"/>
                    <a:pt x="334" y="11575"/>
                    <a:pt x="234" y="11742"/>
                  </a:cubicBezTo>
                  <a:cubicBezTo>
                    <a:pt x="201" y="11809"/>
                    <a:pt x="167" y="11876"/>
                    <a:pt x="101" y="11976"/>
                  </a:cubicBezTo>
                  <a:cubicBezTo>
                    <a:pt x="67" y="12009"/>
                    <a:pt x="34" y="12076"/>
                    <a:pt x="0" y="12109"/>
                  </a:cubicBezTo>
                  <a:cubicBezTo>
                    <a:pt x="201" y="12309"/>
                    <a:pt x="401" y="12476"/>
                    <a:pt x="668" y="12643"/>
                  </a:cubicBezTo>
                  <a:cubicBezTo>
                    <a:pt x="1101" y="12910"/>
                    <a:pt x="1568" y="13110"/>
                    <a:pt x="1935" y="13243"/>
                  </a:cubicBezTo>
                  <a:cubicBezTo>
                    <a:pt x="2169" y="13310"/>
                    <a:pt x="2369" y="13377"/>
                    <a:pt x="2536" y="13410"/>
                  </a:cubicBezTo>
                  <a:cubicBezTo>
                    <a:pt x="2969" y="13510"/>
                    <a:pt x="3336" y="13610"/>
                    <a:pt x="3703" y="13643"/>
                  </a:cubicBezTo>
                  <a:cubicBezTo>
                    <a:pt x="3770" y="13677"/>
                    <a:pt x="3837" y="13677"/>
                    <a:pt x="3903" y="13677"/>
                  </a:cubicBezTo>
                  <a:cubicBezTo>
                    <a:pt x="3937" y="13410"/>
                    <a:pt x="4037" y="13176"/>
                    <a:pt x="4137" y="12910"/>
                  </a:cubicBezTo>
                  <a:cubicBezTo>
                    <a:pt x="4170" y="12776"/>
                    <a:pt x="4237" y="12643"/>
                    <a:pt x="4337" y="12543"/>
                  </a:cubicBezTo>
                  <a:cubicBezTo>
                    <a:pt x="4437" y="12409"/>
                    <a:pt x="4537" y="12309"/>
                    <a:pt x="4637" y="12209"/>
                  </a:cubicBezTo>
                  <a:cubicBezTo>
                    <a:pt x="4804" y="12076"/>
                    <a:pt x="4971" y="11976"/>
                    <a:pt x="5137" y="11876"/>
                  </a:cubicBezTo>
                  <a:cubicBezTo>
                    <a:pt x="5238" y="11809"/>
                    <a:pt x="5338" y="11742"/>
                    <a:pt x="5438" y="11675"/>
                  </a:cubicBezTo>
                  <a:lnTo>
                    <a:pt x="5438" y="11675"/>
                  </a:lnTo>
                  <a:cubicBezTo>
                    <a:pt x="5338" y="11775"/>
                    <a:pt x="5204" y="11876"/>
                    <a:pt x="5104" y="11976"/>
                  </a:cubicBezTo>
                  <a:lnTo>
                    <a:pt x="4904" y="12176"/>
                  </a:lnTo>
                  <a:cubicBezTo>
                    <a:pt x="4771" y="12276"/>
                    <a:pt x="4670" y="12409"/>
                    <a:pt x="4570" y="12543"/>
                  </a:cubicBezTo>
                  <a:cubicBezTo>
                    <a:pt x="4370" y="12776"/>
                    <a:pt x="4203" y="13076"/>
                    <a:pt x="4070" y="13343"/>
                  </a:cubicBezTo>
                  <a:cubicBezTo>
                    <a:pt x="4070" y="13343"/>
                    <a:pt x="4070" y="13343"/>
                    <a:pt x="4070" y="13377"/>
                  </a:cubicBezTo>
                  <a:cubicBezTo>
                    <a:pt x="4037" y="13477"/>
                    <a:pt x="3970" y="13577"/>
                    <a:pt x="3937" y="13710"/>
                  </a:cubicBezTo>
                  <a:cubicBezTo>
                    <a:pt x="4837" y="13844"/>
                    <a:pt x="5738" y="13910"/>
                    <a:pt x="6639" y="14010"/>
                  </a:cubicBezTo>
                  <a:cubicBezTo>
                    <a:pt x="6772" y="14010"/>
                    <a:pt x="6905" y="14044"/>
                    <a:pt x="7039" y="14044"/>
                  </a:cubicBezTo>
                  <a:cubicBezTo>
                    <a:pt x="7072" y="13910"/>
                    <a:pt x="7106" y="13744"/>
                    <a:pt x="7139" y="13577"/>
                  </a:cubicBezTo>
                  <a:cubicBezTo>
                    <a:pt x="7139" y="13510"/>
                    <a:pt x="7139" y="13410"/>
                    <a:pt x="7172" y="13310"/>
                  </a:cubicBezTo>
                  <a:cubicBezTo>
                    <a:pt x="7206" y="13176"/>
                    <a:pt x="7206" y="13010"/>
                    <a:pt x="7239" y="12843"/>
                  </a:cubicBezTo>
                  <a:cubicBezTo>
                    <a:pt x="7272" y="12676"/>
                    <a:pt x="7306" y="12476"/>
                    <a:pt x="7339" y="12309"/>
                  </a:cubicBezTo>
                  <a:cubicBezTo>
                    <a:pt x="7372" y="12242"/>
                    <a:pt x="7406" y="12176"/>
                    <a:pt x="7406" y="12076"/>
                  </a:cubicBezTo>
                  <a:cubicBezTo>
                    <a:pt x="7439" y="12042"/>
                    <a:pt x="7472" y="11976"/>
                    <a:pt x="7472" y="11909"/>
                  </a:cubicBezTo>
                  <a:cubicBezTo>
                    <a:pt x="7573" y="11742"/>
                    <a:pt x="7639" y="11575"/>
                    <a:pt x="7706" y="11409"/>
                  </a:cubicBezTo>
                  <a:cubicBezTo>
                    <a:pt x="7773" y="11375"/>
                    <a:pt x="7806" y="11275"/>
                    <a:pt x="7839" y="11242"/>
                  </a:cubicBezTo>
                  <a:cubicBezTo>
                    <a:pt x="7873" y="11142"/>
                    <a:pt x="7939" y="11075"/>
                    <a:pt x="8006" y="10975"/>
                  </a:cubicBezTo>
                  <a:cubicBezTo>
                    <a:pt x="8040" y="10942"/>
                    <a:pt x="8106" y="10875"/>
                    <a:pt x="8140" y="10808"/>
                  </a:cubicBezTo>
                  <a:cubicBezTo>
                    <a:pt x="8173" y="10775"/>
                    <a:pt x="8240" y="10708"/>
                    <a:pt x="8273" y="10641"/>
                  </a:cubicBezTo>
                  <a:cubicBezTo>
                    <a:pt x="8406" y="10508"/>
                    <a:pt x="8540" y="10408"/>
                    <a:pt x="8673" y="10274"/>
                  </a:cubicBezTo>
                  <a:cubicBezTo>
                    <a:pt x="8773" y="10141"/>
                    <a:pt x="8907" y="10041"/>
                    <a:pt x="9040" y="9941"/>
                  </a:cubicBezTo>
                  <a:lnTo>
                    <a:pt x="9040" y="9941"/>
                  </a:lnTo>
                  <a:cubicBezTo>
                    <a:pt x="8840" y="10174"/>
                    <a:pt x="8673" y="10441"/>
                    <a:pt x="8507" y="10675"/>
                  </a:cubicBezTo>
                  <a:cubicBezTo>
                    <a:pt x="8440" y="10808"/>
                    <a:pt x="8340" y="10942"/>
                    <a:pt x="8273" y="11075"/>
                  </a:cubicBezTo>
                  <a:cubicBezTo>
                    <a:pt x="8206" y="11175"/>
                    <a:pt x="8173" y="11308"/>
                    <a:pt x="8106" y="11409"/>
                  </a:cubicBezTo>
                  <a:cubicBezTo>
                    <a:pt x="8040" y="11542"/>
                    <a:pt x="7973" y="11642"/>
                    <a:pt x="7939" y="11775"/>
                  </a:cubicBezTo>
                  <a:cubicBezTo>
                    <a:pt x="7906" y="11909"/>
                    <a:pt x="7839" y="12042"/>
                    <a:pt x="7773" y="12176"/>
                  </a:cubicBezTo>
                  <a:cubicBezTo>
                    <a:pt x="7773" y="12242"/>
                    <a:pt x="7739" y="12343"/>
                    <a:pt x="7706" y="12409"/>
                  </a:cubicBezTo>
                  <a:cubicBezTo>
                    <a:pt x="7706" y="12476"/>
                    <a:pt x="7673" y="12576"/>
                    <a:pt x="7639" y="12643"/>
                  </a:cubicBezTo>
                  <a:cubicBezTo>
                    <a:pt x="7606" y="12743"/>
                    <a:pt x="7573" y="12876"/>
                    <a:pt x="7539" y="13010"/>
                  </a:cubicBezTo>
                  <a:cubicBezTo>
                    <a:pt x="7472" y="13277"/>
                    <a:pt x="7372" y="13577"/>
                    <a:pt x="7272" y="13844"/>
                  </a:cubicBezTo>
                  <a:cubicBezTo>
                    <a:pt x="7239" y="13944"/>
                    <a:pt x="7206" y="14010"/>
                    <a:pt x="7172" y="14077"/>
                  </a:cubicBezTo>
                  <a:cubicBezTo>
                    <a:pt x="7406" y="14110"/>
                    <a:pt x="7639" y="14110"/>
                    <a:pt x="7873" y="14144"/>
                  </a:cubicBezTo>
                  <a:cubicBezTo>
                    <a:pt x="8406" y="14211"/>
                    <a:pt x="8940" y="14277"/>
                    <a:pt x="9474" y="14311"/>
                  </a:cubicBezTo>
                  <a:cubicBezTo>
                    <a:pt x="9474" y="14177"/>
                    <a:pt x="9474" y="14044"/>
                    <a:pt x="9441" y="13910"/>
                  </a:cubicBezTo>
                  <a:cubicBezTo>
                    <a:pt x="9441" y="13710"/>
                    <a:pt x="9407" y="13543"/>
                    <a:pt x="9407" y="13343"/>
                  </a:cubicBezTo>
                  <a:cubicBezTo>
                    <a:pt x="9407" y="13176"/>
                    <a:pt x="9407" y="12976"/>
                    <a:pt x="9441" y="12810"/>
                  </a:cubicBezTo>
                  <a:cubicBezTo>
                    <a:pt x="9474" y="12643"/>
                    <a:pt x="9541" y="12443"/>
                    <a:pt x="9607" y="12276"/>
                  </a:cubicBezTo>
                  <a:cubicBezTo>
                    <a:pt x="9707" y="12142"/>
                    <a:pt x="9807" y="11976"/>
                    <a:pt x="9908" y="11842"/>
                  </a:cubicBezTo>
                  <a:cubicBezTo>
                    <a:pt x="10141" y="11542"/>
                    <a:pt x="10408" y="11275"/>
                    <a:pt x="10675" y="11008"/>
                  </a:cubicBezTo>
                  <a:lnTo>
                    <a:pt x="10675" y="11008"/>
                  </a:lnTo>
                  <a:cubicBezTo>
                    <a:pt x="10575" y="11175"/>
                    <a:pt x="10475" y="11342"/>
                    <a:pt x="10375" y="11509"/>
                  </a:cubicBezTo>
                  <a:cubicBezTo>
                    <a:pt x="10208" y="11809"/>
                    <a:pt x="10008" y="12109"/>
                    <a:pt x="9841" y="12409"/>
                  </a:cubicBezTo>
                  <a:cubicBezTo>
                    <a:pt x="9774" y="12609"/>
                    <a:pt x="9707" y="12810"/>
                    <a:pt x="9674" y="12976"/>
                  </a:cubicBezTo>
                  <a:cubicBezTo>
                    <a:pt x="9641" y="13210"/>
                    <a:pt x="9641" y="13443"/>
                    <a:pt x="9641" y="13677"/>
                  </a:cubicBezTo>
                  <a:cubicBezTo>
                    <a:pt x="9641" y="13810"/>
                    <a:pt x="9607" y="13910"/>
                    <a:pt x="9607" y="14044"/>
                  </a:cubicBezTo>
                  <a:cubicBezTo>
                    <a:pt x="9607" y="14144"/>
                    <a:pt x="9574" y="14244"/>
                    <a:pt x="9574" y="14344"/>
                  </a:cubicBezTo>
                  <a:cubicBezTo>
                    <a:pt x="10274" y="14411"/>
                    <a:pt x="11008" y="14477"/>
                    <a:pt x="11709" y="14577"/>
                  </a:cubicBezTo>
                  <a:cubicBezTo>
                    <a:pt x="11709" y="14444"/>
                    <a:pt x="11675" y="14277"/>
                    <a:pt x="11675" y="14144"/>
                  </a:cubicBezTo>
                  <a:cubicBezTo>
                    <a:pt x="11642" y="13744"/>
                    <a:pt x="11642" y="13377"/>
                    <a:pt x="11609" y="13010"/>
                  </a:cubicBezTo>
                  <a:cubicBezTo>
                    <a:pt x="11575" y="12776"/>
                    <a:pt x="11542" y="12576"/>
                    <a:pt x="11509" y="12343"/>
                  </a:cubicBezTo>
                  <a:cubicBezTo>
                    <a:pt x="11509" y="12109"/>
                    <a:pt x="11475" y="11909"/>
                    <a:pt x="11542" y="11675"/>
                  </a:cubicBezTo>
                  <a:cubicBezTo>
                    <a:pt x="11642" y="11475"/>
                    <a:pt x="11742" y="11308"/>
                    <a:pt x="11842" y="11142"/>
                  </a:cubicBezTo>
                  <a:cubicBezTo>
                    <a:pt x="11942" y="10942"/>
                    <a:pt x="12042" y="10775"/>
                    <a:pt x="12142" y="10575"/>
                  </a:cubicBezTo>
                  <a:cubicBezTo>
                    <a:pt x="12276" y="10341"/>
                    <a:pt x="12409" y="10141"/>
                    <a:pt x="12543" y="9907"/>
                  </a:cubicBezTo>
                  <a:lnTo>
                    <a:pt x="12543" y="9907"/>
                  </a:lnTo>
                  <a:cubicBezTo>
                    <a:pt x="12409" y="10208"/>
                    <a:pt x="12309" y="10508"/>
                    <a:pt x="12209" y="10808"/>
                  </a:cubicBezTo>
                  <a:cubicBezTo>
                    <a:pt x="12176" y="10908"/>
                    <a:pt x="12109" y="11042"/>
                    <a:pt x="12042" y="11175"/>
                  </a:cubicBezTo>
                  <a:cubicBezTo>
                    <a:pt x="11976" y="11375"/>
                    <a:pt x="11876" y="11575"/>
                    <a:pt x="11842" y="11775"/>
                  </a:cubicBezTo>
                  <a:cubicBezTo>
                    <a:pt x="11809" y="11876"/>
                    <a:pt x="11809" y="11976"/>
                    <a:pt x="11809" y="12076"/>
                  </a:cubicBezTo>
                  <a:cubicBezTo>
                    <a:pt x="11842" y="12242"/>
                    <a:pt x="11842" y="12376"/>
                    <a:pt x="11876" y="12509"/>
                  </a:cubicBezTo>
                  <a:cubicBezTo>
                    <a:pt x="11909" y="12643"/>
                    <a:pt x="11909" y="12776"/>
                    <a:pt x="11942" y="12910"/>
                  </a:cubicBezTo>
                  <a:cubicBezTo>
                    <a:pt x="11942" y="13176"/>
                    <a:pt x="11942" y="13443"/>
                    <a:pt x="11942" y="13710"/>
                  </a:cubicBezTo>
                  <a:cubicBezTo>
                    <a:pt x="11909" y="13977"/>
                    <a:pt x="11876" y="14244"/>
                    <a:pt x="11842" y="14511"/>
                  </a:cubicBezTo>
                  <a:cubicBezTo>
                    <a:pt x="11842" y="14544"/>
                    <a:pt x="11842" y="14544"/>
                    <a:pt x="11842" y="14577"/>
                  </a:cubicBezTo>
                  <a:cubicBezTo>
                    <a:pt x="11909" y="14577"/>
                    <a:pt x="11976" y="14611"/>
                    <a:pt x="12042" y="14611"/>
                  </a:cubicBezTo>
                  <a:cubicBezTo>
                    <a:pt x="12443" y="14644"/>
                    <a:pt x="12843" y="14711"/>
                    <a:pt x="13243" y="14778"/>
                  </a:cubicBezTo>
                  <a:cubicBezTo>
                    <a:pt x="13177" y="14444"/>
                    <a:pt x="13110" y="14144"/>
                    <a:pt x="13076" y="13810"/>
                  </a:cubicBezTo>
                  <a:cubicBezTo>
                    <a:pt x="13043" y="13677"/>
                    <a:pt x="13043" y="13510"/>
                    <a:pt x="13043" y="13343"/>
                  </a:cubicBezTo>
                  <a:cubicBezTo>
                    <a:pt x="13076" y="13176"/>
                    <a:pt x="13110" y="13010"/>
                    <a:pt x="13143" y="12876"/>
                  </a:cubicBezTo>
                  <a:cubicBezTo>
                    <a:pt x="13143" y="13010"/>
                    <a:pt x="13143" y="13176"/>
                    <a:pt x="13143" y="13310"/>
                  </a:cubicBezTo>
                  <a:cubicBezTo>
                    <a:pt x="13177" y="13443"/>
                    <a:pt x="13177" y="13577"/>
                    <a:pt x="13210" y="13710"/>
                  </a:cubicBezTo>
                  <a:cubicBezTo>
                    <a:pt x="13210" y="13810"/>
                    <a:pt x="13243" y="13910"/>
                    <a:pt x="13243" y="14010"/>
                  </a:cubicBezTo>
                  <a:cubicBezTo>
                    <a:pt x="13277" y="14277"/>
                    <a:pt x="13277" y="14511"/>
                    <a:pt x="13277" y="14778"/>
                  </a:cubicBezTo>
                  <a:cubicBezTo>
                    <a:pt x="14010" y="14878"/>
                    <a:pt x="14711" y="14978"/>
                    <a:pt x="15411" y="15078"/>
                  </a:cubicBezTo>
                  <a:cubicBezTo>
                    <a:pt x="15378" y="14811"/>
                    <a:pt x="15278" y="14544"/>
                    <a:pt x="15211" y="14277"/>
                  </a:cubicBezTo>
                  <a:cubicBezTo>
                    <a:pt x="15145" y="14044"/>
                    <a:pt x="15111" y="13810"/>
                    <a:pt x="15078" y="13610"/>
                  </a:cubicBezTo>
                  <a:cubicBezTo>
                    <a:pt x="15078" y="13510"/>
                    <a:pt x="15078" y="13443"/>
                    <a:pt x="15045" y="13377"/>
                  </a:cubicBezTo>
                  <a:cubicBezTo>
                    <a:pt x="15045" y="13310"/>
                    <a:pt x="15045" y="13277"/>
                    <a:pt x="15045" y="13210"/>
                  </a:cubicBezTo>
                  <a:cubicBezTo>
                    <a:pt x="15045" y="13076"/>
                    <a:pt x="15045" y="12943"/>
                    <a:pt x="15045" y="12810"/>
                  </a:cubicBezTo>
                  <a:cubicBezTo>
                    <a:pt x="15078" y="12576"/>
                    <a:pt x="15111" y="12309"/>
                    <a:pt x="15211" y="12076"/>
                  </a:cubicBezTo>
                  <a:cubicBezTo>
                    <a:pt x="15278" y="11876"/>
                    <a:pt x="15378" y="11709"/>
                    <a:pt x="15478" y="11542"/>
                  </a:cubicBezTo>
                  <a:lnTo>
                    <a:pt x="15478" y="11575"/>
                  </a:lnTo>
                  <a:cubicBezTo>
                    <a:pt x="15411" y="11742"/>
                    <a:pt x="15345" y="11976"/>
                    <a:pt x="15311" y="12176"/>
                  </a:cubicBezTo>
                  <a:cubicBezTo>
                    <a:pt x="15278" y="12409"/>
                    <a:pt x="15278" y="12643"/>
                    <a:pt x="15278" y="12876"/>
                  </a:cubicBezTo>
                  <a:cubicBezTo>
                    <a:pt x="15278" y="12976"/>
                    <a:pt x="15278" y="13110"/>
                    <a:pt x="15311" y="13210"/>
                  </a:cubicBezTo>
                  <a:cubicBezTo>
                    <a:pt x="15311" y="13343"/>
                    <a:pt x="15311" y="13477"/>
                    <a:pt x="15345" y="13610"/>
                  </a:cubicBezTo>
                  <a:cubicBezTo>
                    <a:pt x="15345" y="13744"/>
                    <a:pt x="15345" y="13844"/>
                    <a:pt x="15378" y="13977"/>
                  </a:cubicBezTo>
                  <a:cubicBezTo>
                    <a:pt x="15411" y="14144"/>
                    <a:pt x="15411" y="14277"/>
                    <a:pt x="15445" y="14411"/>
                  </a:cubicBezTo>
                  <a:cubicBezTo>
                    <a:pt x="15478" y="14544"/>
                    <a:pt x="15478" y="14678"/>
                    <a:pt x="15512" y="14811"/>
                  </a:cubicBezTo>
                  <a:cubicBezTo>
                    <a:pt x="15512" y="14911"/>
                    <a:pt x="15512" y="15011"/>
                    <a:pt x="15512" y="15111"/>
                  </a:cubicBezTo>
                  <a:lnTo>
                    <a:pt x="15645" y="15111"/>
                  </a:lnTo>
                  <a:lnTo>
                    <a:pt x="16279" y="15211"/>
                  </a:lnTo>
                  <a:cubicBezTo>
                    <a:pt x="16412" y="15245"/>
                    <a:pt x="16512" y="15245"/>
                    <a:pt x="16646" y="15278"/>
                  </a:cubicBezTo>
                  <a:cubicBezTo>
                    <a:pt x="16646" y="15211"/>
                    <a:pt x="16646" y="15145"/>
                    <a:pt x="16679" y="15078"/>
                  </a:cubicBezTo>
                  <a:cubicBezTo>
                    <a:pt x="16679" y="15011"/>
                    <a:pt x="16679" y="14911"/>
                    <a:pt x="16679" y="14844"/>
                  </a:cubicBezTo>
                  <a:cubicBezTo>
                    <a:pt x="16712" y="14678"/>
                    <a:pt x="16679" y="14544"/>
                    <a:pt x="16679" y="14377"/>
                  </a:cubicBezTo>
                  <a:cubicBezTo>
                    <a:pt x="16679" y="14344"/>
                    <a:pt x="16679" y="14277"/>
                    <a:pt x="16679" y="14244"/>
                  </a:cubicBezTo>
                  <a:cubicBezTo>
                    <a:pt x="16646" y="14110"/>
                    <a:pt x="16646" y="14010"/>
                    <a:pt x="16612" y="13877"/>
                  </a:cubicBezTo>
                  <a:cubicBezTo>
                    <a:pt x="16579" y="13744"/>
                    <a:pt x="16546" y="13643"/>
                    <a:pt x="16512" y="13510"/>
                  </a:cubicBezTo>
                  <a:cubicBezTo>
                    <a:pt x="16412" y="13277"/>
                    <a:pt x="16345" y="13043"/>
                    <a:pt x="16279" y="12810"/>
                  </a:cubicBezTo>
                  <a:cubicBezTo>
                    <a:pt x="16179" y="12276"/>
                    <a:pt x="16079" y="11742"/>
                    <a:pt x="16112" y="11242"/>
                  </a:cubicBezTo>
                  <a:cubicBezTo>
                    <a:pt x="16145" y="10975"/>
                    <a:pt x="16179" y="10675"/>
                    <a:pt x="16245" y="10408"/>
                  </a:cubicBezTo>
                  <a:cubicBezTo>
                    <a:pt x="16312" y="10174"/>
                    <a:pt x="16379" y="9941"/>
                    <a:pt x="16479" y="9674"/>
                  </a:cubicBezTo>
                  <a:cubicBezTo>
                    <a:pt x="16579" y="9440"/>
                    <a:pt x="16679" y="9207"/>
                    <a:pt x="16779" y="9007"/>
                  </a:cubicBezTo>
                  <a:cubicBezTo>
                    <a:pt x="16846" y="8873"/>
                    <a:pt x="16913" y="8773"/>
                    <a:pt x="16946" y="8640"/>
                  </a:cubicBezTo>
                  <a:cubicBezTo>
                    <a:pt x="17046" y="8506"/>
                    <a:pt x="17113" y="8373"/>
                    <a:pt x="17246" y="8273"/>
                  </a:cubicBezTo>
                  <a:cubicBezTo>
                    <a:pt x="17346" y="8173"/>
                    <a:pt x="17480" y="8106"/>
                    <a:pt x="17580" y="8039"/>
                  </a:cubicBezTo>
                  <a:cubicBezTo>
                    <a:pt x="17580" y="8039"/>
                    <a:pt x="17580" y="8039"/>
                    <a:pt x="17580" y="8073"/>
                  </a:cubicBezTo>
                  <a:cubicBezTo>
                    <a:pt x="17480" y="8140"/>
                    <a:pt x="17413" y="8206"/>
                    <a:pt x="17313" y="8306"/>
                  </a:cubicBezTo>
                  <a:cubicBezTo>
                    <a:pt x="17279" y="8373"/>
                    <a:pt x="17246" y="8406"/>
                    <a:pt x="17213" y="8473"/>
                  </a:cubicBezTo>
                  <a:cubicBezTo>
                    <a:pt x="17113" y="8673"/>
                    <a:pt x="17046" y="8873"/>
                    <a:pt x="17013" y="9107"/>
                  </a:cubicBezTo>
                  <a:cubicBezTo>
                    <a:pt x="16946" y="9240"/>
                    <a:pt x="16913" y="9374"/>
                    <a:pt x="16879" y="9507"/>
                  </a:cubicBezTo>
                  <a:cubicBezTo>
                    <a:pt x="16846" y="9674"/>
                    <a:pt x="16779" y="9807"/>
                    <a:pt x="16746" y="9974"/>
                  </a:cubicBezTo>
                  <a:cubicBezTo>
                    <a:pt x="16746" y="10108"/>
                    <a:pt x="16712" y="10274"/>
                    <a:pt x="16679" y="10408"/>
                  </a:cubicBezTo>
                  <a:cubicBezTo>
                    <a:pt x="16646" y="10541"/>
                    <a:pt x="16646" y="10641"/>
                    <a:pt x="16612" y="10775"/>
                  </a:cubicBezTo>
                  <a:cubicBezTo>
                    <a:pt x="16612" y="10808"/>
                    <a:pt x="16612" y="10875"/>
                    <a:pt x="16612" y="10908"/>
                  </a:cubicBezTo>
                  <a:cubicBezTo>
                    <a:pt x="16612" y="10975"/>
                    <a:pt x="16612" y="11042"/>
                    <a:pt x="16612" y="11108"/>
                  </a:cubicBezTo>
                  <a:cubicBezTo>
                    <a:pt x="16612" y="11242"/>
                    <a:pt x="16612" y="11375"/>
                    <a:pt x="16612" y="11475"/>
                  </a:cubicBezTo>
                  <a:cubicBezTo>
                    <a:pt x="16612" y="11609"/>
                    <a:pt x="16612" y="11709"/>
                    <a:pt x="16612" y="11842"/>
                  </a:cubicBezTo>
                  <a:cubicBezTo>
                    <a:pt x="16646" y="11976"/>
                    <a:pt x="16646" y="12109"/>
                    <a:pt x="16679" y="12209"/>
                  </a:cubicBezTo>
                  <a:cubicBezTo>
                    <a:pt x="16679" y="12376"/>
                    <a:pt x="16712" y="12543"/>
                    <a:pt x="16746" y="12676"/>
                  </a:cubicBezTo>
                  <a:cubicBezTo>
                    <a:pt x="16746" y="12843"/>
                    <a:pt x="16779" y="13010"/>
                    <a:pt x="16812" y="13176"/>
                  </a:cubicBezTo>
                  <a:cubicBezTo>
                    <a:pt x="16846" y="13310"/>
                    <a:pt x="16879" y="13477"/>
                    <a:pt x="16913" y="13610"/>
                  </a:cubicBezTo>
                  <a:cubicBezTo>
                    <a:pt x="16946" y="13877"/>
                    <a:pt x="16946" y="14110"/>
                    <a:pt x="16946" y="14377"/>
                  </a:cubicBezTo>
                  <a:cubicBezTo>
                    <a:pt x="16913" y="14511"/>
                    <a:pt x="16913" y="14644"/>
                    <a:pt x="16879" y="14744"/>
                  </a:cubicBezTo>
                  <a:cubicBezTo>
                    <a:pt x="16879" y="14878"/>
                    <a:pt x="16846" y="14978"/>
                    <a:pt x="16812" y="15078"/>
                  </a:cubicBezTo>
                  <a:cubicBezTo>
                    <a:pt x="16812" y="15145"/>
                    <a:pt x="16779" y="15211"/>
                    <a:pt x="16746" y="15278"/>
                  </a:cubicBezTo>
                  <a:cubicBezTo>
                    <a:pt x="17146" y="15345"/>
                    <a:pt x="17513" y="15411"/>
                    <a:pt x="17913" y="15478"/>
                  </a:cubicBezTo>
                  <a:cubicBezTo>
                    <a:pt x="18247" y="15545"/>
                    <a:pt x="18580" y="15612"/>
                    <a:pt x="18881" y="15678"/>
                  </a:cubicBezTo>
                  <a:lnTo>
                    <a:pt x="18881" y="15345"/>
                  </a:lnTo>
                  <a:cubicBezTo>
                    <a:pt x="18881" y="15245"/>
                    <a:pt x="18881" y="15145"/>
                    <a:pt x="18881" y="15044"/>
                  </a:cubicBezTo>
                  <a:cubicBezTo>
                    <a:pt x="18881" y="14911"/>
                    <a:pt x="18881" y="14811"/>
                    <a:pt x="18881" y="14711"/>
                  </a:cubicBezTo>
                  <a:cubicBezTo>
                    <a:pt x="18881" y="14277"/>
                    <a:pt x="18914" y="13877"/>
                    <a:pt x="18947" y="13443"/>
                  </a:cubicBezTo>
                  <a:cubicBezTo>
                    <a:pt x="18947" y="13510"/>
                    <a:pt x="18947" y="13577"/>
                    <a:pt x="18947" y="13643"/>
                  </a:cubicBezTo>
                  <a:cubicBezTo>
                    <a:pt x="18981" y="14044"/>
                    <a:pt x="19014" y="14411"/>
                    <a:pt x="19014" y="14811"/>
                  </a:cubicBezTo>
                  <a:cubicBezTo>
                    <a:pt x="19014" y="15044"/>
                    <a:pt x="18981" y="15245"/>
                    <a:pt x="18981" y="15478"/>
                  </a:cubicBezTo>
                  <a:cubicBezTo>
                    <a:pt x="18981" y="15545"/>
                    <a:pt x="18947" y="15612"/>
                    <a:pt x="18947" y="15712"/>
                  </a:cubicBezTo>
                  <a:cubicBezTo>
                    <a:pt x="19214" y="15778"/>
                    <a:pt x="19481" y="15845"/>
                    <a:pt x="19748" y="15912"/>
                  </a:cubicBezTo>
                  <a:cubicBezTo>
                    <a:pt x="19848" y="15778"/>
                    <a:pt x="19915" y="15645"/>
                    <a:pt x="19981" y="15511"/>
                  </a:cubicBezTo>
                  <a:cubicBezTo>
                    <a:pt x="20182" y="15078"/>
                    <a:pt x="20348" y="14644"/>
                    <a:pt x="20548" y="14211"/>
                  </a:cubicBezTo>
                  <a:cubicBezTo>
                    <a:pt x="20582" y="14110"/>
                    <a:pt x="20615" y="14044"/>
                    <a:pt x="20649" y="13977"/>
                  </a:cubicBezTo>
                  <a:cubicBezTo>
                    <a:pt x="20749" y="13777"/>
                    <a:pt x="20849" y="13543"/>
                    <a:pt x="20949" y="13343"/>
                  </a:cubicBezTo>
                  <a:cubicBezTo>
                    <a:pt x="21082" y="13010"/>
                    <a:pt x="21216" y="12709"/>
                    <a:pt x="21282" y="12343"/>
                  </a:cubicBezTo>
                  <a:cubicBezTo>
                    <a:pt x="21316" y="12276"/>
                    <a:pt x="21316" y="12209"/>
                    <a:pt x="21316" y="12142"/>
                  </a:cubicBezTo>
                  <a:cubicBezTo>
                    <a:pt x="21316" y="12309"/>
                    <a:pt x="21349" y="12443"/>
                    <a:pt x="21316" y="12576"/>
                  </a:cubicBezTo>
                  <a:cubicBezTo>
                    <a:pt x="21316" y="12709"/>
                    <a:pt x="21316" y="12810"/>
                    <a:pt x="21282" y="12910"/>
                  </a:cubicBezTo>
                  <a:cubicBezTo>
                    <a:pt x="21149" y="13477"/>
                    <a:pt x="20982" y="14077"/>
                    <a:pt x="20715" y="14577"/>
                  </a:cubicBezTo>
                  <a:cubicBezTo>
                    <a:pt x="20548" y="14844"/>
                    <a:pt x="20415" y="15111"/>
                    <a:pt x="20282" y="15378"/>
                  </a:cubicBezTo>
                  <a:cubicBezTo>
                    <a:pt x="20148" y="15578"/>
                    <a:pt x="20015" y="15778"/>
                    <a:pt x="19848" y="15945"/>
                  </a:cubicBezTo>
                  <a:cubicBezTo>
                    <a:pt x="20348" y="16112"/>
                    <a:pt x="20849" y="16279"/>
                    <a:pt x="21282" y="16479"/>
                  </a:cubicBezTo>
                  <a:cubicBezTo>
                    <a:pt x="21916" y="16779"/>
                    <a:pt x="22517" y="17079"/>
                    <a:pt x="23084" y="17346"/>
                  </a:cubicBezTo>
                  <a:cubicBezTo>
                    <a:pt x="23317" y="17046"/>
                    <a:pt x="23551" y="16746"/>
                    <a:pt x="23717" y="16412"/>
                  </a:cubicBezTo>
                  <a:cubicBezTo>
                    <a:pt x="23751" y="16345"/>
                    <a:pt x="23784" y="16279"/>
                    <a:pt x="23784" y="16179"/>
                  </a:cubicBezTo>
                  <a:cubicBezTo>
                    <a:pt x="23817" y="15945"/>
                    <a:pt x="23817" y="15712"/>
                    <a:pt x="23851" y="15478"/>
                  </a:cubicBezTo>
                  <a:cubicBezTo>
                    <a:pt x="23851" y="15245"/>
                    <a:pt x="23884" y="15044"/>
                    <a:pt x="23918" y="14811"/>
                  </a:cubicBezTo>
                  <a:cubicBezTo>
                    <a:pt x="23918" y="14711"/>
                    <a:pt x="23918" y="14611"/>
                    <a:pt x="23951" y="14511"/>
                  </a:cubicBezTo>
                  <a:cubicBezTo>
                    <a:pt x="23984" y="14344"/>
                    <a:pt x="24018" y="14177"/>
                    <a:pt x="24084" y="14010"/>
                  </a:cubicBezTo>
                  <a:cubicBezTo>
                    <a:pt x="24151" y="13744"/>
                    <a:pt x="24318" y="13510"/>
                    <a:pt x="24551" y="13310"/>
                  </a:cubicBezTo>
                  <a:cubicBezTo>
                    <a:pt x="24685" y="13210"/>
                    <a:pt x="24818" y="13110"/>
                    <a:pt x="24985" y="13010"/>
                  </a:cubicBezTo>
                  <a:lnTo>
                    <a:pt x="24985" y="13010"/>
                  </a:lnTo>
                  <a:cubicBezTo>
                    <a:pt x="24885" y="13143"/>
                    <a:pt x="24751" y="13243"/>
                    <a:pt x="24651" y="13343"/>
                  </a:cubicBezTo>
                  <a:cubicBezTo>
                    <a:pt x="24585" y="13477"/>
                    <a:pt x="24485" y="13577"/>
                    <a:pt x="24451" y="13710"/>
                  </a:cubicBezTo>
                  <a:cubicBezTo>
                    <a:pt x="24385" y="13810"/>
                    <a:pt x="24351" y="13910"/>
                    <a:pt x="24351" y="14044"/>
                  </a:cubicBezTo>
                  <a:cubicBezTo>
                    <a:pt x="24284" y="14344"/>
                    <a:pt x="24251" y="14678"/>
                    <a:pt x="24251" y="14978"/>
                  </a:cubicBezTo>
                  <a:cubicBezTo>
                    <a:pt x="24218" y="15211"/>
                    <a:pt x="24184" y="15478"/>
                    <a:pt x="24184" y="15712"/>
                  </a:cubicBezTo>
                  <a:cubicBezTo>
                    <a:pt x="24151" y="15845"/>
                    <a:pt x="24151" y="16012"/>
                    <a:pt x="24118" y="16145"/>
                  </a:cubicBezTo>
                  <a:cubicBezTo>
                    <a:pt x="24051" y="16312"/>
                    <a:pt x="23984" y="16445"/>
                    <a:pt x="23884" y="16612"/>
                  </a:cubicBezTo>
                  <a:cubicBezTo>
                    <a:pt x="23817" y="16679"/>
                    <a:pt x="23751" y="16779"/>
                    <a:pt x="23684" y="16846"/>
                  </a:cubicBezTo>
                  <a:cubicBezTo>
                    <a:pt x="23584" y="16946"/>
                    <a:pt x="23517" y="17046"/>
                    <a:pt x="23417" y="17113"/>
                  </a:cubicBezTo>
                  <a:lnTo>
                    <a:pt x="23117" y="17346"/>
                  </a:lnTo>
                  <a:cubicBezTo>
                    <a:pt x="23484" y="17513"/>
                    <a:pt x="23817" y="17680"/>
                    <a:pt x="24151" y="17846"/>
                  </a:cubicBezTo>
                  <a:cubicBezTo>
                    <a:pt x="24351" y="17947"/>
                    <a:pt x="24518" y="18013"/>
                    <a:pt x="24685" y="18113"/>
                  </a:cubicBezTo>
                  <a:cubicBezTo>
                    <a:pt x="24751" y="18013"/>
                    <a:pt x="24818" y="17913"/>
                    <a:pt x="24885" y="17813"/>
                  </a:cubicBezTo>
                  <a:cubicBezTo>
                    <a:pt x="24952" y="17713"/>
                    <a:pt x="25018" y="17613"/>
                    <a:pt x="25085" y="17480"/>
                  </a:cubicBezTo>
                  <a:cubicBezTo>
                    <a:pt x="25118" y="17446"/>
                    <a:pt x="25152" y="17379"/>
                    <a:pt x="25185" y="17313"/>
                  </a:cubicBezTo>
                  <a:cubicBezTo>
                    <a:pt x="25218" y="17279"/>
                    <a:pt x="25252" y="17213"/>
                    <a:pt x="25252" y="17146"/>
                  </a:cubicBezTo>
                  <a:cubicBezTo>
                    <a:pt x="25419" y="16812"/>
                    <a:pt x="25552" y="16445"/>
                    <a:pt x="25685" y="16079"/>
                  </a:cubicBezTo>
                  <a:lnTo>
                    <a:pt x="25685" y="16079"/>
                  </a:lnTo>
                  <a:cubicBezTo>
                    <a:pt x="25619" y="16379"/>
                    <a:pt x="25552" y="16679"/>
                    <a:pt x="25485" y="16946"/>
                  </a:cubicBezTo>
                  <a:cubicBezTo>
                    <a:pt x="25419" y="17179"/>
                    <a:pt x="25352" y="17413"/>
                    <a:pt x="25252" y="17646"/>
                  </a:cubicBezTo>
                  <a:cubicBezTo>
                    <a:pt x="25152" y="17846"/>
                    <a:pt x="25052" y="18047"/>
                    <a:pt x="24985" y="18247"/>
                  </a:cubicBezTo>
                  <a:cubicBezTo>
                    <a:pt x="25152" y="18347"/>
                    <a:pt x="25319" y="18447"/>
                    <a:pt x="25519" y="18580"/>
                  </a:cubicBezTo>
                  <a:cubicBezTo>
                    <a:pt x="25552" y="18547"/>
                    <a:pt x="25585" y="18480"/>
                    <a:pt x="25619" y="18447"/>
                  </a:cubicBezTo>
                  <a:cubicBezTo>
                    <a:pt x="25886" y="18113"/>
                    <a:pt x="26119" y="17780"/>
                    <a:pt x="26386" y="17446"/>
                  </a:cubicBezTo>
                  <a:lnTo>
                    <a:pt x="26386" y="17446"/>
                  </a:lnTo>
                  <a:cubicBezTo>
                    <a:pt x="26219" y="17813"/>
                    <a:pt x="26052" y="18213"/>
                    <a:pt x="25819" y="18547"/>
                  </a:cubicBezTo>
                  <a:cubicBezTo>
                    <a:pt x="25786" y="18614"/>
                    <a:pt x="25752" y="18647"/>
                    <a:pt x="25719" y="18714"/>
                  </a:cubicBezTo>
                  <a:cubicBezTo>
                    <a:pt x="25752" y="18747"/>
                    <a:pt x="25786" y="18747"/>
                    <a:pt x="25786" y="18780"/>
                  </a:cubicBezTo>
                  <a:cubicBezTo>
                    <a:pt x="26353" y="19147"/>
                    <a:pt x="26886" y="19514"/>
                    <a:pt x="27387" y="19881"/>
                  </a:cubicBezTo>
                  <a:lnTo>
                    <a:pt x="27453" y="19915"/>
                  </a:lnTo>
                  <a:cubicBezTo>
                    <a:pt x="27587" y="20015"/>
                    <a:pt x="27687" y="20081"/>
                    <a:pt x="27820" y="20181"/>
                  </a:cubicBezTo>
                  <a:cubicBezTo>
                    <a:pt x="27854" y="20115"/>
                    <a:pt x="27854" y="20081"/>
                    <a:pt x="27887" y="20015"/>
                  </a:cubicBezTo>
                  <a:cubicBezTo>
                    <a:pt x="27987" y="19848"/>
                    <a:pt x="28020" y="19681"/>
                    <a:pt x="28054" y="19514"/>
                  </a:cubicBezTo>
                  <a:cubicBezTo>
                    <a:pt x="28121" y="19081"/>
                    <a:pt x="28154" y="18614"/>
                    <a:pt x="28221" y="18180"/>
                  </a:cubicBezTo>
                  <a:cubicBezTo>
                    <a:pt x="28287" y="17880"/>
                    <a:pt x="28321" y="17580"/>
                    <a:pt x="28387" y="17313"/>
                  </a:cubicBezTo>
                  <a:lnTo>
                    <a:pt x="28387" y="17313"/>
                  </a:lnTo>
                  <a:cubicBezTo>
                    <a:pt x="28354" y="17646"/>
                    <a:pt x="28354" y="17980"/>
                    <a:pt x="28354" y="18347"/>
                  </a:cubicBezTo>
                  <a:cubicBezTo>
                    <a:pt x="28321" y="18614"/>
                    <a:pt x="28321" y="18914"/>
                    <a:pt x="28254" y="19181"/>
                  </a:cubicBezTo>
                  <a:cubicBezTo>
                    <a:pt x="28221" y="19281"/>
                    <a:pt x="28187" y="19414"/>
                    <a:pt x="28154" y="19514"/>
                  </a:cubicBezTo>
                  <a:cubicBezTo>
                    <a:pt x="28154" y="19614"/>
                    <a:pt x="28121" y="19714"/>
                    <a:pt x="28054" y="19815"/>
                  </a:cubicBezTo>
                  <a:cubicBezTo>
                    <a:pt x="27987" y="19948"/>
                    <a:pt x="27920" y="20081"/>
                    <a:pt x="27820" y="20181"/>
                  </a:cubicBezTo>
                  <a:cubicBezTo>
                    <a:pt x="28321" y="20548"/>
                    <a:pt x="28854" y="20882"/>
                    <a:pt x="29421" y="21082"/>
                  </a:cubicBezTo>
                  <a:cubicBezTo>
                    <a:pt x="29555" y="21149"/>
                    <a:pt x="29688" y="21182"/>
                    <a:pt x="29788" y="21216"/>
                  </a:cubicBezTo>
                  <a:cubicBezTo>
                    <a:pt x="30022" y="21249"/>
                    <a:pt x="30189" y="21282"/>
                    <a:pt x="30355" y="21282"/>
                  </a:cubicBezTo>
                  <a:cubicBezTo>
                    <a:pt x="30389" y="21282"/>
                    <a:pt x="30422" y="21316"/>
                    <a:pt x="30422" y="21316"/>
                  </a:cubicBezTo>
                  <a:cubicBezTo>
                    <a:pt x="30556" y="21316"/>
                    <a:pt x="30656" y="21282"/>
                    <a:pt x="30756" y="21282"/>
                  </a:cubicBezTo>
                  <a:cubicBezTo>
                    <a:pt x="30822" y="21249"/>
                    <a:pt x="30856" y="21249"/>
                    <a:pt x="30923" y="21249"/>
                  </a:cubicBezTo>
                  <a:cubicBezTo>
                    <a:pt x="30956" y="21249"/>
                    <a:pt x="31023" y="21249"/>
                    <a:pt x="31089" y="21216"/>
                  </a:cubicBezTo>
                  <a:cubicBezTo>
                    <a:pt x="31156" y="21015"/>
                    <a:pt x="31223" y="20849"/>
                    <a:pt x="31289" y="20648"/>
                  </a:cubicBezTo>
                  <a:cubicBezTo>
                    <a:pt x="31356" y="20415"/>
                    <a:pt x="31490" y="20215"/>
                    <a:pt x="31590" y="20015"/>
                  </a:cubicBezTo>
                  <a:cubicBezTo>
                    <a:pt x="31656" y="19881"/>
                    <a:pt x="31723" y="19748"/>
                    <a:pt x="31823" y="19614"/>
                  </a:cubicBezTo>
                  <a:cubicBezTo>
                    <a:pt x="31890" y="19514"/>
                    <a:pt x="31957" y="19414"/>
                    <a:pt x="32057" y="19314"/>
                  </a:cubicBezTo>
                  <a:cubicBezTo>
                    <a:pt x="32223" y="19081"/>
                    <a:pt x="32424" y="18847"/>
                    <a:pt x="32590" y="18614"/>
                  </a:cubicBezTo>
                  <a:cubicBezTo>
                    <a:pt x="32724" y="18447"/>
                    <a:pt x="32857" y="18247"/>
                    <a:pt x="32957" y="18047"/>
                  </a:cubicBezTo>
                  <a:cubicBezTo>
                    <a:pt x="32957" y="17846"/>
                    <a:pt x="32957" y="17613"/>
                    <a:pt x="32924" y="17379"/>
                  </a:cubicBezTo>
                  <a:cubicBezTo>
                    <a:pt x="32891" y="17046"/>
                    <a:pt x="32824" y="16712"/>
                    <a:pt x="32724" y="16379"/>
                  </a:cubicBezTo>
                  <a:lnTo>
                    <a:pt x="32724" y="16345"/>
                  </a:lnTo>
                  <a:cubicBezTo>
                    <a:pt x="32690" y="16379"/>
                    <a:pt x="32624" y="16379"/>
                    <a:pt x="32590" y="16412"/>
                  </a:cubicBezTo>
                  <a:cubicBezTo>
                    <a:pt x="32524" y="16479"/>
                    <a:pt x="32490" y="16512"/>
                    <a:pt x="32457" y="16579"/>
                  </a:cubicBezTo>
                  <a:cubicBezTo>
                    <a:pt x="32290" y="16746"/>
                    <a:pt x="32190" y="16946"/>
                    <a:pt x="32057" y="17146"/>
                  </a:cubicBezTo>
                  <a:cubicBezTo>
                    <a:pt x="31957" y="17346"/>
                    <a:pt x="31823" y="17513"/>
                    <a:pt x="31690" y="17680"/>
                  </a:cubicBezTo>
                  <a:cubicBezTo>
                    <a:pt x="31590" y="17846"/>
                    <a:pt x="31456" y="18013"/>
                    <a:pt x="31323" y="18180"/>
                  </a:cubicBezTo>
                  <a:cubicBezTo>
                    <a:pt x="31256" y="18313"/>
                    <a:pt x="31156" y="18447"/>
                    <a:pt x="31056" y="18547"/>
                  </a:cubicBezTo>
                  <a:cubicBezTo>
                    <a:pt x="30923" y="18780"/>
                    <a:pt x="30789" y="19014"/>
                    <a:pt x="30656" y="19247"/>
                  </a:cubicBezTo>
                  <a:cubicBezTo>
                    <a:pt x="30556" y="19481"/>
                    <a:pt x="30456" y="19748"/>
                    <a:pt x="30355" y="19981"/>
                  </a:cubicBezTo>
                  <a:cubicBezTo>
                    <a:pt x="30289" y="20148"/>
                    <a:pt x="30222" y="20282"/>
                    <a:pt x="30122" y="20448"/>
                  </a:cubicBezTo>
                  <a:cubicBezTo>
                    <a:pt x="30022" y="20582"/>
                    <a:pt x="29955" y="20715"/>
                    <a:pt x="29822" y="20815"/>
                  </a:cubicBezTo>
                  <a:cubicBezTo>
                    <a:pt x="29788" y="20849"/>
                    <a:pt x="29755" y="20915"/>
                    <a:pt x="29688" y="20949"/>
                  </a:cubicBezTo>
                  <a:cubicBezTo>
                    <a:pt x="29622" y="20949"/>
                    <a:pt x="29588" y="20982"/>
                    <a:pt x="29522" y="21015"/>
                  </a:cubicBezTo>
                  <a:cubicBezTo>
                    <a:pt x="29522" y="20982"/>
                    <a:pt x="29522" y="20982"/>
                    <a:pt x="29555" y="20982"/>
                  </a:cubicBezTo>
                  <a:cubicBezTo>
                    <a:pt x="29622" y="20949"/>
                    <a:pt x="29688" y="20882"/>
                    <a:pt x="29722" y="20849"/>
                  </a:cubicBezTo>
                  <a:cubicBezTo>
                    <a:pt x="29788" y="20715"/>
                    <a:pt x="29888" y="20615"/>
                    <a:pt x="29922" y="20482"/>
                  </a:cubicBezTo>
                  <a:cubicBezTo>
                    <a:pt x="30022" y="20315"/>
                    <a:pt x="30089" y="20115"/>
                    <a:pt x="30155" y="19915"/>
                  </a:cubicBezTo>
                  <a:cubicBezTo>
                    <a:pt x="30222" y="19548"/>
                    <a:pt x="30322" y="19181"/>
                    <a:pt x="30456" y="18847"/>
                  </a:cubicBezTo>
                  <a:cubicBezTo>
                    <a:pt x="30556" y="18680"/>
                    <a:pt x="30656" y="18480"/>
                    <a:pt x="30789" y="18313"/>
                  </a:cubicBezTo>
                  <a:cubicBezTo>
                    <a:pt x="30822" y="18247"/>
                    <a:pt x="30889" y="18180"/>
                    <a:pt x="30956" y="18080"/>
                  </a:cubicBezTo>
                  <a:cubicBezTo>
                    <a:pt x="31056" y="17947"/>
                    <a:pt x="31156" y="17813"/>
                    <a:pt x="31289" y="17713"/>
                  </a:cubicBezTo>
                  <a:cubicBezTo>
                    <a:pt x="31456" y="17480"/>
                    <a:pt x="31656" y="17279"/>
                    <a:pt x="31823" y="17046"/>
                  </a:cubicBezTo>
                  <a:cubicBezTo>
                    <a:pt x="31923" y="16946"/>
                    <a:pt x="32057" y="16812"/>
                    <a:pt x="32157" y="16712"/>
                  </a:cubicBezTo>
                  <a:cubicBezTo>
                    <a:pt x="32223" y="16646"/>
                    <a:pt x="32290" y="16579"/>
                    <a:pt x="32357" y="16546"/>
                  </a:cubicBezTo>
                  <a:cubicBezTo>
                    <a:pt x="32390" y="16479"/>
                    <a:pt x="32457" y="16445"/>
                    <a:pt x="32524" y="16412"/>
                  </a:cubicBezTo>
                  <a:cubicBezTo>
                    <a:pt x="32590" y="16379"/>
                    <a:pt x="32657" y="16345"/>
                    <a:pt x="32724" y="16345"/>
                  </a:cubicBezTo>
                  <a:lnTo>
                    <a:pt x="32724" y="16312"/>
                  </a:lnTo>
                  <a:cubicBezTo>
                    <a:pt x="32657" y="15978"/>
                    <a:pt x="32557" y="15645"/>
                    <a:pt x="32457" y="15278"/>
                  </a:cubicBezTo>
                  <a:cubicBezTo>
                    <a:pt x="32290" y="14611"/>
                    <a:pt x="32023" y="13910"/>
                    <a:pt x="31623" y="13043"/>
                  </a:cubicBezTo>
                  <a:cubicBezTo>
                    <a:pt x="31323" y="12443"/>
                    <a:pt x="31023" y="11842"/>
                    <a:pt x="30722" y="11275"/>
                  </a:cubicBezTo>
                  <a:lnTo>
                    <a:pt x="30689" y="11208"/>
                  </a:lnTo>
                  <a:cubicBezTo>
                    <a:pt x="30389" y="10608"/>
                    <a:pt x="30089" y="10008"/>
                    <a:pt x="29688" y="9407"/>
                  </a:cubicBezTo>
                  <a:cubicBezTo>
                    <a:pt x="29622" y="9274"/>
                    <a:pt x="29555" y="9174"/>
                    <a:pt x="29488" y="9074"/>
                  </a:cubicBezTo>
                  <a:cubicBezTo>
                    <a:pt x="29388" y="9207"/>
                    <a:pt x="29321" y="9374"/>
                    <a:pt x="29221" y="9507"/>
                  </a:cubicBezTo>
                  <a:cubicBezTo>
                    <a:pt x="29055" y="9841"/>
                    <a:pt x="28854" y="10174"/>
                    <a:pt x="28621" y="10475"/>
                  </a:cubicBezTo>
                  <a:cubicBezTo>
                    <a:pt x="28688" y="10341"/>
                    <a:pt x="28754" y="10208"/>
                    <a:pt x="28788" y="10074"/>
                  </a:cubicBezTo>
                  <a:lnTo>
                    <a:pt x="28821" y="10074"/>
                  </a:lnTo>
                  <a:cubicBezTo>
                    <a:pt x="28921" y="9807"/>
                    <a:pt x="29055" y="9541"/>
                    <a:pt x="29188" y="9307"/>
                  </a:cubicBezTo>
                  <a:cubicBezTo>
                    <a:pt x="29255" y="9207"/>
                    <a:pt x="29355" y="9074"/>
                    <a:pt x="29421" y="8973"/>
                  </a:cubicBezTo>
                  <a:cubicBezTo>
                    <a:pt x="29088" y="8473"/>
                    <a:pt x="28721" y="8006"/>
                    <a:pt x="28421" y="7572"/>
                  </a:cubicBezTo>
                  <a:lnTo>
                    <a:pt x="28387" y="7572"/>
                  </a:lnTo>
                  <a:cubicBezTo>
                    <a:pt x="28287" y="7839"/>
                    <a:pt x="28121" y="8106"/>
                    <a:pt x="27987" y="8406"/>
                  </a:cubicBezTo>
                  <a:cubicBezTo>
                    <a:pt x="27920" y="8540"/>
                    <a:pt x="27887" y="8673"/>
                    <a:pt x="27820" y="8807"/>
                  </a:cubicBezTo>
                  <a:cubicBezTo>
                    <a:pt x="27787" y="8873"/>
                    <a:pt x="27754" y="8940"/>
                    <a:pt x="27720" y="9007"/>
                  </a:cubicBezTo>
                  <a:cubicBezTo>
                    <a:pt x="27654" y="9107"/>
                    <a:pt x="27620" y="9174"/>
                    <a:pt x="27587" y="9240"/>
                  </a:cubicBezTo>
                  <a:cubicBezTo>
                    <a:pt x="27553" y="9307"/>
                    <a:pt x="27520" y="9374"/>
                    <a:pt x="27520" y="9440"/>
                  </a:cubicBezTo>
                  <a:cubicBezTo>
                    <a:pt x="27520" y="9374"/>
                    <a:pt x="27520" y="9307"/>
                    <a:pt x="27520" y="9240"/>
                  </a:cubicBezTo>
                  <a:cubicBezTo>
                    <a:pt x="27553" y="9174"/>
                    <a:pt x="27553" y="9140"/>
                    <a:pt x="27587" y="9107"/>
                  </a:cubicBezTo>
                  <a:lnTo>
                    <a:pt x="27620" y="8940"/>
                  </a:lnTo>
                  <a:cubicBezTo>
                    <a:pt x="27654" y="8807"/>
                    <a:pt x="27687" y="8707"/>
                    <a:pt x="27720" y="8573"/>
                  </a:cubicBezTo>
                  <a:cubicBezTo>
                    <a:pt x="27754" y="8473"/>
                    <a:pt x="27754" y="8373"/>
                    <a:pt x="27820" y="8240"/>
                  </a:cubicBezTo>
                  <a:cubicBezTo>
                    <a:pt x="27854" y="8140"/>
                    <a:pt x="27920" y="8039"/>
                    <a:pt x="27954" y="7939"/>
                  </a:cubicBezTo>
                  <a:cubicBezTo>
                    <a:pt x="27954" y="7939"/>
                    <a:pt x="27954" y="7939"/>
                    <a:pt x="27954" y="7973"/>
                  </a:cubicBezTo>
                  <a:cubicBezTo>
                    <a:pt x="28020" y="7806"/>
                    <a:pt x="28087" y="7639"/>
                    <a:pt x="28187" y="7472"/>
                  </a:cubicBezTo>
                  <a:cubicBezTo>
                    <a:pt x="28187" y="7439"/>
                    <a:pt x="28221" y="7372"/>
                    <a:pt x="28221" y="7339"/>
                  </a:cubicBezTo>
                  <a:cubicBezTo>
                    <a:pt x="27887" y="6872"/>
                    <a:pt x="27520" y="6405"/>
                    <a:pt x="27086" y="6038"/>
                  </a:cubicBezTo>
                  <a:cubicBezTo>
                    <a:pt x="26753" y="5738"/>
                    <a:pt x="26419" y="5438"/>
                    <a:pt x="26052" y="5237"/>
                  </a:cubicBezTo>
                  <a:cubicBezTo>
                    <a:pt x="25952" y="5204"/>
                    <a:pt x="25886" y="5137"/>
                    <a:pt x="25819" y="5104"/>
                  </a:cubicBezTo>
                  <a:cubicBezTo>
                    <a:pt x="25819" y="5237"/>
                    <a:pt x="25786" y="5404"/>
                    <a:pt x="25786" y="5538"/>
                  </a:cubicBezTo>
                  <a:cubicBezTo>
                    <a:pt x="25786" y="5671"/>
                    <a:pt x="25786" y="5838"/>
                    <a:pt x="25786" y="6005"/>
                  </a:cubicBezTo>
                  <a:cubicBezTo>
                    <a:pt x="25752" y="5838"/>
                    <a:pt x="25752" y="5671"/>
                    <a:pt x="25752" y="5504"/>
                  </a:cubicBezTo>
                  <a:cubicBezTo>
                    <a:pt x="25752" y="5371"/>
                    <a:pt x="25752" y="5237"/>
                    <a:pt x="25752" y="5104"/>
                  </a:cubicBezTo>
                  <a:lnTo>
                    <a:pt x="25752" y="5071"/>
                  </a:lnTo>
                  <a:cubicBezTo>
                    <a:pt x="25452" y="4904"/>
                    <a:pt x="25118" y="4737"/>
                    <a:pt x="24818" y="4637"/>
                  </a:cubicBezTo>
                  <a:cubicBezTo>
                    <a:pt x="24251" y="4437"/>
                    <a:pt x="23751" y="4337"/>
                    <a:pt x="23250" y="4303"/>
                  </a:cubicBezTo>
                  <a:lnTo>
                    <a:pt x="23250" y="4303"/>
                  </a:lnTo>
                  <a:lnTo>
                    <a:pt x="23317" y="4537"/>
                  </a:lnTo>
                  <a:cubicBezTo>
                    <a:pt x="23317" y="4604"/>
                    <a:pt x="23317" y="4670"/>
                    <a:pt x="23317" y="4770"/>
                  </a:cubicBezTo>
                  <a:cubicBezTo>
                    <a:pt x="23317" y="4871"/>
                    <a:pt x="23317" y="4971"/>
                    <a:pt x="23284" y="5071"/>
                  </a:cubicBezTo>
                  <a:cubicBezTo>
                    <a:pt x="23150" y="5404"/>
                    <a:pt x="22984" y="5671"/>
                    <a:pt x="22917" y="6038"/>
                  </a:cubicBezTo>
                  <a:cubicBezTo>
                    <a:pt x="22883" y="6205"/>
                    <a:pt x="22883" y="6372"/>
                    <a:pt x="22850" y="6572"/>
                  </a:cubicBezTo>
                  <a:cubicBezTo>
                    <a:pt x="22850" y="6672"/>
                    <a:pt x="22850" y="6772"/>
                    <a:pt x="22850" y="6872"/>
                  </a:cubicBezTo>
                  <a:cubicBezTo>
                    <a:pt x="22817" y="6739"/>
                    <a:pt x="22783" y="6605"/>
                    <a:pt x="22783" y="6472"/>
                  </a:cubicBezTo>
                  <a:cubicBezTo>
                    <a:pt x="22750" y="6272"/>
                    <a:pt x="22750" y="6071"/>
                    <a:pt x="22750" y="5871"/>
                  </a:cubicBezTo>
                  <a:cubicBezTo>
                    <a:pt x="22783" y="5671"/>
                    <a:pt x="22883" y="5504"/>
                    <a:pt x="22950" y="5304"/>
                  </a:cubicBezTo>
                  <a:cubicBezTo>
                    <a:pt x="23017" y="5137"/>
                    <a:pt x="23117" y="4971"/>
                    <a:pt x="23150" y="4804"/>
                  </a:cubicBezTo>
                  <a:lnTo>
                    <a:pt x="23150" y="4770"/>
                  </a:lnTo>
                  <a:cubicBezTo>
                    <a:pt x="23184" y="4670"/>
                    <a:pt x="23184" y="4537"/>
                    <a:pt x="23184" y="4437"/>
                  </a:cubicBezTo>
                  <a:cubicBezTo>
                    <a:pt x="23184" y="4370"/>
                    <a:pt x="23184" y="4337"/>
                    <a:pt x="23184" y="4303"/>
                  </a:cubicBezTo>
                  <a:lnTo>
                    <a:pt x="22883" y="4303"/>
                  </a:lnTo>
                  <a:cubicBezTo>
                    <a:pt x="22316" y="4303"/>
                    <a:pt x="21783" y="4370"/>
                    <a:pt x="21249" y="4537"/>
                  </a:cubicBezTo>
                  <a:cubicBezTo>
                    <a:pt x="20882" y="4670"/>
                    <a:pt x="20515" y="4804"/>
                    <a:pt x="20182" y="4937"/>
                  </a:cubicBezTo>
                  <a:cubicBezTo>
                    <a:pt x="20248" y="5071"/>
                    <a:pt x="20282" y="5204"/>
                    <a:pt x="20315" y="5338"/>
                  </a:cubicBezTo>
                  <a:cubicBezTo>
                    <a:pt x="20382" y="5538"/>
                    <a:pt x="20415" y="5771"/>
                    <a:pt x="20448" y="5971"/>
                  </a:cubicBezTo>
                  <a:cubicBezTo>
                    <a:pt x="20448" y="6138"/>
                    <a:pt x="20482" y="6305"/>
                    <a:pt x="20482" y="6472"/>
                  </a:cubicBezTo>
                  <a:cubicBezTo>
                    <a:pt x="20482" y="6772"/>
                    <a:pt x="20482" y="7072"/>
                    <a:pt x="20515" y="7406"/>
                  </a:cubicBezTo>
                  <a:cubicBezTo>
                    <a:pt x="20448" y="7105"/>
                    <a:pt x="20382" y="6839"/>
                    <a:pt x="20348" y="6572"/>
                  </a:cubicBezTo>
                  <a:cubicBezTo>
                    <a:pt x="20348" y="6438"/>
                    <a:pt x="20315" y="6305"/>
                    <a:pt x="20315" y="6205"/>
                  </a:cubicBezTo>
                  <a:cubicBezTo>
                    <a:pt x="20282" y="6005"/>
                    <a:pt x="20282" y="5771"/>
                    <a:pt x="20248" y="5571"/>
                  </a:cubicBezTo>
                  <a:cubicBezTo>
                    <a:pt x="20248" y="5371"/>
                    <a:pt x="20182" y="5171"/>
                    <a:pt x="20148" y="4971"/>
                  </a:cubicBezTo>
                  <a:cubicBezTo>
                    <a:pt x="20048" y="5004"/>
                    <a:pt x="19915" y="5037"/>
                    <a:pt x="19815" y="5104"/>
                  </a:cubicBezTo>
                  <a:cubicBezTo>
                    <a:pt x="19648" y="5171"/>
                    <a:pt x="19481" y="5237"/>
                    <a:pt x="19314" y="5304"/>
                  </a:cubicBezTo>
                  <a:cubicBezTo>
                    <a:pt x="19114" y="5371"/>
                    <a:pt x="18981" y="5404"/>
                    <a:pt x="18814" y="5438"/>
                  </a:cubicBezTo>
                  <a:lnTo>
                    <a:pt x="18747" y="5438"/>
                  </a:lnTo>
                  <a:cubicBezTo>
                    <a:pt x="18714" y="5438"/>
                    <a:pt x="18680" y="5404"/>
                    <a:pt x="18647" y="5404"/>
                  </a:cubicBezTo>
                  <a:cubicBezTo>
                    <a:pt x="18580" y="5371"/>
                    <a:pt x="18547" y="5338"/>
                    <a:pt x="18514" y="5304"/>
                  </a:cubicBezTo>
                  <a:cubicBezTo>
                    <a:pt x="18380" y="5171"/>
                    <a:pt x="18247" y="5037"/>
                    <a:pt x="18113" y="4904"/>
                  </a:cubicBezTo>
                  <a:cubicBezTo>
                    <a:pt x="18113" y="4971"/>
                    <a:pt x="18113" y="5037"/>
                    <a:pt x="18113" y="5104"/>
                  </a:cubicBezTo>
                  <a:cubicBezTo>
                    <a:pt x="18113" y="5204"/>
                    <a:pt x="18147" y="5304"/>
                    <a:pt x="18180" y="5404"/>
                  </a:cubicBezTo>
                  <a:cubicBezTo>
                    <a:pt x="18247" y="5538"/>
                    <a:pt x="18314" y="5638"/>
                    <a:pt x="18380" y="5738"/>
                  </a:cubicBezTo>
                  <a:cubicBezTo>
                    <a:pt x="18480" y="5871"/>
                    <a:pt x="18614" y="6038"/>
                    <a:pt x="18714" y="6205"/>
                  </a:cubicBezTo>
                  <a:cubicBezTo>
                    <a:pt x="18781" y="6272"/>
                    <a:pt x="18814" y="6372"/>
                    <a:pt x="18847" y="6438"/>
                  </a:cubicBezTo>
                  <a:cubicBezTo>
                    <a:pt x="18914" y="6538"/>
                    <a:pt x="18947" y="6638"/>
                    <a:pt x="18981" y="6739"/>
                  </a:cubicBezTo>
                  <a:cubicBezTo>
                    <a:pt x="19014" y="6939"/>
                    <a:pt x="19014" y="7172"/>
                    <a:pt x="18947" y="7372"/>
                  </a:cubicBezTo>
                  <a:cubicBezTo>
                    <a:pt x="18947" y="7472"/>
                    <a:pt x="18914" y="7539"/>
                    <a:pt x="18914" y="7639"/>
                  </a:cubicBezTo>
                  <a:cubicBezTo>
                    <a:pt x="18881" y="7739"/>
                    <a:pt x="18847" y="7839"/>
                    <a:pt x="18814" y="7939"/>
                  </a:cubicBezTo>
                  <a:cubicBezTo>
                    <a:pt x="18781" y="8039"/>
                    <a:pt x="18747" y="8140"/>
                    <a:pt x="18714" y="8240"/>
                  </a:cubicBezTo>
                  <a:cubicBezTo>
                    <a:pt x="18714" y="8306"/>
                    <a:pt x="18714" y="8340"/>
                    <a:pt x="18714" y="8373"/>
                  </a:cubicBezTo>
                  <a:cubicBezTo>
                    <a:pt x="18747" y="8440"/>
                    <a:pt x="18747" y="8506"/>
                    <a:pt x="18781" y="8607"/>
                  </a:cubicBezTo>
                  <a:cubicBezTo>
                    <a:pt x="18747" y="8540"/>
                    <a:pt x="18714" y="8473"/>
                    <a:pt x="18680" y="8440"/>
                  </a:cubicBezTo>
                  <a:cubicBezTo>
                    <a:pt x="18647" y="8373"/>
                    <a:pt x="18647" y="8306"/>
                    <a:pt x="18647" y="8240"/>
                  </a:cubicBezTo>
                  <a:cubicBezTo>
                    <a:pt x="18647" y="8173"/>
                    <a:pt x="18647" y="8106"/>
                    <a:pt x="18647" y="8039"/>
                  </a:cubicBezTo>
                  <a:cubicBezTo>
                    <a:pt x="18647" y="7939"/>
                    <a:pt x="18647" y="7873"/>
                    <a:pt x="18680" y="7773"/>
                  </a:cubicBezTo>
                  <a:cubicBezTo>
                    <a:pt x="18680" y="7539"/>
                    <a:pt x="18714" y="7339"/>
                    <a:pt x="18714" y="7105"/>
                  </a:cubicBezTo>
                  <a:cubicBezTo>
                    <a:pt x="18680" y="7005"/>
                    <a:pt x="18680" y="6905"/>
                    <a:pt x="18647" y="6839"/>
                  </a:cubicBezTo>
                  <a:cubicBezTo>
                    <a:pt x="18647" y="6805"/>
                    <a:pt x="18647" y="6805"/>
                    <a:pt x="18614" y="6772"/>
                  </a:cubicBezTo>
                  <a:cubicBezTo>
                    <a:pt x="18580" y="6705"/>
                    <a:pt x="18547" y="6638"/>
                    <a:pt x="18514" y="6538"/>
                  </a:cubicBezTo>
                  <a:cubicBezTo>
                    <a:pt x="18480" y="6505"/>
                    <a:pt x="18447" y="6438"/>
                    <a:pt x="18414" y="6372"/>
                  </a:cubicBezTo>
                  <a:lnTo>
                    <a:pt x="18280" y="6238"/>
                  </a:lnTo>
                  <a:cubicBezTo>
                    <a:pt x="18213" y="6138"/>
                    <a:pt x="18113" y="6038"/>
                    <a:pt x="18047" y="5905"/>
                  </a:cubicBezTo>
                  <a:cubicBezTo>
                    <a:pt x="17980" y="5805"/>
                    <a:pt x="17913" y="5671"/>
                    <a:pt x="17880" y="5538"/>
                  </a:cubicBezTo>
                  <a:cubicBezTo>
                    <a:pt x="17880" y="5471"/>
                    <a:pt x="17847" y="5404"/>
                    <a:pt x="17847" y="5338"/>
                  </a:cubicBezTo>
                  <a:cubicBezTo>
                    <a:pt x="17813" y="5237"/>
                    <a:pt x="17813" y="5171"/>
                    <a:pt x="17813" y="5104"/>
                  </a:cubicBezTo>
                  <a:cubicBezTo>
                    <a:pt x="17847" y="4937"/>
                    <a:pt x="17847" y="4804"/>
                    <a:pt x="17913" y="4637"/>
                  </a:cubicBezTo>
                  <a:cubicBezTo>
                    <a:pt x="17880" y="4604"/>
                    <a:pt x="17813" y="4537"/>
                    <a:pt x="17780" y="4504"/>
                  </a:cubicBezTo>
                  <a:cubicBezTo>
                    <a:pt x="17580" y="4237"/>
                    <a:pt x="17380" y="3970"/>
                    <a:pt x="17179" y="3736"/>
                  </a:cubicBezTo>
                  <a:cubicBezTo>
                    <a:pt x="17113" y="3636"/>
                    <a:pt x="17013" y="3536"/>
                    <a:pt x="16946" y="3436"/>
                  </a:cubicBezTo>
                  <a:cubicBezTo>
                    <a:pt x="16879" y="3636"/>
                    <a:pt x="16812" y="3836"/>
                    <a:pt x="16746" y="4003"/>
                  </a:cubicBezTo>
                  <a:cubicBezTo>
                    <a:pt x="16679" y="4237"/>
                    <a:pt x="16579" y="4437"/>
                    <a:pt x="16512" y="4637"/>
                  </a:cubicBezTo>
                  <a:cubicBezTo>
                    <a:pt x="16479" y="4737"/>
                    <a:pt x="16446" y="4837"/>
                    <a:pt x="16412" y="4904"/>
                  </a:cubicBezTo>
                  <a:cubicBezTo>
                    <a:pt x="16412" y="4971"/>
                    <a:pt x="16379" y="5037"/>
                    <a:pt x="16379" y="5104"/>
                  </a:cubicBezTo>
                  <a:cubicBezTo>
                    <a:pt x="16345" y="5204"/>
                    <a:pt x="16312" y="5338"/>
                    <a:pt x="16279" y="5438"/>
                  </a:cubicBezTo>
                  <a:cubicBezTo>
                    <a:pt x="16245" y="5638"/>
                    <a:pt x="16212" y="5871"/>
                    <a:pt x="16179" y="6071"/>
                  </a:cubicBezTo>
                  <a:cubicBezTo>
                    <a:pt x="16179" y="6272"/>
                    <a:pt x="16145" y="6438"/>
                    <a:pt x="16112" y="6638"/>
                  </a:cubicBezTo>
                  <a:cubicBezTo>
                    <a:pt x="16079" y="6372"/>
                    <a:pt x="16079" y="6105"/>
                    <a:pt x="16079" y="5838"/>
                  </a:cubicBezTo>
                  <a:cubicBezTo>
                    <a:pt x="16079" y="5571"/>
                    <a:pt x="16079" y="5304"/>
                    <a:pt x="16145" y="5071"/>
                  </a:cubicBezTo>
                  <a:cubicBezTo>
                    <a:pt x="16179" y="4937"/>
                    <a:pt x="16179" y="4837"/>
                    <a:pt x="16245" y="4737"/>
                  </a:cubicBezTo>
                  <a:cubicBezTo>
                    <a:pt x="16379" y="4303"/>
                    <a:pt x="16612" y="3903"/>
                    <a:pt x="16812" y="3470"/>
                  </a:cubicBezTo>
                  <a:lnTo>
                    <a:pt x="16812" y="3470"/>
                  </a:lnTo>
                  <a:cubicBezTo>
                    <a:pt x="16812" y="3470"/>
                    <a:pt x="16779" y="3503"/>
                    <a:pt x="16779" y="3503"/>
                  </a:cubicBezTo>
                  <a:cubicBezTo>
                    <a:pt x="16812" y="3436"/>
                    <a:pt x="16846" y="3403"/>
                    <a:pt x="16879" y="3336"/>
                  </a:cubicBezTo>
                  <a:cubicBezTo>
                    <a:pt x="16579" y="2969"/>
                    <a:pt x="16279" y="2602"/>
                    <a:pt x="15979" y="2235"/>
                  </a:cubicBezTo>
                  <a:lnTo>
                    <a:pt x="15945" y="2169"/>
                  </a:lnTo>
                  <a:lnTo>
                    <a:pt x="15878" y="2102"/>
                  </a:lnTo>
                  <a:cubicBezTo>
                    <a:pt x="15745" y="1935"/>
                    <a:pt x="15612" y="1768"/>
                    <a:pt x="15478" y="1602"/>
                  </a:cubicBezTo>
                  <a:cubicBezTo>
                    <a:pt x="15478" y="1768"/>
                    <a:pt x="15478" y="1935"/>
                    <a:pt x="15445" y="2102"/>
                  </a:cubicBezTo>
                  <a:cubicBezTo>
                    <a:pt x="15445" y="2269"/>
                    <a:pt x="15445" y="2402"/>
                    <a:pt x="15411" y="2569"/>
                  </a:cubicBezTo>
                  <a:cubicBezTo>
                    <a:pt x="15378" y="2936"/>
                    <a:pt x="15278" y="3269"/>
                    <a:pt x="15211" y="3636"/>
                  </a:cubicBezTo>
                  <a:cubicBezTo>
                    <a:pt x="15211" y="3269"/>
                    <a:pt x="15211" y="2902"/>
                    <a:pt x="15245" y="2536"/>
                  </a:cubicBezTo>
                  <a:cubicBezTo>
                    <a:pt x="15278" y="2202"/>
                    <a:pt x="15345" y="1868"/>
                    <a:pt x="15411" y="1568"/>
                  </a:cubicBezTo>
                  <a:cubicBezTo>
                    <a:pt x="15378" y="1501"/>
                    <a:pt x="15345" y="1468"/>
                    <a:pt x="15311" y="1435"/>
                  </a:cubicBezTo>
                  <a:cubicBezTo>
                    <a:pt x="15111" y="1201"/>
                    <a:pt x="14878" y="1034"/>
                    <a:pt x="14644" y="868"/>
                  </a:cubicBezTo>
                  <a:cubicBezTo>
                    <a:pt x="14444" y="701"/>
                    <a:pt x="14244" y="601"/>
                    <a:pt x="14044" y="501"/>
                  </a:cubicBezTo>
                  <a:cubicBezTo>
                    <a:pt x="14044" y="801"/>
                    <a:pt x="14044" y="1068"/>
                    <a:pt x="14010" y="1368"/>
                  </a:cubicBezTo>
                  <a:cubicBezTo>
                    <a:pt x="13977" y="1568"/>
                    <a:pt x="13910" y="1768"/>
                    <a:pt x="13844" y="1968"/>
                  </a:cubicBezTo>
                  <a:lnTo>
                    <a:pt x="13777" y="2169"/>
                  </a:lnTo>
                  <a:cubicBezTo>
                    <a:pt x="13710" y="2302"/>
                    <a:pt x="13644" y="2435"/>
                    <a:pt x="13610" y="2569"/>
                  </a:cubicBezTo>
                  <a:cubicBezTo>
                    <a:pt x="13543" y="2769"/>
                    <a:pt x="13443" y="2969"/>
                    <a:pt x="13410" y="3169"/>
                  </a:cubicBezTo>
                  <a:cubicBezTo>
                    <a:pt x="13343" y="3336"/>
                    <a:pt x="13310" y="3536"/>
                    <a:pt x="13277" y="3736"/>
                  </a:cubicBezTo>
                  <a:cubicBezTo>
                    <a:pt x="13243" y="3937"/>
                    <a:pt x="13210" y="4137"/>
                    <a:pt x="13210" y="4337"/>
                  </a:cubicBezTo>
                  <a:cubicBezTo>
                    <a:pt x="13210" y="4537"/>
                    <a:pt x="13210" y="4737"/>
                    <a:pt x="13243" y="4937"/>
                  </a:cubicBezTo>
                  <a:cubicBezTo>
                    <a:pt x="13243" y="5071"/>
                    <a:pt x="13243" y="5237"/>
                    <a:pt x="13277" y="5371"/>
                  </a:cubicBezTo>
                  <a:cubicBezTo>
                    <a:pt x="13277" y="5404"/>
                    <a:pt x="13277" y="5438"/>
                    <a:pt x="13277" y="5504"/>
                  </a:cubicBezTo>
                  <a:cubicBezTo>
                    <a:pt x="13210" y="5304"/>
                    <a:pt x="13177" y="5071"/>
                    <a:pt x="13143" y="4871"/>
                  </a:cubicBezTo>
                  <a:cubicBezTo>
                    <a:pt x="13076" y="4670"/>
                    <a:pt x="13043" y="4437"/>
                    <a:pt x="13043" y="4203"/>
                  </a:cubicBezTo>
                  <a:cubicBezTo>
                    <a:pt x="13043" y="3970"/>
                    <a:pt x="13043" y="3736"/>
                    <a:pt x="13076" y="3503"/>
                  </a:cubicBezTo>
                  <a:cubicBezTo>
                    <a:pt x="13110" y="3269"/>
                    <a:pt x="13177" y="3003"/>
                    <a:pt x="13277" y="2769"/>
                  </a:cubicBezTo>
                  <a:cubicBezTo>
                    <a:pt x="13310" y="2636"/>
                    <a:pt x="13377" y="2469"/>
                    <a:pt x="13443" y="2335"/>
                  </a:cubicBezTo>
                  <a:lnTo>
                    <a:pt x="13677" y="1868"/>
                  </a:lnTo>
                  <a:cubicBezTo>
                    <a:pt x="13744" y="1735"/>
                    <a:pt x="13777" y="1602"/>
                    <a:pt x="13844" y="1468"/>
                  </a:cubicBezTo>
                  <a:cubicBezTo>
                    <a:pt x="13877" y="1335"/>
                    <a:pt x="13910" y="1201"/>
                    <a:pt x="13944" y="1068"/>
                  </a:cubicBezTo>
                  <a:lnTo>
                    <a:pt x="13944" y="1034"/>
                  </a:lnTo>
                  <a:cubicBezTo>
                    <a:pt x="13977" y="868"/>
                    <a:pt x="13977" y="668"/>
                    <a:pt x="13977" y="467"/>
                  </a:cubicBezTo>
                  <a:cubicBezTo>
                    <a:pt x="13844" y="401"/>
                    <a:pt x="13710" y="367"/>
                    <a:pt x="13577" y="301"/>
                  </a:cubicBezTo>
                  <a:cubicBezTo>
                    <a:pt x="13377" y="234"/>
                    <a:pt x="13210" y="167"/>
                    <a:pt x="13043" y="134"/>
                  </a:cubicBezTo>
                  <a:cubicBezTo>
                    <a:pt x="12710" y="67"/>
                    <a:pt x="12409" y="34"/>
                    <a:pt x="121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57"/>
            <p:cNvSpPr/>
            <p:nvPr/>
          </p:nvSpPr>
          <p:spPr>
            <a:xfrm>
              <a:off x="6983308" y="1683406"/>
              <a:ext cx="1251" cy="37"/>
            </a:xfrm>
            <a:custGeom>
              <a:avLst/>
              <a:gdLst/>
              <a:ahLst/>
              <a:cxnLst/>
              <a:rect l="l" t="t" r="r" b="b"/>
              <a:pathLst>
                <a:path w="34" h="1" extrusionOk="0">
                  <a:moveTo>
                    <a:pt x="0" y="0"/>
                  </a:moveTo>
                  <a:lnTo>
                    <a:pt x="33" y="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57"/>
            <p:cNvSpPr/>
            <p:nvPr/>
          </p:nvSpPr>
          <p:spPr>
            <a:xfrm>
              <a:off x="6983308" y="1684621"/>
              <a:ext cx="37" cy="37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57"/>
            <p:cNvSpPr/>
            <p:nvPr/>
          </p:nvSpPr>
          <p:spPr>
            <a:xfrm>
              <a:off x="6984522" y="1687086"/>
              <a:ext cx="37" cy="37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57"/>
            <p:cNvSpPr/>
            <p:nvPr/>
          </p:nvSpPr>
          <p:spPr>
            <a:xfrm>
              <a:off x="6698473" y="1665004"/>
              <a:ext cx="73684" cy="180492"/>
            </a:xfrm>
            <a:custGeom>
              <a:avLst/>
              <a:gdLst/>
              <a:ahLst/>
              <a:cxnLst/>
              <a:rect l="l" t="t" r="r" b="b"/>
              <a:pathLst>
                <a:path w="2002" h="4904" extrusionOk="0">
                  <a:moveTo>
                    <a:pt x="2002" y="0"/>
                  </a:moveTo>
                  <a:cubicBezTo>
                    <a:pt x="1935" y="67"/>
                    <a:pt x="1835" y="167"/>
                    <a:pt x="1768" y="234"/>
                  </a:cubicBezTo>
                  <a:cubicBezTo>
                    <a:pt x="1368" y="567"/>
                    <a:pt x="1001" y="934"/>
                    <a:pt x="701" y="1334"/>
                  </a:cubicBezTo>
                  <a:cubicBezTo>
                    <a:pt x="567" y="1534"/>
                    <a:pt x="467" y="1701"/>
                    <a:pt x="401" y="1868"/>
                  </a:cubicBezTo>
                  <a:cubicBezTo>
                    <a:pt x="401" y="1868"/>
                    <a:pt x="401" y="1901"/>
                    <a:pt x="367" y="1901"/>
                  </a:cubicBezTo>
                  <a:cubicBezTo>
                    <a:pt x="334" y="2001"/>
                    <a:pt x="267" y="2135"/>
                    <a:pt x="234" y="2235"/>
                  </a:cubicBezTo>
                  <a:cubicBezTo>
                    <a:pt x="167" y="2368"/>
                    <a:pt x="167" y="2468"/>
                    <a:pt x="134" y="2635"/>
                  </a:cubicBezTo>
                  <a:cubicBezTo>
                    <a:pt x="100" y="2702"/>
                    <a:pt x="100" y="2735"/>
                    <a:pt x="67" y="2802"/>
                  </a:cubicBezTo>
                  <a:cubicBezTo>
                    <a:pt x="34" y="3036"/>
                    <a:pt x="0" y="3269"/>
                    <a:pt x="34" y="3536"/>
                  </a:cubicBezTo>
                  <a:cubicBezTo>
                    <a:pt x="67" y="3903"/>
                    <a:pt x="167" y="4270"/>
                    <a:pt x="300" y="4537"/>
                  </a:cubicBezTo>
                  <a:cubicBezTo>
                    <a:pt x="300" y="4503"/>
                    <a:pt x="300" y="4437"/>
                    <a:pt x="300" y="4370"/>
                  </a:cubicBezTo>
                  <a:cubicBezTo>
                    <a:pt x="300" y="4303"/>
                    <a:pt x="334" y="4270"/>
                    <a:pt x="334" y="4203"/>
                  </a:cubicBezTo>
                  <a:cubicBezTo>
                    <a:pt x="334" y="4070"/>
                    <a:pt x="367" y="3970"/>
                    <a:pt x="367" y="3836"/>
                  </a:cubicBezTo>
                  <a:cubicBezTo>
                    <a:pt x="401" y="3636"/>
                    <a:pt x="467" y="3402"/>
                    <a:pt x="567" y="3202"/>
                  </a:cubicBezTo>
                  <a:cubicBezTo>
                    <a:pt x="601" y="3036"/>
                    <a:pt x="667" y="2902"/>
                    <a:pt x="767" y="2769"/>
                  </a:cubicBezTo>
                  <a:cubicBezTo>
                    <a:pt x="834" y="2602"/>
                    <a:pt x="934" y="2468"/>
                    <a:pt x="1001" y="2302"/>
                  </a:cubicBezTo>
                  <a:cubicBezTo>
                    <a:pt x="1234" y="1968"/>
                    <a:pt x="1435" y="1635"/>
                    <a:pt x="1635" y="1268"/>
                  </a:cubicBezTo>
                  <a:lnTo>
                    <a:pt x="1635" y="1268"/>
                  </a:lnTo>
                  <a:cubicBezTo>
                    <a:pt x="1468" y="1635"/>
                    <a:pt x="1335" y="1968"/>
                    <a:pt x="1168" y="2335"/>
                  </a:cubicBezTo>
                  <a:cubicBezTo>
                    <a:pt x="1101" y="2468"/>
                    <a:pt x="1034" y="2635"/>
                    <a:pt x="968" y="2769"/>
                  </a:cubicBezTo>
                  <a:cubicBezTo>
                    <a:pt x="834" y="3102"/>
                    <a:pt x="701" y="3436"/>
                    <a:pt x="634" y="3769"/>
                  </a:cubicBezTo>
                  <a:cubicBezTo>
                    <a:pt x="634" y="3869"/>
                    <a:pt x="634" y="3970"/>
                    <a:pt x="601" y="4070"/>
                  </a:cubicBezTo>
                  <a:cubicBezTo>
                    <a:pt x="601" y="4170"/>
                    <a:pt x="601" y="4236"/>
                    <a:pt x="601" y="4336"/>
                  </a:cubicBezTo>
                  <a:cubicBezTo>
                    <a:pt x="567" y="4403"/>
                    <a:pt x="567" y="4503"/>
                    <a:pt x="567" y="4570"/>
                  </a:cubicBezTo>
                  <a:cubicBezTo>
                    <a:pt x="567" y="4703"/>
                    <a:pt x="567" y="4803"/>
                    <a:pt x="567" y="4904"/>
                  </a:cubicBezTo>
                  <a:cubicBezTo>
                    <a:pt x="601" y="4837"/>
                    <a:pt x="667" y="4737"/>
                    <a:pt x="701" y="4670"/>
                  </a:cubicBezTo>
                  <a:cubicBezTo>
                    <a:pt x="767" y="4570"/>
                    <a:pt x="801" y="4503"/>
                    <a:pt x="868" y="4403"/>
                  </a:cubicBezTo>
                  <a:cubicBezTo>
                    <a:pt x="901" y="4303"/>
                    <a:pt x="934" y="4236"/>
                    <a:pt x="1001" y="4136"/>
                  </a:cubicBezTo>
                  <a:cubicBezTo>
                    <a:pt x="1034" y="4003"/>
                    <a:pt x="1101" y="3869"/>
                    <a:pt x="1168" y="3703"/>
                  </a:cubicBezTo>
                  <a:cubicBezTo>
                    <a:pt x="1201" y="3636"/>
                    <a:pt x="1234" y="3569"/>
                    <a:pt x="1234" y="3503"/>
                  </a:cubicBezTo>
                  <a:cubicBezTo>
                    <a:pt x="1268" y="3436"/>
                    <a:pt x="1301" y="3369"/>
                    <a:pt x="1301" y="3302"/>
                  </a:cubicBezTo>
                  <a:cubicBezTo>
                    <a:pt x="1401" y="2969"/>
                    <a:pt x="1501" y="2635"/>
                    <a:pt x="1601" y="2335"/>
                  </a:cubicBezTo>
                  <a:cubicBezTo>
                    <a:pt x="1635" y="2235"/>
                    <a:pt x="1635" y="2168"/>
                    <a:pt x="1668" y="2068"/>
                  </a:cubicBezTo>
                  <a:cubicBezTo>
                    <a:pt x="1701" y="1968"/>
                    <a:pt x="1735" y="1901"/>
                    <a:pt x="1735" y="1835"/>
                  </a:cubicBezTo>
                  <a:cubicBezTo>
                    <a:pt x="1802" y="1635"/>
                    <a:pt x="1835" y="1468"/>
                    <a:pt x="1868" y="1268"/>
                  </a:cubicBezTo>
                  <a:cubicBezTo>
                    <a:pt x="1902" y="1168"/>
                    <a:pt x="1902" y="1067"/>
                    <a:pt x="1902" y="967"/>
                  </a:cubicBezTo>
                  <a:cubicBezTo>
                    <a:pt x="1902" y="934"/>
                    <a:pt x="1902" y="867"/>
                    <a:pt x="1902" y="834"/>
                  </a:cubicBezTo>
                  <a:cubicBezTo>
                    <a:pt x="1902" y="801"/>
                    <a:pt x="1902" y="767"/>
                    <a:pt x="1902" y="734"/>
                  </a:cubicBezTo>
                  <a:cubicBezTo>
                    <a:pt x="1902" y="667"/>
                    <a:pt x="1935" y="600"/>
                    <a:pt x="1935" y="534"/>
                  </a:cubicBezTo>
                  <a:cubicBezTo>
                    <a:pt x="1935" y="400"/>
                    <a:pt x="1968" y="267"/>
                    <a:pt x="2002" y="133"/>
                  </a:cubicBezTo>
                  <a:cubicBezTo>
                    <a:pt x="2002" y="100"/>
                    <a:pt x="2002" y="67"/>
                    <a:pt x="200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0" name="Google Shape;850;p57"/>
          <p:cNvGrpSpPr/>
          <p:nvPr/>
        </p:nvGrpSpPr>
        <p:grpSpPr>
          <a:xfrm rot="-1226320">
            <a:off x="4913850" y="-1336"/>
            <a:ext cx="1488247" cy="1403404"/>
            <a:chOff x="1606325" y="426575"/>
            <a:chExt cx="1147500" cy="1081975"/>
          </a:xfrm>
        </p:grpSpPr>
        <p:sp>
          <p:nvSpPr>
            <p:cNvPr id="851" name="Google Shape;851;p57"/>
            <p:cNvSpPr/>
            <p:nvPr/>
          </p:nvSpPr>
          <p:spPr>
            <a:xfrm>
              <a:off x="2100850" y="4265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57"/>
            <p:cNvSpPr/>
            <p:nvPr/>
          </p:nvSpPr>
          <p:spPr>
            <a:xfrm>
              <a:off x="2101675" y="4265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lnTo>
                    <a:pt x="0" y="1"/>
                  </a:ln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57"/>
            <p:cNvSpPr/>
            <p:nvPr/>
          </p:nvSpPr>
          <p:spPr>
            <a:xfrm>
              <a:off x="1606325" y="890250"/>
              <a:ext cx="35050" cy="57550"/>
            </a:xfrm>
            <a:custGeom>
              <a:avLst/>
              <a:gdLst/>
              <a:ahLst/>
              <a:cxnLst/>
              <a:rect l="l" t="t" r="r" b="b"/>
              <a:pathLst>
                <a:path w="1402" h="2302" extrusionOk="0">
                  <a:moveTo>
                    <a:pt x="567" y="0"/>
                  </a:moveTo>
                  <a:lnTo>
                    <a:pt x="567" y="34"/>
                  </a:lnTo>
                  <a:cubicBezTo>
                    <a:pt x="267" y="301"/>
                    <a:pt x="0" y="768"/>
                    <a:pt x="200" y="1235"/>
                  </a:cubicBezTo>
                  <a:cubicBezTo>
                    <a:pt x="267" y="1401"/>
                    <a:pt x="334" y="1468"/>
                    <a:pt x="467" y="1568"/>
                  </a:cubicBezTo>
                  <a:cubicBezTo>
                    <a:pt x="501" y="1601"/>
                    <a:pt x="501" y="1601"/>
                    <a:pt x="501" y="1601"/>
                  </a:cubicBezTo>
                  <a:cubicBezTo>
                    <a:pt x="801" y="1835"/>
                    <a:pt x="1101" y="2068"/>
                    <a:pt x="1401" y="2302"/>
                  </a:cubicBezTo>
                  <a:cubicBezTo>
                    <a:pt x="1368" y="2235"/>
                    <a:pt x="1335" y="2169"/>
                    <a:pt x="1335" y="2068"/>
                  </a:cubicBezTo>
                  <a:cubicBezTo>
                    <a:pt x="1234" y="1902"/>
                    <a:pt x="1168" y="1735"/>
                    <a:pt x="1101" y="1535"/>
                  </a:cubicBezTo>
                  <a:cubicBezTo>
                    <a:pt x="1001" y="1301"/>
                    <a:pt x="934" y="1068"/>
                    <a:pt x="834" y="834"/>
                  </a:cubicBezTo>
                  <a:cubicBezTo>
                    <a:pt x="767" y="601"/>
                    <a:pt x="701" y="401"/>
                    <a:pt x="634" y="200"/>
                  </a:cubicBezTo>
                  <a:cubicBezTo>
                    <a:pt x="634" y="134"/>
                    <a:pt x="601" y="67"/>
                    <a:pt x="5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57"/>
            <p:cNvSpPr/>
            <p:nvPr/>
          </p:nvSpPr>
          <p:spPr>
            <a:xfrm>
              <a:off x="1623000" y="872725"/>
              <a:ext cx="47550" cy="95925"/>
            </a:xfrm>
            <a:custGeom>
              <a:avLst/>
              <a:gdLst/>
              <a:ahLst/>
              <a:cxnLst/>
              <a:rect l="l" t="t" r="r" b="b"/>
              <a:pathLst>
                <a:path w="1902" h="3837" extrusionOk="0">
                  <a:moveTo>
                    <a:pt x="901" y="1"/>
                  </a:moveTo>
                  <a:cubicBezTo>
                    <a:pt x="834" y="34"/>
                    <a:pt x="768" y="68"/>
                    <a:pt x="701" y="101"/>
                  </a:cubicBezTo>
                  <a:lnTo>
                    <a:pt x="634" y="168"/>
                  </a:lnTo>
                  <a:cubicBezTo>
                    <a:pt x="467" y="268"/>
                    <a:pt x="267" y="401"/>
                    <a:pt x="134" y="535"/>
                  </a:cubicBezTo>
                  <a:cubicBezTo>
                    <a:pt x="67" y="568"/>
                    <a:pt x="34" y="601"/>
                    <a:pt x="0" y="635"/>
                  </a:cubicBezTo>
                  <a:cubicBezTo>
                    <a:pt x="34" y="701"/>
                    <a:pt x="34" y="768"/>
                    <a:pt x="67" y="801"/>
                  </a:cubicBezTo>
                  <a:cubicBezTo>
                    <a:pt x="167" y="1002"/>
                    <a:pt x="234" y="1235"/>
                    <a:pt x="334" y="1435"/>
                  </a:cubicBezTo>
                  <a:lnTo>
                    <a:pt x="567" y="2036"/>
                  </a:lnTo>
                  <a:cubicBezTo>
                    <a:pt x="634" y="2236"/>
                    <a:pt x="734" y="2403"/>
                    <a:pt x="801" y="2603"/>
                  </a:cubicBezTo>
                  <a:cubicBezTo>
                    <a:pt x="834" y="2803"/>
                    <a:pt x="901" y="2970"/>
                    <a:pt x="968" y="3136"/>
                  </a:cubicBezTo>
                  <a:cubicBezTo>
                    <a:pt x="1268" y="3370"/>
                    <a:pt x="1568" y="3603"/>
                    <a:pt x="1902" y="3837"/>
                  </a:cubicBezTo>
                  <a:cubicBezTo>
                    <a:pt x="1868" y="3737"/>
                    <a:pt x="1868" y="3637"/>
                    <a:pt x="1835" y="3537"/>
                  </a:cubicBezTo>
                  <a:cubicBezTo>
                    <a:pt x="1768" y="3236"/>
                    <a:pt x="1735" y="2936"/>
                    <a:pt x="1702" y="2636"/>
                  </a:cubicBezTo>
                  <a:cubicBezTo>
                    <a:pt x="1702" y="2369"/>
                    <a:pt x="1702" y="2069"/>
                    <a:pt x="1668" y="1802"/>
                  </a:cubicBezTo>
                  <a:cubicBezTo>
                    <a:pt x="1635" y="1502"/>
                    <a:pt x="1568" y="1202"/>
                    <a:pt x="1468" y="935"/>
                  </a:cubicBezTo>
                  <a:cubicBezTo>
                    <a:pt x="1368" y="701"/>
                    <a:pt x="1268" y="468"/>
                    <a:pt x="1135" y="268"/>
                  </a:cubicBezTo>
                  <a:cubicBezTo>
                    <a:pt x="1068" y="168"/>
                    <a:pt x="968" y="68"/>
                    <a:pt x="9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57"/>
            <p:cNvSpPr/>
            <p:nvPr/>
          </p:nvSpPr>
          <p:spPr>
            <a:xfrm>
              <a:off x="1994100" y="9578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57"/>
            <p:cNvSpPr/>
            <p:nvPr/>
          </p:nvSpPr>
          <p:spPr>
            <a:xfrm>
              <a:off x="2017450" y="9819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57"/>
            <p:cNvSpPr/>
            <p:nvPr/>
          </p:nvSpPr>
          <p:spPr>
            <a:xfrm>
              <a:off x="1651350" y="641725"/>
              <a:ext cx="1019075" cy="419050"/>
            </a:xfrm>
            <a:custGeom>
              <a:avLst/>
              <a:gdLst/>
              <a:ahLst/>
              <a:cxnLst/>
              <a:rect l="l" t="t" r="r" b="b"/>
              <a:pathLst>
                <a:path w="40763" h="16762" extrusionOk="0">
                  <a:moveTo>
                    <a:pt x="33925" y="11876"/>
                  </a:moveTo>
                  <a:lnTo>
                    <a:pt x="33925" y="11876"/>
                  </a:lnTo>
                  <a:cubicBezTo>
                    <a:pt x="33924" y="11880"/>
                    <a:pt x="33923" y="11885"/>
                    <a:pt x="33922" y="11889"/>
                  </a:cubicBezTo>
                  <a:lnTo>
                    <a:pt x="33922" y="11889"/>
                  </a:lnTo>
                  <a:cubicBezTo>
                    <a:pt x="33925" y="11882"/>
                    <a:pt x="33925" y="11876"/>
                    <a:pt x="33925" y="11876"/>
                  </a:cubicBezTo>
                  <a:close/>
                  <a:moveTo>
                    <a:pt x="4856" y="15772"/>
                  </a:moveTo>
                  <a:cubicBezTo>
                    <a:pt x="4865" y="15785"/>
                    <a:pt x="4871" y="15799"/>
                    <a:pt x="4871" y="15812"/>
                  </a:cubicBezTo>
                  <a:cubicBezTo>
                    <a:pt x="4871" y="15812"/>
                    <a:pt x="4871" y="15812"/>
                    <a:pt x="4871" y="15779"/>
                  </a:cubicBezTo>
                  <a:cubicBezTo>
                    <a:pt x="4866" y="15776"/>
                    <a:pt x="4861" y="15774"/>
                    <a:pt x="4856" y="15772"/>
                  </a:cubicBezTo>
                  <a:close/>
                  <a:moveTo>
                    <a:pt x="9974" y="13410"/>
                  </a:moveTo>
                  <a:lnTo>
                    <a:pt x="9974" y="13410"/>
                  </a:lnTo>
                  <a:cubicBezTo>
                    <a:pt x="10074" y="13711"/>
                    <a:pt x="10208" y="14011"/>
                    <a:pt x="10341" y="14344"/>
                  </a:cubicBezTo>
                  <a:cubicBezTo>
                    <a:pt x="10475" y="14578"/>
                    <a:pt x="10575" y="14845"/>
                    <a:pt x="10708" y="15112"/>
                  </a:cubicBezTo>
                  <a:cubicBezTo>
                    <a:pt x="10875" y="15512"/>
                    <a:pt x="11075" y="15879"/>
                    <a:pt x="11309" y="16246"/>
                  </a:cubicBezTo>
                  <a:cubicBezTo>
                    <a:pt x="11142" y="16079"/>
                    <a:pt x="11008" y="15912"/>
                    <a:pt x="10875" y="15712"/>
                  </a:cubicBezTo>
                  <a:cubicBezTo>
                    <a:pt x="10742" y="15545"/>
                    <a:pt x="10641" y="15379"/>
                    <a:pt x="10541" y="15178"/>
                  </a:cubicBezTo>
                  <a:cubicBezTo>
                    <a:pt x="10408" y="14945"/>
                    <a:pt x="10308" y="14678"/>
                    <a:pt x="10208" y="14378"/>
                  </a:cubicBezTo>
                  <a:cubicBezTo>
                    <a:pt x="10108" y="14078"/>
                    <a:pt x="10041" y="13744"/>
                    <a:pt x="9974" y="13410"/>
                  </a:cubicBezTo>
                  <a:close/>
                  <a:moveTo>
                    <a:pt x="23384" y="1"/>
                  </a:moveTo>
                  <a:cubicBezTo>
                    <a:pt x="22884" y="34"/>
                    <a:pt x="22483" y="68"/>
                    <a:pt x="22116" y="134"/>
                  </a:cubicBezTo>
                  <a:cubicBezTo>
                    <a:pt x="21616" y="201"/>
                    <a:pt x="21082" y="401"/>
                    <a:pt x="20515" y="701"/>
                  </a:cubicBezTo>
                  <a:cubicBezTo>
                    <a:pt x="20382" y="768"/>
                    <a:pt x="20248" y="835"/>
                    <a:pt x="20115" y="935"/>
                  </a:cubicBezTo>
                  <a:cubicBezTo>
                    <a:pt x="20182" y="1068"/>
                    <a:pt x="20248" y="1202"/>
                    <a:pt x="20315" y="1302"/>
                  </a:cubicBezTo>
                  <a:cubicBezTo>
                    <a:pt x="20415" y="1435"/>
                    <a:pt x="20482" y="1602"/>
                    <a:pt x="20582" y="1735"/>
                  </a:cubicBezTo>
                  <a:cubicBezTo>
                    <a:pt x="20582" y="1761"/>
                    <a:pt x="20582" y="1767"/>
                    <a:pt x="20596" y="1783"/>
                  </a:cubicBezTo>
                  <a:lnTo>
                    <a:pt x="20596" y="1783"/>
                  </a:lnTo>
                  <a:cubicBezTo>
                    <a:pt x="20496" y="1732"/>
                    <a:pt x="20439" y="1621"/>
                    <a:pt x="20382" y="1535"/>
                  </a:cubicBezTo>
                  <a:cubicBezTo>
                    <a:pt x="20348" y="1502"/>
                    <a:pt x="20315" y="1435"/>
                    <a:pt x="20282" y="1402"/>
                  </a:cubicBezTo>
                  <a:cubicBezTo>
                    <a:pt x="20182" y="1302"/>
                    <a:pt x="20115" y="1168"/>
                    <a:pt x="20048" y="1035"/>
                  </a:cubicBezTo>
                  <a:cubicBezTo>
                    <a:pt x="20015" y="1035"/>
                    <a:pt x="20015" y="1002"/>
                    <a:pt x="20015" y="1002"/>
                  </a:cubicBezTo>
                  <a:lnTo>
                    <a:pt x="19848" y="1068"/>
                  </a:lnTo>
                  <a:cubicBezTo>
                    <a:pt x="19581" y="1235"/>
                    <a:pt x="19348" y="1435"/>
                    <a:pt x="19114" y="1602"/>
                  </a:cubicBezTo>
                  <a:lnTo>
                    <a:pt x="19081" y="1602"/>
                  </a:lnTo>
                  <a:lnTo>
                    <a:pt x="19114" y="1569"/>
                  </a:lnTo>
                  <a:lnTo>
                    <a:pt x="19047" y="1635"/>
                  </a:lnTo>
                  <a:cubicBezTo>
                    <a:pt x="19081" y="1769"/>
                    <a:pt x="19148" y="1902"/>
                    <a:pt x="19248" y="2036"/>
                  </a:cubicBezTo>
                  <a:lnTo>
                    <a:pt x="19214" y="2036"/>
                  </a:lnTo>
                  <a:cubicBezTo>
                    <a:pt x="19114" y="1936"/>
                    <a:pt x="19047" y="1836"/>
                    <a:pt x="18947" y="1702"/>
                  </a:cubicBezTo>
                  <a:cubicBezTo>
                    <a:pt x="18881" y="1769"/>
                    <a:pt x="18781" y="1802"/>
                    <a:pt x="18714" y="1869"/>
                  </a:cubicBezTo>
                  <a:lnTo>
                    <a:pt x="18681" y="1902"/>
                  </a:lnTo>
                  <a:cubicBezTo>
                    <a:pt x="18380" y="2136"/>
                    <a:pt x="17947" y="2403"/>
                    <a:pt x="17513" y="2603"/>
                  </a:cubicBezTo>
                  <a:cubicBezTo>
                    <a:pt x="17413" y="2636"/>
                    <a:pt x="17313" y="2636"/>
                    <a:pt x="17213" y="2669"/>
                  </a:cubicBezTo>
                  <a:cubicBezTo>
                    <a:pt x="17046" y="2669"/>
                    <a:pt x="16846" y="2669"/>
                    <a:pt x="16646" y="2636"/>
                  </a:cubicBezTo>
                  <a:cubicBezTo>
                    <a:pt x="16512" y="2603"/>
                    <a:pt x="16379" y="2603"/>
                    <a:pt x="16279" y="2569"/>
                  </a:cubicBezTo>
                  <a:cubicBezTo>
                    <a:pt x="16145" y="2536"/>
                    <a:pt x="16012" y="2503"/>
                    <a:pt x="15879" y="2503"/>
                  </a:cubicBezTo>
                  <a:cubicBezTo>
                    <a:pt x="15678" y="2436"/>
                    <a:pt x="15478" y="2403"/>
                    <a:pt x="15278" y="2369"/>
                  </a:cubicBezTo>
                  <a:lnTo>
                    <a:pt x="15278" y="2369"/>
                  </a:lnTo>
                  <a:cubicBezTo>
                    <a:pt x="15311" y="2503"/>
                    <a:pt x="15345" y="2636"/>
                    <a:pt x="15345" y="2770"/>
                  </a:cubicBezTo>
                  <a:cubicBezTo>
                    <a:pt x="15378" y="3003"/>
                    <a:pt x="15412" y="3237"/>
                    <a:pt x="15445" y="3470"/>
                  </a:cubicBezTo>
                  <a:cubicBezTo>
                    <a:pt x="15378" y="3237"/>
                    <a:pt x="15345" y="3003"/>
                    <a:pt x="15311" y="2803"/>
                  </a:cubicBezTo>
                  <a:cubicBezTo>
                    <a:pt x="15278" y="2669"/>
                    <a:pt x="15278" y="2503"/>
                    <a:pt x="15245" y="2369"/>
                  </a:cubicBezTo>
                  <a:cubicBezTo>
                    <a:pt x="15045" y="2336"/>
                    <a:pt x="14844" y="2336"/>
                    <a:pt x="14678" y="2303"/>
                  </a:cubicBezTo>
                  <a:cubicBezTo>
                    <a:pt x="14311" y="2269"/>
                    <a:pt x="14011" y="2236"/>
                    <a:pt x="13744" y="2236"/>
                  </a:cubicBezTo>
                  <a:cubicBezTo>
                    <a:pt x="13277" y="2236"/>
                    <a:pt x="12843" y="2269"/>
                    <a:pt x="12476" y="2303"/>
                  </a:cubicBezTo>
                  <a:cubicBezTo>
                    <a:pt x="12109" y="2336"/>
                    <a:pt x="11776" y="2403"/>
                    <a:pt x="11475" y="2469"/>
                  </a:cubicBezTo>
                  <a:cubicBezTo>
                    <a:pt x="11409" y="2503"/>
                    <a:pt x="11342" y="2503"/>
                    <a:pt x="11275" y="2536"/>
                  </a:cubicBezTo>
                  <a:lnTo>
                    <a:pt x="11375" y="2669"/>
                  </a:lnTo>
                  <a:cubicBezTo>
                    <a:pt x="11442" y="2803"/>
                    <a:pt x="11475" y="2936"/>
                    <a:pt x="11509" y="3070"/>
                  </a:cubicBezTo>
                  <a:cubicBezTo>
                    <a:pt x="11509" y="3136"/>
                    <a:pt x="11509" y="3203"/>
                    <a:pt x="11509" y="3270"/>
                  </a:cubicBezTo>
                  <a:cubicBezTo>
                    <a:pt x="11509" y="3403"/>
                    <a:pt x="11542" y="3503"/>
                    <a:pt x="11542" y="3603"/>
                  </a:cubicBezTo>
                  <a:cubicBezTo>
                    <a:pt x="11542" y="3737"/>
                    <a:pt x="11509" y="3837"/>
                    <a:pt x="11509" y="3937"/>
                  </a:cubicBezTo>
                  <a:cubicBezTo>
                    <a:pt x="11509" y="4070"/>
                    <a:pt x="11509" y="4204"/>
                    <a:pt x="11509" y="4304"/>
                  </a:cubicBezTo>
                  <a:cubicBezTo>
                    <a:pt x="11542" y="4504"/>
                    <a:pt x="11542" y="4704"/>
                    <a:pt x="11575" y="4904"/>
                  </a:cubicBezTo>
                  <a:cubicBezTo>
                    <a:pt x="11575" y="5004"/>
                    <a:pt x="11575" y="5105"/>
                    <a:pt x="11609" y="5205"/>
                  </a:cubicBezTo>
                  <a:cubicBezTo>
                    <a:pt x="11609" y="5271"/>
                    <a:pt x="11609" y="5371"/>
                    <a:pt x="11642" y="5438"/>
                  </a:cubicBezTo>
                  <a:cubicBezTo>
                    <a:pt x="11642" y="5605"/>
                    <a:pt x="11676" y="5772"/>
                    <a:pt x="11709" y="5938"/>
                  </a:cubicBezTo>
                  <a:cubicBezTo>
                    <a:pt x="11809" y="6305"/>
                    <a:pt x="11876" y="6672"/>
                    <a:pt x="11976" y="7039"/>
                  </a:cubicBezTo>
                  <a:cubicBezTo>
                    <a:pt x="11876" y="6906"/>
                    <a:pt x="11809" y="6739"/>
                    <a:pt x="11742" y="6606"/>
                  </a:cubicBezTo>
                  <a:cubicBezTo>
                    <a:pt x="11609" y="6339"/>
                    <a:pt x="11509" y="6039"/>
                    <a:pt x="11409" y="5738"/>
                  </a:cubicBezTo>
                  <a:cubicBezTo>
                    <a:pt x="11375" y="5605"/>
                    <a:pt x="11342" y="5471"/>
                    <a:pt x="11309" y="5305"/>
                  </a:cubicBezTo>
                  <a:cubicBezTo>
                    <a:pt x="11275" y="5238"/>
                    <a:pt x="11275" y="5171"/>
                    <a:pt x="11242" y="5105"/>
                  </a:cubicBezTo>
                  <a:cubicBezTo>
                    <a:pt x="11242" y="5038"/>
                    <a:pt x="11242" y="4971"/>
                    <a:pt x="11209" y="4938"/>
                  </a:cubicBezTo>
                  <a:cubicBezTo>
                    <a:pt x="11175" y="4638"/>
                    <a:pt x="11175" y="4304"/>
                    <a:pt x="11209" y="4004"/>
                  </a:cubicBezTo>
                  <a:cubicBezTo>
                    <a:pt x="11209" y="3870"/>
                    <a:pt x="11242" y="3704"/>
                    <a:pt x="11242" y="3570"/>
                  </a:cubicBezTo>
                  <a:cubicBezTo>
                    <a:pt x="11275" y="3370"/>
                    <a:pt x="11309" y="3203"/>
                    <a:pt x="11309" y="3003"/>
                  </a:cubicBezTo>
                  <a:cubicBezTo>
                    <a:pt x="11275" y="2936"/>
                    <a:pt x="11275" y="2836"/>
                    <a:pt x="11242" y="2770"/>
                  </a:cubicBezTo>
                  <a:cubicBezTo>
                    <a:pt x="11209" y="2703"/>
                    <a:pt x="11175" y="2636"/>
                    <a:pt x="11142" y="2536"/>
                  </a:cubicBezTo>
                  <a:cubicBezTo>
                    <a:pt x="10808" y="2636"/>
                    <a:pt x="10508" y="2770"/>
                    <a:pt x="10241" y="2870"/>
                  </a:cubicBezTo>
                  <a:cubicBezTo>
                    <a:pt x="10108" y="2936"/>
                    <a:pt x="9974" y="3003"/>
                    <a:pt x="9841" y="3070"/>
                  </a:cubicBezTo>
                  <a:cubicBezTo>
                    <a:pt x="9841" y="3103"/>
                    <a:pt x="9841" y="3103"/>
                    <a:pt x="9841" y="3136"/>
                  </a:cubicBezTo>
                  <a:cubicBezTo>
                    <a:pt x="9874" y="3337"/>
                    <a:pt x="9908" y="3537"/>
                    <a:pt x="9941" y="3737"/>
                  </a:cubicBezTo>
                  <a:cubicBezTo>
                    <a:pt x="9941" y="3904"/>
                    <a:pt x="9974" y="4070"/>
                    <a:pt x="9974" y="4237"/>
                  </a:cubicBezTo>
                  <a:cubicBezTo>
                    <a:pt x="10008" y="4404"/>
                    <a:pt x="10008" y="4571"/>
                    <a:pt x="10041" y="4738"/>
                  </a:cubicBezTo>
                  <a:cubicBezTo>
                    <a:pt x="9941" y="4537"/>
                    <a:pt x="9874" y="4304"/>
                    <a:pt x="9808" y="4070"/>
                  </a:cubicBezTo>
                  <a:cubicBezTo>
                    <a:pt x="9774" y="3870"/>
                    <a:pt x="9741" y="3670"/>
                    <a:pt x="9741" y="3470"/>
                  </a:cubicBezTo>
                  <a:cubicBezTo>
                    <a:pt x="9707" y="3370"/>
                    <a:pt x="9707" y="3237"/>
                    <a:pt x="9707" y="3103"/>
                  </a:cubicBezTo>
                  <a:cubicBezTo>
                    <a:pt x="9341" y="3303"/>
                    <a:pt x="8940" y="3570"/>
                    <a:pt x="8507" y="3870"/>
                  </a:cubicBezTo>
                  <a:cubicBezTo>
                    <a:pt x="8273" y="4037"/>
                    <a:pt x="8006" y="4237"/>
                    <a:pt x="7773" y="4404"/>
                  </a:cubicBezTo>
                  <a:lnTo>
                    <a:pt x="7739" y="4437"/>
                  </a:lnTo>
                  <a:cubicBezTo>
                    <a:pt x="7573" y="4537"/>
                    <a:pt x="7406" y="4671"/>
                    <a:pt x="7239" y="4771"/>
                  </a:cubicBezTo>
                  <a:cubicBezTo>
                    <a:pt x="7239" y="4871"/>
                    <a:pt x="7239" y="4971"/>
                    <a:pt x="7239" y="5071"/>
                  </a:cubicBezTo>
                  <a:cubicBezTo>
                    <a:pt x="7272" y="5271"/>
                    <a:pt x="7339" y="5505"/>
                    <a:pt x="7372" y="5705"/>
                  </a:cubicBezTo>
                  <a:cubicBezTo>
                    <a:pt x="7306" y="5538"/>
                    <a:pt x="7239" y="5371"/>
                    <a:pt x="7206" y="5205"/>
                  </a:cubicBezTo>
                  <a:cubicBezTo>
                    <a:pt x="7172" y="5071"/>
                    <a:pt x="7172" y="4904"/>
                    <a:pt x="7172" y="4771"/>
                  </a:cubicBezTo>
                  <a:cubicBezTo>
                    <a:pt x="6905" y="4938"/>
                    <a:pt x="6639" y="5105"/>
                    <a:pt x="6372" y="5271"/>
                  </a:cubicBezTo>
                  <a:lnTo>
                    <a:pt x="6172" y="5371"/>
                  </a:lnTo>
                  <a:cubicBezTo>
                    <a:pt x="5738" y="5605"/>
                    <a:pt x="5338" y="5872"/>
                    <a:pt x="4904" y="6139"/>
                  </a:cubicBezTo>
                  <a:cubicBezTo>
                    <a:pt x="4771" y="6205"/>
                    <a:pt x="4637" y="6305"/>
                    <a:pt x="4470" y="6405"/>
                  </a:cubicBezTo>
                  <a:lnTo>
                    <a:pt x="4170" y="6572"/>
                  </a:lnTo>
                  <a:cubicBezTo>
                    <a:pt x="3703" y="6872"/>
                    <a:pt x="3236" y="7173"/>
                    <a:pt x="2769" y="7440"/>
                  </a:cubicBezTo>
                  <a:cubicBezTo>
                    <a:pt x="2736" y="7440"/>
                    <a:pt x="2702" y="7473"/>
                    <a:pt x="2669" y="7506"/>
                  </a:cubicBezTo>
                  <a:cubicBezTo>
                    <a:pt x="2736" y="7573"/>
                    <a:pt x="2803" y="7673"/>
                    <a:pt x="2869" y="7773"/>
                  </a:cubicBezTo>
                  <a:cubicBezTo>
                    <a:pt x="3069" y="8040"/>
                    <a:pt x="3270" y="8307"/>
                    <a:pt x="3470" y="8574"/>
                  </a:cubicBezTo>
                  <a:cubicBezTo>
                    <a:pt x="3236" y="8340"/>
                    <a:pt x="3003" y="8073"/>
                    <a:pt x="2769" y="7806"/>
                  </a:cubicBezTo>
                  <a:cubicBezTo>
                    <a:pt x="2702" y="7740"/>
                    <a:pt x="2636" y="7640"/>
                    <a:pt x="2569" y="7540"/>
                  </a:cubicBezTo>
                  <a:cubicBezTo>
                    <a:pt x="2469" y="7606"/>
                    <a:pt x="2369" y="7640"/>
                    <a:pt x="2269" y="7706"/>
                  </a:cubicBezTo>
                  <a:cubicBezTo>
                    <a:pt x="1935" y="7873"/>
                    <a:pt x="1602" y="8073"/>
                    <a:pt x="1268" y="8273"/>
                  </a:cubicBezTo>
                  <a:cubicBezTo>
                    <a:pt x="1468" y="8540"/>
                    <a:pt x="1668" y="8807"/>
                    <a:pt x="1835" y="9074"/>
                  </a:cubicBezTo>
                  <a:cubicBezTo>
                    <a:pt x="2069" y="9474"/>
                    <a:pt x="2302" y="9908"/>
                    <a:pt x="2536" y="10342"/>
                  </a:cubicBezTo>
                  <a:cubicBezTo>
                    <a:pt x="2235" y="9975"/>
                    <a:pt x="1935" y="9574"/>
                    <a:pt x="1668" y="9174"/>
                  </a:cubicBezTo>
                  <a:cubicBezTo>
                    <a:pt x="1502" y="8907"/>
                    <a:pt x="1335" y="8607"/>
                    <a:pt x="1168" y="8307"/>
                  </a:cubicBezTo>
                  <a:cubicBezTo>
                    <a:pt x="1101" y="8374"/>
                    <a:pt x="1035" y="8407"/>
                    <a:pt x="968" y="8474"/>
                  </a:cubicBezTo>
                  <a:cubicBezTo>
                    <a:pt x="634" y="8674"/>
                    <a:pt x="301" y="8874"/>
                    <a:pt x="1" y="9074"/>
                  </a:cubicBezTo>
                  <a:cubicBezTo>
                    <a:pt x="234" y="9274"/>
                    <a:pt x="434" y="9474"/>
                    <a:pt x="568" y="9741"/>
                  </a:cubicBezTo>
                  <a:cubicBezTo>
                    <a:pt x="734" y="10008"/>
                    <a:pt x="868" y="10308"/>
                    <a:pt x="968" y="10608"/>
                  </a:cubicBezTo>
                  <a:cubicBezTo>
                    <a:pt x="1035" y="10975"/>
                    <a:pt x="1068" y="11342"/>
                    <a:pt x="1101" y="11743"/>
                  </a:cubicBezTo>
                  <a:cubicBezTo>
                    <a:pt x="1101" y="11976"/>
                    <a:pt x="1135" y="12210"/>
                    <a:pt x="1135" y="12443"/>
                  </a:cubicBezTo>
                  <a:cubicBezTo>
                    <a:pt x="1168" y="12810"/>
                    <a:pt x="1235" y="13144"/>
                    <a:pt x="1335" y="13477"/>
                  </a:cubicBezTo>
                  <a:cubicBezTo>
                    <a:pt x="1635" y="13644"/>
                    <a:pt x="1902" y="13844"/>
                    <a:pt x="2235" y="14044"/>
                  </a:cubicBezTo>
                  <a:cubicBezTo>
                    <a:pt x="2736" y="14378"/>
                    <a:pt x="3236" y="14711"/>
                    <a:pt x="3737" y="15078"/>
                  </a:cubicBezTo>
                  <a:lnTo>
                    <a:pt x="4003" y="15245"/>
                  </a:lnTo>
                  <a:cubicBezTo>
                    <a:pt x="4266" y="15410"/>
                    <a:pt x="4530" y="15606"/>
                    <a:pt x="4856" y="15772"/>
                  </a:cubicBezTo>
                  <a:lnTo>
                    <a:pt x="4856" y="15772"/>
                  </a:lnTo>
                  <a:cubicBezTo>
                    <a:pt x="4844" y="15752"/>
                    <a:pt x="4824" y="15732"/>
                    <a:pt x="4804" y="15712"/>
                  </a:cubicBezTo>
                  <a:cubicBezTo>
                    <a:pt x="4771" y="15645"/>
                    <a:pt x="4704" y="15579"/>
                    <a:pt x="4637" y="15512"/>
                  </a:cubicBezTo>
                  <a:lnTo>
                    <a:pt x="4470" y="15245"/>
                  </a:lnTo>
                  <a:cubicBezTo>
                    <a:pt x="4437" y="15178"/>
                    <a:pt x="4370" y="15112"/>
                    <a:pt x="4337" y="15045"/>
                  </a:cubicBezTo>
                  <a:cubicBezTo>
                    <a:pt x="4304" y="14945"/>
                    <a:pt x="4270" y="14878"/>
                    <a:pt x="4237" y="14811"/>
                  </a:cubicBezTo>
                  <a:cubicBezTo>
                    <a:pt x="4170" y="14745"/>
                    <a:pt x="4170" y="14678"/>
                    <a:pt x="4137" y="14578"/>
                  </a:cubicBezTo>
                  <a:cubicBezTo>
                    <a:pt x="4037" y="14411"/>
                    <a:pt x="3970" y="14244"/>
                    <a:pt x="3903" y="14078"/>
                  </a:cubicBezTo>
                  <a:lnTo>
                    <a:pt x="3903" y="14078"/>
                  </a:lnTo>
                  <a:cubicBezTo>
                    <a:pt x="4037" y="14311"/>
                    <a:pt x="4170" y="14545"/>
                    <a:pt x="4304" y="14778"/>
                  </a:cubicBezTo>
                  <a:cubicBezTo>
                    <a:pt x="4337" y="14845"/>
                    <a:pt x="4404" y="14912"/>
                    <a:pt x="4437" y="14978"/>
                  </a:cubicBezTo>
                  <a:cubicBezTo>
                    <a:pt x="4470" y="15045"/>
                    <a:pt x="4504" y="15078"/>
                    <a:pt x="4537" y="15145"/>
                  </a:cubicBezTo>
                  <a:cubicBezTo>
                    <a:pt x="4604" y="15245"/>
                    <a:pt x="4671" y="15345"/>
                    <a:pt x="4737" y="15445"/>
                  </a:cubicBezTo>
                  <a:cubicBezTo>
                    <a:pt x="4804" y="15512"/>
                    <a:pt x="4871" y="15612"/>
                    <a:pt x="4937" y="15679"/>
                  </a:cubicBezTo>
                  <a:cubicBezTo>
                    <a:pt x="5004" y="15779"/>
                    <a:pt x="5037" y="15879"/>
                    <a:pt x="5138" y="15946"/>
                  </a:cubicBezTo>
                  <a:cubicBezTo>
                    <a:pt x="5404" y="16079"/>
                    <a:pt x="5671" y="16212"/>
                    <a:pt x="5905" y="16279"/>
                  </a:cubicBezTo>
                  <a:cubicBezTo>
                    <a:pt x="6238" y="16413"/>
                    <a:pt x="6572" y="16479"/>
                    <a:pt x="6905" y="16546"/>
                  </a:cubicBezTo>
                  <a:lnTo>
                    <a:pt x="6939" y="16546"/>
                  </a:lnTo>
                  <a:cubicBezTo>
                    <a:pt x="7372" y="16646"/>
                    <a:pt x="7873" y="16746"/>
                    <a:pt x="8373" y="16746"/>
                  </a:cubicBezTo>
                  <a:cubicBezTo>
                    <a:pt x="8440" y="16757"/>
                    <a:pt x="8503" y="16761"/>
                    <a:pt x="8565" y="16761"/>
                  </a:cubicBezTo>
                  <a:cubicBezTo>
                    <a:pt x="8688" y="16761"/>
                    <a:pt x="8807" y="16746"/>
                    <a:pt x="8940" y="16746"/>
                  </a:cubicBezTo>
                  <a:cubicBezTo>
                    <a:pt x="8840" y="16713"/>
                    <a:pt x="8740" y="16679"/>
                    <a:pt x="8640" y="16646"/>
                  </a:cubicBezTo>
                  <a:cubicBezTo>
                    <a:pt x="8306" y="16513"/>
                    <a:pt x="8006" y="16346"/>
                    <a:pt x="7706" y="16079"/>
                  </a:cubicBezTo>
                  <a:cubicBezTo>
                    <a:pt x="7573" y="15946"/>
                    <a:pt x="7406" y="15812"/>
                    <a:pt x="7306" y="15645"/>
                  </a:cubicBezTo>
                  <a:cubicBezTo>
                    <a:pt x="7206" y="15512"/>
                    <a:pt x="7072" y="15379"/>
                    <a:pt x="7006" y="15212"/>
                  </a:cubicBezTo>
                  <a:cubicBezTo>
                    <a:pt x="6905" y="14945"/>
                    <a:pt x="6839" y="14611"/>
                    <a:pt x="6839" y="14311"/>
                  </a:cubicBezTo>
                  <a:cubicBezTo>
                    <a:pt x="6805" y="14178"/>
                    <a:pt x="6805" y="14044"/>
                    <a:pt x="6805" y="13911"/>
                  </a:cubicBezTo>
                  <a:cubicBezTo>
                    <a:pt x="6805" y="13777"/>
                    <a:pt x="6805" y="13644"/>
                    <a:pt x="6839" y="13511"/>
                  </a:cubicBezTo>
                  <a:cubicBezTo>
                    <a:pt x="6839" y="13344"/>
                    <a:pt x="6839" y="13210"/>
                    <a:pt x="6872" y="13077"/>
                  </a:cubicBezTo>
                  <a:cubicBezTo>
                    <a:pt x="6872" y="13144"/>
                    <a:pt x="6905" y="13244"/>
                    <a:pt x="6905" y="13310"/>
                  </a:cubicBezTo>
                  <a:cubicBezTo>
                    <a:pt x="6905" y="13377"/>
                    <a:pt x="6905" y="13444"/>
                    <a:pt x="6905" y="13511"/>
                  </a:cubicBezTo>
                  <a:cubicBezTo>
                    <a:pt x="6972" y="13978"/>
                    <a:pt x="7072" y="14478"/>
                    <a:pt x="7239" y="14912"/>
                  </a:cubicBezTo>
                  <a:cubicBezTo>
                    <a:pt x="7272" y="15045"/>
                    <a:pt x="7339" y="15178"/>
                    <a:pt x="7439" y="15278"/>
                  </a:cubicBezTo>
                  <a:cubicBezTo>
                    <a:pt x="7539" y="15445"/>
                    <a:pt x="7639" y="15579"/>
                    <a:pt x="7773" y="15712"/>
                  </a:cubicBezTo>
                  <a:cubicBezTo>
                    <a:pt x="7906" y="15812"/>
                    <a:pt x="8006" y="15946"/>
                    <a:pt x="8140" y="16079"/>
                  </a:cubicBezTo>
                  <a:cubicBezTo>
                    <a:pt x="8440" y="16279"/>
                    <a:pt x="8740" y="16479"/>
                    <a:pt x="9040" y="16613"/>
                  </a:cubicBezTo>
                  <a:cubicBezTo>
                    <a:pt x="9140" y="16646"/>
                    <a:pt x="9207" y="16679"/>
                    <a:pt x="9274" y="16713"/>
                  </a:cubicBezTo>
                  <a:cubicBezTo>
                    <a:pt x="9441" y="16679"/>
                    <a:pt x="9607" y="16679"/>
                    <a:pt x="9808" y="16646"/>
                  </a:cubicBezTo>
                  <a:lnTo>
                    <a:pt x="9908" y="16613"/>
                  </a:lnTo>
                  <a:cubicBezTo>
                    <a:pt x="10208" y="16579"/>
                    <a:pt x="10508" y="16546"/>
                    <a:pt x="10808" y="16446"/>
                  </a:cubicBezTo>
                  <a:cubicBezTo>
                    <a:pt x="11442" y="16279"/>
                    <a:pt x="12076" y="16012"/>
                    <a:pt x="12876" y="15579"/>
                  </a:cubicBezTo>
                  <a:lnTo>
                    <a:pt x="12910" y="15579"/>
                  </a:lnTo>
                  <a:cubicBezTo>
                    <a:pt x="12843" y="15412"/>
                    <a:pt x="12743" y="15212"/>
                    <a:pt x="12610" y="15078"/>
                  </a:cubicBezTo>
                  <a:cubicBezTo>
                    <a:pt x="12476" y="14878"/>
                    <a:pt x="12309" y="14711"/>
                    <a:pt x="12143" y="14545"/>
                  </a:cubicBezTo>
                  <a:cubicBezTo>
                    <a:pt x="12076" y="14478"/>
                    <a:pt x="11976" y="14411"/>
                    <a:pt x="11909" y="14344"/>
                  </a:cubicBezTo>
                  <a:cubicBezTo>
                    <a:pt x="11742" y="14211"/>
                    <a:pt x="11575" y="14111"/>
                    <a:pt x="11409" y="13978"/>
                  </a:cubicBezTo>
                  <a:cubicBezTo>
                    <a:pt x="11242" y="13877"/>
                    <a:pt x="11075" y="13744"/>
                    <a:pt x="10908" y="13611"/>
                  </a:cubicBezTo>
                  <a:cubicBezTo>
                    <a:pt x="10808" y="13511"/>
                    <a:pt x="10675" y="13444"/>
                    <a:pt x="10575" y="13310"/>
                  </a:cubicBezTo>
                  <a:cubicBezTo>
                    <a:pt x="10408" y="13177"/>
                    <a:pt x="10275" y="13010"/>
                    <a:pt x="10174" y="12843"/>
                  </a:cubicBezTo>
                  <a:cubicBezTo>
                    <a:pt x="9941" y="12476"/>
                    <a:pt x="9774" y="12076"/>
                    <a:pt x="9674" y="11643"/>
                  </a:cubicBezTo>
                  <a:cubicBezTo>
                    <a:pt x="9541" y="11209"/>
                    <a:pt x="9507" y="10775"/>
                    <a:pt x="9507" y="10308"/>
                  </a:cubicBezTo>
                  <a:cubicBezTo>
                    <a:pt x="9507" y="10008"/>
                    <a:pt x="9507" y="9708"/>
                    <a:pt x="9507" y="9408"/>
                  </a:cubicBezTo>
                  <a:lnTo>
                    <a:pt x="9507" y="9207"/>
                  </a:lnTo>
                  <a:cubicBezTo>
                    <a:pt x="9507" y="9107"/>
                    <a:pt x="9507" y="9041"/>
                    <a:pt x="9507" y="8974"/>
                  </a:cubicBezTo>
                  <a:cubicBezTo>
                    <a:pt x="9507" y="8807"/>
                    <a:pt x="9541" y="8640"/>
                    <a:pt x="9574" y="8507"/>
                  </a:cubicBezTo>
                  <a:cubicBezTo>
                    <a:pt x="9574" y="8640"/>
                    <a:pt x="9574" y="8807"/>
                    <a:pt x="9607" y="8974"/>
                  </a:cubicBezTo>
                  <a:cubicBezTo>
                    <a:pt x="9641" y="9341"/>
                    <a:pt x="9707" y="9674"/>
                    <a:pt x="9774" y="10041"/>
                  </a:cubicBezTo>
                  <a:cubicBezTo>
                    <a:pt x="9808" y="10242"/>
                    <a:pt x="9874" y="10442"/>
                    <a:pt x="9908" y="10642"/>
                  </a:cubicBezTo>
                  <a:cubicBezTo>
                    <a:pt x="9974" y="11009"/>
                    <a:pt x="10041" y="11376"/>
                    <a:pt x="10174" y="11743"/>
                  </a:cubicBezTo>
                  <a:cubicBezTo>
                    <a:pt x="10308" y="12076"/>
                    <a:pt x="10475" y="12410"/>
                    <a:pt x="10708" y="12710"/>
                  </a:cubicBezTo>
                  <a:cubicBezTo>
                    <a:pt x="10875" y="12943"/>
                    <a:pt x="11042" y="13110"/>
                    <a:pt x="11242" y="13310"/>
                  </a:cubicBezTo>
                  <a:cubicBezTo>
                    <a:pt x="11342" y="13410"/>
                    <a:pt x="11442" y="13477"/>
                    <a:pt x="11542" y="13577"/>
                  </a:cubicBezTo>
                  <a:cubicBezTo>
                    <a:pt x="11642" y="13677"/>
                    <a:pt x="11742" y="13744"/>
                    <a:pt x="11842" y="13844"/>
                  </a:cubicBezTo>
                  <a:cubicBezTo>
                    <a:pt x="11909" y="13911"/>
                    <a:pt x="12009" y="13978"/>
                    <a:pt x="12076" y="14078"/>
                  </a:cubicBezTo>
                  <a:cubicBezTo>
                    <a:pt x="12376" y="14378"/>
                    <a:pt x="12643" y="14678"/>
                    <a:pt x="12810" y="15078"/>
                  </a:cubicBezTo>
                  <a:cubicBezTo>
                    <a:pt x="12910" y="15212"/>
                    <a:pt x="12943" y="15379"/>
                    <a:pt x="13010" y="15545"/>
                  </a:cubicBezTo>
                  <a:cubicBezTo>
                    <a:pt x="13377" y="15345"/>
                    <a:pt x="13744" y="15112"/>
                    <a:pt x="14077" y="14878"/>
                  </a:cubicBezTo>
                  <a:cubicBezTo>
                    <a:pt x="14244" y="14778"/>
                    <a:pt x="14444" y="14645"/>
                    <a:pt x="14644" y="14545"/>
                  </a:cubicBezTo>
                  <a:cubicBezTo>
                    <a:pt x="14844" y="14411"/>
                    <a:pt x="15078" y="14278"/>
                    <a:pt x="15311" y="14111"/>
                  </a:cubicBezTo>
                  <a:lnTo>
                    <a:pt x="15278" y="14111"/>
                  </a:lnTo>
                  <a:cubicBezTo>
                    <a:pt x="15145" y="14044"/>
                    <a:pt x="15011" y="13978"/>
                    <a:pt x="14878" y="13911"/>
                  </a:cubicBezTo>
                  <a:cubicBezTo>
                    <a:pt x="14811" y="13844"/>
                    <a:pt x="14711" y="13811"/>
                    <a:pt x="14644" y="13744"/>
                  </a:cubicBezTo>
                  <a:cubicBezTo>
                    <a:pt x="14544" y="13677"/>
                    <a:pt x="14444" y="13611"/>
                    <a:pt x="14311" y="13511"/>
                  </a:cubicBezTo>
                  <a:cubicBezTo>
                    <a:pt x="14144" y="13410"/>
                    <a:pt x="14011" y="13277"/>
                    <a:pt x="13844" y="13110"/>
                  </a:cubicBezTo>
                  <a:cubicBezTo>
                    <a:pt x="13710" y="12977"/>
                    <a:pt x="13544" y="12810"/>
                    <a:pt x="13443" y="12643"/>
                  </a:cubicBezTo>
                  <a:cubicBezTo>
                    <a:pt x="13310" y="12476"/>
                    <a:pt x="13210" y="12310"/>
                    <a:pt x="13077" y="12110"/>
                  </a:cubicBezTo>
                  <a:cubicBezTo>
                    <a:pt x="12976" y="11943"/>
                    <a:pt x="12910" y="11743"/>
                    <a:pt x="12810" y="11542"/>
                  </a:cubicBezTo>
                  <a:cubicBezTo>
                    <a:pt x="12676" y="11242"/>
                    <a:pt x="12576" y="10909"/>
                    <a:pt x="12476" y="10608"/>
                  </a:cubicBezTo>
                  <a:cubicBezTo>
                    <a:pt x="12376" y="10308"/>
                    <a:pt x="12243" y="10008"/>
                    <a:pt x="12176" y="9708"/>
                  </a:cubicBezTo>
                  <a:lnTo>
                    <a:pt x="12176" y="9708"/>
                  </a:lnTo>
                  <a:cubicBezTo>
                    <a:pt x="12243" y="9875"/>
                    <a:pt x="12343" y="10041"/>
                    <a:pt x="12409" y="10208"/>
                  </a:cubicBezTo>
                  <a:cubicBezTo>
                    <a:pt x="12543" y="10442"/>
                    <a:pt x="12676" y="10709"/>
                    <a:pt x="12776" y="10975"/>
                  </a:cubicBezTo>
                  <a:cubicBezTo>
                    <a:pt x="12876" y="11176"/>
                    <a:pt x="12976" y="11376"/>
                    <a:pt x="13077" y="11576"/>
                  </a:cubicBezTo>
                  <a:cubicBezTo>
                    <a:pt x="13243" y="11976"/>
                    <a:pt x="13477" y="12310"/>
                    <a:pt x="13710" y="12677"/>
                  </a:cubicBezTo>
                  <a:cubicBezTo>
                    <a:pt x="13844" y="12843"/>
                    <a:pt x="14011" y="13010"/>
                    <a:pt x="14144" y="13177"/>
                  </a:cubicBezTo>
                  <a:cubicBezTo>
                    <a:pt x="14311" y="13344"/>
                    <a:pt x="14478" y="13477"/>
                    <a:pt x="14644" y="13611"/>
                  </a:cubicBezTo>
                  <a:cubicBezTo>
                    <a:pt x="14878" y="13811"/>
                    <a:pt x="15111" y="13978"/>
                    <a:pt x="15345" y="14111"/>
                  </a:cubicBezTo>
                  <a:cubicBezTo>
                    <a:pt x="15678" y="13911"/>
                    <a:pt x="15979" y="13711"/>
                    <a:pt x="16279" y="13511"/>
                  </a:cubicBezTo>
                  <a:lnTo>
                    <a:pt x="16446" y="13410"/>
                  </a:lnTo>
                  <a:cubicBezTo>
                    <a:pt x="16312" y="13310"/>
                    <a:pt x="16179" y="13210"/>
                    <a:pt x="16045" y="13110"/>
                  </a:cubicBezTo>
                  <a:cubicBezTo>
                    <a:pt x="15879" y="12977"/>
                    <a:pt x="15678" y="12877"/>
                    <a:pt x="15512" y="12743"/>
                  </a:cubicBezTo>
                  <a:cubicBezTo>
                    <a:pt x="15211" y="12543"/>
                    <a:pt x="14945" y="12310"/>
                    <a:pt x="14711" y="12076"/>
                  </a:cubicBezTo>
                  <a:cubicBezTo>
                    <a:pt x="14578" y="11943"/>
                    <a:pt x="14478" y="11809"/>
                    <a:pt x="14411" y="11676"/>
                  </a:cubicBezTo>
                  <a:cubicBezTo>
                    <a:pt x="14311" y="11542"/>
                    <a:pt x="14211" y="11409"/>
                    <a:pt x="14111" y="11242"/>
                  </a:cubicBezTo>
                  <a:cubicBezTo>
                    <a:pt x="14044" y="11142"/>
                    <a:pt x="13977" y="11042"/>
                    <a:pt x="13910" y="10942"/>
                  </a:cubicBezTo>
                  <a:cubicBezTo>
                    <a:pt x="13910" y="10875"/>
                    <a:pt x="13877" y="10842"/>
                    <a:pt x="13844" y="10775"/>
                  </a:cubicBezTo>
                  <a:cubicBezTo>
                    <a:pt x="13810" y="10709"/>
                    <a:pt x="13777" y="10642"/>
                    <a:pt x="13744" y="10575"/>
                  </a:cubicBezTo>
                  <a:cubicBezTo>
                    <a:pt x="13677" y="10442"/>
                    <a:pt x="13610" y="10308"/>
                    <a:pt x="13577" y="10175"/>
                  </a:cubicBezTo>
                  <a:cubicBezTo>
                    <a:pt x="13477" y="9941"/>
                    <a:pt x="13377" y="9708"/>
                    <a:pt x="13310" y="9474"/>
                  </a:cubicBezTo>
                  <a:cubicBezTo>
                    <a:pt x="13210" y="9041"/>
                    <a:pt x="13143" y="8607"/>
                    <a:pt x="13110" y="8173"/>
                  </a:cubicBezTo>
                  <a:cubicBezTo>
                    <a:pt x="13110" y="7973"/>
                    <a:pt x="13110" y="7806"/>
                    <a:pt x="13110" y="7640"/>
                  </a:cubicBezTo>
                  <a:cubicBezTo>
                    <a:pt x="13110" y="7506"/>
                    <a:pt x="13143" y="7339"/>
                    <a:pt x="13143" y="7206"/>
                  </a:cubicBezTo>
                  <a:cubicBezTo>
                    <a:pt x="13143" y="6872"/>
                    <a:pt x="13210" y="6572"/>
                    <a:pt x="13277" y="6239"/>
                  </a:cubicBezTo>
                  <a:cubicBezTo>
                    <a:pt x="13277" y="6506"/>
                    <a:pt x="13277" y="6772"/>
                    <a:pt x="13310" y="7073"/>
                  </a:cubicBezTo>
                  <a:cubicBezTo>
                    <a:pt x="13310" y="7306"/>
                    <a:pt x="13343" y="7540"/>
                    <a:pt x="13410" y="7740"/>
                  </a:cubicBezTo>
                  <a:cubicBezTo>
                    <a:pt x="13410" y="7940"/>
                    <a:pt x="13443" y="8107"/>
                    <a:pt x="13477" y="8273"/>
                  </a:cubicBezTo>
                  <a:cubicBezTo>
                    <a:pt x="13544" y="8640"/>
                    <a:pt x="13644" y="8974"/>
                    <a:pt x="13777" y="9308"/>
                  </a:cubicBezTo>
                  <a:cubicBezTo>
                    <a:pt x="13844" y="9508"/>
                    <a:pt x="13944" y="9741"/>
                    <a:pt x="14044" y="9975"/>
                  </a:cubicBezTo>
                  <a:cubicBezTo>
                    <a:pt x="14111" y="10108"/>
                    <a:pt x="14177" y="10242"/>
                    <a:pt x="14244" y="10408"/>
                  </a:cubicBezTo>
                  <a:cubicBezTo>
                    <a:pt x="14311" y="10542"/>
                    <a:pt x="14411" y="10709"/>
                    <a:pt x="14478" y="10842"/>
                  </a:cubicBezTo>
                  <a:cubicBezTo>
                    <a:pt x="14611" y="11142"/>
                    <a:pt x="14778" y="11409"/>
                    <a:pt x="14978" y="11676"/>
                  </a:cubicBezTo>
                  <a:cubicBezTo>
                    <a:pt x="15311" y="12143"/>
                    <a:pt x="15745" y="12510"/>
                    <a:pt x="16179" y="12877"/>
                  </a:cubicBezTo>
                  <a:cubicBezTo>
                    <a:pt x="16245" y="12977"/>
                    <a:pt x="16346" y="13044"/>
                    <a:pt x="16412" y="13110"/>
                  </a:cubicBezTo>
                  <a:lnTo>
                    <a:pt x="16612" y="13310"/>
                  </a:lnTo>
                  <a:lnTo>
                    <a:pt x="16746" y="13210"/>
                  </a:lnTo>
                  <a:cubicBezTo>
                    <a:pt x="17380" y="12810"/>
                    <a:pt x="18013" y="12476"/>
                    <a:pt x="18614" y="12243"/>
                  </a:cubicBezTo>
                  <a:cubicBezTo>
                    <a:pt x="18881" y="12143"/>
                    <a:pt x="19148" y="12076"/>
                    <a:pt x="19448" y="12009"/>
                  </a:cubicBezTo>
                  <a:lnTo>
                    <a:pt x="19514" y="12009"/>
                  </a:lnTo>
                  <a:cubicBezTo>
                    <a:pt x="19314" y="11909"/>
                    <a:pt x="19114" y="11843"/>
                    <a:pt x="18914" y="11743"/>
                  </a:cubicBezTo>
                  <a:cubicBezTo>
                    <a:pt x="18747" y="11643"/>
                    <a:pt x="18580" y="11542"/>
                    <a:pt x="18414" y="11409"/>
                  </a:cubicBezTo>
                  <a:cubicBezTo>
                    <a:pt x="18280" y="11309"/>
                    <a:pt x="18113" y="11209"/>
                    <a:pt x="17980" y="11075"/>
                  </a:cubicBezTo>
                  <a:cubicBezTo>
                    <a:pt x="17780" y="10909"/>
                    <a:pt x="17580" y="10709"/>
                    <a:pt x="17380" y="10508"/>
                  </a:cubicBezTo>
                  <a:cubicBezTo>
                    <a:pt x="17280" y="10408"/>
                    <a:pt x="17179" y="10308"/>
                    <a:pt x="17113" y="10208"/>
                  </a:cubicBezTo>
                  <a:cubicBezTo>
                    <a:pt x="16913" y="9975"/>
                    <a:pt x="16746" y="9775"/>
                    <a:pt x="16546" y="9541"/>
                  </a:cubicBezTo>
                  <a:cubicBezTo>
                    <a:pt x="16179" y="9074"/>
                    <a:pt x="15812" y="8607"/>
                    <a:pt x="15445" y="8140"/>
                  </a:cubicBezTo>
                  <a:lnTo>
                    <a:pt x="15478" y="8140"/>
                  </a:lnTo>
                  <a:cubicBezTo>
                    <a:pt x="15712" y="8407"/>
                    <a:pt x="15945" y="8640"/>
                    <a:pt x="16179" y="8907"/>
                  </a:cubicBezTo>
                  <a:cubicBezTo>
                    <a:pt x="16312" y="9074"/>
                    <a:pt x="16479" y="9241"/>
                    <a:pt x="16646" y="9408"/>
                  </a:cubicBezTo>
                  <a:cubicBezTo>
                    <a:pt x="16813" y="9574"/>
                    <a:pt x="17013" y="9775"/>
                    <a:pt x="17213" y="9975"/>
                  </a:cubicBezTo>
                  <a:cubicBezTo>
                    <a:pt x="17413" y="10175"/>
                    <a:pt x="17613" y="10375"/>
                    <a:pt x="17847" y="10542"/>
                  </a:cubicBezTo>
                  <a:cubicBezTo>
                    <a:pt x="18047" y="10709"/>
                    <a:pt x="18214" y="10842"/>
                    <a:pt x="18447" y="10975"/>
                  </a:cubicBezTo>
                  <a:cubicBezTo>
                    <a:pt x="18614" y="11075"/>
                    <a:pt x="18814" y="11209"/>
                    <a:pt x="19047" y="11309"/>
                  </a:cubicBezTo>
                  <a:cubicBezTo>
                    <a:pt x="19414" y="11442"/>
                    <a:pt x="19781" y="11576"/>
                    <a:pt x="20182" y="11643"/>
                  </a:cubicBezTo>
                  <a:cubicBezTo>
                    <a:pt x="20382" y="11676"/>
                    <a:pt x="20582" y="11743"/>
                    <a:pt x="20749" y="11776"/>
                  </a:cubicBezTo>
                  <a:cubicBezTo>
                    <a:pt x="20849" y="11776"/>
                    <a:pt x="20915" y="11809"/>
                    <a:pt x="20982" y="11809"/>
                  </a:cubicBezTo>
                  <a:lnTo>
                    <a:pt x="22316" y="11809"/>
                  </a:lnTo>
                  <a:cubicBezTo>
                    <a:pt x="22450" y="11843"/>
                    <a:pt x="22617" y="11843"/>
                    <a:pt x="22783" y="11843"/>
                  </a:cubicBezTo>
                  <a:cubicBezTo>
                    <a:pt x="22850" y="11809"/>
                    <a:pt x="22884" y="11743"/>
                    <a:pt x="22950" y="11676"/>
                  </a:cubicBezTo>
                  <a:cubicBezTo>
                    <a:pt x="23084" y="11509"/>
                    <a:pt x="23184" y="11309"/>
                    <a:pt x="23284" y="11109"/>
                  </a:cubicBezTo>
                  <a:cubicBezTo>
                    <a:pt x="23351" y="11009"/>
                    <a:pt x="23384" y="10942"/>
                    <a:pt x="23417" y="10842"/>
                  </a:cubicBezTo>
                  <a:cubicBezTo>
                    <a:pt x="23451" y="10775"/>
                    <a:pt x="23484" y="10709"/>
                    <a:pt x="23517" y="10608"/>
                  </a:cubicBezTo>
                  <a:cubicBezTo>
                    <a:pt x="23551" y="10508"/>
                    <a:pt x="23584" y="10442"/>
                    <a:pt x="23617" y="10342"/>
                  </a:cubicBezTo>
                  <a:cubicBezTo>
                    <a:pt x="23651" y="10275"/>
                    <a:pt x="23651" y="10208"/>
                    <a:pt x="23684" y="10141"/>
                  </a:cubicBezTo>
                  <a:cubicBezTo>
                    <a:pt x="23684" y="10108"/>
                    <a:pt x="23717" y="10075"/>
                    <a:pt x="23717" y="10041"/>
                  </a:cubicBezTo>
                  <a:cubicBezTo>
                    <a:pt x="23751" y="9908"/>
                    <a:pt x="23751" y="9808"/>
                    <a:pt x="23784" y="9674"/>
                  </a:cubicBezTo>
                  <a:cubicBezTo>
                    <a:pt x="23818" y="9574"/>
                    <a:pt x="23818" y="9474"/>
                    <a:pt x="23851" y="9374"/>
                  </a:cubicBezTo>
                  <a:cubicBezTo>
                    <a:pt x="23884" y="9274"/>
                    <a:pt x="23884" y="9174"/>
                    <a:pt x="23918" y="9107"/>
                  </a:cubicBezTo>
                  <a:cubicBezTo>
                    <a:pt x="23951" y="8907"/>
                    <a:pt x="23984" y="8707"/>
                    <a:pt x="24018" y="8540"/>
                  </a:cubicBezTo>
                  <a:cubicBezTo>
                    <a:pt x="24018" y="8440"/>
                    <a:pt x="24051" y="8340"/>
                    <a:pt x="24051" y="8240"/>
                  </a:cubicBezTo>
                  <a:cubicBezTo>
                    <a:pt x="24084" y="8007"/>
                    <a:pt x="24084" y="7773"/>
                    <a:pt x="24084" y="7540"/>
                  </a:cubicBezTo>
                  <a:cubicBezTo>
                    <a:pt x="24084" y="7406"/>
                    <a:pt x="24084" y="7306"/>
                    <a:pt x="24084" y="7206"/>
                  </a:cubicBezTo>
                  <a:cubicBezTo>
                    <a:pt x="24051" y="7106"/>
                    <a:pt x="24051" y="6973"/>
                    <a:pt x="24051" y="6872"/>
                  </a:cubicBezTo>
                  <a:cubicBezTo>
                    <a:pt x="24051" y="6606"/>
                    <a:pt x="24051" y="6339"/>
                    <a:pt x="24051" y="6105"/>
                  </a:cubicBezTo>
                  <a:cubicBezTo>
                    <a:pt x="24084" y="5938"/>
                    <a:pt x="24084" y="5805"/>
                    <a:pt x="24118" y="5672"/>
                  </a:cubicBezTo>
                  <a:cubicBezTo>
                    <a:pt x="24118" y="5605"/>
                    <a:pt x="24151" y="5505"/>
                    <a:pt x="24151" y="5405"/>
                  </a:cubicBezTo>
                  <a:cubicBezTo>
                    <a:pt x="24151" y="5371"/>
                    <a:pt x="24184" y="5305"/>
                    <a:pt x="24184" y="5271"/>
                  </a:cubicBezTo>
                  <a:cubicBezTo>
                    <a:pt x="24251" y="5004"/>
                    <a:pt x="24318" y="4738"/>
                    <a:pt x="24351" y="4471"/>
                  </a:cubicBezTo>
                  <a:cubicBezTo>
                    <a:pt x="24418" y="4204"/>
                    <a:pt x="24518" y="3937"/>
                    <a:pt x="24585" y="3670"/>
                  </a:cubicBezTo>
                  <a:lnTo>
                    <a:pt x="24585" y="3670"/>
                  </a:lnTo>
                  <a:cubicBezTo>
                    <a:pt x="24518" y="4171"/>
                    <a:pt x="24451" y="4671"/>
                    <a:pt x="24418" y="5171"/>
                  </a:cubicBezTo>
                  <a:cubicBezTo>
                    <a:pt x="24418" y="5271"/>
                    <a:pt x="24418" y="5405"/>
                    <a:pt x="24418" y="5505"/>
                  </a:cubicBezTo>
                  <a:cubicBezTo>
                    <a:pt x="24418" y="5605"/>
                    <a:pt x="24418" y="5705"/>
                    <a:pt x="24418" y="5805"/>
                  </a:cubicBezTo>
                  <a:cubicBezTo>
                    <a:pt x="24418" y="5905"/>
                    <a:pt x="24418" y="6005"/>
                    <a:pt x="24418" y="6072"/>
                  </a:cubicBezTo>
                  <a:cubicBezTo>
                    <a:pt x="24418" y="6139"/>
                    <a:pt x="24418" y="6172"/>
                    <a:pt x="24418" y="6205"/>
                  </a:cubicBezTo>
                  <a:lnTo>
                    <a:pt x="24451" y="6539"/>
                  </a:lnTo>
                  <a:cubicBezTo>
                    <a:pt x="24451" y="6772"/>
                    <a:pt x="24485" y="7006"/>
                    <a:pt x="24518" y="7239"/>
                  </a:cubicBezTo>
                  <a:cubicBezTo>
                    <a:pt x="24551" y="7473"/>
                    <a:pt x="24585" y="7706"/>
                    <a:pt x="24585" y="7907"/>
                  </a:cubicBezTo>
                  <a:cubicBezTo>
                    <a:pt x="24585" y="8040"/>
                    <a:pt x="24585" y="8173"/>
                    <a:pt x="24551" y="8307"/>
                  </a:cubicBezTo>
                  <a:cubicBezTo>
                    <a:pt x="24551" y="8407"/>
                    <a:pt x="24551" y="8474"/>
                    <a:pt x="24551" y="8540"/>
                  </a:cubicBezTo>
                  <a:cubicBezTo>
                    <a:pt x="24518" y="8807"/>
                    <a:pt x="24451" y="9074"/>
                    <a:pt x="24385" y="9341"/>
                  </a:cubicBezTo>
                  <a:cubicBezTo>
                    <a:pt x="24385" y="9474"/>
                    <a:pt x="24351" y="9608"/>
                    <a:pt x="24318" y="9741"/>
                  </a:cubicBezTo>
                  <a:cubicBezTo>
                    <a:pt x="24285" y="9875"/>
                    <a:pt x="24251" y="10008"/>
                    <a:pt x="24218" y="10141"/>
                  </a:cubicBezTo>
                  <a:cubicBezTo>
                    <a:pt x="24184" y="10275"/>
                    <a:pt x="24118" y="10375"/>
                    <a:pt x="24084" y="10508"/>
                  </a:cubicBezTo>
                  <a:cubicBezTo>
                    <a:pt x="24051" y="10575"/>
                    <a:pt x="24018" y="10642"/>
                    <a:pt x="23984" y="10742"/>
                  </a:cubicBezTo>
                  <a:cubicBezTo>
                    <a:pt x="23951" y="10775"/>
                    <a:pt x="23951" y="10809"/>
                    <a:pt x="23918" y="10875"/>
                  </a:cubicBezTo>
                  <a:cubicBezTo>
                    <a:pt x="23751" y="11209"/>
                    <a:pt x="23584" y="11576"/>
                    <a:pt x="23317" y="11876"/>
                  </a:cubicBezTo>
                  <a:cubicBezTo>
                    <a:pt x="23617" y="11909"/>
                    <a:pt x="23884" y="11943"/>
                    <a:pt x="24184" y="11976"/>
                  </a:cubicBezTo>
                  <a:cubicBezTo>
                    <a:pt x="24518" y="12043"/>
                    <a:pt x="24852" y="12110"/>
                    <a:pt x="25152" y="12176"/>
                  </a:cubicBezTo>
                  <a:cubicBezTo>
                    <a:pt x="25252" y="11976"/>
                    <a:pt x="25352" y="11743"/>
                    <a:pt x="25452" y="11542"/>
                  </a:cubicBezTo>
                  <a:cubicBezTo>
                    <a:pt x="25519" y="11409"/>
                    <a:pt x="25585" y="11276"/>
                    <a:pt x="25652" y="11142"/>
                  </a:cubicBezTo>
                  <a:cubicBezTo>
                    <a:pt x="25686" y="11009"/>
                    <a:pt x="25752" y="10875"/>
                    <a:pt x="25786" y="10742"/>
                  </a:cubicBezTo>
                  <a:cubicBezTo>
                    <a:pt x="25819" y="10642"/>
                    <a:pt x="25886" y="10542"/>
                    <a:pt x="25919" y="10475"/>
                  </a:cubicBezTo>
                  <a:cubicBezTo>
                    <a:pt x="25952" y="10342"/>
                    <a:pt x="25986" y="10175"/>
                    <a:pt x="26019" y="10041"/>
                  </a:cubicBezTo>
                  <a:cubicBezTo>
                    <a:pt x="26086" y="9775"/>
                    <a:pt x="26186" y="9508"/>
                    <a:pt x="26253" y="9241"/>
                  </a:cubicBezTo>
                  <a:lnTo>
                    <a:pt x="26253" y="9241"/>
                  </a:lnTo>
                  <a:cubicBezTo>
                    <a:pt x="26219" y="9541"/>
                    <a:pt x="26219" y="9808"/>
                    <a:pt x="26186" y="10075"/>
                  </a:cubicBezTo>
                  <a:cubicBezTo>
                    <a:pt x="26153" y="10208"/>
                    <a:pt x="26153" y="10342"/>
                    <a:pt x="26119" y="10475"/>
                  </a:cubicBezTo>
                  <a:cubicBezTo>
                    <a:pt x="26086" y="10575"/>
                    <a:pt x="26052" y="10675"/>
                    <a:pt x="26019" y="10775"/>
                  </a:cubicBezTo>
                  <a:cubicBezTo>
                    <a:pt x="25952" y="10909"/>
                    <a:pt x="25886" y="11042"/>
                    <a:pt x="25852" y="11176"/>
                  </a:cubicBezTo>
                  <a:cubicBezTo>
                    <a:pt x="25786" y="11309"/>
                    <a:pt x="25719" y="11442"/>
                    <a:pt x="25652" y="11542"/>
                  </a:cubicBezTo>
                  <a:cubicBezTo>
                    <a:pt x="25619" y="11643"/>
                    <a:pt x="25552" y="11743"/>
                    <a:pt x="25485" y="11843"/>
                  </a:cubicBezTo>
                  <a:cubicBezTo>
                    <a:pt x="25385" y="11976"/>
                    <a:pt x="25319" y="12076"/>
                    <a:pt x="25219" y="12210"/>
                  </a:cubicBezTo>
                  <a:cubicBezTo>
                    <a:pt x="25519" y="12276"/>
                    <a:pt x="25786" y="12343"/>
                    <a:pt x="26019" y="12410"/>
                  </a:cubicBezTo>
                  <a:cubicBezTo>
                    <a:pt x="26419" y="12510"/>
                    <a:pt x="26853" y="12643"/>
                    <a:pt x="27253" y="12777"/>
                  </a:cubicBezTo>
                  <a:cubicBezTo>
                    <a:pt x="27420" y="12810"/>
                    <a:pt x="27587" y="12877"/>
                    <a:pt x="27754" y="12910"/>
                  </a:cubicBezTo>
                  <a:cubicBezTo>
                    <a:pt x="27854" y="12843"/>
                    <a:pt x="27920" y="12743"/>
                    <a:pt x="27987" y="12677"/>
                  </a:cubicBezTo>
                  <a:cubicBezTo>
                    <a:pt x="28087" y="12510"/>
                    <a:pt x="28221" y="12343"/>
                    <a:pt x="28287" y="12176"/>
                  </a:cubicBezTo>
                  <a:cubicBezTo>
                    <a:pt x="28321" y="12076"/>
                    <a:pt x="28354" y="11976"/>
                    <a:pt x="28387" y="11876"/>
                  </a:cubicBezTo>
                  <a:cubicBezTo>
                    <a:pt x="28421" y="11709"/>
                    <a:pt x="28387" y="11576"/>
                    <a:pt x="28387" y="11442"/>
                  </a:cubicBezTo>
                  <a:cubicBezTo>
                    <a:pt x="28354" y="11075"/>
                    <a:pt x="28321" y="10709"/>
                    <a:pt x="28287" y="10375"/>
                  </a:cubicBezTo>
                  <a:cubicBezTo>
                    <a:pt x="28287" y="10008"/>
                    <a:pt x="28287" y="9674"/>
                    <a:pt x="28321" y="9341"/>
                  </a:cubicBezTo>
                  <a:cubicBezTo>
                    <a:pt x="28354" y="9141"/>
                    <a:pt x="28387" y="8974"/>
                    <a:pt x="28454" y="8774"/>
                  </a:cubicBezTo>
                  <a:cubicBezTo>
                    <a:pt x="28521" y="8607"/>
                    <a:pt x="28588" y="8474"/>
                    <a:pt x="28654" y="8307"/>
                  </a:cubicBezTo>
                  <a:cubicBezTo>
                    <a:pt x="28788" y="8040"/>
                    <a:pt x="28955" y="7806"/>
                    <a:pt x="29155" y="7606"/>
                  </a:cubicBezTo>
                  <a:cubicBezTo>
                    <a:pt x="29221" y="7540"/>
                    <a:pt x="29288" y="7473"/>
                    <a:pt x="29321" y="7406"/>
                  </a:cubicBezTo>
                  <a:cubicBezTo>
                    <a:pt x="29355" y="7373"/>
                    <a:pt x="29388" y="7339"/>
                    <a:pt x="29422" y="7306"/>
                  </a:cubicBezTo>
                  <a:lnTo>
                    <a:pt x="29488" y="7206"/>
                  </a:lnTo>
                  <a:cubicBezTo>
                    <a:pt x="29555" y="7139"/>
                    <a:pt x="29622" y="7073"/>
                    <a:pt x="29688" y="7039"/>
                  </a:cubicBezTo>
                  <a:cubicBezTo>
                    <a:pt x="29889" y="6839"/>
                    <a:pt x="30089" y="6639"/>
                    <a:pt x="30322" y="6472"/>
                  </a:cubicBezTo>
                  <a:lnTo>
                    <a:pt x="30322" y="6472"/>
                  </a:lnTo>
                  <a:cubicBezTo>
                    <a:pt x="30289" y="6506"/>
                    <a:pt x="30255" y="6539"/>
                    <a:pt x="30255" y="6572"/>
                  </a:cubicBezTo>
                  <a:cubicBezTo>
                    <a:pt x="30055" y="6772"/>
                    <a:pt x="29889" y="7006"/>
                    <a:pt x="29722" y="7239"/>
                  </a:cubicBezTo>
                  <a:cubicBezTo>
                    <a:pt x="29655" y="7306"/>
                    <a:pt x="29622" y="7373"/>
                    <a:pt x="29555" y="7440"/>
                  </a:cubicBezTo>
                  <a:cubicBezTo>
                    <a:pt x="29522" y="7506"/>
                    <a:pt x="29488" y="7573"/>
                    <a:pt x="29455" y="7640"/>
                  </a:cubicBezTo>
                  <a:cubicBezTo>
                    <a:pt x="29288" y="7873"/>
                    <a:pt x="29155" y="8107"/>
                    <a:pt x="29021" y="8374"/>
                  </a:cubicBezTo>
                  <a:cubicBezTo>
                    <a:pt x="28921" y="8640"/>
                    <a:pt x="28821" y="8907"/>
                    <a:pt x="28788" y="9207"/>
                  </a:cubicBezTo>
                  <a:cubicBezTo>
                    <a:pt x="28754" y="9408"/>
                    <a:pt x="28721" y="9641"/>
                    <a:pt x="28721" y="9875"/>
                  </a:cubicBezTo>
                  <a:cubicBezTo>
                    <a:pt x="28721" y="9975"/>
                    <a:pt x="28721" y="10108"/>
                    <a:pt x="28721" y="10208"/>
                  </a:cubicBezTo>
                  <a:cubicBezTo>
                    <a:pt x="28721" y="10442"/>
                    <a:pt x="28688" y="10709"/>
                    <a:pt x="28688" y="10942"/>
                  </a:cubicBezTo>
                  <a:cubicBezTo>
                    <a:pt x="28688" y="11042"/>
                    <a:pt x="28688" y="11176"/>
                    <a:pt x="28688" y="11309"/>
                  </a:cubicBezTo>
                  <a:cubicBezTo>
                    <a:pt x="28688" y="11542"/>
                    <a:pt x="28654" y="11809"/>
                    <a:pt x="28554" y="12009"/>
                  </a:cubicBezTo>
                  <a:cubicBezTo>
                    <a:pt x="28488" y="12176"/>
                    <a:pt x="28421" y="12310"/>
                    <a:pt x="28321" y="12443"/>
                  </a:cubicBezTo>
                  <a:cubicBezTo>
                    <a:pt x="28221" y="12543"/>
                    <a:pt x="28121" y="12677"/>
                    <a:pt x="28021" y="12777"/>
                  </a:cubicBezTo>
                  <a:cubicBezTo>
                    <a:pt x="27954" y="12843"/>
                    <a:pt x="27920" y="12877"/>
                    <a:pt x="27854" y="12943"/>
                  </a:cubicBezTo>
                  <a:cubicBezTo>
                    <a:pt x="27920" y="12943"/>
                    <a:pt x="27954" y="12977"/>
                    <a:pt x="28021" y="12977"/>
                  </a:cubicBezTo>
                  <a:cubicBezTo>
                    <a:pt x="28754" y="13210"/>
                    <a:pt x="29555" y="13310"/>
                    <a:pt x="30255" y="13410"/>
                  </a:cubicBezTo>
                  <a:cubicBezTo>
                    <a:pt x="30356" y="13410"/>
                    <a:pt x="30456" y="13444"/>
                    <a:pt x="30522" y="13444"/>
                  </a:cubicBezTo>
                  <a:cubicBezTo>
                    <a:pt x="30622" y="13010"/>
                    <a:pt x="30722" y="12610"/>
                    <a:pt x="30889" y="12210"/>
                  </a:cubicBezTo>
                  <a:cubicBezTo>
                    <a:pt x="31056" y="11809"/>
                    <a:pt x="31223" y="11442"/>
                    <a:pt x="31356" y="11042"/>
                  </a:cubicBezTo>
                  <a:lnTo>
                    <a:pt x="31356" y="11042"/>
                  </a:lnTo>
                  <a:cubicBezTo>
                    <a:pt x="31323" y="11476"/>
                    <a:pt x="31223" y="11876"/>
                    <a:pt x="31089" y="12276"/>
                  </a:cubicBezTo>
                  <a:cubicBezTo>
                    <a:pt x="30989" y="12476"/>
                    <a:pt x="30923" y="12710"/>
                    <a:pt x="30823" y="12910"/>
                  </a:cubicBezTo>
                  <a:cubicBezTo>
                    <a:pt x="30722" y="13077"/>
                    <a:pt x="30656" y="13277"/>
                    <a:pt x="30556" y="13444"/>
                  </a:cubicBezTo>
                  <a:cubicBezTo>
                    <a:pt x="31089" y="13511"/>
                    <a:pt x="31690" y="13544"/>
                    <a:pt x="32357" y="13544"/>
                  </a:cubicBezTo>
                  <a:cubicBezTo>
                    <a:pt x="32657" y="13544"/>
                    <a:pt x="32924" y="13544"/>
                    <a:pt x="33191" y="13511"/>
                  </a:cubicBezTo>
                  <a:cubicBezTo>
                    <a:pt x="33258" y="13444"/>
                    <a:pt x="33291" y="13410"/>
                    <a:pt x="33358" y="13344"/>
                  </a:cubicBezTo>
                  <a:cubicBezTo>
                    <a:pt x="33458" y="13210"/>
                    <a:pt x="33558" y="13044"/>
                    <a:pt x="33625" y="12843"/>
                  </a:cubicBezTo>
                  <a:cubicBezTo>
                    <a:pt x="33691" y="12677"/>
                    <a:pt x="33758" y="12510"/>
                    <a:pt x="33825" y="12343"/>
                  </a:cubicBezTo>
                  <a:cubicBezTo>
                    <a:pt x="33857" y="12181"/>
                    <a:pt x="33890" y="12050"/>
                    <a:pt x="33922" y="11889"/>
                  </a:cubicBezTo>
                  <a:lnTo>
                    <a:pt x="33922" y="11889"/>
                  </a:lnTo>
                  <a:cubicBezTo>
                    <a:pt x="33919" y="11899"/>
                    <a:pt x="33910" y="11909"/>
                    <a:pt x="33891" y="11909"/>
                  </a:cubicBezTo>
                  <a:cubicBezTo>
                    <a:pt x="33958" y="11643"/>
                    <a:pt x="33991" y="11342"/>
                    <a:pt x="34058" y="11075"/>
                  </a:cubicBezTo>
                  <a:cubicBezTo>
                    <a:pt x="34058" y="10942"/>
                    <a:pt x="34092" y="10775"/>
                    <a:pt x="34125" y="10642"/>
                  </a:cubicBezTo>
                  <a:cubicBezTo>
                    <a:pt x="34158" y="10508"/>
                    <a:pt x="34192" y="10375"/>
                    <a:pt x="34258" y="10242"/>
                  </a:cubicBezTo>
                  <a:cubicBezTo>
                    <a:pt x="34258" y="10175"/>
                    <a:pt x="34292" y="10108"/>
                    <a:pt x="34325" y="10041"/>
                  </a:cubicBezTo>
                  <a:cubicBezTo>
                    <a:pt x="34325" y="9975"/>
                    <a:pt x="34358" y="9908"/>
                    <a:pt x="34392" y="9841"/>
                  </a:cubicBezTo>
                  <a:cubicBezTo>
                    <a:pt x="34525" y="9508"/>
                    <a:pt x="34692" y="9207"/>
                    <a:pt x="34925" y="8907"/>
                  </a:cubicBezTo>
                  <a:cubicBezTo>
                    <a:pt x="34959" y="8841"/>
                    <a:pt x="35026" y="8774"/>
                    <a:pt x="35092" y="8707"/>
                  </a:cubicBezTo>
                  <a:cubicBezTo>
                    <a:pt x="35159" y="8640"/>
                    <a:pt x="35259" y="8574"/>
                    <a:pt x="35326" y="8507"/>
                  </a:cubicBezTo>
                  <a:cubicBezTo>
                    <a:pt x="35459" y="8407"/>
                    <a:pt x="35626" y="8307"/>
                    <a:pt x="35759" y="8240"/>
                  </a:cubicBezTo>
                  <a:cubicBezTo>
                    <a:pt x="35893" y="8173"/>
                    <a:pt x="36060" y="8107"/>
                    <a:pt x="36193" y="8040"/>
                  </a:cubicBezTo>
                  <a:lnTo>
                    <a:pt x="36193" y="8040"/>
                  </a:lnTo>
                  <a:lnTo>
                    <a:pt x="36093" y="8107"/>
                  </a:lnTo>
                  <a:cubicBezTo>
                    <a:pt x="35859" y="8307"/>
                    <a:pt x="35593" y="8507"/>
                    <a:pt x="35359" y="8740"/>
                  </a:cubicBezTo>
                  <a:cubicBezTo>
                    <a:pt x="35192" y="8974"/>
                    <a:pt x="35059" y="9207"/>
                    <a:pt x="34959" y="9441"/>
                  </a:cubicBezTo>
                  <a:cubicBezTo>
                    <a:pt x="34825" y="9808"/>
                    <a:pt x="34692" y="10141"/>
                    <a:pt x="34625" y="10508"/>
                  </a:cubicBezTo>
                  <a:cubicBezTo>
                    <a:pt x="34559" y="10775"/>
                    <a:pt x="34492" y="11009"/>
                    <a:pt x="34458" y="11242"/>
                  </a:cubicBezTo>
                  <a:cubicBezTo>
                    <a:pt x="34358" y="11576"/>
                    <a:pt x="34292" y="11876"/>
                    <a:pt x="34192" y="12176"/>
                  </a:cubicBezTo>
                  <a:cubicBezTo>
                    <a:pt x="34092" y="12510"/>
                    <a:pt x="33925" y="12843"/>
                    <a:pt x="33691" y="13144"/>
                  </a:cubicBezTo>
                  <a:cubicBezTo>
                    <a:pt x="33591" y="13244"/>
                    <a:pt x="33491" y="13377"/>
                    <a:pt x="33358" y="13477"/>
                  </a:cubicBezTo>
                  <a:cubicBezTo>
                    <a:pt x="33791" y="13410"/>
                    <a:pt x="34192" y="13344"/>
                    <a:pt x="34592" y="13210"/>
                  </a:cubicBezTo>
                  <a:cubicBezTo>
                    <a:pt x="34992" y="13110"/>
                    <a:pt x="35392" y="12943"/>
                    <a:pt x="35826" y="12777"/>
                  </a:cubicBezTo>
                  <a:cubicBezTo>
                    <a:pt x="36060" y="12677"/>
                    <a:pt x="36326" y="12577"/>
                    <a:pt x="36593" y="12476"/>
                  </a:cubicBezTo>
                  <a:cubicBezTo>
                    <a:pt x="36560" y="12376"/>
                    <a:pt x="36527" y="12276"/>
                    <a:pt x="36527" y="12176"/>
                  </a:cubicBezTo>
                  <a:cubicBezTo>
                    <a:pt x="36493" y="12009"/>
                    <a:pt x="36493" y="11809"/>
                    <a:pt x="36460" y="11643"/>
                  </a:cubicBezTo>
                  <a:cubicBezTo>
                    <a:pt x="36460" y="11409"/>
                    <a:pt x="36460" y="11209"/>
                    <a:pt x="36460" y="10975"/>
                  </a:cubicBezTo>
                  <a:cubicBezTo>
                    <a:pt x="36460" y="10742"/>
                    <a:pt x="36493" y="10508"/>
                    <a:pt x="36527" y="10275"/>
                  </a:cubicBezTo>
                  <a:cubicBezTo>
                    <a:pt x="36560" y="10041"/>
                    <a:pt x="36627" y="9808"/>
                    <a:pt x="36693" y="9574"/>
                  </a:cubicBezTo>
                  <a:lnTo>
                    <a:pt x="36727" y="9574"/>
                  </a:lnTo>
                  <a:cubicBezTo>
                    <a:pt x="36693" y="9808"/>
                    <a:pt x="36660" y="10041"/>
                    <a:pt x="36660" y="10275"/>
                  </a:cubicBezTo>
                  <a:cubicBezTo>
                    <a:pt x="36693" y="10475"/>
                    <a:pt x="36693" y="10709"/>
                    <a:pt x="36693" y="10942"/>
                  </a:cubicBezTo>
                  <a:cubicBezTo>
                    <a:pt x="36693" y="11409"/>
                    <a:pt x="36693" y="11909"/>
                    <a:pt x="36727" y="12410"/>
                  </a:cubicBezTo>
                  <a:lnTo>
                    <a:pt x="36760" y="12410"/>
                  </a:lnTo>
                  <a:cubicBezTo>
                    <a:pt x="37427" y="12110"/>
                    <a:pt x="38094" y="11776"/>
                    <a:pt x="38661" y="11476"/>
                  </a:cubicBezTo>
                  <a:cubicBezTo>
                    <a:pt x="39295" y="11142"/>
                    <a:pt x="39929" y="10709"/>
                    <a:pt x="40630" y="10141"/>
                  </a:cubicBezTo>
                  <a:cubicBezTo>
                    <a:pt x="40663" y="10108"/>
                    <a:pt x="40730" y="10041"/>
                    <a:pt x="40763" y="10008"/>
                  </a:cubicBezTo>
                  <a:cubicBezTo>
                    <a:pt x="40763" y="9975"/>
                    <a:pt x="40730" y="9908"/>
                    <a:pt x="40696" y="9875"/>
                  </a:cubicBezTo>
                  <a:cubicBezTo>
                    <a:pt x="40630" y="9708"/>
                    <a:pt x="40563" y="9574"/>
                    <a:pt x="40529" y="9408"/>
                  </a:cubicBezTo>
                  <a:cubicBezTo>
                    <a:pt x="40329" y="8841"/>
                    <a:pt x="40163" y="8273"/>
                    <a:pt x="40062" y="7673"/>
                  </a:cubicBezTo>
                  <a:cubicBezTo>
                    <a:pt x="40062" y="7506"/>
                    <a:pt x="40029" y="7339"/>
                    <a:pt x="40029" y="7173"/>
                  </a:cubicBezTo>
                  <a:cubicBezTo>
                    <a:pt x="39996" y="7039"/>
                    <a:pt x="39996" y="6906"/>
                    <a:pt x="39996" y="6739"/>
                  </a:cubicBezTo>
                  <a:cubicBezTo>
                    <a:pt x="39962" y="6372"/>
                    <a:pt x="39962" y="6005"/>
                    <a:pt x="39929" y="5638"/>
                  </a:cubicBezTo>
                  <a:cubicBezTo>
                    <a:pt x="39896" y="5505"/>
                    <a:pt x="39896" y="5338"/>
                    <a:pt x="39862" y="5205"/>
                  </a:cubicBezTo>
                  <a:cubicBezTo>
                    <a:pt x="39362" y="5004"/>
                    <a:pt x="38862" y="4838"/>
                    <a:pt x="38395" y="4704"/>
                  </a:cubicBezTo>
                  <a:cubicBezTo>
                    <a:pt x="38128" y="4604"/>
                    <a:pt x="37861" y="4537"/>
                    <a:pt x="37561" y="4437"/>
                  </a:cubicBezTo>
                  <a:lnTo>
                    <a:pt x="37561" y="4437"/>
                  </a:lnTo>
                  <a:cubicBezTo>
                    <a:pt x="37594" y="4537"/>
                    <a:pt x="37627" y="4604"/>
                    <a:pt x="37661" y="4671"/>
                  </a:cubicBezTo>
                  <a:cubicBezTo>
                    <a:pt x="37794" y="5004"/>
                    <a:pt x="37894" y="5371"/>
                    <a:pt x="38028" y="5705"/>
                  </a:cubicBezTo>
                  <a:cubicBezTo>
                    <a:pt x="37794" y="5405"/>
                    <a:pt x="37627" y="5071"/>
                    <a:pt x="37494" y="4738"/>
                  </a:cubicBezTo>
                  <a:cubicBezTo>
                    <a:pt x="37427" y="4604"/>
                    <a:pt x="37394" y="4504"/>
                    <a:pt x="37327" y="4371"/>
                  </a:cubicBezTo>
                  <a:cubicBezTo>
                    <a:pt x="37027" y="4304"/>
                    <a:pt x="36727" y="4204"/>
                    <a:pt x="36427" y="4137"/>
                  </a:cubicBezTo>
                  <a:cubicBezTo>
                    <a:pt x="36160" y="4037"/>
                    <a:pt x="35893" y="3937"/>
                    <a:pt x="35626" y="3837"/>
                  </a:cubicBezTo>
                  <a:lnTo>
                    <a:pt x="35626" y="3837"/>
                  </a:lnTo>
                  <a:cubicBezTo>
                    <a:pt x="35693" y="3970"/>
                    <a:pt x="35726" y="4070"/>
                    <a:pt x="35759" y="4204"/>
                  </a:cubicBezTo>
                  <a:cubicBezTo>
                    <a:pt x="35826" y="4537"/>
                    <a:pt x="35893" y="4871"/>
                    <a:pt x="35960" y="5205"/>
                  </a:cubicBezTo>
                  <a:cubicBezTo>
                    <a:pt x="35826" y="4971"/>
                    <a:pt x="35726" y="4704"/>
                    <a:pt x="35626" y="4437"/>
                  </a:cubicBezTo>
                  <a:cubicBezTo>
                    <a:pt x="35526" y="4204"/>
                    <a:pt x="35426" y="3970"/>
                    <a:pt x="35359" y="3737"/>
                  </a:cubicBezTo>
                  <a:cubicBezTo>
                    <a:pt x="35126" y="3670"/>
                    <a:pt x="34925" y="3570"/>
                    <a:pt x="34725" y="3503"/>
                  </a:cubicBezTo>
                  <a:lnTo>
                    <a:pt x="34425" y="3403"/>
                  </a:lnTo>
                  <a:cubicBezTo>
                    <a:pt x="33958" y="3203"/>
                    <a:pt x="33491" y="3036"/>
                    <a:pt x="33024" y="2870"/>
                  </a:cubicBezTo>
                  <a:lnTo>
                    <a:pt x="33024" y="2870"/>
                  </a:lnTo>
                  <a:cubicBezTo>
                    <a:pt x="33091" y="3003"/>
                    <a:pt x="33091" y="3170"/>
                    <a:pt x="33124" y="3303"/>
                  </a:cubicBezTo>
                  <a:cubicBezTo>
                    <a:pt x="33158" y="3503"/>
                    <a:pt x="33191" y="3737"/>
                    <a:pt x="33191" y="3937"/>
                  </a:cubicBezTo>
                  <a:cubicBezTo>
                    <a:pt x="33057" y="3570"/>
                    <a:pt x="32957" y="3170"/>
                    <a:pt x="32824" y="2803"/>
                  </a:cubicBezTo>
                  <a:cubicBezTo>
                    <a:pt x="32791" y="2770"/>
                    <a:pt x="32791" y="2770"/>
                    <a:pt x="32791" y="2770"/>
                  </a:cubicBezTo>
                  <a:lnTo>
                    <a:pt x="32424" y="2669"/>
                  </a:lnTo>
                  <a:cubicBezTo>
                    <a:pt x="31890" y="2436"/>
                    <a:pt x="31290" y="2202"/>
                    <a:pt x="30522" y="1869"/>
                  </a:cubicBezTo>
                  <a:lnTo>
                    <a:pt x="30422" y="1836"/>
                  </a:lnTo>
                  <a:lnTo>
                    <a:pt x="30422" y="1836"/>
                  </a:lnTo>
                  <a:cubicBezTo>
                    <a:pt x="30456" y="1936"/>
                    <a:pt x="30489" y="2002"/>
                    <a:pt x="30522" y="2102"/>
                  </a:cubicBezTo>
                  <a:cubicBezTo>
                    <a:pt x="30556" y="2202"/>
                    <a:pt x="30589" y="2269"/>
                    <a:pt x="30622" y="2369"/>
                  </a:cubicBezTo>
                  <a:cubicBezTo>
                    <a:pt x="30656" y="2469"/>
                    <a:pt x="30689" y="2536"/>
                    <a:pt x="30722" y="2603"/>
                  </a:cubicBezTo>
                  <a:cubicBezTo>
                    <a:pt x="30823" y="2970"/>
                    <a:pt x="30956" y="3337"/>
                    <a:pt x="31089" y="3704"/>
                  </a:cubicBezTo>
                  <a:cubicBezTo>
                    <a:pt x="31023" y="3570"/>
                    <a:pt x="30923" y="3437"/>
                    <a:pt x="30856" y="3270"/>
                  </a:cubicBezTo>
                  <a:cubicBezTo>
                    <a:pt x="30622" y="2870"/>
                    <a:pt x="30422" y="2403"/>
                    <a:pt x="30289" y="1936"/>
                  </a:cubicBezTo>
                  <a:cubicBezTo>
                    <a:pt x="30255" y="1869"/>
                    <a:pt x="30222" y="1802"/>
                    <a:pt x="30222" y="1735"/>
                  </a:cubicBezTo>
                  <a:cubicBezTo>
                    <a:pt x="29688" y="1502"/>
                    <a:pt x="29155" y="1268"/>
                    <a:pt x="28621" y="1035"/>
                  </a:cubicBezTo>
                  <a:cubicBezTo>
                    <a:pt x="27987" y="768"/>
                    <a:pt x="27353" y="501"/>
                    <a:pt x="26653" y="334"/>
                  </a:cubicBezTo>
                  <a:cubicBezTo>
                    <a:pt x="26586" y="301"/>
                    <a:pt x="26486" y="268"/>
                    <a:pt x="26386" y="268"/>
                  </a:cubicBezTo>
                  <a:cubicBezTo>
                    <a:pt x="26453" y="368"/>
                    <a:pt x="26553" y="468"/>
                    <a:pt x="26620" y="568"/>
                  </a:cubicBezTo>
                  <a:cubicBezTo>
                    <a:pt x="26786" y="835"/>
                    <a:pt x="26920" y="1135"/>
                    <a:pt x="27053" y="1402"/>
                  </a:cubicBezTo>
                  <a:cubicBezTo>
                    <a:pt x="26853" y="1168"/>
                    <a:pt x="26653" y="902"/>
                    <a:pt x="26486" y="635"/>
                  </a:cubicBezTo>
                  <a:cubicBezTo>
                    <a:pt x="26386" y="501"/>
                    <a:pt x="26286" y="368"/>
                    <a:pt x="26219" y="234"/>
                  </a:cubicBezTo>
                  <a:cubicBezTo>
                    <a:pt x="26019" y="201"/>
                    <a:pt x="25852" y="168"/>
                    <a:pt x="25652" y="134"/>
                  </a:cubicBezTo>
                  <a:cubicBezTo>
                    <a:pt x="25219" y="68"/>
                    <a:pt x="24852" y="1"/>
                    <a:pt x="24518" y="1"/>
                  </a:cubicBezTo>
                  <a:cubicBezTo>
                    <a:pt x="24585" y="101"/>
                    <a:pt x="24651" y="168"/>
                    <a:pt x="24752" y="268"/>
                  </a:cubicBezTo>
                  <a:cubicBezTo>
                    <a:pt x="24852" y="401"/>
                    <a:pt x="24918" y="501"/>
                    <a:pt x="25052" y="635"/>
                  </a:cubicBezTo>
                  <a:cubicBezTo>
                    <a:pt x="25152" y="735"/>
                    <a:pt x="25285" y="868"/>
                    <a:pt x="25385" y="968"/>
                  </a:cubicBezTo>
                  <a:cubicBezTo>
                    <a:pt x="25485" y="1068"/>
                    <a:pt x="25619" y="1168"/>
                    <a:pt x="25686" y="1268"/>
                  </a:cubicBezTo>
                  <a:cubicBezTo>
                    <a:pt x="25919" y="1535"/>
                    <a:pt x="26086" y="1836"/>
                    <a:pt x="26253" y="2136"/>
                  </a:cubicBezTo>
                  <a:cubicBezTo>
                    <a:pt x="26319" y="2269"/>
                    <a:pt x="26386" y="2403"/>
                    <a:pt x="26419" y="2536"/>
                  </a:cubicBezTo>
                  <a:cubicBezTo>
                    <a:pt x="26486" y="2736"/>
                    <a:pt x="26553" y="2936"/>
                    <a:pt x="26553" y="3170"/>
                  </a:cubicBezTo>
                  <a:cubicBezTo>
                    <a:pt x="26553" y="3370"/>
                    <a:pt x="26553" y="3537"/>
                    <a:pt x="26486" y="3737"/>
                  </a:cubicBezTo>
                  <a:cubicBezTo>
                    <a:pt x="26453" y="3837"/>
                    <a:pt x="26419" y="3970"/>
                    <a:pt x="26386" y="4070"/>
                  </a:cubicBezTo>
                  <a:cubicBezTo>
                    <a:pt x="26386" y="3870"/>
                    <a:pt x="26419" y="3670"/>
                    <a:pt x="26419" y="3470"/>
                  </a:cubicBezTo>
                  <a:cubicBezTo>
                    <a:pt x="26386" y="3270"/>
                    <a:pt x="26353" y="3103"/>
                    <a:pt x="26286" y="2936"/>
                  </a:cubicBezTo>
                  <a:cubicBezTo>
                    <a:pt x="26119" y="2569"/>
                    <a:pt x="25919" y="2269"/>
                    <a:pt x="25686" y="1936"/>
                  </a:cubicBezTo>
                  <a:cubicBezTo>
                    <a:pt x="25619" y="1836"/>
                    <a:pt x="25552" y="1735"/>
                    <a:pt x="25485" y="1635"/>
                  </a:cubicBezTo>
                  <a:cubicBezTo>
                    <a:pt x="25385" y="1535"/>
                    <a:pt x="25285" y="1435"/>
                    <a:pt x="25185" y="1302"/>
                  </a:cubicBezTo>
                  <a:cubicBezTo>
                    <a:pt x="25118" y="1202"/>
                    <a:pt x="25018" y="1135"/>
                    <a:pt x="24918" y="1002"/>
                  </a:cubicBezTo>
                  <a:cubicBezTo>
                    <a:pt x="24818" y="902"/>
                    <a:pt x="24752" y="801"/>
                    <a:pt x="24685" y="701"/>
                  </a:cubicBezTo>
                  <a:cubicBezTo>
                    <a:pt x="24585" y="568"/>
                    <a:pt x="24518" y="435"/>
                    <a:pt x="24451" y="334"/>
                  </a:cubicBezTo>
                  <a:cubicBezTo>
                    <a:pt x="24418" y="268"/>
                    <a:pt x="24385" y="201"/>
                    <a:pt x="24351" y="134"/>
                  </a:cubicBezTo>
                  <a:cubicBezTo>
                    <a:pt x="24318" y="101"/>
                    <a:pt x="24285" y="34"/>
                    <a:pt x="242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57"/>
            <p:cNvSpPr/>
            <p:nvPr/>
          </p:nvSpPr>
          <p:spPr>
            <a:xfrm>
              <a:off x="1932375" y="710950"/>
              <a:ext cx="875" cy="850"/>
            </a:xfrm>
            <a:custGeom>
              <a:avLst/>
              <a:gdLst/>
              <a:ahLst/>
              <a:cxnLst/>
              <a:rect l="l" t="t" r="r" b="b"/>
              <a:pathLst>
                <a:path w="35" h="34" extrusionOk="0">
                  <a:moveTo>
                    <a:pt x="1" y="1"/>
                  </a:move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1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57"/>
            <p:cNvSpPr/>
            <p:nvPr/>
          </p:nvSpPr>
          <p:spPr>
            <a:xfrm>
              <a:off x="1967400" y="1017825"/>
              <a:ext cx="25" cy="875"/>
            </a:xfrm>
            <a:custGeom>
              <a:avLst/>
              <a:gdLst/>
              <a:ahLst/>
              <a:cxnLst/>
              <a:rect l="l" t="t" r="r" b="b"/>
              <a:pathLst>
                <a:path w="1" h="35" extrusionOk="0"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lnTo>
                    <a:pt x="1" y="34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57"/>
            <p:cNvSpPr/>
            <p:nvPr/>
          </p:nvSpPr>
          <p:spPr>
            <a:xfrm>
              <a:off x="2652900" y="774325"/>
              <a:ext cx="25050" cy="98425"/>
            </a:xfrm>
            <a:custGeom>
              <a:avLst/>
              <a:gdLst/>
              <a:ahLst/>
              <a:cxnLst/>
              <a:rect l="l" t="t" r="r" b="b"/>
              <a:pathLst>
                <a:path w="1002" h="3937" extrusionOk="0">
                  <a:moveTo>
                    <a:pt x="0" y="1"/>
                  </a:moveTo>
                  <a:lnTo>
                    <a:pt x="0" y="1"/>
                  </a:lnTo>
                  <a:cubicBezTo>
                    <a:pt x="34" y="167"/>
                    <a:pt x="101" y="368"/>
                    <a:pt x="134" y="534"/>
                  </a:cubicBezTo>
                  <a:cubicBezTo>
                    <a:pt x="134" y="701"/>
                    <a:pt x="167" y="868"/>
                    <a:pt x="201" y="1068"/>
                  </a:cubicBezTo>
                  <a:cubicBezTo>
                    <a:pt x="234" y="1202"/>
                    <a:pt x="234" y="1335"/>
                    <a:pt x="267" y="1502"/>
                  </a:cubicBezTo>
                  <a:cubicBezTo>
                    <a:pt x="301" y="1635"/>
                    <a:pt x="301" y="1802"/>
                    <a:pt x="334" y="1935"/>
                  </a:cubicBezTo>
                  <a:cubicBezTo>
                    <a:pt x="367" y="2069"/>
                    <a:pt x="401" y="2236"/>
                    <a:pt x="434" y="2369"/>
                  </a:cubicBezTo>
                  <a:cubicBezTo>
                    <a:pt x="467" y="2469"/>
                    <a:pt x="501" y="2603"/>
                    <a:pt x="534" y="2736"/>
                  </a:cubicBezTo>
                  <a:cubicBezTo>
                    <a:pt x="601" y="2869"/>
                    <a:pt x="634" y="3003"/>
                    <a:pt x="701" y="3136"/>
                  </a:cubicBezTo>
                  <a:cubicBezTo>
                    <a:pt x="734" y="3270"/>
                    <a:pt x="801" y="3436"/>
                    <a:pt x="834" y="3570"/>
                  </a:cubicBezTo>
                  <a:cubicBezTo>
                    <a:pt x="901" y="3670"/>
                    <a:pt x="934" y="3803"/>
                    <a:pt x="1001" y="3937"/>
                  </a:cubicBezTo>
                  <a:cubicBezTo>
                    <a:pt x="1001" y="3765"/>
                    <a:pt x="1001" y="3614"/>
                    <a:pt x="1001" y="3436"/>
                  </a:cubicBezTo>
                  <a:cubicBezTo>
                    <a:pt x="1001" y="3103"/>
                    <a:pt x="968" y="2769"/>
                    <a:pt x="968" y="2402"/>
                  </a:cubicBezTo>
                  <a:cubicBezTo>
                    <a:pt x="934" y="2136"/>
                    <a:pt x="934" y="1869"/>
                    <a:pt x="901" y="1602"/>
                  </a:cubicBezTo>
                  <a:cubicBezTo>
                    <a:pt x="901" y="1435"/>
                    <a:pt x="901" y="1268"/>
                    <a:pt x="901" y="1101"/>
                  </a:cubicBezTo>
                  <a:cubicBezTo>
                    <a:pt x="901" y="935"/>
                    <a:pt x="901" y="768"/>
                    <a:pt x="901" y="601"/>
                  </a:cubicBezTo>
                  <a:cubicBezTo>
                    <a:pt x="901" y="534"/>
                    <a:pt x="901" y="501"/>
                    <a:pt x="934" y="434"/>
                  </a:cubicBezTo>
                  <a:cubicBezTo>
                    <a:pt x="734" y="334"/>
                    <a:pt x="534" y="234"/>
                    <a:pt x="367" y="134"/>
                  </a:cubicBezTo>
                  <a:cubicBezTo>
                    <a:pt x="234" y="101"/>
                    <a:pt x="134" y="34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57"/>
            <p:cNvSpPr/>
            <p:nvPr/>
          </p:nvSpPr>
          <p:spPr>
            <a:xfrm>
              <a:off x="2649575" y="7835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57"/>
            <p:cNvSpPr/>
            <p:nvPr/>
          </p:nvSpPr>
          <p:spPr>
            <a:xfrm>
              <a:off x="2681250" y="788500"/>
              <a:ext cx="40900" cy="84250"/>
            </a:xfrm>
            <a:custGeom>
              <a:avLst/>
              <a:gdLst/>
              <a:ahLst/>
              <a:cxnLst/>
              <a:rect l="l" t="t" r="r" b="b"/>
              <a:pathLst>
                <a:path w="1636" h="3370" extrusionOk="0">
                  <a:moveTo>
                    <a:pt x="1" y="1"/>
                  </a:moveTo>
                  <a:lnTo>
                    <a:pt x="34" y="534"/>
                  </a:lnTo>
                  <a:cubicBezTo>
                    <a:pt x="67" y="735"/>
                    <a:pt x="101" y="935"/>
                    <a:pt x="101" y="1135"/>
                  </a:cubicBezTo>
                  <a:cubicBezTo>
                    <a:pt x="167" y="1402"/>
                    <a:pt x="167" y="1669"/>
                    <a:pt x="234" y="1902"/>
                  </a:cubicBezTo>
                  <a:cubicBezTo>
                    <a:pt x="267" y="2169"/>
                    <a:pt x="267" y="2402"/>
                    <a:pt x="301" y="2669"/>
                  </a:cubicBezTo>
                  <a:cubicBezTo>
                    <a:pt x="334" y="2903"/>
                    <a:pt x="334" y="3136"/>
                    <a:pt x="334" y="3370"/>
                  </a:cubicBezTo>
                  <a:cubicBezTo>
                    <a:pt x="368" y="3370"/>
                    <a:pt x="368" y="3370"/>
                    <a:pt x="368" y="3336"/>
                  </a:cubicBezTo>
                  <a:cubicBezTo>
                    <a:pt x="768" y="2903"/>
                    <a:pt x="1101" y="2369"/>
                    <a:pt x="1402" y="1902"/>
                  </a:cubicBezTo>
                  <a:cubicBezTo>
                    <a:pt x="1635" y="1569"/>
                    <a:pt x="1568" y="1068"/>
                    <a:pt x="1302" y="768"/>
                  </a:cubicBezTo>
                  <a:cubicBezTo>
                    <a:pt x="1101" y="568"/>
                    <a:pt x="835" y="468"/>
                    <a:pt x="568" y="468"/>
                  </a:cubicBezTo>
                  <a:cubicBezTo>
                    <a:pt x="534" y="434"/>
                    <a:pt x="534" y="434"/>
                    <a:pt x="501" y="401"/>
                  </a:cubicBezTo>
                  <a:cubicBezTo>
                    <a:pt x="368" y="268"/>
                    <a:pt x="201" y="168"/>
                    <a:pt x="34" y="34"/>
                  </a:cubicBezTo>
                  <a:cubicBezTo>
                    <a:pt x="34" y="34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57"/>
            <p:cNvSpPr/>
            <p:nvPr/>
          </p:nvSpPr>
          <p:spPr>
            <a:xfrm>
              <a:off x="1664700" y="916100"/>
              <a:ext cx="25" cy="1700"/>
            </a:xfrm>
            <a:custGeom>
              <a:avLst/>
              <a:gdLst/>
              <a:ahLst/>
              <a:cxnLst/>
              <a:rect l="l" t="t" r="r" b="b"/>
              <a:pathLst>
                <a:path w="1" h="68" extrusionOk="0">
                  <a:moveTo>
                    <a:pt x="0" y="0"/>
                  </a:moveTo>
                  <a:cubicBezTo>
                    <a:pt x="0" y="34"/>
                    <a:pt x="0" y="34"/>
                    <a:pt x="0" y="67"/>
                  </a:cubicBezTo>
                  <a:lnTo>
                    <a:pt x="0" y="67"/>
                  </a:lnTo>
                  <a:cubicBezTo>
                    <a:pt x="0" y="34"/>
                    <a:pt x="0" y="34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57"/>
            <p:cNvSpPr/>
            <p:nvPr/>
          </p:nvSpPr>
          <p:spPr>
            <a:xfrm>
              <a:off x="1652175" y="1108725"/>
              <a:ext cx="271050" cy="332775"/>
            </a:xfrm>
            <a:custGeom>
              <a:avLst/>
              <a:gdLst/>
              <a:ahLst/>
              <a:cxnLst/>
              <a:rect l="l" t="t" r="r" b="b"/>
              <a:pathLst>
                <a:path w="10842" h="13311" extrusionOk="0">
                  <a:moveTo>
                    <a:pt x="8273" y="1"/>
                  </a:moveTo>
                  <a:cubicBezTo>
                    <a:pt x="7773" y="68"/>
                    <a:pt x="7306" y="134"/>
                    <a:pt x="6872" y="201"/>
                  </a:cubicBezTo>
                  <a:cubicBezTo>
                    <a:pt x="6872" y="468"/>
                    <a:pt x="6872" y="768"/>
                    <a:pt x="6906" y="1035"/>
                  </a:cubicBezTo>
                  <a:cubicBezTo>
                    <a:pt x="6906" y="1235"/>
                    <a:pt x="6939" y="1469"/>
                    <a:pt x="6973" y="1669"/>
                  </a:cubicBezTo>
                  <a:cubicBezTo>
                    <a:pt x="6872" y="1435"/>
                    <a:pt x="6806" y="1168"/>
                    <a:pt x="6739" y="902"/>
                  </a:cubicBezTo>
                  <a:cubicBezTo>
                    <a:pt x="6706" y="701"/>
                    <a:pt x="6672" y="468"/>
                    <a:pt x="6672" y="234"/>
                  </a:cubicBezTo>
                  <a:cubicBezTo>
                    <a:pt x="6339" y="301"/>
                    <a:pt x="6039" y="335"/>
                    <a:pt x="5738" y="401"/>
                  </a:cubicBezTo>
                  <a:lnTo>
                    <a:pt x="5338" y="468"/>
                  </a:lnTo>
                  <a:lnTo>
                    <a:pt x="5205" y="501"/>
                  </a:lnTo>
                  <a:cubicBezTo>
                    <a:pt x="4871" y="568"/>
                    <a:pt x="4537" y="601"/>
                    <a:pt x="4204" y="668"/>
                  </a:cubicBezTo>
                  <a:cubicBezTo>
                    <a:pt x="3937" y="668"/>
                    <a:pt x="3637" y="668"/>
                    <a:pt x="3370" y="701"/>
                  </a:cubicBezTo>
                  <a:cubicBezTo>
                    <a:pt x="3003" y="701"/>
                    <a:pt x="2603" y="701"/>
                    <a:pt x="2236" y="768"/>
                  </a:cubicBezTo>
                  <a:cubicBezTo>
                    <a:pt x="2102" y="768"/>
                    <a:pt x="2002" y="802"/>
                    <a:pt x="1869" y="802"/>
                  </a:cubicBezTo>
                  <a:cubicBezTo>
                    <a:pt x="1702" y="835"/>
                    <a:pt x="1535" y="868"/>
                    <a:pt x="1369" y="868"/>
                  </a:cubicBezTo>
                  <a:cubicBezTo>
                    <a:pt x="1068" y="902"/>
                    <a:pt x="868" y="968"/>
                    <a:pt x="701" y="1035"/>
                  </a:cubicBezTo>
                  <a:cubicBezTo>
                    <a:pt x="662" y="1025"/>
                    <a:pt x="623" y="1021"/>
                    <a:pt x="585" y="1021"/>
                  </a:cubicBezTo>
                  <a:cubicBezTo>
                    <a:pt x="493" y="1021"/>
                    <a:pt x="405" y="1045"/>
                    <a:pt x="334" y="1068"/>
                  </a:cubicBezTo>
                  <a:cubicBezTo>
                    <a:pt x="268" y="1102"/>
                    <a:pt x="234" y="1135"/>
                    <a:pt x="168" y="1168"/>
                  </a:cubicBezTo>
                  <a:cubicBezTo>
                    <a:pt x="101" y="1235"/>
                    <a:pt x="68" y="1335"/>
                    <a:pt x="34" y="1435"/>
                  </a:cubicBezTo>
                  <a:cubicBezTo>
                    <a:pt x="1" y="1602"/>
                    <a:pt x="34" y="1736"/>
                    <a:pt x="68" y="1869"/>
                  </a:cubicBezTo>
                  <a:cubicBezTo>
                    <a:pt x="268" y="2303"/>
                    <a:pt x="501" y="2736"/>
                    <a:pt x="801" y="3237"/>
                  </a:cubicBezTo>
                  <a:cubicBezTo>
                    <a:pt x="1002" y="3537"/>
                    <a:pt x="1202" y="3837"/>
                    <a:pt x="1402" y="4137"/>
                  </a:cubicBezTo>
                  <a:cubicBezTo>
                    <a:pt x="1569" y="4371"/>
                    <a:pt x="1735" y="4638"/>
                    <a:pt x="1902" y="4871"/>
                  </a:cubicBezTo>
                  <a:cubicBezTo>
                    <a:pt x="2102" y="5205"/>
                    <a:pt x="2336" y="5538"/>
                    <a:pt x="2569" y="5905"/>
                  </a:cubicBezTo>
                  <a:cubicBezTo>
                    <a:pt x="2936" y="6439"/>
                    <a:pt x="3370" y="7006"/>
                    <a:pt x="3870" y="7640"/>
                  </a:cubicBezTo>
                  <a:lnTo>
                    <a:pt x="3904" y="7673"/>
                  </a:lnTo>
                  <a:cubicBezTo>
                    <a:pt x="3603" y="7073"/>
                    <a:pt x="3337" y="6439"/>
                    <a:pt x="3170" y="5805"/>
                  </a:cubicBezTo>
                  <a:cubicBezTo>
                    <a:pt x="3103" y="5505"/>
                    <a:pt x="3036" y="5205"/>
                    <a:pt x="3003" y="4938"/>
                  </a:cubicBezTo>
                  <a:cubicBezTo>
                    <a:pt x="3003" y="4638"/>
                    <a:pt x="2970" y="4337"/>
                    <a:pt x="3003" y="4037"/>
                  </a:cubicBezTo>
                  <a:cubicBezTo>
                    <a:pt x="3070" y="3437"/>
                    <a:pt x="3337" y="2903"/>
                    <a:pt x="3570" y="2369"/>
                  </a:cubicBezTo>
                  <a:cubicBezTo>
                    <a:pt x="3637" y="2203"/>
                    <a:pt x="3704" y="2069"/>
                    <a:pt x="3770" y="1902"/>
                  </a:cubicBezTo>
                  <a:cubicBezTo>
                    <a:pt x="3870" y="1702"/>
                    <a:pt x="3937" y="1535"/>
                    <a:pt x="4037" y="1369"/>
                  </a:cubicBezTo>
                  <a:lnTo>
                    <a:pt x="4037" y="1369"/>
                  </a:lnTo>
                  <a:cubicBezTo>
                    <a:pt x="3937" y="1602"/>
                    <a:pt x="3870" y="1869"/>
                    <a:pt x="3770" y="2136"/>
                  </a:cubicBezTo>
                  <a:cubicBezTo>
                    <a:pt x="3704" y="2336"/>
                    <a:pt x="3670" y="2536"/>
                    <a:pt x="3603" y="2736"/>
                  </a:cubicBezTo>
                  <a:cubicBezTo>
                    <a:pt x="3537" y="2903"/>
                    <a:pt x="3470" y="3070"/>
                    <a:pt x="3437" y="3270"/>
                  </a:cubicBezTo>
                  <a:cubicBezTo>
                    <a:pt x="3403" y="3437"/>
                    <a:pt x="3337" y="3604"/>
                    <a:pt x="3337" y="3770"/>
                  </a:cubicBezTo>
                  <a:cubicBezTo>
                    <a:pt x="3270" y="4171"/>
                    <a:pt x="3270" y="4571"/>
                    <a:pt x="3337" y="4971"/>
                  </a:cubicBezTo>
                  <a:cubicBezTo>
                    <a:pt x="3370" y="5405"/>
                    <a:pt x="3437" y="5805"/>
                    <a:pt x="3537" y="6239"/>
                  </a:cubicBezTo>
                  <a:cubicBezTo>
                    <a:pt x="3637" y="6539"/>
                    <a:pt x="3737" y="6873"/>
                    <a:pt x="3837" y="7173"/>
                  </a:cubicBezTo>
                  <a:cubicBezTo>
                    <a:pt x="3904" y="7406"/>
                    <a:pt x="4004" y="7640"/>
                    <a:pt x="4070" y="7873"/>
                  </a:cubicBezTo>
                  <a:cubicBezTo>
                    <a:pt x="4204" y="8040"/>
                    <a:pt x="4371" y="8240"/>
                    <a:pt x="4537" y="8407"/>
                  </a:cubicBezTo>
                  <a:cubicBezTo>
                    <a:pt x="4771" y="8674"/>
                    <a:pt x="5038" y="8907"/>
                    <a:pt x="5305" y="9174"/>
                  </a:cubicBezTo>
                  <a:cubicBezTo>
                    <a:pt x="5872" y="9708"/>
                    <a:pt x="6472" y="10208"/>
                    <a:pt x="7039" y="10642"/>
                  </a:cubicBezTo>
                  <a:cubicBezTo>
                    <a:pt x="7173" y="10742"/>
                    <a:pt x="7306" y="10842"/>
                    <a:pt x="7440" y="10942"/>
                  </a:cubicBezTo>
                  <a:cubicBezTo>
                    <a:pt x="7473" y="11009"/>
                    <a:pt x="7540" y="11076"/>
                    <a:pt x="7606" y="11109"/>
                  </a:cubicBezTo>
                  <a:cubicBezTo>
                    <a:pt x="7606" y="11109"/>
                    <a:pt x="7606" y="11076"/>
                    <a:pt x="7573" y="11076"/>
                  </a:cubicBezTo>
                  <a:cubicBezTo>
                    <a:pt x="7473" y="10975"/>
                    <a:pt x="7373" y="10875"/>
                    <a:pt x="7306" y="10742"/>
                  </a:cubicBezTo>
                  <a:cubicBezTo>
                    <a:pt x="7239" y="10709"/>
                    <a:pt x="7206" y="10642"/>
                    <a:pt x="7139" y="10575"/>
                  </a:cubicBezTo>
                  <a:cubicBezTo>
                    <a:pt x="7106" y="10542"/>
                    <a:pt x="7073" y="10475"/>
                    <a:pt x="7039" y="10442"/>
                  </a:cubicBezTo>
                  <a:cubicBezTo>
                    <a:pt x="6939" y="10308"/>
                    <a:pt x="6872" y="10175"/>
                    <a:pt x="6772" y="10075"/>
                  </a:cubicBezTo>
                  <a:cubicBezTo>
                    <a:pt x="6672" y="9941"/>
                    <a:pt x="6572" y="9775"/>
                    <a:pt x="6506" y="9641"/>
                  </a:cubicBezTo>
                  <a:cubicBezTo>
                    <a:pt x="6405" y="9508"/>
                    <a:pt x="6372" y="9408"/>
                    <a:pt x="6305" y="9274"/>
                  </a:cubicBezTo>
                  <a:cubicBezTo>
                    <a:pt x="6172" y="9041"/>
                    <a:pt x="6039" y="8807"/>
                    <a:pt x="5938" y="8574"/>
                  </a:cubicBezTo>
                  <a:cubicBezTo>
                    <a:pt x="5805" y="8307"/>
                    <a:pt x="5705" y="8007"/>
                    <a:pt x="5638" y="7740"/>
                  </a:cubicBezTo>
                  <a:cubicBezTo>
                    <a:pt x="5605" y="7573"/>
                    <a:pt x="5572" y="7440"/>
                    <a:pt x="5538" y="7306"/>
                  </a:cubicBezTo>
                  <a:cubicBezTo>
                    <a:pt x="5505" y="7173"/>
                    <a:pt x="5471" y="7039"/>
                    <a:pt x="5471" y="6906"/>
                  </a:cubicBezTo>
                  <a:cubicBezTo>
                    <a:pt x="5438" y="6806"/>
                    <a:pt x="5438" y="6706"/>
                    <a:pt x="5438" y="6606"/>
                  </a:cubicBezTo>
                  <a:cubicBezTo>
                    <a:pt x="5438" y="6539"/>
                    <a:pt x="5405" y="6472"/>
                    <a:pt x="5405" y="6406"/>
                  </a:cubicBezTo>
                  <a:cubicBezTo>
                    <a:pt x="5405" y="6239"/>
                    <a:pt x="5405" y="6072"/>
                    <a:pt x="5405" y="5905"/>
                  </a:cubicBezTo>
                  <a:cubicBezTo>
                    <a:pt x="5405" y="5638"/>
                    <a:pt x="5405" y="5371"/>
                    <a:pt x="5405" y="5105"/>
                  </a:cubicBezTo>
                  <a:cubicBezTo>
                    <a:pt x="5438" y="4838"/>
                    <a:pt x="5438" y="4538"/>
                    <a:pt x="5438" y="4271"/>
                  </a:cubicBezTo>
                  <a:cubicBezTo>
                    <a:pt x="5471" y="3670"/>
                    <a:pt x="5471" y="3070"/>
                    <a:pt x="5471" y="2469"/>
                  </a:cubicBezTo>
                  <a:lnTo>
                    <a:pt x="5505" y="2469"/>
                  </a:lnTo>
                  <a:cubicBezTo>
                    <a:pt x="5572" y="3003"/>
                    <a:pt x="5638" y="3570"/>
                    <a:pt x="5705" y="4137"/>
                  </a:cubicBezTo>
                  <a:cubicBezTo>
                    <a:pt x="5772" y="4671"/>
                    <a:pt x="5805" y="5238"/>
                    <a:pt x="5838" y="5772"/>
                  </a:cubicBezTo>
                  <a:cubicBezTo>
                    <a:pt x="5838" y="5872"/>
                    <a:pt x="5872" y="5939"/>
                    <a:pt x="5872" y="6039"/>
                  </a:cubicBezTo>
                  <a:cubicBezTo>
                    <a:pt x="5872" y="6139"/>
                    <a:pt x="5905" y="6239"/>
                    <a:pt x="5905" y="6339"/>
                  </a:cubicBezTo>
                  <a:cubicBezTo>
                    <a:pt x="5938" y="6439"/>
                    <a:pt x="5938" y="6572"/>
                    <a:pt x="5972" y="6672"/>
                  </a:cubicBezTo>
                  <a:cubicBezTo>
                    <a:pt x="5972" y="6739"/>
                    <a:pt x="5972" y="6806"/>
                    <a:pt x="6005" y="6873"/>
                  </a:cubicBezTo>
                  <a:cubicBezTo>
                    <a:pt x="6039" y="7006"/>
                    <a:pt x="6072" y="7139"/>
                    <a:pt x="6105" y="7273"/>
                  </a:cubicBezTo>
                  <a:cubicBezTo>
                    <a:pt x="6105" y="7373"/>
                    <a:pt x="6139" y="7440"/>
                    <a:pt x="6172" y="7540"/>
                  </a:cubicBezTo>
                  <a:cubicBezTo>
                    <a:pt x="6205" y="7706"/>
                    <a:pt x="6272" y="7873"/>
                    <a:pt x="6339" y="8040"/>
                  </a:cubicBezTo>
                  <a:cubicBezTo>
                    <a:pt x="6372" y="8140"/>
                    <a:pt x="6439" y="8274"/>
                    <a:pt x="6472" y="8374"/>
                  </a:cubicBezTo>
                  <a:cubicBezTo>
                    <a:pt x="6539" y="8474"/>
                    <a:pt x="6572" y="8574"/>
                    <a:pt x="6639" y="8674"/>
                  </a:cubicBezTo>
                  <a:cubicBezTo>
                    <a:pt x="6739" y="8907"/>
                    <a:pt x="6839" y="9107"/>
                    <a:pt x="6939" y="9308"/>
                  </a:cubicBezTo>
                  <a:cubicBezTo>
                    <a:pt x="7006" y="9441"/>
                    <a:pt x="7073" y="9541"/>
                    <a:pt x="7106" y="9641"/>
                  </a:cubicBezTo>
                  <a:cubicBezTo>
                    <a:pt x="7173" y="9741"/>
                    <a:pt x="7206" y="9808"/>
                    <a:pt x="7239" y="9875"/>
                  </a:cubicBezTo>
                  <a:cubicBezTo>
                    <a:pt x="7306" y="9975"/>
                    <a:pt x="7373" y="10075"/>
                    <a:pt x="7440" y="10175"/>
                  </a:cubicBezTo>
                  <a:cubicBezTo>
                    <a:pt x="7506" y="10275"/>
                    <a:pt x="7573" y="10375"/>
                    <a:pt x="7640" y="10475"/>
                  </a:cubicBezTo>
                  <a:cubicBezTo>
                    <a:pt x="7940" y="10909"/>
                    <a:pt x="8273" y="11309"/>
                    <a:pt x="8574" y="11743"/>
                  </a:cubicBezTo>
                  <a:cubicBezTo>
                    <a:pt x="8640" y="11809"/>
                    <a:pt x="8707" y="11909"/>
                    <a:pt x="8740" y="11976"/>
                  </a:cubicBezTo>
                  <a:cubicBezTo>
                    <a:pt x="9308" y="12376"/>
                    <a:pt x="9841" y="12743"/>
                    <a:pt x="10375" y="13044"/>
                  </a:cubicBezTo>
                  <a:cubicBezTo>
                    <a:pt x="10542" y="13144"/>
                    <a:pt x="10709" y="13244"/>
                    <a:pt x="10842" y="13310"/>
                  </a:cubicBezTo>
                  <a:cubicBezTo>
                    <a:pt x="10775" y="13177"/>
                    <a:pt x="10709" y="13044"/>
                    <a:pt x="10642" y="12910"/>
                  </a:cubicBezTo>
                  <a:cubicBezTo>
                    <a:pt x="10542" y="12710"/>
                    <a:pt x="10408" y="12477"/>
                    <a:pt x="10308" y="12243"/>
                  </a:cubicBezTo>
                  <a:cubicBezTo>
                    <a:pt x="10208" y="12076"/>
                    <a:pt x="10108" y="11909"/>
                    <a:pt x="10008" y="11709"/>
                  </a:cubicBezTo>
                  <a:cubicBezTo>
                    <a:pt x="9908" y="11543"/>
                    <a:pt x="9808" y="11376"/>
                    <a:pt x="9708" y="11176"/>
                  </a:cubicBezTo>
                  <a:cubicBezTo>
                    <a:pt x="9574" y="11009"/>
                    <a:pt x="9474" y="10809"/>
                    <a:pt x="9374" y="10642"/>
                  </a:cubicBezTo>
                  <a:cubicBezTo>
                    <a:pt x="9341" y="10542"/>
                    <a:pt x="9274" y="10442"/>
                    <a:pt x="9207" y="10308"/>
                  </a:cubicBezTo>
                  <a:cubicBezTo>
                    <a:pt x="9074" y="10041"/>
                    <a:pt x="8941" y="9741"/>
                    <a:pt x="8841" y="9441"/>
                  </a:cubicBezTo>
                  <a:cubicBezTo>
                    <a:pt x="8740" y="9174"/>
                    <a:pt x="8640" y="8874"/>
                    <a:pt x="8574" y="8574"/>
                  </a:cubicBezTo>
                  <a:cubicBezTo>
                    <a:pt x="8540" y="8274"/>
                    <a:pt x="8507" y="7973"/>
                    <a:pt x="8474" y="7673"/>
                  </a:cubicBezTo>
                  <a:cubicBezTo>
                    <a:pt x="8440" y="7340"/>
                    <a:pt x="8440" y="7006"/>
                    <a:pt x="8440" y="6639"/>
                  </a:cubicBezTo>
                  <a:cubicBezTo>
                    <a:pt x="8440" y="6439"/>
                    <a:pt x="8440" y="6239"/>
                    <a:pt x="8440" y="6039"/>
                  </a:cubicBezTo>
                  <a:cubicBezTo>
                    <a:pt x="8440" y="5939"/>
                    <a:pt x="8440" y="5805"/>
                    <a:pt x="8440" y="5705"/>
                  </a:cubicBezTo>
                  <a:cubicBezTo>
                    <a:pt x="8440" y="5605"/>
                    <a:pt x="8440" y="5505"/>
                    <a:pt x="8440" y="5438"/>
                  </a:cubicBezTo>
                  <a:cubicBezTo>
                    <a:pt x="8440" y="5305"/>
                    <a:pt x="8474" y="5171"/>
                    <a:pt x="8474" y="5071"/>
                  </a:cubicBezTo>
                  <a:cubicBezTo>
                    <a:pt x="8474" y="4971"/>
                    <a:pt x="8474" y="4871"/>
                    <a:pt x="8474" y="4771"/>
                  </a:cubicBezTo>
                  <a:lnTo>
                    <a:pt x="8540" y="4104"/>
                  </a:lnTo>
                  <a:cubicBezTo>
                    <a:pt x="8574" y="4004"/>
                    <a:pt x="8574" y="3937"/>
                    <a:pt x="8574" y="3837"/>
                  </a:cubicBezTo>
                  <a:lnTo>
                    <a:pt x="8574" y="3604"/>
                  </a:lnTo>
                  <a:cubicBezTo>
                    <a:pt x="8574" y="3570"/>
                    <a:pt x="8574" y="3537"/>
                    <a:pt x="8574" y="3503"/>
                  </a:cubicBezTo>
                  <a:lnTo>
                    <a:pt x="8574" y="3137"/>
                  </a:lnTo>
                  <a:cubicBezTo>
                    <a:pt x="8574" y="3036"/>
                    <a:pt x="8574" y="2970"/>
                    <a:pt x="8574" y="2870"/>
                  </a:cubicBezTo>
                  <a:cubicBezTo>
                    <a:pt x="8574" y="2670"/>
                    <a:pt x="8540" y="2469"/>
                    <a:pt x="8507" y="2236"/>
                  </a:cubicBezTo>
                  <a:cubicBezTo>
                    <a:pt x="8507" y="2102"/>
                    <a:pt x="8507" y="1969"/>
                    <a:pt x="8474" y="1836"/>
                  </a:cubicBezTo>
                  <a:cubicBezTo>
                    <a:pt x="8474" y="1669"/>
                    <a:pt x="8440" y="1535"/>
                    <a:pt x="8440" y="1369"/>
                  </a:cubicBezTo>
                  <a:cubicBezTo>
                    <a:pt x="8440" y="1235"/>
                    <a:pt x="8407" y="1102"/>
                    <a:pt x="8407" y="935"/>
                  </a:cubicBezTo>
                  <a:cubicBezTo>
                    <a:pt x="8374" y="802"/>
                    <a:pt x="8374" y="668"/>
                    <a:pt x="8340" y="535"/>
                  </a:cubicBezTo>
                  <a:cubicBezTo>
                    <a:pt x="8307" y="368"/>
                    <a:pt x="8307" y="201"/>
                    <a:pt x="82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57"/>
            <p:cNvSpPr/>
            <p:nvPr/>
          </p:nvSpPr>
          <p:spPr>
            <a:xfrm>
              <a:off x="1864825" y="11646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57"/>
            <p:cNvSpPr/>
            <p:nvPr/>
          </p:nvSpPr>
          <p:spPr>
            <a:xfrm>
              <a:off x="1824800" y="1134600"/>
              <a:ext cx="25" cy="0"/>
            </a:xfrm>
            <a:custGeom>
              <a:avLst/>
              <a:gdLst/>
              <a:ahLst/>
              <a:cxnLst/>
              <a:rect l="l" t="t" r="r" b="b"/>
              <a:pathLst>
                <a:path w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57"/>
            <p:cNvSpPr/>
            <p:nvPr/>
          </p:nvSpPr>
          <p:spPr>
            <a:xfrm>
              <a:off x="2034125" y="1168775"/>
              <a:ext cx="850" cy="25"/>
            </a:xfrm>
            <a:custGeom>
              <a:avLst/>
              <a:gdLst/>
              <a:ahLst/>
              <a:cxnLst/>
              <a:rect l="l" t="t" r="r" b="b"/>
              <a:pathLst>
                <a:path w="34" h="1" extrusionOk="0">
                  <a:moveTo>
                    <a:pt x="34" y="1"/>
                  </a:moveTo>
                  <a:cubicBezTo>
                    <a:pt x="34" y="1"/>
                    <a:pt x="34" y="1"/>
                    <a:pt x="34" y="1"/>
                  </a:cubicBezTo>
                  <a:cubicBezTo>
                    <a:pt x="34" y="1"/>
                    <a:pt x="0" y="1"/>
                    <a:pt x="0" y="1"/>
                  </a:cubicBezTo>
                  <a:cubicBezTo>
                    <a:pt x="34" y="1"/>
                    <a:pt x="34" y="1"/>
                    <a:pt x="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57"/>
            <p:cNvSpPr/>
            <p:nvPr/>
          </p:nvSpPr>
          <p:spPr>
            <a:xfrm>
              <a:off x="1986600" y="1128750"/>
              <a:ext cx="25" cy="850"/>
            </a:xfrm>
            <a:custGeom>
              <a:avLst/>
              <a:gdLst/>
              <a:ahLst/>
              <a:cxnLst/>
              <a:rect l="l" t="t" r="r" b="b"/>
              <a:pathLst>
                <a:path w="1" h="34" extrusionOk="0">
                  <a:moveTo>
                    <a:pt x="0" y="34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57"/>
            <p:cNvSpPr/>
            <p:nvPr/>
          </p:nvSpPr>
          <p:spPr>
            <a:xfrm>
              <a:off x="1859825" y="1107900"/>
              <a:ext cx="439525" cy="400650"/>
            </a:xfrm>
            <a:custGeom>
              <a:avLst/>
              <a:gdLst/>
              <a:ahLst/>
              <a:cxnLst/>
              <a:rect l="l" t="t" r="r" b="b"/>
              <a:pathLst>
                <a:path w="17581" h="16026" extrusionOk="0">
                  <a:moveTo>
                    <a:pt x="4504" y="11042"/>
                  </a:moveTo>
                  <a:lnTo>
                    <a:pt x="4504" y="11042"/>
                  </a:lnTo>
                  <a:cubicBezTo>
                    <a:pt x="4537" y="11109"/>
                    <a:pt x="4571" y="11209"/>
                    <a:pt x="4604" y="11309"/>
                  </a:cubicBezTo>
                  <a:cubicBezTo>
                    <a:pt x="4571" y="11242"/>
                    <a:pt x="4537" y="11142"/>
                    <a:pt x="4504" y="11042"/>
                  </a:cubicBezTo>
                  <a:close/>
                  <a:moveTo>
                    <a:pt x="6672" y="8507"/>
                  </a:moveTo>
                  <a:cubicBezTo>
                    <a:pt x="6772" y="8707"/>
                    <a:pt x="6839" y="8907"/>
                    <a:pt x="6972" y="9107"/>
                  </a:cubicBezTo>
                  <a:cubicBezTo>
                    <a:pt x="7006" y="9174"/>
                    <a:pt x="7039" y="9274"/>
                    <a:pt x="7106" y="9341"/>
                  </a:cubicBezTo>
                  <a:cubicBezTo>
                    <a:pt x="7139" y="9441"/>
                    <a:pt x="7206" y="9507"/>
                    <a:pt x="7239" y="9607"/>
                  </a:cubicBezTo>
                  <a:cubicBezTo>
                    <a:pt x="7373" y="9774"/>
                    <a:pt x="7473" y="9941"/>
                    <a:pt x="7573" y="10108"/>
                  </a:cubicBezTo>
                  <a:cubicBezTo>
                    <a:pt x="7706" y="10275"/>
                    <a:pt x="7806" y="10441"/>
                    <a:pt x="7940" y="10608"/>
                  </a:cubicBezTo>
                  <a:cubicBezTo>
                    <a:pt x="7973" y="10675"/>
                    <a:pt x="8040" y="10742"/>
                    <a:pt x="8107" y="10842"/>
                  </a:cubicBezTo>
                  <a:cubicBezTo>
                    <a:pt x="8107" y="10875"/>
                    <a:pt x="8140" y="10908"/>
                    <a:pt x="8173" y="10942"/>
                  </a:cubicBezTo>
                  <a:cubicBezTo>
                    <a:pt x="8240" y="11075"/>
                    <a:pt x="8307" y="11209"/>
                    <a:pt x="8407" y="11342"/>
                  </a:cubicBezTo>
                  <a:cubicBezTo>
                    <a:pt x="8440" y="11442"/>
                    <a:pt x="8507" y="11542"/>
                    <a:pt x="8540" y="11642"/>
                  </a:cubicBezTo>
                  <a:cubicBezTo>
                    <a:pt x="8607" y="11742"/>
                    <a:pt x="8640" y="11842"/>
                    <a:pt x="8674" y="11942"/>
                  </a:cubicBezTo>
                  <a:cubicBezTo>
                    <a:pt x="8807" y="12209"/>
                    <a:pt x="8907" y="12476"/>
                    <a:pt x="9007" y="12743"/>
                  </a:cubicBezTo>
                  <a:cubicBezTo>
                    <a:pt x="9107" y="12943"/>
                    <a:pt x="9174" y="13143"/>
                    <a:pt x="9241" y="13343"/>
                  </a:cubicBezTo>
                  <a:cubicBezTo>
                    <a:pt x="9341" y="13510"/>
                    <a:pt x="9408" y="13710"/>
                    <a:pt x="9508" y="13877"/>
                  </a:cubicBezTo>
                  <a:cubicBezTo>
                    <a:pt x="9574" y="14044"/>
                    <a:pt x="9674" y="14211"/>
                    <a:pt x="9774" y="14344"/>
                  </a:cubicBezTo>
                  <a:cubicBezTo>
                    <a:pt x="10008" y="14644"/>
                    <a:pt x="10275" y="14945"/>
                    <a:pt x="10542" y="15245"/>
                  </a:cubicBezTo>
                  <a:cubicBezTo>
                    <a:pt x="10742" y="15478"/>
                    <a:pt x="10942" y="15712"/>
                    <a:pt x="11142" y="15945"/>
                  </a:cubicBezTo>
                  <a:cubicBezTo>
                    <a:pt x="10875" y="15745"/>
                    <a:pt x="10642" y="15512"/>
                    <a:pt x="10408" y="15312"/>
                  </a:cubicBezTo>
                  <a:cubicBezTo>
                    <a:pt x="10308" y="15211"/>
                    <a:pt x="10175" y="15078"/>
                    <a:pt x="10075" y="14978"/>
                  </a:cubicBezTo>
                  <a:cubicBezTo>
                    <a:pt x="9808" y="14711"/>
                    <a:pt x="9541" y="14444"/>
                    <a:pt x="9307" y="14144"/>
                  </a:cubicBezTo>
                  <a:cubicBezTo>
                    <a:pt x="9041" y="13677"/>
                    <a:pt x="8807" y="13210"/>
                    <a:pt x="8607" y="12710"/>
                  </a:cubicBezTo>
                  <a:cubicBezTo>
                    <a:pt x="8574" y="12610"/>
                    <a:pt x="8507" y="12543"/>
                    <a:pt x="8474" y="12443"/>
                  </a:cubicBezTo>
                  <a:cubicBezTo>
                    <a:pt x="8407" y="12309"/>
                    <a:pt x="8373" y="12176"/>
                    <a:pt x="8307" y="12076"/>
                  </a:cubicBezTo>
                  <a:cubicBezTo>
                    <a:pt x="8240" y="11942"/>
                    <a:pt x="8173" y="11809"/>
                    <a:pt x="8107" y="11642"/>
                  </a:cubicBezTo>
                  <a:cubicBezTo>
                    <a:pt x="8073" y="11542"/>
                    <a:pt x="8007" y="11442"/>
                    <a:pt x="7940" y="11342"/>
                  </a:cubicBezTo>
                  <a:cubicBezTo>
                    <a:pt x="7906" y="11242"/>
                    <a:pt x="7840" y="11142"/>
                    <a:pt x="7806" y="11042"/>
                  </a:cubicBezTo>
                  <a:cubicBezTo>
                    <a:pt x="7706" y="10908"/>
                    <a:pt x="7640" y="10775"/>
                    <a:pt x="7573" y="10642"/>
                  </a:cubicBezTo>
                  <a:cubicBezTo>
                    <a:pt x="7439" y="10441"/>
                    <a:pt x="7339" y="10241"/>
                    <a:pt x="7239" y="10041"/>
                  </a:cubicBezTo>
                  <a:cubicBezTo>
                    <a:pt x="7206" y="9941"/>
                    <a:pt x="7139" y="9874"/>
                    <a:pt x="7106" y="9774"/>
                  </a:cubicBezTo>
                  <a:lnTo>
                    <a:pt x="7073" y="9674"/>
                  </a:lnTo>
                  <a:cubicBezTo>
                    <a:pt x="7006" y="9541"/>
                    <a:pt x="6939" y="9441"/>
                    <a:pt x="6906" y="9307"/>
                  </a:cubicBezTo>
                  <a:cubicBezTo>
                    <a:pt x="6806" y="9040"/>
                    <a:pt x="6739" y="8774"/>
                    <a:pt x="6639" y="8507"/>
                  </a:cubicBezTo>
                  <a:close/>
                  <a:moveTo>
                    <a:pt x="568" y="1"/>
                  </a:moveTo>
                  <a:cubicBezTo>
                    <a:pt x="368" y="34"/>
                    <a:pt x="168" y="34"/>
                    <a:pt x="1" y="67"/>
                  </a:cubicBezTo>
                  <a:cubicBezTo>
                    <a:pt x="1" y="167"/>
                    <a:pt x="34" y="301"/>
                    <a:pt x="68" y="434"/>
                  </a:cubicBezTo>
                  <a:cubicBezTo>
                    <a:pt x="101" y="634"/>
                    <a:pt x="134" y="801"/>
                    <a:pt x="168" y="1001"/>
                  </a:cubicBezTo>
                  <a:cubicBezTo>
                    <a:pt x="201" y="1402"/>
                    <a:pt x="268" y="1835"/>
                    <a:pt x="334" y="2269"/>
                  </a:cubicBezTo>
                  <a:cubicBezTo>
                    <a:pt x="368" y="2469"/>
                    <a:pt x="401" y="2669"/>
                    <a:pt x="434" y="2903"/>
                  </a:cubicBezTo>
                  <a:cubicBezTo>
                    <a:pt x="434" y="3003"/>
                    <a:pt x="468" y="3069"/>
                    <a:pt x="468" y="3170"/>
                  </a:cubicBezTo>
                  <a:lnTo>
                    <a:pt x="468" y="3570"/>
                  </a:lnTo>
                  <a:cubicBezTo>
                    <a:pt x="501" y="3603"/>
                    <a:pt x="468" y="3637"/>
                    <a:pt x="468" y="3637"/>
                  </a:cubicBezTo>
                  <a:lnTo>
                    <a:pt x="468" y="3870"/>
                  </a:lnTo>
                  <a:cubicBezTo>
                    <a:pt x="468" y="3937"/>
                    <a:pt x="468" y="4037"/>
                    <a:pt x="468" y="4137"/>
                  </a:cubicBezTo>
                  <a:cubicBezTo>
                    <a:pt x="468" y="4337"/>
                    <a:pt x="468" y="4571"/>
                    <a:pt x="468" y="4804"/>
                  </a:cubicBezTo>
                  <a:cubicBezTo>
                    <a:pt x="434" y="4904"/>
                    <a:pt x="434" y="5004"/>
                    <a:pt x="434" y="5104"/>
                  </a:cubicBezTo>
                  <a:cubicBezTo>
                    <a:pt x="434" y="5238"/>
                    <a:pt x="434" y="5338"/>
                    <a:pt x="434" y="5471"/>
                  </a:cubicBezTo>
                  <a:cubicBezTo>
                    <a:pt x="434" y="5571"/>
                    <a:pt x="434" y="5671"/>
                    <a:pt x="434" y="5771"/>
                  </a:cubicBezTo>
                  <a:cubicBezTo>
                    <a:pt x="434" y="5871"/>
                    <a:pt x="434" y="5972"/>
                    <a:pt x="434" y="6072"/>
                  </a:cubicBezTo>
                  <a:cubicBezTo>
                    <a:pt x="434" y="6272"/>
                    <a:pt x="434" y="6472"/>
                    <a:pt x="468" y="6705"/>
                  </a:cubicBezTo>
                  <a:cubicBezTo>
                    <a:pt x="468" y="7039"/>
                    <a:pt x="468" y="7339"/>
                    <a:pt x="501" y="7673"/>
                  </a:cubicBezTo>
                  <a:cubicBezTo>
                    <a:pt x="535" y="7940"/>
                    <a:pt x="568" y="8206"/>
                    <a:pt x="635" y="8473"/>
                  </a:cubicBezTo>
                  <a:cubicBezTo>
                    <a:pt x="701" y="8707"/>
                    <a:pt x="768" y="8940"/>
                    <a:pt x="835" y="9174"/>
                  </a:cubicBezTo>
                  <a:cubicBezTo>
                    <a:pt x="1002" y="9607"/>
                    <a:pt x="1202" y="10008"/>
                    <a:pt x="1435" y="10375"/>
                  </a:cubicBezTo>
                  <a:cubicBezTo>
                    <a:pt x="1535" y="10575"/>
                    <a:pt x="1635" y="10742"/>
                    <a:pt x="1735" y="10908"/>
                  </a:cubicBezTo>
                  <a:cubicBezTo>
                    <a:pt x="1835" y="11075"/>
                    <a:pt x="1936" y="11242"/>
                    <a:pt x="2036" y="11409"/>
                  </a:cubicBezTo>
                  <a:cubicBezTo>
                    <a:pt x="2102" y="11542"/>
                    <a:pt x="2202" y="11676"/>
                    <a:pt x="2269" y="11776"/>
                  </a:cubicBezTo>
                  <a:cubicBezTo>
                    <a:pt x="2302" y="11842"/>
                    <a:pt x="2336" y="11909"/>
                    <a:pt x="2369" y="11976"/>
                  </a:cubicBezTo>
                  <a:cubicBezTo>
                    <a:pt x="2569" y="12376"/>
                    <a:pt x="2803" y="12743"/>
                    <a:pt x="3003" y="13143"/>
                  </a:cubicBezTo>
                  <a:cubicBezTo>
                    <a:pt x="3103" y="13343"/>
                    <a:pt x="3236" y="13544"/>
                    <a:pt x="3337" y="13777"/>
                  </a:cubicBezTo>
                  <a:cubicBezTo>
                    <a:pt x="3470" y="13844"/>
                    <a:pt x="3637" y="13911"/>
                    <a:pt x="3804" y="13977"/>
                  </a:cubicBezTo>
                  <a:lnTo>
                    <a:pt x="3937" y="14044"/>
                  </a:lnTo>
                  <a:cubicBezTo>
                    <a:pt x="4037" y="14077"/>
                    <a:pt x="4137" y="14144"/>
                    <a:pt x="4271" y="14211"/>
                  </a:cubicBezTo>
                  <a:cubicBezTo>
                    <a:pt x="4804" y="14444"/>
                    <a:pt x="5371" y="14711"/>
                    <a:pt x="5938" y="14911"/>
                  </a:cubicBezTo>
                  <a:cubicBezTo>
                    <a:pt x="6139" y="14978"/>
                    <a:pt x="6305" y="15045"/>
                    <a:pt x="6505" y="15111"/>
                  </a:cubicBezTo>
                  <a:cubicBezTo>
                    <a:pt x="6472" y="15078"/>
                    <a:pt x="6439" y="15045"/>
                    <a:pt x="6439" y="15011"/>
                  </a:cubicBezTo>
                  <a:cubicBezTo>
                    <a:pt x="6405" y="14978"/>
                    <a:pt x="6372" y="14945"/>
                    <a:pt x="6372" y="14911"/>
                  </a:cubicBezTo>
                  <a:cubicBezTo>
                    <a:pt x="6305" y="14811"/>
                    <a:pt x="6272" y="14744"/>
                    <a:pt x="6205" y="14678"/>
                  </a:cubicBezTo>
                  <a:cubicBezTo>
                    <a:pt x="6105" y="14511"/>
                    <a:pt x="6005" y="14378"/>
                    <a:pt x="5905" y="14244"/>
                  </a:cubicBezTo>
                  <a:cubicBezTo>
                    <a:pt x="5838" y="14144"/>
                    <a:pt x="5772" y="14011"/>
                    <a:pt x="5705" y="13911"/>
                  </a:cubicBezTo>
                  <a:cubicBezTo>
                    <a:pt x="5605" y="13710"/>
                    <a:pt x="5505" y="13544"/>
                    <a:pt x="5405" y="13343"/>
                  </a:cubicBezTo>
                  <a:cubicBezTo>
                    <a:pt x="5205" y="12977"/>
                    <a:pt x="5038" y="12610"/>
                    <a:pt x="4904" y="12209"/>
                  </a:cubicBezTo>
                  <a:cubicBezTo>
                    <a:pt x="4804" y="12009"/>
                    <a:pt x="4738" y="11842"/>
                    <a:pt x="4671" y="11642"/>
                  </a:cubicBezTo>
                  <a:cubicBezTo>
                    <a:pt x="4637" y="11542"/>
                    <a:pt x="4604" y="11442"/>
                    <a:pt x="4604" y="11309"/>
                  </a:cubicBezTo>
                  <a:lnTo>
                    <a:pt x="4604" y="11309"/>
                  </a:lnTo>
                  <a:cubicBezTo>
                    <a:pt x="4637" y="11375"/>
                    <a:pt x="4671" y="11442"/>
                    <a:pt x="4671" y="11542"/>
                  </a:cubicBezTo>
                  <a:cubicBezTo>
                    <a:pt x="4771" y="11776"/>
                    <a:pt x="4871" y="12009"/>
                    <a:pt x="4971" y="12209"/>
                  </a:cubicBezTo>
                  <a:cubicBezTo>
                    <a:pt x="5071" y="12443"/>
                    <a:pt x="5171" y="12676"/>
                    <a:pt x="5305" y="12876"/>
                  </a:cubicBezTo>
                  <a:cubicBezTo>
                    <a:pt x="5405" y="13077"/>
                    <a:pt x="5505" y="13310"/>
                    <a:pt x="5638" y="13510"/>
                  </a:cubicBezTo>
                  <a:cubicBezTo>
                    <a:pt x="5772" y="13710"/>
                    <a:pt x="5905" y="13911"/>
                    <a:pt x="6038" y="14144"/>
                  </a:cubicBezTo>
                  <a:cubicBezTo>
                    <a:pt x="6205" y="14378"/>
                    <a:pt x="6405" y="14611"/>
                    <a:pt x="6572" y="14878"/>
                  </a:cubicBezTo>
                  <a:cubicBezTo>
                    <a:pt x="6672" y="14978"/>
                    <a:pt x="6772" y="15111"/>
                    <a:pt x="6839" y="15211"/>
                  </a:cubicBezTo>
                  <a:cubicBezTo>
                    <a:pt x="7173" y="15312"/>
                    <a:pt x="7540" y="15412"/>
                    <a:pt x="7940" y="15545"/>
                  </a:cubicBezTo>
                  <a:cubicBezTo>
                    <a:pt x="8240" y="15612"/>
                    <a:pt x="8574" y="15712"/>
                    <a:pt x="8941" y="15812"/>
                  </a:cubicBezTo>
                  <a:cubicBezTo>
                    <a:pt x="9441" y="15912"/>
                    <a:pt x="9841" y="15979"/>
                    <a:pt x="10175" y="16012"/>
                  </a:cubicBezTo>
                  <a:cubicBezTo>
                    <a:pt x="10380" y="16022"/>
                    <a:pt x="10588" y="16026"/>
                    <a:pt x="10796" y="16026"/>
                  </a:cubicBezTo>
                  <a:cubicBezTo>
                    <a:pt x="11299" y="16026"/>
                    <a:pt x="11804" y="16002"/>
                    <a:pt x="12276" y="15979"/>
                  </a:cubicBezTo>
                  <a:cubicBezTo>
                    <a:pt x="12443" y="15945"/>
                    <a:pt x="12610" y="15945"/>
                    <a:pt x="12810" y="15912"/>
                  </a:cubicBezTo>
                  <a:cubicBezTo>
                    <a:pt x="12777" y="15879"/>
                    <a:pt x="12777" y="15879"/>
                    <a:pt x="12777" y="15845"/>
                  </a:cubicBezTo>
                  <a:cubicBezTo>
                    <a:pt x="12710" y="15645"/>
                    <a:pt x="12643" y="15478"/>
                    <a:pt x="12576" y="15312"/>
                  </a:cubicBezTo>
                  <a:cubicBezTo>
                    <a:pt x="12543" y="15211"/>
                    <a:pt x="12510" y="15078"/>
                    <a:pt x="12476" y="14978"/>
                  </a:cubicBezTo>
                  <a:cubicBezTo>
                    <a:pt x="12443" y="14845"/>
                    <a:pt x="12376" y="14711"/>
                    <a:pt x="12376" y="14544"/>
                  </a:cubicBezTo>
                  <a:cubicBezTo>
                    <a:pt x="12343" y="14444"/>
                    <a:pt x="12343" y="14311"/>
                    <a:pt x="12343" y="14211"/>
                  </a:cubicBezTo>
                  <a:cubicBezTo>
                    <a:pt x="12343" y="13977"/>
                    <a:pt x="12343" y="13744"/>
                    <a:pt x="12376" y="13510"/>
                  </a:cubicBezTo>
                  <a:cubicBezTo>
                    <a:pt x="12376" y="13277"/>
                    <a:pt x="12410" y="13043"/>
                    <a:pt x="12410" y="12810"/>
                  </a:cubicBezTo>
                  <a:lnTo>
                    <a:pt x="12443" y="12810"/>
                  </a:lnTo>
                  <a:cubicBezTo>
                    <a:pt x="12443" y="13043"/>
                    <a:pt x="12476" y="13277"/>
                    <a:pt x="12476" y="13477"/>
                  </a:cubicBezTo>
                  <a:cubicBezTo>
                    <a:pt x="12510" y="13710"/>
                    <a:pt x="12510" y="13944"/>
                    <a:pt x="12543" y="14177"/>
                  </a:cubicBezTo>
                  <a:cubicBezTo>
                    <a:pt x="12576" y="14444"/>
                    <a:pt x="12610" y="14744"/>
                    <a:pt x="12677" y="15045"/>
                  </a:cubicBezTo>
                  <a:cubicBezTo>
                    <a:pt x="12710" y="15178"/>
                    <a:pt x="12743" y="15312"/>
                    <a:pt x="12777" y="15445"/>
                  </a:cubicBezTo>
                  <a:cubicBezTo>
                    <a:pt x="12810" y="15612"/>
                    <a:pt x="12843" y="15745"/>
                    <a:pt x="12843" y="15912"/>
                  </a:cubicBezTo>
                  <a:cubicBezTo>
                    <a:pt x="13344" y="15879"/>
                    <a:pt x="13877" y="15812"/>
                    <a:pt x="14511" y="15712"/>
                  </a:cubicBezTo>
                  <a:cubicBezTo>
                    <a:pt x="15112" y="15612"/>
                    <a:pt x="15779" y="15445"/>
                    <a:pt x="16513" y="15245"/>
                  </a:cubicBezTo>
                  <a:cubicBezTo>
                    <a:pt x="16746" y="15178"/>
                    <a:pt x="16980" y="15111"/>
                    <a:pt x="17246" y="15011"/>
                  </a:cubicBezTo>
                  <a:cubicBezTo>
                    <a:pt x="17213" y="15011"/>
                    <a:pt x="17213" y="14978"/>
                    <a:pt x="17213" y="14978"/>
                  </a:cubicBezTo>
                  <a:cubicBezTo>
                    <a:pt x="17180" y="14878"/>
                    <a:pt x="17146" y="14811"/>
                    <a:pt x="17113" y="14711"/>
                  </a:cubicBezTo>
                  <a:cubicBezTo>
                    <a:pt x="17046" y="14478"/>
                    <a:pt x="16946" y="14244"/>
                    <a:pt x="16846" y="14011"/>
                  </a:cubicBezTo>
                  <a:cubicBezTo>
                    <a:pt x="16713" y="13577"/>
                    <a:pt x="16579" y="13143"/>
                    <a:pt x="16479" y="12710"/>
                  </a:cubicBezTo>
                  <a:cubicBezTo>
                    <a:pt x="16346" y="12109"/>
                    <a:pt x="16312" y="11542"/>
                    <a:pt x="16346" y="10942"/>
                  </a:cubicBezTo>
                  <a:cubicBezTo>
                    <a:pt x="16346" y="10808"/>
                    <a:pt x="16346" y="10642"/>
                    <a:pt x="16379" y="10508"/>
                  </a:cubicBezTo>
                  <a:cubicBezTo>
                    <a:pt x="16379" y="10375"/>
                    <a:pt x="16379" y="10208"/>
                    <a:pt x="16413" y="10074"/>
                  </a:cubicBezTo>
                  <a:lnTo>
                    <a:pt x="16446" y="9808"/>
                  </a:lnTo>
                  <a:cubicBezTo>
                    <a:pt x="16446" y="9774"/>
                    <a:pt x="16446" y="9741"/>
                    <a:pt x="16446" y="9674"/>
                  </a:cubicBezTo>
                  <a:cubicBezTo>
                    <a:pt x="16446" y="9607"/>
                    <a:pt x="16479" y="9574"/>
                    <a:pt x="16479" y="9507"/>
                  </a:cubicBezTo>
                  <a:cubicBezTo>
                    <a:pt x="16513" y="9374"/>
                    <a:pt x="16513" y="9241"/>
                    <a:pt x="16546" y="9107"/>
                  </a:cubicBezTo>
                  <a:cubicBezTo>
                    <a:pt x="16546" y="9040"/>
                    <a:pt x="16579" y="8974"/>
                    <a:pt x="16579" y="8907"/>
                  </a:cubicBezTo>
                  <a:cubicBezTo>
                    <a:pt x="16613" y="8774"/>
                    <a:pt x="16646" y="8640"/>
                    <a:pt x="16679" y="8507"/>
                  </a:cubicBezTo>
                  <a:cubicBezTo>
                    <a:pt x="16713" y="8440"/>
                    <a:pt x="16746" y="8373"/>
                    <a:pt x="16746" y="8307"/>
                  </a:cubicBezTo>
                  <a:cubicBezTo>
                    <a:pt x="16813" y="8106"/>
                    <a:pt x="16880" y="7906"/>
                    <a:pt x="16946" y="7706"/>
                  </a:cubicBezTo>
                  <a:cubicBezTo>
                    <a:pt x="16980" y="7606"/>
                    <a:pt x="17013" y="7506"/>
                    <a:pt x="17046" y="7439"/>
                  </a:cubicBezTo>
                  <a:cubicBezTo>
                    <a:pt x="17080" y="7306"/>
                    <a:pt x="17113" y="7206"/>
                    <a:pt x="17146" y="7072"/>
                  </a:cubicBezTo>
                  <a:cubicBezTo>
                    <a:pt x="17146" y="7006"/>
                    <a:pt x="17180" y="6939"/>
                    <a:pt x="17213" y="6872"/>
                  </a:cubicBezTo>
                  <a:cubicBezTo>
                    <a:pt x="17246" y="6739"/>
                    <a:pt x="17246" y="6605"/>
                    <a:pt x="17280" y="6472"/>
                  </a:cubicBezTo>
                  <a:cubicBezTo>
                    <a:pt x="17347" y="6272"/>
                    <a:pt x="17347" y="6105"/>
                    <a:pt x="17380" y="5905"/>
                  </a:cubicBezTo>
                  <a:cubicBezTo>
                    <a:pt x="17380" y="5905"/>
                    <a:pt x="17380" y="5938"/>
                    <a:pt x="17380" y="5938"/>
                  </a:cubicBezTo>
                  <a:cubicBezTo>
                    <a:pt x="17413" y="5771"/>
                    <a:pt x="17447" y="5605"/>
                    <a:pt x="17480" y="5471"/>
                  </a:cubicBezTo>
                  <a:cubicBezTo>
                    <a:pt x="17480" y="5238"/>
                    <a:pt x="17513" y="5038"/>
                    <a:pt x="17547" y="4837"/>
                  </a:cubicBezTo>
                  <a:cubicBezTo>
                    <a:pt x="17547" y="4704"/>
                    <a:pt x="17547" y="4571"/>
                    <a:pt x="17580" y="4437"/>
                  </a:cubicBezTo>
                  <a:cubicBezTo>
                    <a:pt x="17580" y="4370"/>
                    <a:pt x="17580" y="4304"/>
                    <a:pt x="17580" y="4237"/>
                  </a:cubicBezTo>
                  <a:cubicBezTo>
                    <a:pt x="17580" y="4170"/>
                    <a:pt x="17580" y="4070"/>
                    <a:pt x="17580" y="4003"/>
                  </a:cubicBezTo>
                  <a:cubicBezTo>
                    <a:pt x="17580" y="3870"/>
                    <a:pt x="17580" y="3703"/>
                    <a:pt x="17547" y="3570"/>
                  </a:cubicBezTo>
                  <a:cubicBezTo>
                    <a:pt x="17513" y="3203"/>
                    <a:pt x="17447" y="2836"/>
                    <a:pt x="17347" y="2469"/>
                  </a:cubicBezTo>
                  <a:lnTo>
                    <a:pt x="17246" y="2035"/>
                  </a:lnTo>
                  <a:cubicBezTo>
                    <a:pt x="17246" y="1969"/>
                    <a:pt x="17213" y="1935"/>
                    <a:pt x="17213" y="1869"/>
                  </a:cubicBezTo>
                  <a:lnTo>
                    <a:pt x="17146" y="1635"/>
                  </a:lnTo>
                  <a:cubicBezTo>
                    <a:pt x="16813" y="1702"/>
                    <a:pt x="16479" y="1802"/>
                    <a:pt x="16179" y="1869"/>
                  </a:cubicBezTo>
                  <a:cubicBezTo>
                    <a:pt x="15312" y="2102"/>
                    <a:pt x="14378" y="2269"/>
                    <a:pt x="13344" y="2369"/>
                  </a:cubicBezTo>
                  <a:cubicBezTo>
                    <a:pt x="12758" y="2418"/>
                    <a:pt x="12243" y="2449"/>
                    <a:pt x="11761" y="2449"/>
                  </a:cubicBezTo>
                  <a:cubicBezTo>
                    <a:pt x="11584" y="2449"/>
                    <a:pt x="11412" y="2445"/>
                    <a:pt x="11242" y="2436"/>
                  </a:cubicBezTo>
                  <a:cubicBezTo>
                    <a:pt x="10975" y="2402"/>
                    <a:pt x="10675" y="2402"/>
                    <a:pt x="10408" y="2369"/>
                  </a:cubicBezTo>
                  <a:lnTo>
                    <a:pt x="10408" y="2369"/>
                  </a:lnTo>
                  <a:cubicBezTo>
                    <a:pt x="10575" y="2736"/>
                    <a:pt x="10742" y="3136"/>
                    <a:pt x="10909" y="3536"/>
                  </a:cubicBezTo>
                  <a:cubicBezTo>
                    <a:pt x="11075" y="4070"/>
                    <a:pt x="11276" y="4604"/>
                    <a:pt x="11442" y="5171"/>
                  </a:cubicBezTo>
                  <a:cubicBezTo>
                    <a:pt x="11242" y="4671"/>
                    <a:pt x="11042" y="4170"/>
                    <a:pt x="10842" y="3670"/>
                  </a:cubicBezTo>
                  <a:cubicBezTo>
                    <a:pt x="10742" y="3403"/>
                    <a:pt x="10642" y="3136"/>
                    <a:pt x="10542" y="2869"/>
                  </a:cubicBezTo>
                  <a:cubicBezTo>
                    <a:pt x="10475" y="2703"/>
                    <a:pt x="10408" y="2536"/>
                    <a:pt x="10375" y="2336"/>
                  </a:cubicBezTo>
                  <a:cubicBezTo>
                    <a:pt x="9908" y="2302"/>
                    <a:pt x="9508" y="2236"/>
                    <a:pt x="9141" y="2202"/>
                  </a:cubicBezTo>
                  <a:cubicBezTo>
                    <a:pt x="8774" y="2135"/>
                    <a:pt x="8307" y="2035"/>
                    <a:pt x="7840" y="1935"/>
                  </a:cubicBezTo>
                  <a:cubicBezTo>
                    <a:pt x="7506" y="1869"/>
                    <a:pt x="7206" y="1735"/>
                    <a:pt x="6839" y="1602"/>
                  </a:cubicBezTo>
                  <a:cubicBezTo>
                    <a:pt x="6839" y="1702"/>
                    <a:pt x="6839" y="1802"/>
                    <a:pt x="6839" y="1902"/>
                  </a:cubicBezTo>
                  <a:cubicBezTo>
                    <a:pt x="6872" y="2102"/>
                    <a:pt x="6906" y="2269"/>
                    <a:pt x="6972" y="2436"/>
                  </a:cubicBezTo>
                  <a:cubicBezTo>
                    <a:pt x="7039" y="2569"/>
                    <a:pt x="7073" y="2703"/>
                    <a:pt x="7139" y="2836"/>
                  </a:cubicBezTo>
                  <a:cubicBezTo>
                    <a:pt x="7206" y="3003"/>
                    <a:pt x="7273" y="3136"/>
                    <a:pt x="7339" y="3270"/>
                  </a:cubicBezTo>
                  <a:lnTo>
                    <a:pt x="7506" y="3670"/>
                  </a:lnTo>
                  <a:cubicBezTo>
                    <a:pt x="7606" y="3870"/>
                    <a:pt x="7706" y="4070"/>
                    <a:pt x="7806" y="4270"/>
                  </a:cubicBezTo>
                  <a:cubicBezTo>
                    <a:pt x="7806" y="4270"/>
                    <a:pt x="7773" y="4237"/>
                    <a:pt x="7773" y="4237"/>
                  </a:cubicBezTo>
                  <a:cubicBezTo>
                    <a:pt x="7740" y="4170"/>
                    <a:pt x="7706" y="4104"/>
                    <a:pt x="7640" y="4037"/>
                  </a:cubicBezTo>
                  <a:cubicBezTo>
                    <a:pt x="7606" y="3970"/>
                    <a:pt x="7573" y="3870"/>
                    <a:pt x="7506" y="3803"/>
                  </a:cubicBezTo>
                  <a:cubicBezTo>
                    <a:pt x="7406" y="3637"/>
                    <a:pt x="7339" y="3470"/>
                    <a:pt x="7239" y="3303"/>
                  </a:cubicBezTo>
                  <a:cubicBezTo>
                    <a:pt x="7173" y="3203"/>
                    <a:pt x="7106" y="3103"/>
                    <a:pt x="7073" y="2969"/>
                  </a:cubicBezTo>
                  <a:cubicBezTo>
                    <a:pt x="7006" y="2869"/>
                    <a:pt x="6972" y="2769"/>
                    <a:pt x="6939" y="2703"/>
                  </a:cubicBezTo>
                  <a:cubicBezTo>
                    <a:pt x="6872" y="2502"/>
                    <a:pt x="6806" y="2302"/>
                    <a:pt x="6772" y="2069"/>
                  </a:cubicBezTo>
                  <a:cubicBezTo>
                    <a:pt x="6739" y="1969"/>
                    <a:pt x="6739" y="1869"/>
                    <a:pt x="6772" y="1769"/>
                  </a:cubicBezTo>
                  <a:cubicBezTo>
                    <a:pt x="6772" y="1702"/>
                    <a:pt x="6772" y="1635"/>
                    <a:pt x="6772" y="1568"/>
                  </a:cubicBezTo>
                  <a:lnTo>
                    <a:pt x="6706" y="1568"/>
                  </a:lnTo>
                  <a:cubicBezTo>
                    <a:pt x="6539" y="1468"/>
                    <a:pt x="6339" y="1368"/>
                    <a:pt x="6172" y="1302"/>
                  </a:cubicBezTo>
                  <a:cubicBezTo>
                    <a:pt x="5805" y="1101"/>
                    <a:pt x="5438" y="935"/>
                    <a:pt x="5071" y="768"/>
                  </a:cubicBezTo>
                  <a:cubicBezTo>
                    <a:pt x="5071" y="801"/>
                    <a:pt x="5071" y="835"/>
                    <a:pt x="5071" y="835"/>
                  </a:cubicBezTo>
                  <a:cubicBezTo>
                    <a:pt x="5104" y="1035"/>
                    <a:pt x="5138" y="1168"/>
                    <a:pt x="5171" y="1335"/>
                  </a:cubicBezTo>
                  <a:cubicBezTo>
                    <a:pt x="5271" y="1602"/>
                    <a:pt x="5438" y="1835"/>
                    <a:pt x="5571" y="2069"/>
                  </a:cubicBezTo>
                  <a:cubicBezTo>
                    <a:pt x="5638" y="2169"/>
                    <a:pt x="5705" y="2302"/>
                    <a:pt x="5772" y="2402"/>
                  </a:cubicBezTo>
                  <a:cubicBezTo>
                    <a:pt x="5838" y="2536"/>
                    <a:pt x="5905" y="2636"/>
                    <a:pt x="5972" y="2769"/>
                  </a:cubicBezTo>
                  <a:cubicBezTo>
                    <a:pt x="6005" y="2803"/>
                    <a:pt x="6005" y="2869"/>
                    <a:pt x="6038" y="2903"/>
                  </a:cubicBezTo>
                  <a:cubicBezTo>
                    <a:pt x="6105" y="3103"/>
                    <a:pt x="6205" y="3303"/>
                    <a:pt x="6272" y="3470"/>
                  </a:cubicBezTo>
                  <a:cubicBezTo>
                    <a:pt x="6339" y="3603"/>
                    <a:pt x="6372" y="3703"/>
                    <a:pt x="6405" y="3837"/>
                  </a:cubicBezTo>
                  <a:cubicBezTo>
                    <a:pt x="6472" y="4003"/>
                    <a:pt x="6539" y="4170"/>
                    <a:pt x="6572" y="4337"/>
                  </a:cubicBezTo>
                  <a:cubicBezTo>
                    <a:pt x="6606" y="4404"/>
                    <a:pt x="6639" y="4470"/>
                    <a:pt x="6639" y="4537"/>
                  </a:cubicBezTo>
                  <a:cubicBezTo>
                    <a:pt x="6672" y="4637"/>
                    <a:pt x="6706" y="4737"/>
                    <a:pt x="6739" y="4837"/>
                  </a:cubicBezTo>
                  <a:cubicBezTo>
                    <a:pt x="6939" y="5471"/>
                    <a:pt x="7106" y="6105"/>
                    <a:pt x="7306" y="6705"/>
                  </a:cubicBezTo>
                  <a:cubicBezTo>
                    <a:pt x="7073" y="6172"/>
                    <a:pt x="6839" y="5605"/>
                    <a:pt x="6639" y="5038"/>
                  </a:cubicBezTo>
                  <a:cubicBezTo>
                    <a:pt x="6539" y="4804"/>
                    <a:pt x="6439" y="4537"/>
                    <a:pt x="6339" y="4270"/>
                  </a:cubicBezTo>
                  <a:cubicBezTo>
                    <a:pt x="6272" y="4104"/>
                    <a:pt x="6205" y="3903"/>
                    <a:pt x="6139" y="3703"/>
                  </a:cubicBezTo>
                  <a:cubicBezTo>
                    <a:pt x="6105" y="3670"/>
                    <a:pt x="6105" y="3637"/>
                    <a:pt x="6072" y="3603"/>
                  </a:cubicBezTo>
                  <a:cubicBezTo>
                    <a:pt x="6038" y="3503"/>
                    <a:pt x="6005" y="3403"/>
                    <a:pt x="5972" y="3336"/>
                  </a:cubicBezTo>
                  <a:cubicBezTo>
                    <a:pt x="5905" y="3236"/>
                    <a:pt x="5872" y="3136"/>
                    <a:pt x="5838" y="3036"/>
                  </a:cubicBezTo>
                  <a:cubicBezTo>
                    <a:pt x="5838" y="3003"/>
                    <a:pt x="5805" y="2969"/>
                    <a:pt x="5805" y="2936"/>
                  </a:cubicBezTo>
                  <a:cubicBezTo>
                    <a:pt x="5705" y="2769"/>
                    <a:pt x="5605" y="2569"/>
                    <a:pt x="5538" y="2402"/>
                  </a:cubicBezTo>
                  <a:cubicBezTo>
                    <a:pt x="5438" y="2236"/>
                    <a:pt x="5371" y="2102"/>
                    <a:pt x="5305" y="1969"/>
                  </a:cubicBezTo>
                  <a:cubicBezTo>
                    <a:pt x="5205" y="1769"/>
                    <a:pt x="5104" y="1568"/>
                    <a:pt x="5038" y="1335"/>
                  </a:cubicBezTo>
                  <a:cubicBezTo>
                    <a:pt x="5004" y="1135"/>
                    <a:pt x="4971" y="935"/>
                    <a:pt x="5004" y="734"/>
                  </a:cubicBezTo>
                  <a:cubicBezTo>
                    <a:pt x="4938" y="734"/>
                    <a:pt x="4838" y="701"/>
                    <a:pt x="4771" y="668"/>
                  </a:cubicBezTo>
                  <a:cubicBezTo>
                    <a:pt x="4504" y="601"/>
                    <a:pt x="4237" y="501"/>
                    <a:pt x="3937" y="434"/>
                  </a:cubicBezTo>
                  <a:cubicBezTo>
                    <a:pt x="3937" y="468"/>
                    <a:pt x="3904" y="501"/>
                    <a:pt x="3904" y="534"/>
                  </a:cubicBezTo>
                  <a:cubicBezTo>
                    <a:pt x="3837" y="768"/>
                    <a:pt x="3770" y="968"/>
                    <a:pt x="3737" y="1201"/>
                  </a:cubicBezTo>
                  <a:cubicBezTo>
                    <a:pt x="3703" y="1368"/>
                    <a:pt x="3703" y="1568"/>
                    <a:pt x="3703" y="1735"/>
                  </a:cubicBezTo>
                  <a:cubicBezTo>
                    <a:pt x="3703" y="1902"/>
                    <a:pt x="3703" y="2069"/>
                    <a:pt x="3737" y="2236"/>
                  </a:cubicBezTo>
                  <a:cubicBezTo>
                    <a:pt x="3737" y="2402"/>
                    <a:pt x="3770" y="2569"/>
                    <a:pt x="3804" y="2703"/>
                  </a:cubicBezTo>
                  <a:cubicBezTo>
                    <a:pt x="3837" y="2903"/>
                    <a:pt x="3870" y="3069"/>
                    <a:pt x="3904" y="3236"/>
                  </a:cubicBezTo>
                  <a:cubicBezTo>
                    <a:pt x="3970" y="3370"/>
                    <a:pt x="4004" y="3503"/>
                    <a:pt x="4037" y="3637"/>
                  </a:cubicBezTo>
                  <a:cubicBezTo>
                    <a:pt x="4137" y="3870"/>
                    <a:pt x="4204" y="4104"/>
                    <a:pt x="4271" y="4337"/>
                  </a:cubicBezTo>
                  <a:cubicBezTo>
                    <a:pt x="4170" y="4137"/>
                    <a:pt x="4037" y="3937"/>
                    <a:pt x="3970" y="3703"/>
                  </a:cubicBezTo>
                  <a:cubicBezTo>
                    <a:pt x="3904" y="3603"/>
                    <a:pt x="3837" y="3470"/>
                    <a:pt x="3770" y="3370"/>
                  </a:cubicBezTo>
                  <a:cubicBezTo>
                    <a:pt x="3737" y="3236"/>
                    <a:pt x="3670" y="3103"/>
                    <a:pt x="3637" y="2969"/>
                  </a:cubicBezTo>
                  <a:cubicBezTo>
                    <a:pt x="3570" y="2803"/>
                    <a:pt x="3537" y="2669"/>
                    <a:pt x="3503" y="2502"/>
                  </a:cubicBezTo>
                  <a:cubicBezTo>
                    <a:pt x="3437" y="2202"/>
                    <a:pt x="3403" y="1869"/>
                    <a:pt x="3437" y="1568"/>
                  </a:cubicBezTo>
                  <a:cubicBezTo>
                    <a:pt x="3470" y="1235"/>
                    <a:pt x="3537" y="935"/>
                    <a:pt x="3670" y="634"/>
                  </a:cubicBezTo>
                  <a:cubicBezTo>
                    <a:pt x="3703" y="568"/>
                    <a:pt x="3737" y="468"/>
                    <a:pt x="3770" y="401"/>
                  </a:cubicBezTo>
                  <a:cubicBezTo>
                    <a:pt x="3403" y="301"/>
                    <a:pt x="3003" y="234"/>
                    <a:pt x="2569" y="167"/>
                  </a:cubicBezTo>
                  <a:cubicBezTo>
                    <a:pt x="2369" y="134"/>
                    <a:pt x="2202" y="101"/>
                    <a:pt x="2002" y="101"/>
                  </a:cubicBezTo>
                  <a:cubicBezTo>
                    <a:pt x="2002" y="134"/>
                    <a:pt x="1969" y="167"/>
                    <a:pt x="1969" y="201"/>
                  </a:cubicBezTo>
                  <a:cubicBezTo>
                    <a:pt x="1902" y="401"/>
                    <a:pt x="1869" y="634"/>
                    <a:pt x="1835" y="835"/>
                  </a:cubicBezTo>
                  <a:cubicBezTo>
                    <a:pt x="1802" y="1001"/>
                    <a:pt x="1769" y="1168"/>
                    <a:pt x="1769" y="1335"/>
                  </a:cubicBezTo>
                  <a:cubicBezTo>
                    <a:pt x="1769" y="1502"/>
                    <a:pt x="1769" y="1635"/>
                    <a:pt x="1802" y="1802"/>
                  </a:cubicBezTo>
                  <a:cubicBezTo>
                    <a:pt x="1802" y="2002"/>
                    <a:pt x="1835" y="2202"/>
                    <a:pt x="1869" y="2402"/>
                  </a:cubicBezTo>
                  <a:cubicBezTo>
                    <a:pt x="1902" y="2536"/>
                    <a:pt x="1936" y="2669"/>
                    <a:pt x="1969" y="2769"/>
                  </a:cubicBezTo>
                  <a:lnTo>
                    <a:pt x="1936" y="2769"/>
                  </a:lnTo>
                  <a:cubicBezTo>
                    <a:pt x="1902" y="2636"/>
                    <a:pt x="1835" y="2502"/>
                    <a:pt x="1802" y="2369"/>
                  </a:cubicBezTo>
                  <a:cubicBezTo>
                    <a:pt x="1769" y="2269"/>
                    <a:pt x="1735" y="2169"/>
                    <a:pt x="1702" y="2069"/>
                  </a:cubicBezTo>
                  <a:cubicBezTo>
                    <a:pt x="1635" y="1902"/>
                    <a:pt x="1602" y="1735"/>
                    <a:pt x="1602" y="1568"/>
                  </a:cubicBezTo>
                  <a:cubicBezTo>
                    <a:pt x="1569" y="1201"/>
                    <a:pt x="1602" y="868"/>
                    <a:pt x="1702" y="534"/>
                  </a:cubicBezTo>
                  <a:cubicBezTo>
                    <a:pt x="1769" y="368"/>
                    <a:pt x="1835" y="234"/>
                    <a:pt x="1902" y="67"/>
                  </a:cubicBezTo>
                  <a:cubicBezTo>
                    <a:pt x="1435" y="34"/>
                    <a:pt x="1002" y="1"/>
                    <a:pt x="5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57"/>
            <p:cNvSpPr/>
            <p:nvPr/>
          </p:nvSpPr>
          <p:spPr>
            <a:xfrm>
              <a:off x="1989100" y="1141250"/>
              <a:ext cx="850" cy="25"/>
            </a:xfrm>
            <a:custGeom>
              <a:avLst/>
              <a:gdLst/>
              <a:ahLst/>
              <a:cxnLst/>
              <a:rect l="l" t="t" r="r" b="b"/>
              <a:pathLst>
                <a:path w="34" h="1" extrusionOk="0">
                  <a:moveTo>
                    <a:pt x="34" y="1"/>
                  </a:moveTo>
                  <a:cubicBezTo>
                    <a:pt x="34" y="1"/>
                    <a:pt x="34" y="1"/>
                    <a:pt x="34" y="1"/>
                  </a:cubicBezTo>
                  <a:cubicBezTo>
                    <a:pt x="34" y="1"/>
                    <a:pt x="0" y="1"/>
                    <a:pt x="0" y="1"/>
                  </a:cubicBezTo>
                  <a:cubicBezTo>
                    <a:pt x="34" y="1"/>
                    <a:pt x="34" y="1"/>
                    <a:pt x="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57"/>
            <p:cNvSpPr/>
            <p:nvPr/>
          </p:nvSpPr>
          <p:spPr>
            <a:xfrm>
              <a:off x="2299325" y="11971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57"/>
            <p:cNvSpPr/>
            <p:nvPr/>
          </p:nvSpPr>
          <p:spPr>
            <a:xfrm>
              <a:off x="2607025" y="1122075"/>
              <a:ext cx="25" cy="850"/>
            </a:xfrm>
            <a:custGeom>
              <a:avLst/>
              <a:gdLst/>
              <a:ahLst/>
              <a:cxnLst/>
              <a:rect l="l" t="t" r="r" b="b"/>
              <a:pathLst>
                <a:path w="1" h="34" extrusionOk="0">
                  <a:moveTo>
                    <a:pt x="1" y="34"/>
                  </a:moveTo>
                  <a:lnTo>
                    <a:pt x="1" y="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57"/>
            <p:cNvSpPr/>
            <p:nvPr/>
          </p:nvSpPr>
          <p:spPr>
            <a:xfrm>
              <a:off x="2280125" y="1002500"/>
              <a:ext cx="473700" cy="476525"/>
            </a:xfrm>
            <a:custGeom>
              <a:avLst/>
              <a:gdLst/>
              <a:ahLst/>
              <a:cxnLst/>
              <a:rect l="l" t="t" r="r" b="b"/>
              <a:pathLst>
                <a:path w="18948" h="19061" extrusionOk="0">
                  <a:moveTo>
                    <a:pt x="9841" y="12056"/>
                  </a:moveTo>
                  <a:lnTo>
                    <a:pt x="9839" y="12069"/>
                  </a:lnTo>
                  <a:lnTo>
                    <a:pt x="9839" y="12069"/>
                  </a:lnTo>
                  <a:cubicBezTo>
                    <a:pt x="9840" y="12065"/>
                    <a:pt x="9841" y="12061"/>
                    <a:pt x="9841" y="12056"/>
                  </a:cubicBezTo>
                  <a:close/>
                  <a:moveTo>
                    <a:pt x="15779" y="0"/>
                  </a:moveTo>
                  <a:cubicBezTo>
                    <a:pt x="15678" y="0"/>
                    <a:pt x="15577" y="5"/>
                    <a:pt x="15479" y="14"/>
                  </a:cubicBezTo>
                  <a:cubicBezTo>
                    <a:pt x="15045" y="47"/>
                    <a:pt x="14611" y="114"/>
                    <a:pt x="14178" y="180"/>
                  </a:cubicBezTo>
                  <a:cubicBezTo>
                    <a:pt x="14211" y="180"/>
                    <a:pt x="14211" y="214"/>
                    <a:pt x="14211" y="214"/>
                  </a:cubicBezTo>
                  <a:cubicBezTo>
                    <a:pt x="14344" y="514"/>
                    <a:pt x="14444" y="781"/>
                    <a:pt x="14578" y="1081"/>
                  </a:cubicBezTo>
                  <a:cubicBezTo>
                    <a:pt x="14611" y="1248"/>
                    <a:pt x="14678" y="1415"/>
                    <a:pt x="14745" y="1581"/>
                  </a:cubicBezTo>
                  <a:cubicBezTo>
                    <a:pt x="14845" y="1848"/>
                    <a:pt x="14911" y="2148"/>
                    <a:pt x="15012" y="2415"/>
                  </a:cubicBezTo>
                  <a:cubicBezTo>
                    <a:pt x="14911" y="2148"/>
                    <a:pt x="14811" y="1882"/>
                    <a:pt x="14678" y="1581"/>
                  </a:cubicBezTo>
                  <a:cubicBezTo>
                    <a:pt x="14645" y="1481"/>
                    <a:pt x="14578" y="1348"/>
                    <a:pt x="14545" y="1214"/>
                  </a:cubicBezTo>
                  <a:cubicBezTo>
                    <a:pt x="14444" y="981"/>
                    <a:pt x="14378" y="747"/>
                    <a:pt x="14278" y="514"/>
                  </a:cubicBezTo>
                  <a:cubicBezTo>
                    <a:pt x="14244" y="414"/>
                    <a:pt x="14178" y="280"/>
                    <a:pt x="14144" y="180"/>
                  </a:cubicBezTo>
                  <a:cubicBezTo>
                    <a:pt x="13911" y="214"/>
                    <a:pt x="13711" y="247"/>
                    <a:pt x="13477" y="280"/>
                  </a:cubicBezTo>
                  <a:lnTo>
                    <a:pt x="13377" y="314"/>
                  </a:lnTo>
                  <a:cubicBezTo>
                    <a:pt x="13010" y="380"/>
                    <a:pt x="12643" y="414"/>
                    <a:pt x="12276" y="447"/>
                  </a:cubicBezTo>
                  <a:cubicBezTo>
                    <a:pt x="12076" y="481"/>
                    <a:pt x="11843" y="514"/>
                    <a:pt x="11609" y="547"/>
                  </a:cubicBezTo>
                  <a:cubicBezTo>
                    <a:pt x="11642" y="614"/>
                    <a:pt x="11676" y="681"/>
                    <a:pt x="11709" y="747"/>
                  </a:cubicBezTo>
                  <a:cubicBezTo>
                    <a:pt x="11776" y="881"/>
                    <a:pt x="11876" y="1014"/>
                    <a:pt x="11943" y="1181"/>
                  </a:cubicBezTo>
                  <a:cubicBezTo>
                    <a:pt x="11976" y="1214"/>
                    <a:pt x="11976" y="1281"/>
                    <a:pt x="12009" y="1348"/>
                  </a:cubicBezTo>
                  <a:cubicBezTo>
                    <a:pt x="12056" y="1442"/>
                    <a:pt x="12087" y="1520"/>
                    <a:pt x="12124" y="1592"/>
                  </a:cubicBezTo>
                  <a:lnTo>
                    <a:pt x="12124" y="1592"/>
                  </a:lnTo>
                  <a:cubicBezTo>
                    <a:pt x="12082" y="1534"/>
                    <a:pt x="12046" y="1469"/>
                    <a:pt x="12009" y="1415"/>
                  </a:cubicBezTo>
                  <a:cubicBezTo>
                    <a:pt x="11976" y="1348"/>
                    <a:pt x="11909" y="1281"/>
                    <a:pt x="11876" y="1214"/>
                  </a:cubicBezTo>
                  <a:cubicBezTo>
                    <a:pt x="11809" y="1081"/>
                    <a:pt x="11709" y="948"/>
                    <a:pt x="11642" y="781"/>
                  </a:cubicBezTo>
                  <a:cubicBezTo>
                    <a:pt x="11609" y="714"/>
                    <a:pt x="11542" y="647"/>
                    <a:pt x="11509" y="581"/>
                  </a:cubicBezTo>
                  <a:lnTo>
                    <a:pt x="11376" y="581"/>
                  </a:lnTo>
                  <a:cubicBezTo>
                    <a:pt x="10875" y="681"/>
                    <a:pt x="10375" y="814"/>
                    <a:pt x="9875" y="948"/>
                  </a:cubicBezTo>
                  <a:cubicBezTo>
                    <a:pt x="9941" y="1048"/>
                    <a:pt x="9975" y="1148"/>
                    <a:pt x="10041" y="1248"/>
                  </a:cubicBezTo>
                  <a:cubicBezTo>
                    <a:pt x="10108" y="1348"/>
                    <a:pt x="10141" y="1448"/>
                    <a:pt x="10208" y="1581"/>
                  </a:cubicBezTo>
                  <a:cubicBezTo>
                    <a:pt x="10308" y="1848"/>
                    <a:pt x="10442" y="2115"/>
                    <a:pt x="10542" y="2382"/>
                  </a:cubicBezTo>
                  <a:cubicBezTo>
                    <a:pt x="10408" y="2115"/>
                    <a:pt x="10275" y="1848"/>
                    <a:pt x="10141" y="1581"/>
                  </a:cubicBezTo>
                  <a:cubicBezTo>
                    <a:pt x="10041" y="1381"/>
                    <a:pt x="9941" y="1181"/>
                    <a:pt x="9841" y="981"/>
                  </a:cubicBezTo>
                  <a:cubicBezTo>
                    <a:pt x="9741" y="1014"/>
                    <a:pt x="9608" y="1048"/>
                    <a:pt x="9474" y="1081"/>
                  </a:cubicBezTo>
                  <a:cubicBezTo>
                    <a:pt x="9141" y="1214"/>
                    <a:pt x="8740" y="1348"/>
                    <a:pt x="8407" y="1481"/>
                  </a:cubicBezTo>
                  <a:cubicBezTo>
                    <a:pt x="8107" y="1615"/>
                    <a:pt x="7840" y="1748"/>
                    <a:pt x="7540" y="1948"/>
                  </a:cubicBezTo>
                  <a:lnTo>
                    <a:pt x="7373" y="2082"/>
                  </a:lnTo>
                  <a:cubicBezTo>
                    <a:pt x="7506" y="2282"/>
                    <a:pt x="7606" y="2482"/>
                    <a:pt x="7740" y="2715"/>
                  </a:cubicBezTo>
                  <a:cubicBezTo>
                    <a:pt x="7873" y="2982"/>
                    <a:pt x="7973" y="3249"/>
                    <a:pt x="8107" y="3483"/>
                  </a:cubicBezTo>
                  <a:cubicBezTo>
                    <a:pt x="7906" y="3249"/>
                    <a:pt x="7773" y="3016"/>
                    <a:pt x="7640" y="2749"/>
                  </a:cubicBezTo>
                  <a:cubicBezTo>
                    <a:pt x="7540" y="2549"/>
                    <a:pt x="7406" y="2315"/>
                    <a:pt x="7339" y="2082"/>
                  </a:cubicBezTo>
                  <a:cubicBezTo>
                    <a:pt x="6972" y="2349"/>
                    <a:pt x="6639" y="2615"/>
                    <a:pt x="6305" y="2849"/>
                  </a:cubicBezTo>
                  <a:cubicBezTo>
                    <a:pt x="6072" y="3049"/>
                    <a:pt x="5772" y="3249"/>
                    <a:pt x="5505" y="3449"/>
                  </a:cubicBezTo>
                  <a:cubicBezTo>
                    <a:pt x="5505" y="3483"/>
                    <a:pt x="5471" y="3483"/>
                    <a:pt x="5438" y="3516"/>
                  </a:cubicBezTo>
                  <a:cubicBezTo>
                    <a:pt x="5471" y="3583"/>
                    <a:pt x="5538" y="3683"/>
                    <a:pt x="5571" y="3750"/>
                  </a:cubicBezTo>
                  <a:cubicBezTo>
                    <a:pt x="5705" y="4050"/>
                    <a:pt x="5838" y="4350"/>
                    <a:pt x="5905" y="4650"/>
                  </a:cubicBezTo>
                  <a:cubicBezTo>
                    <a:pt x="5938" y="4784"/>
                    <a:pt x="5972" y="4917"/>
                    <a:pt x="6005" y="5084"/>
                  </a:cubicBezTo>
                  <a:cubicBezTo>
                    <a:pt x="6105" y="5518"/>
                    <a:pt x="6139" y="5951"/>
                    <a:pt x="6205" y="6418"/>
                  </a:cubicBezTo>
                  <a:lnTo>
                    <a:pt x="6172" y="6418"/>
                  </a:lnTo>
                  <a:cubicBezTo>
                    <a:pt x="6105" y="6118"/>
                    <a:pt x="6005" y="5851"/>
                    <a:pt x="5905" y="5551"/>
                  </a:cubicBezTo>
                  <a:cubicBezTo>
                    <a:pt x="5805" y="5184"/>
                    <a:pt x="5705" y="4817"/>
                    <a:pt x="5571" y="4450"/>
                  </a:cubicBezTo>
                  <a:cubicBezTo>
                    <a:pt x="5471" y="4183"/>
                    <a:pt x="5338" y="3916"/>
                    <a:pt x="5238" y="3650"/>
                  </a:cubicBezTo>
                  <a:cubicBezTo>
                    <a:pt x="4804" y="3916"/>
                    <a:pt x="4337" y="4183"/>
                    <a:pt x="3837" y="4483"/>
                  </a:cubicBezTo>
                  <a:cubicBezTo>
                    <a:pt x="3670" y="4584"/>
                    <a:pt x="3503" y="4650"/>
                    <a:pt x="3337" y="4750"/>
                  </a:cubicBezTo>
                  <a:cubicBezTo>
                    <a:pt x="3337" y="4750"/>
                    <a:pt x="3370" y="4750"/>
                    <a:pt x="3370" y="4784"/>
                  </a:cubicBezTo>
                  <a:cubicBezTo>
                    <a:pt x="3437" y="4984"/>
                    <a:pt x="3537" y="5184"/>
                    <a:pt x="3637" y="5384"/>
                  </a:cubicBezTo>
                  <a:cubicBezTo>
                    <a:pt x="3737" y="5584"/>
                    <a:pt x="3837" y="5751"/>
                    <a:pt x="3937" y="5951"/>
                  </a:cubicBezTo>
                  <a:cubicBezTo>
                    <a:pt x="4037" y="6185"/>
                    <a:pt x="4170" y="6385"/>
                    <a:pt x="4304" y="6618"/>
                  </a:cubicBezTo>
                  <a:cubicBezTo>
                    <a:pt x="4137" y="6418"/>
                    <a:pt x="3970" y="6218"/>
                    <a:pt x="3804" y="6018"/>
                  </a:cubicBezTo>
                  <a:cubicBezTo>
                    <a:pt x="3670" y="5818"/>
                    <a:pt x="3537" y="5651"/>
                    <a:pt x="3437" y="5451"/>
                  </a:cubicBezTo>
                  <a:cubicBezTo>
                    <a:pt x="3337" y="5251"/>
                    <a:pt x="3270" y="5051"/>
                    <a:pt x="3170" y="4884"/>
                  </a:cubicBezTo>
                  <a:cubicBezTo>
                    <a:pt x="3170" y="4850"/>
                    <a:pt x="3170" y="4850"/>
                    <a:pt x="3170" y="4817"/>
                  </a:cubicBezTo>
                  <a:cubicBezTo>
                    <a:pt x="2803" y="5017"/>
                    <a:pt x="2503" y="5151"/>
                    <a:pt x="2169" y="5284"/>
                  </a:cubicBezTo>
                  <a:cubicBezTo>
                    <a:pt x="1802" y="5384"/>
                    <a:pt x="1435" y="5484"/>
                    <a:pt x="1068" y="5584"/>
                  </a:cubicBezTo>
                  <a:lnTo>
                    <a:pt x="868" y="5651"/>
                  </a:lnTo>
                  <a:cubicBezTo>
                    <a:pt x="701" y="5684"/>
                    <a:pt x="535" y="5751"/>
                    <a:pt x="401" y="5784"/>
                  </a:cubicBezTo>
                  <a:lnTo>
                    <a:pt x="368" y="5784"/>
                  </a:lnTo>
                  <a:cubicBezTo>
                    <a:pt x="401" y="5918"/>
                    <a:pt x="434" y="6018"/>
                    <a:pt x="468" y="6118"/>
                  </a:cubicBezTo>
                  <a:cubicBezTo>
                    <a:pt x="535" y="6351"/>
                    <a:pt x="601" y="6618"/>
                    <a:pt x="668" y="6852"/>
                  </a:cubicBezTo>
                  <a:cubicBezTo>
                    <a:pt x="801" y="7319"/>
                    <a:pt x="901" y="7819"/>
                    <a:pt x="901" y="8320"/>
                  </a:cubicBezTo>
                  <a:cubicBezTo>
                    <a:pt x="935" y="8453"/>
                    <a:pt x="935" y="8620"/>
                    <a:pt x="901" y="8787"/>
                  </a:cubicBezTo>
                  <a:cubicBezTo>
                    <a:pt x="901" y="8920"/>
                    <a:pt x="901" y="9020"/>
                    <a:pt x="901" y="9153"/>
                  </a:cubicBezTo>
                  <a:cubicBezTo>
                    <a:pt x="901" y="9254"/>
                    <a:pt x="901" y="9354"/>
                    <a:pt x="868" y="9420"/>
                  </a:cubicBezTo>
                  <a:cubicBezTo>
                    <a:pt x="868" y="9520"/>
                    <a:pt x="868" y="9620"/>
                    <a:pt x="868" y="9687"/>
                  </a:cubicBezTo>
                  <a:lnTo>
                    <a:pt x="801" y="10321"/>
                  </a:lnTo>
                  <a:cubicBezTo>
                    <a:pt x="801" y="10421"/>
                    <a:pt x="768" y="10554"/>
                    <a:pt x="768" y="10655"/>
                  </a:cubicBezTo>
                  <a:cubicBezTo>
                    <a:pt x="735" y="10788"/>
                    <a:pt x="701" y="10888"/>
                    <a:pt x="701" y="11021"/>
                  </a:cubicBezTo>
                  <a:cubicBezTo>
                    <a:pt x="701" y="11088"/>
                    <a:pt x="668" y="11155"/>
                    <a:pt x="668" y="11222"/>
                  </a:cubicBezTo>
                  <a:cubicBezTo>
                    <a:pt x="635" y="11355"/>
                    <a:pt x="601" y="11488"/>
                    <a:pt x="568" y="11622"/>
                  </a:cubicBezTo>
                  <a:cubicBezTo>
                    <a:pt x="501" y="11822"/>
                    <a:pt x="468" y="12022"/>
                    <a:pt x="401" y="12222"/>
                  </a:cubicBezTo>
                  <a:cubicBezTo>
                    <a:pt x="334" y="12422"/>
                    <a:pt x="301" y="12589"/>
                    <a:pt x="234" y="12789"/>
                  </a:cubicBezTo>
                  <a:cubicBezTo>
                    <a:pt x="234" y="12823"/>
                    <a:pt x="234" y="12856"/>
                    <a:pt x="234" y="12856"/>
                  </a:cubicBezTo>
                  <a:cubicBezTo>
                    <a:pt x="234" y="12923"/>
                    <a:pt x="201" y="12990"/>
                    <a:pt x="201" y="13056"/>
                  </a:cubicBezTo>
                  <a:cubicBezTo>
                    <a:pt x="168" y="13156"/>
                    <a:pt x="168" y="13256"/>
                    <a:pt x="134" y="13356"/>
                  </a:cubicBezTo>
                  <a:cubicBezTo>
                    <a:pt x="101" y="13523"/>
                    <a:pt x="101" y="13690"/>
                    <a:pt x="68" y="13857"/>
                  </a:cubicBezTo>
                  <a:cubicBezTo>
                    <a:pt x="68" y="13924"/>
                    <a:pt x="68" y="13990"/>
                    <a:pt x="68" y="14024"/>
                  </a:cubicBezTo>
                  <a:cubicBezTo>
                    <a:pt x="34" y="14090"/>
                    <a:pt x="34" y="14157"/>
                    <a:pt x="34" y="14224"/>
                  </a:cubicBezTo>
                  <a:cubicBezTo>
                    <a:pt x="34" y="14424"/>
                    <a:pt x="1" y="14624"/>
                    <a:pt x="1" y="14824"/>
                  </a:cubicBezTo>
                  <a:cubicBezTo>
                    <a:pt x="1" y="15024"/>
                    <a:pt x="1" y="15191"/>
                    <a:pt x="1" y="15391"/>
                  </a:cubicBezTo>
                  <a:cubicBezTo>
                    <a:pt x="1" y="15591"/>
                    <a:pt x="1" y="15792"/>
                    <a:pt x="34" y="16025"/>
                  </a:cubicBezTo>
                  <a:cubicBezTo>
                    <a:pt x="68" y="16359"/>
                    <a:pt x="134" y="16692"/>
                    <a:pt x="201" y="16992"/>
                  </a:cubicBezTo>
                  <a:cubicBezTo>
                    <a:pt x="301" y="17326"/>
                    <a:pt x="401" y="17660"/>
                    <a:pt x="501" y="17960"/>
                  </a:cubicBezTo>
                  <a:cubicBezTo>
                    <a:pt x="568" y="18093"/>
                    <a:pt x="601" y="18227"/>
                    <a:pt x="668" y="18360"/>
                  </a:cubicBezTo>
                  <a:cubicBezTo>
                    <a:pt x="701" y="18460"/>
                    <a:pt x="735" y="18594"/>
                    <a:pt x="801" y="18694"/>
                  </a:cubicBezTo>
                  <a:cubicBezTo>
                    <a:pt x="835" y="18794"/>
                    <a:pt x="901" y="18927"/>
                    <a:pt x="935" y="19061"/>
                  </a:cubicBezTo>
                  <a:cubicBezTo>
                    <a:pt x="1268" y="18927"/>
                    <a:pt x="1569" y="18827"/>
                    <a:pt x="1869" y="18694"/>
                  </a:cubicBezTo>
                  <a:cubicBezTo>
                    <a:pt x="1869" y="18660"/>
                    <a:pt x="1902" y="18660"/>
                    <a:pt x="1902" y="18660"/>
                  </a:cubicBezTo>
                  <a:lnTo>
                    <a:pt x="1902" y="18627"/>
                  </a:lnTo>
                  <a:cubicBezTo>
                    <a:pt x="1802" y="18360"/>
                    <a:pt x="1735" y="18060"/>
                    <a:pt x="1669" y="17760"/>
                  </a:cubicBezTo>
                  <a:cubicBezTo>
                    <a:pt x="1602" y="17593"/>
                    <a:pt x="1569" y="17426"/>
                    <a:pt x="1535" y="17259"/>
                  </a:cubicBezTo>
                  <a:cubicBezTo>
                    <a:pt x="1502" y="17092"/>
                    <a:pt x="1469" y="16926"/>
                    <a:pt x="1435" y="16759"/>
                  </a:cubicBezTo>
                  <a:cubicBezTo>
                    <a:pt x="1435" y="16692"/>
                    <a:pt x="1435" y="16659"/>
                    <a:pt x="1402" y="16592"/>
                  </a:cubicBezTo>
                  <a:lnTo>
                    <a:pt x="1368" y="16259"/>
                  </a:lnTo>
                  <a:cubicBezTo>
                    <a:pt x="1368" y="16192"/>
                    <a:pt x="1368" y="16158"/>
                    <a:pt x="1368" y="16092"/>
                  </a:cubicBezTo>
                  <a:cubicBezTo>
                    <a:pt x="1368" y="15958"/>
                    <a:pt x="1368" y="15858"/>
                    <a:pt x="1335" y="15725"/>
                  </a:cubicBezTo>
                  <a:cubicBezTo>
                    <a:pt x="1335" y="15691"/>
                    <a:pt x="1335" y="15625"/>
                    <a:pt x="1335" y="15591"/>
                  </a:cubicBezTo>
                  <a:cubicBezTo>
                    <a:pt x="1335" y="15458"/>
                    <a:pt x="1335" y="15358"/>
                    <a:pt x="1368" y="15224"/>
                  </a:cubicBezTo>
                  <a:cubicBezTo>
                    <a:pt x="1368" y="14924"/>
                    <a:pt x="1368" y="14591"/>
                    <a:pt x="1402" y="14257"/>
                  </a:cubicBezTo>
                  <a:cubicBezTo>
                    <a:pt x="1435" y="14090"/>
                    <a:pt x="1435" y="13957"/>
                    <a:pt x="1435" y="13823"/>
                  </a:cubicBezTo>
                  <a:lnTo>
                    <a:pt x="1469" y="13457"/>
                  </a:lnTo>
                  <a:cubicBezTo>
                    <a:pt x="1502" y="13356"/>
                    <a:pt x="1502" y="13290"/>
                    <a:pt x="1502" y="13223"/>
                  </a:cubicBezTo>
                  <a:cubicBezTo>
                    <a:pt x="1535" y="13023"/>
                    <a:pt x="1569" y="12856"/>
                    <a:pt x="1602" y="12689"/>
                  </a:cubicBezTo>
                  <a:cubicBezTo>
                    <a:pt x="1635" y="12589"/>
                    <a:pt x="1635" y="12489"/>
                    <a:pt x="1669" y="12389"/>
                  </a:cubicBezTo>
                  <a:cubicBezTo>
                    <a:pt x="1669" y="12356"/>
                    <a:pt x="1669" y="12322"/>
                    <a:pt x="1669" y="12289"/>
                  </a:cubicBezTo>
                  <a:cubicBezTo>
                    <a:pt x="1769" y="11955"/>
                    <a:pt x="1869" y="11589"/>
                    <a:pt x="1936" y="11255"/>
                  </a:cubicBezTo>
                  <a:cubicBezTo>
                    <a:pt x="2036" y="10921"/>
                    <a:pt x="2136" y="10554"/>
                    <a:pt x="2236" y="10221"/>
                  </a:cubicBezTo>
                  <a:lnTo>
                    <a:pt x="2269" y="10087"/>
                  </a:lnTo>
                  <a:cubicBezTo>
                    <a:pt x="2302" y="9954"/>
                    <a:pt x="2336" y="9854"/>
                    <a:pt x="2369" y="9721"/>
                  </a:cubicBezTo>
                  <a:cubicBezTo>
                    <a:pt x="2403" y="9587"/>
                    <a:pt x="2436" y="9454"/>
                    <a:pt x="2469" y="9320"/>
                  </a:cubicBezTo>
                  <a:cubicBezTo>
                    <a:pt x="2536" y="8953"/>
                    <a:pt x="2636" y="8586"/>
                    <a:pt x="2736" y="8219"/>
                  </a:cubicBezTo>
                  <a:lnTo>
                    <a:pt x="2736" y="8219"/>
                  </a:lnTo>
                  <a:cubicBezTo>
                    <a:pt x="2736" y="8286"/>
                    <a:pt x="2736" y="8320"/>
                    <a:pt x="2703" y="8386"/>
                  </a:cubicBezTo>
                  <a:cubicBezTo>
                    <a:pt x="2669" y="8720"/>
                    <a:pt x="2636" y="9053"/>
                    <a:pt x="2569" y="9420"/>
                  </a:cubicBezTo>
                  <a:cubicBezTo>
                    <a:pt x="2536" y="9587"/>
                    <a:pt x="2536" y="9754"/>
                    <a:pt x="2503" y="9921"/>
                  </a:cubicBezTo>
                  <a:cubicBezTo>
                    <a:pt x="2469" y="10054"/>
                    <a:pt x="2469" y="10188"/>
                    <a:pt x="2436" y="10321"/>
                  </a:cubicBezTo>
                  <a:cubicBezTo>
                    <a:pt x="2369" y="10688"/>
                    <a:pt x="2302" y="11021"/>
                    <a:pt x="2236" y="11355"/>
                  </a:cubicBezTo>
                  <a:cubicBezTo>
                    <a:pt x="2169" y="11722"/>
                    <a:pt x="2102" y="12056"/>
                    <a:pt x="2002" y="12422"/>
                  </a:cubicBezTo>
                  <a:cubicBezTo>
                    <a:pt x="1969" y="12689"/>
                    <a:pt x="1936" y="12990"/>
                    <a:pt x="1869" y="13290"/>
                  </a:cubicBezTo>
                  <a:cubicBezTo>
                    <a:pt x="1835" y="13723"/>
                    <a:pt x="1769" y="14157"/>
                    <a:pt x="1702" y="14591"/>
                  </a:cubicBezTo>
                  <a:cubicBezTo>
                    <a:pt x="1702" y="14691"/>
                    <a:pt x="1702" y="14791"/>
                    <a:pt x="1669" y="14891"/>
                  </a:cubicBezTo>
                  <a:lnTo>
                    <a:pt x="1669" y="15091"/>
                  </a:lnTo>
                  <a:cubicBezTo>
                    <a:pt x="1635" y="15191"/>
                    <a:pt x="1635" y="15291"/>
                    <a:pt x="1635" y="15391"/>
                  </a:cubicBezTo>
                  <a:cubicBezTo>
                    <a:pt x="1635" y="15425"/>
                    <a:pt x="1602" y="15491"/>
                    <a:pt x="1602" y="15558"/>
                  </a:cubicBezTo>
                  <a:cubicBezTo>
                    <a:pt x="1602" y="15591"/>
                    <a:pt x="1602" y="15591"/>
                    <a:pt x="1602" y="15625"/>
                  </a:cubicBezTo>
                  <a:cubicBezTo>
                    <a:pt x="1602" y="15792"/>
                    <a:pt x="1602" y="15958"/>
                    <a:pt x="1569" y="16125"/>
                  </a:cubicBezTo>
                  <a:cubicBezTo>
                    <a:pt x="1569" y="16158"/>
                    <a:pt x="1569" y="16192"/>
                    <a:pt x="1569" y="16225"/>
                  </a:cubicBezTo>
                  <a:cubicBezTo>
                    <a:pt x="1569" y="16259"/>
                    <a:pt x="1602" y="16325"/>
                    <a:pt x="1602" y="16359"/>
                  </a:cubicBezTo>
                  <a:cubicBezTo>
                    <a:pt x="1602" y="16459"/>
                    <a:pt x="1602" y="16525"/>
                    <a:pt x="1602" y="16625"/>
                  </a:cubicBezTo>
                  <a:cubicBezTo>
                    <a:pt x="1602" y="16759"/>
                    <a:pt x="1635" y="16926"/>
                    <a:pt x="1669" y="17092"/>
                  </a:cubicBezTo>
                  <a:cubicBezTo>
                    <a:pt x="1669" y="17126"/>
                    <a:pt x="1669" y="17159"/>
                    <a:pt x="1669" y="17193"/>
                  </a:cubicBezTo>
                  <a:cubicBezTo>
                    <a:pt x="1702" y="17293"/>
                    <a:pt x="1702" y="17393"/>
                    <a:pt x="1735" y="17493"/>
                  </a:cubicBezTo>
                  <a:cubicBezTo>
                    <a:pt x="1735" y="17626"/>
                    <a:pt x="1769" y="17760"/>
                    <a:pt x="1802" y="17926"/>
                  </a:cubicBezTo>
                  <a:cubicBezTo>
                    <a:pt x="1835" y="18160"/>
                    <a:pt x="1869" y="18393"/>
                    <a:pt x="1969" y="18627"/>
                  </a:cubicBezTo>
                  <a:cubicBezTo>
                    <a:pt x="2169" y="18527"/>
                    <a:pt x="2403" y="18393"/>
                    <a:pt x="2603" y="18293"/>
                  </a:cubicBezTo>
                  <a:lnTo>
                    <a:pt x="2769" y="18193"/>
                  </a:lnTo>
                  <a:cubicBezTo>
                    <a:pt x="2836" y="18160"/>
                    <a:pt x="2903" y="18127"/>
                    <a:pt x="3003" y="18060"/>
                  </a:cubicBezTo>
                  <a:cubicBezTo>
                    <a:pt x="3003" y="18060"/>
                    <a:pt x="3036" y="18026"/>
                    <a:pt x="3036" y="17993"/>
                  </a:cubicBezTo>
                  <a:cubicBezTo>
                    <a:pt x="3103" y="17826"/>
                    <a:pt x="3136" y="17660"/>
                    <a:pt x="3170" y="17459"/>
                  </a:cubicBezTo>
                  <a:cubicBezTo>
                    <a:pt x="3236" y="17193"/>
                    <a:pt x="3270" y="16926"/>
                    <a:pt x="3337" y="16625"/>
                  </a:cubicBezTo>
                  <a:cubicBezTo>
                    <a:pt x="3403" y="16425"/>
                    <a:pt x="3437" y="16192"/>
                    <a:pt x="3503" y="15992"/>
                  </a:cubicBezTo>
                  <a:cubicBezTo>
                    <a:pt x="3603" y="15558"/>
                    <a:pt x="3703" y="15124"/>
                    <a:pt x="3837" y="14657"/>
                  </a:cubicBezTo>
                  <a:lnTo>
                    <a:pt x="3837" y="14657"/>
                  </a:lnTo>
                  <a:cubicBezTo>
                    <a:pt x="3804" y="14991"/>
                    <a:pt x="3770" y="15358"/>
                    <a:pt x="3737" y="15691"/>
                  </a:cubicBezTo>
                  <a:cubicBezTo>
                    <a:pt x="3703" y="15892"/>
                    <a:pt x="3670" y="16058"/>
                    <a:pt x="3637" y="16259"/>
                  </a:cubicBezTo>
                  <a:cubicBezTo>
                    <a:pt x="3603" y="16492"/>
                    <a:pt x="3537" y="16726"/>
                    <a:pt x="3503" y="16959"/>
                  </a:cubicBezTo>
                  <a:cubicBezTo>
                    <a:pt x="3470" y="17126"/>
                    <a:pt x="3437" y="17259"/>
                    <a:pt x="3403" y="17426"/>
                  </a:cubicBezTo>
                  <a:cubicBezTo>
                    <a:pt x="3370" y="17593"/>
                    <a:pt x="3303" y="17760"/>
                    <a:pt x="3236" y="17926"/>
                  </a:cubicBezTo>
                  <a:cubicBezTo>
                    <a:pt x="3370" y="17860"/>
                    <a:pt x="3503" y="17793"/>
                    <a:pt x="3637" y="17693"/>
                  </a:cubicBezTo>
                  <a:cubicBezTo>
                    <a:pt x="3770" y="17626"/>
                    <a:pt x="3904" y="17526"/>
                    <a:pt x="4004" y="17459"/>
                  </a:cubicBezTo>
                  <a:cubicBezTo>
                    <a:pt x="4204" y="17359"/>
                    <a:pt x="4371" y="17259"/>
                    <a:pt x="4537" y="17159"/>
                  </a:cubicBezTo>
                  <a:cubicBezTo>
                    <a:pt x="4738" y="17026"/>
                    <a:pt x="4938" y="16892"/>
                    <a:pt x="5104" y="16759"/>
                  </a:cubicBezTo>
                  <a:cubicBezTo>
                    <a:pt x="5138" y="16692"/>
                    <a:pt x="5138" y="16625"/>
                    <a:pt x="5171" y="16525"/>
                  </a:cubicBezTo>
                  <a:lnTo>
                    <a:pt x="5171" y="16559"/>
                  </a:lnTo>
                  <a:cubicBezTo>
                    <a:pt x="5205" y="16292"/>
                    <a:pt x="5238" y="16058"/>
                    <a:pt x="5271" y="15825"/>
                  </a:cubicBezTo>
                  <a:cubicBezTo>
                    <a:pt x="5305" y="15758"/>
                    <a:pt x="5305" y="15691"/>
                    <a:pt x="5305" y="15658"/>
                  </a:cubicBezTo>
                  <a:lnTo>
                    <a:pt x="5405" y="15358"/>
                  </a:lnTo>
                  <a:lnTo>
                    <a:pt x="5438" y="15124"/>
                  </a:lnTo>
                  <a:cubicBezTo>
                    <a:pt x="5471" y="15058"/>
                    <a:pt x="5471" y="15024"/>
                    <a:pt x="5505" y="14991"/>
                  </a:cubicBezTo>
                  <a:cubicBezTo>
                    <a:pt x="5538" y="14858"/>
                    <a:pt x="5571" y="14691"/>
                    <a:pt x="5638" y="14557"/>
                  </a:cubicBezTo>
                  <a:cubicBezTo>
                    <a:pt x="5738" y="14257"/>
                    <a:pt x="5872" y="13957"/>
                    <a:pt x="6005" y="13657"/>
                  </a:cubicBezTo>
                  <a:lnTo>
                    <a:pt x="6005" y="13657"/>
                  </a:lnTo>
                  <a:cubicBezTo>
                    <a:pt x="5905" y="13990"/>
                    <a:pt x="5805" y="14290"/>
                    <a:pt x="5738" y="14591"/>
                  </a:cubicBezTo>
                  <a:cubicBezTo>
                    <a:pt x="5672" y="14724"/>
                    <a:pt x="5638" y="14858"/>
                    <a:pt x="5605" y="14991"/>
                  </a:cubicBezTo>
                  <a:cubicBezTo>
                    <a:pt x="5605" y="15024"/>
                    <a:pt x="5571" y="15091"/>
                    <a:pt x="5571" y="15124"/>
                  </a:cubicBezTo>
                  <a:cubicBezTo>
                    <a:pt x="5538" y="15191"/>
                    <a:pt x="5538" y="15258"/>
                    <a:pt x="5538" y="15325"/>
                  </a:cubicBezTo>
                  <a:cubicBezTo>
                    <a:pt x="5505" y="15425"/>
                    <a:pt x="5471" y="15525"/>
                    <a:pt x="5471" y="15625"/>
                  </a:cubicBezTo>
                  <a:cubicBezTo>
                    <a:pt x="5438" y="15658"/>
                    <a:pt x="5438" y="15691"/>
                    <a:pt x="5438" y="15725"/>
                  </a:cubicBezTo>
                  <a:cubicBezTo>
                    <a:pt x="5405" y="15925"/>
                    <a:pt x="5371" y="16092"/>
                    <a:pt x="5338" y="16259"/>
                  </a:cubicBezTo>
                  <a:cubicBezTo>
                    <a:pt x="5305" y="16392"/>
                    <a:pt x="5271" y="16492"/>
                    <a:pt x="5238" y="16625"/>
                  </a:cubicBezTo>
                  <a:cubicBezTo>
                    <a:pt x="5238" y="16659"/>
                    <a:pt x="5238" y="16659"/>
                    <a:pt x="5238" y="16692"/>
                  </a:cubicBezTo>
                  <a:cubicBezTo>
                    <a:pt x="5338" y="16592"/>
                    <a:pt x="5471" y="16525"/>
                    <a:pt x="5571" y="16459"/>
                  </a:cubicBezTo>
                  <a:cubicBezTo>
                    <a:pt x="6139" y="16025"/>
                    <a:pt x="6639" y="15625"/>
                    <a:pt x="7139" y="15224"/>
                  </a:cubicBezTo>
                  <a:cubicBezTo>
                    <a:pt x="7306" y="15091"/>
                    <a:pt x="7473" y="14958"/>
                    <a:pt x="7640" y="14824"/>
                  </a:cubicBezTo>
                  <a:cubicBezTo>
                    <a:pt x="7973" y="14557"/>
                    <a:pt x="8307" y="14257"/>
                    <a:pt x="8640" y="13990"/>
                  </a:cubicBezTo>
                  <a:cubicBezTo>
                    <a:pt x="8974" y="13657"/>
                    <a:pt x="9341" y="13323"/>
                    <a:pt x="9641" y="13023"/>
                  </a:cubicBezTo>
                  <a:cubicBezTo>
                    <a:pt x="9641" y="12956"/>
                    <a:pt x="9674" y="12923"/>
                    <a:pt x="9674" y="12889"/>
                  </a:cubicBezTo>
                  <a:lnTo>
                    <a:pt x="9774" y="12456"/>
                  </a:lnTo>
                  <a:lnTo>
                    <a:pt x="9839" y="12069"/>
                  </a:lnTo>
                  <a:lnTo>
                    <a:pt x="9839" y="12069"/>
                  </a:lnTo>
                  <a:cubicBezTo>
                    <a:pt x="9831" y="12089"/>
                    <a:pt x="9808" y="12089"/>
                    <a:pt x="9808" y="12089"/>
                  </a:cubicBezTo>
                  <a:cubicBezTo>
                    <a:pt x="9841" y="12022"/>
                    <a:pt x="9841" y="11922"/>
                    <a:pt x="9841" y="11855"/>
                  </a:cubicBezTo>
                  <a:cubicBezTo>
                    <a:pt x="9841" y="11822"/>
                    <a:pt x="9841" y="11755"/>
                    <a:pt x="9841" y="11722"/>
                  </a:cubicBezTo>
                  <a:cubicBezTo>
                    <a:pt x="9841" y="11589"/>
                    <a:pt x="9841" y="11455"/>
                    <a:pt x="9841" y="11355"/>
                  </a:cubicBezTo>
                  <a:cubicBezTo>
                    <a:pt x="9841" y="11222"/>
                    <a:pt x="9841" y="11122"/>
                    <a:pt x="9841" y="10988"/>
                  </a:cubicBezTo>
                  <a:cubicBezTo>
                    <a:pt x="9841" y="10888"/>
                    <a:pt x="9841" y="10788"/>
                    <a:pt x="9841" y="10688"/>
                  </a:cubicBezTo>
                  <a:cubicBezTo>
                    <a:pt x="9808" y="10254"/>
                    <a:pt x="9774" y="9787"/>
                    <a:pt x="9774" y="9354"/>
                  </a:cubicBezTo>
                  <a:cubicBezTo>
                    <a:pt x="9741" y="9120"/>
                    <a:pt x="9741" y="8887"/>
                    <a:pt x="9708" y="8653"/>
                  </a:cubicBezTo>
                  <a:cubicBezTo>
                    <a:pt x="9708" y="8420"/>
                    <a:pt x="9708" y="8219"/>
                    <a:pt x="9708" y="7986"/>
                  </a:cubicBezTo>
                  <a:cubicBezTo>
                    <a:pt x="9708" y="7886"/>
                    <a:pt x="9708" y="7786"/>
                    <a:pt x="9708" y="7686"/>
                  </a:cubicBezTo>
                  <a:cubicBezTo>
                    <a:pt x="9741" y="7552"/>
                    <a:pt x="9741" y="7386"/>
                    <a:pt x="9774" y="7252"/>
                  </a:cubicBezTo>
                  <a:cubicBezTo>
                    <a:pt x="9774" y="7152"/>
                    <a:pt x="9808" y="7052"/>
                    <a:pt x="9808" y="6952"/>
                  </a:cubicBezTo>
                  <a:cubicBezTo>
                    <a:pt x="9841" y="6852"/>
                    <a:pt x="9875" y="6718"/>
                    <a:pt x="9875" y="6585"/>
                  </a:cubicBezTo>
                  <a:cubicBezTo>
                    <a:pt x="9908" y="6485"/>
                    <a:pt x="9941" y="6351"/>
                    <a:pt x="9941" y="6251"/>
                  </a:cubicBezTo>
                  <a:cubicBezTo>
                    <a:pt x="9975" y="6151"/>
                    <a:pt x="10008" y="6085"/>
                    <a:pt x="10008" y="5985"/>
                  </a:cubicBezTo>
                  <a:cubicBezTo>
                    <a:pt x="10075" y="5751"/>
                    <a:pt x="10108" y="5551"/>
                    <a:pt x="10175" y="5317"/>
                  </a:cubicBezTo>
                  <a:cubicBezTo>
                    <a:pt x="10208" y="5184"/>
                    <a:pt x="10241" y="5051"/>
                    <a:pt x="10275" y="4917"/>
                  </a:cubicBezTo>
                  <a:cubicBezTo>
                    <a:pt x="10342" y="4750"/>
                    <a:pt x="10375" y="4617"/>
                    <a:pt x="10442" y="4450"/>
                  </a:cubicBezTo>
                  <a:cubicBezTo>
                    <a:pt x="10508" y="4317"/>
                    <a:pt x="10608" y="4217"/>
                    <a:pt x="10675" y="4083"/>
                  </a:cubicBezTo>
                  <a:cubicBezTo>
                    <a:pt x="10809" y="3916"/>
                    <a:pt x="10975" y="3783"/>
                    <a:pt x="11109" y="3616"/>
                  </a:cubicBezTo>
                  <a:cubicBezTo>
                    <a:pt x="11175" y="3516"/>
                    <a:pt x="11276" y="3416"/>
                    <a:pt x="11376" y="3349"/>
                  </a:cubicBezTo>
                  <a:lnTo>
                    <a:pt x="11376" y="3349"/>
                  </a:lnTo>
                  <a:cubicBezTo>
                    <a:pt x="11276" y="3449"/>
                    <a:pt x="11175" y="3583"/>
                    <a:pt x="11109" y="3716"/>
                  </a:cubicBezTo>
                  <a:cubicBezTo>
                    <a:pt x="10942" y="3950"/>
                    <a:pt x="10775" y="4183"/>
                    <a:pt x="10675" y="4417"/>
                  </a:cubicBezTo>
                  <a:cubicBezTo>
                    <a:pt x="10642" y="4517"/>
                    <a:pt x="10608" y="4617"/>
                    <a:pt x="10575" y="4717"/>
                  </a:cubicBezTo>
                  <a:cubicBezTo>
                    <a:pt x="10542" y="4817"/>
                    <a:pt x="10542" y="4917"/>
                    <a:pt x="10508" y="5051"/>
                  </a:cubicBezTo>
                  <a:cubicBezTo>
                    <a:pt x="10475" y="5284"/>
                    <a:pt x="10442" y="5518"/>
                    <a:pt x="10408" y="5784"/>
                  </a:cubicBezTo>
                  <a:cubicBezTo>
                    <a:pt x="10375" y="6051"/>
                    <a:pt x="10342" y="6285"/>
                    <a:pt x="10308" y="6552"/>
                  </a:cubicBezTo>
                  <a:cubicBezTo>
                    <a:pt x="10275" y="6785"/>
                    <a:pt x="10241" y="6985"/>
                    <a:pt x="10208" y="7185"/>
                  </a:cubicBezTo>
                  <a:cubicBezTo>
                    <a:pt x="10208" y="7219"/>
                    <a:pt x="10208" y="7252"/>
                    <a:pt x="10208" y="7285"/>
                  </a:cubicBezTo>
                  <a:cubicBezTo>
                    <a:pt x="10208" y="7386"/>
                    <a:pt x="10208" y="7452"/>
                    <a:pt x="10208" y="7519"/>
                  </a:cubicBezTo>
                  <a:cubicBezTo>
                    <a:pt x="10208" y="7619"/>
                    <a:pt x="10175" y="7719"/>
                    <a:pt x="10175" y="7786"/>
                  </a:cubicBezTo>
                  <a:cubicBezTo>
                    <a:pt x="10175" y="7953"/>
                    <a:pt x="10175" y="8086"/>
                    <a:pt x="10175" y="8219"/>
                  </a:cubicBezTo>
                  <a:cubicBezTo>
                    <a:pt x="10175" y="8320"/>
                    <a:pt x="10208" y="8453"/>
                    <a:pt x="10208" y="8553"/>
                  </a:cubicBezTo>
                  <a:cubicBezTo>
                    <a:pt x="10208" y="8753"/>
                    <a:pt x="10208" y="8953"/>
                    <a:pt x="10208" y="9153"/>
                  </a:cubicBezTo>
                  <a:cubicBezTo>
                    <a:pt x="10241" y="9620"/>
                    <a:pt x="10241" y="10087"/>
                    <a:pt x="10241" y="10521"/>
                  </a:cubicBezTo>
                  <a:cubicBezTo>
                    <a:pt x="10241" y="10788"/>
                    <a:pt x="10208" y="11021"/>
                    <a:pt x="10208" y="11288"/>
                  </a:cubicBezTo>
                  <a:cubicBezTo>
                    <a:pt x="10208" y="11388"/>
                    <a:pt x="10208" y="11488"/>
                    <a:pt x="10175" y="11589"/>
                  </a:cubicBezTo>
                  <a:cubicBezTo>
                    <a:pt x="10175" y="11655"/>
                    <a:pt x="10175" y="11722"/>
                    <a:pt x="10175" y="11789"/>
                  </a:cubicBezTo>
                  <a:cubicBezTo>
                    <a:pt x="10141" y="11822"/>
                    <a:pt x="10141" y="11889"/>
                    <a:pt x="10141" y="11955"/>
                  </a:cubicBezTo>
                  <a:cubicBezTo>
                    <a:pt x="10108" y="12056"/>
                    <a:pt x="10108" y="12156"/>
                    <a:pt x="10075" y="12256"/>
                  </a:cubicBezTo>
                  <a:cubicBezTo>
                    <a:pt x="10041" y="12356"/>
                    <a:pt x="10041" y="12456"/>
                    <a:pt x="10008" y="12556"/>
                  </a:cubicBezTo>
                  <a:lnTo>
                    <a:pt x="9941" y="12723"/>
                  </a:lnTo>
                  <a:cubicBezTo>
                    <a:pt x="10008" y="12689"/>
                    <a:pt x="10075" y="12623"/>
                    <a:pt x="10141" y="12556"/>
                  </a:cubicBezTo>
                  <a:cubicBezTo>
                    <a:pt x="10342" y="12322"/>
                    <a:pt x="10575" y="12089"/>
                    <a:pt x="10775" y="11889"/>
                  </a:cubicBezTo>
                  <a:lnTo>
                    <a:pt x="10975" y="11689"/>
                  </a:lnTo>
                  <a:lnTo>
                    <a:pt x="11009" y="11655"/>
                  </a:lnTo>
                  <a:lnTo>
                    <a:pt x="11309" y="11388"/>
                  </a:lnTo>
                  <a:cubicBezTo>
                    <a:pt x="11376" y="11288"/>
                    <a:pt x="11476" y="11188"/>
                    <a:pt x="11576" y="11122"/>
                  </a:cubicBezTo>
                  <a:cubicBezTo>
                    <a:pt x="11609" y="11055"/>
                    <a:pt x="11676" y="11021"/>
                    <a:pt x="11709" y="10955"/>
                  </a:cubicBezTo>
                  <a:cubicBezTo>
                    <a:pt x="11943" y="10721"/>
                    <a:pt x="12176" y="10488"/>
                    <a:pt x="12410" y="10221"/>
                  </a:cubicBezTo>
                  <a:cubicBezTo>
                    <a:pt x="12610" y="10021"/>
                    <a:pt x="12810" y="9821"/>
                    <a:pt x="13010" y="9620"/>
                  </a:cubicBezTo>
                  <a:lnTo>
                    <a:pt x="13077" y="9520"/>
                  </a:lnTo>
                  <a:lnTo>
                    <a:pt x="13177" y="9454"/>
                  </a:lnTo>
                  <a:cubicBezTo>
                    <a:pt x="13177" y="9387"/>
                    <a:pt x="13177" y="9320"/>
                    <a:pt x="13177" y="9254"/>
                  </a:cubicBezTo>
                  <a:cubicBezTo>
                    <a:pt x="13177" y="9153"/>
                    <a:pt x="13177" y="9020"/>
                    <a:pt x="13177" y="8920"/>
                  </a:cubicBezTo>
                  <a:cubicBezTo>
                    <a:pt x="13177" y="8820"/>
                    <a:pt x="13177" y="8720"/>
                    <a:pt x="13177" y="8653"/>
                  </a:cubicBezTo>
                  <a:cubicBezTo>
                    <a:pt x="13177" y="8520"/>
                    <a:pt x="13177" y="8386"/>
                    <a:pt x="13144" y="8286"/>
                  </a:cubicBezTo>
                  <a:cubicBezTo>
                    <a:pt x="13144" y="8119"/>
                    <a:pt x="13144" y="7986"/>
                    <a:pt x="13110" y="7819"/>
                  </a:cubicBezTo>
                  <a:cubicBezTo>
                    <a:pt x="13110" y="7819"/>
                    <a:pt x="13110" y="7786"/>
                    <a:pt x="13110" y="7786"/>
                  </a:cubicBezTo>
                  <a:cubicBezTo>
                    <a:pt x="13077" y="7586"/>
                    <a:pt x="13077" y="7386"/>
                    <a:pt x="13043" y="7185"/>
                  </a:cubicBezTo>
                  <a:cubicBezTo>
                    <a:pt x="12977" y="6818"/>
                    <a:pt x="12943" y="6418"/>
                    <a:pt x="12943" y="6051"/>
                  </a:cubicBezTo>
                  <a:cubicBezTo>
                    <a:pt x="12910" y="5784"/>
                    <a:pt x="12910" y="5518"/>
                    <a:pt x="12943" y="5251"/>
                  </a:cubicBezTo>
                  <a:cubicBezTo>
                    <a:pt x="12977" y="5084"/>
                    <a:pt x="13010" y="4917"/>
                    <a:pt x="13043" y="4717"/>
                  </a:cubicBezTo>
                  <a:cubicBezTo>
                    <a:pt x="13110" y="4483"/>
                    <a:pt x="13177" y="4217"/>
                    <a:pt x="13244" y="3950"/>
                  </a:cubicBezTo>
                  <a:lnTo>
                    <a:pt x="13244" y="3950"/>
                  </a:lnTo>
                  <a:cubicBezTo>
                    <a:pt x="13177" y="4217"/>
                    <a:pt x="13144" y="4517"/>
                    <a:pt x="13110" y="4784"/>
                  </a:cubicBezTo>
                  <a:cubicBezTo>
                    <a:pt x="13077" y="5017"/>
                    <a:pt x="13043" y="5217"/>
                    <a:pt x="13043" y="5451"/>
                  </a:cubicBezTo>
                  <a:cubicBezTo>
                    <a:pt x="13043" y="5651"/>
                    <a:pt x="13043" y="5884"/>
                    <a:pt x="13077" y="6118"/>
                  </a:cubicBezTo>
                  <a:lnTo>
                    <a:pt x="13077" y="6085"/>
                  </a:lnTo>
                  <a:cubicBezTo>
                    <a:pt x="13077" y="6251"/>
                    <a:pt x="13110" y="6385"/>
                    <a:pt x="13144" y="6552"/>
                  </a:cubicBezTo>
                  <a:cubicBezTo>
                    <a:pt x="13177" y="6818"/>
                    <a:pt x="13244" y="7085"/>
                    <a:pt x="13277" y="7319"/>
                  </a:cubicBezTo>
                  <a:cubicBezTo>
                    <a:pt x="13310" y="7419"/>
                    <a:pt x="13310" y="7519"/>
                    <a:pt x="13344" y="7619"/>
                  </a:cubicBezTo>
                  <a:cubicBezTo>
                    <a:pt x="13377" y="7686"/>
                    <a:pt x="13377" y="7752"/>
                    <a:pt x="13377" y="7819"/>
                  </a:cubicBezTo>
                  <a:cubicBezTo>
                    <a:pt x="13410" y="7953"/>
                    <a:pt x="13410" y="8086"/>
                    <a:pt x="13444" y="8186"/>
                  </a:cubicBezTo>
                  <a:cubicBezTo>
                    <a:pt x="13444" y="8286"/>
                    <a:pt x="13477" y="8353"/>
                    <a:pt x="13477" y="8420"/>
                  </a:cubicBezTo>
                  <a:cubicBezTo>
                    <a:pt x="13477" y="8653"/>
                    <a:pt x="13510" y="8887"/>
                    <a:pt x="13510" y="9120"/>
                  </a:cubicBezTo>
                  <a:lnTo>
                    <a:pt x="13844" y="8753"/>
                  </a:lnTo>
                  <a:cubicBezTo>
                    <a:pt x="14078" y="8520"/>
                    <a:pt x="14278" y="8320"/>
                    <a:pt x="14444" y="8119"/>
                  </a:cubicBezTo>
                  <a:cubicBezTo>
                    <a:pt x="14645" y="7886"/>
                    <a:pt x="14845" y="7686"/>
                    <a:pt x="15012" y="7486"/>
                  </a:cubicBezTo>
                  <a:cubicBezTo>
                    <a:pt x="15012" y="7419"/>
                    <a:pt x="15012" y="7319"/>
                    <a:pt x="15012" y="7252"/>
                  </a:cubicBezTo>
                  <a:cubicBezTo>
                    <a:pt x="15012" y="7152"/>
                    <a:pt x="15012" y="7085"/>
                    <a:pt x="15012" y="7019"/>
                  </a:cubicBezTo>
                  <a:cubicBezTo>
                    <a:pt x="15012" y="6952"/>
                    <a:pt x="15012" y="6885"/>
                    <a:pt x="15012" y="6818"/>
                  </a:cubicBezTo>
                  <a:cubicBezTo>
                    <a:pt x="15012" y="6752"/>
                    <a:pt x="15012" y="6718"/>
                    <a:pt x="14978" y="6652"/>
                  </a:cubicBezTo>
                  <a:cubicBezTo>
                    <a:pt x="14978" y="6552"/>
                    <a:pt x="14978" y="6485"/>
                    <a:pt x="14978" y="6385"/>
                  </a:cubicBezTo>
                  <a:lnTo>
                    <a:pt x="14978" y="6151"/>
                  </a:lnTo>
                  <a:cubicBezTo>
                    <a:pt x="14978" y="6051"/>
                    <a:pt x="14978" y="5918"/>
                    <a:pt x="15012" y="5818"/>
                  </a:cubicBezTo>
                  <a:cubicBezTo>
                    <a:pt x="15012" y="5584"/>
                    <a:pt x="15045" y="5384"/>
                    <a:pt x="15112" y="5184"/>
                  </a:cubicBezTo>
                  <a:cubicBezTo>
                    <a:pt x="15145" y="5051"/>
                    <a:pt x="15178" y="4950"/>
                    <a:pt x="15245" y="4817"/>
                  </a:cubicBezTo>
                  <a:cubicBezTo>
                    <a:pt x="15312" y="4684"/>
                    <a:pt x="15345" y="4517"/>
                    <a:pt x="15412" y="4383"/>
                  </a:cubicBezTo>
                  <a:cubicBezTo>
                    <a:pt x="15479" y="4250"/>
                    <a:pt x="15512" y="4150"/>
                    <a:pt x="15579" y="4016"/>
                  </a:cubicBezTo>
                  <a:cubicBezTo>
                    <a:pt x="15745" y="3716"/>
                    <a:pt x="15879" y="3416"/>
                    <a:pt x="16012" y="3149"/>
                  </a:cubicBezTo>
                  <a:lnTo>
                    <a:pt x="16012" y="3149"/>
                  </a:lnTo>
                  <a:lnTo>
                    <a:pt x="15912" y="3483"/>
                  </a:lnTo>
                  <a:cubicBezTo>
                    <a:pt x="15812" y="3783"/>
                    <a:pt x="15712" y="4050"/>
                    <a:pt x="15612" y="4317"/>
                  </a:cubicBezTo>
                  <a:cubicBezTo>
                    <a:pt x="15579" y="4383"/>
                    <a:pt x="15545" y="4483"/>
                    <a:pt x="15512" y="4550"/>
                  </a:cubicBezTo>
                  <a:cubicBezTo>
                    <a:pt x="15512" y="4617"/>
                    <a:pt x="15479" y="4684"/>
                    <a:pt x="15445" y="4750"/>
                  </a:cubicBezTo>
                  <a:cubicBezTo>
                    <a:pt x="15445" y="4817"/>
                    <a:pt x="15412" y="4917"/>
                    <a:pt x="15378" y="5017"/>
                  </a:cubicBezTo>
                  <a:cubicBezTo>
                    <a:pt x="15312" y="5184"/>
                    <a:pt x="15278" y="5384"/>
                    <a:pt x="15245" y="5584"/>
                  </a:cubicBezTo>
                  <a:cubicBezTo>
                    <a:pt x="15245" y="5684"/>
                    <a:pt x="15212" y="5751"/>
                    <a:pt x="15212" y="5851"/>
                  </a:cubicBezTo>
                  <a:cubicBezTo>
                    <a:pt x="15212" y="5918"/>
                    <a:pt x="15178" y="5985"/>
                    <a:pt x="15178" y="6051"/>
                  </a:cubicBezTo>
                  <a:lnTo>
                    <a:pt x="15178" y="6285"/>
                  </a:lnTo>
                  <a:cubicBezTo>
                    <a:pt x="15178" y="6418"/>
                    <a:pt x="15178" y="6552"/>
                    <a:pt x="15178" y="6685"/>
                  </a:cubicBezTo>
                  <a:cubicBezTo>
                    <a:pt x="15145" y="6885"/>
                    <a:pt x="15145" y="7119"/>
                    <a:pt x="15145" y="7352"/>
                  </a:cubicBezTo>
                  <a:cubicBezTo>
                    <a:pt x="15378" y="7085"/>
                    <a:pt x="15579" y="6818"/>
                    <a:pt x="15812" y="6585"/>
                  </a:cubicBezTo>
                  <a:cubicBezTo>
                    <a:pt x="15879" y="6485"/>
                    <a:pt x="15946" y="6418"/>
                    <a:pt x="16012" y="6318"/>
                  </a:cubicBezTo>
                  <a:cubicBezTo>
                    <a:pt x="16146" y="6185"/>
                    <a:pt x="16279" y="6018"/>
                    <a:pt x="16413" y="5884"/>
                  </a:cubicBezTo>
                  <a:cubicBezTo>
                    <a:pt x="16579" y="5684"/>
                    <a:pt x="16746" y="5484"/>
                    <a:pt x="16946" y="5284"/>
                  </a:cubicBezTo>
                  <a:lnTo>
                    <a:pt x="17080" y="5117"/>
                  </a:lnTo>
                  <a:cubicBezTo>
                    <a:pt x="17313" y="4850"/>
                    <a:pt x="17613" y="4550"/>
                    <a:pt x="17847" y="4250"/>
                  </a:cubicBezTo>
                  <a:cubicBezTo>
                    <a:pt x="18080" y="3983"/>
                    <a:pt x="18247" y="3716"/>
                    <a:pt x="18414" y="3449"/>
                  </a:cubicBezTo>
                  <a:cubicBezTo>
                    <a:pt x="18647" y="3049"/>
                    <a:pt x="18814" y="2682"/>
                    <a:pt x="18881" y="2349"/>
                  </a:cubicBezTo>
                  <a:cubicBezTo>
                    <a:pt x="18948" y="1982"/>
                    <a:pt x="18914" y="1615"/>
                    <a:pt x="18714" y="1314"/>
                  </a:cubicBezTo>
                  <a:cubicBezTo>
                    <a:pt x="18547" y="1014"/>
                    <a:pt x="18247" y="747"/>
                    <a:pt x="17847" y="481"/>
                  </a:cubicBezTo>
                  <a:cubicBezTo>
                    <a:pt x="17647" y="380"/>
                    <a:pt x="17380" y="280"/>
                    <a:pt x="17146" y="214"/>
                  </a:cubicBezTo>
                  <a:cubicBezTo>
                    <a:pt x="16980" y="147"/>
                    <a:pt x="16779" y="114"/>
                    <a:pt x="16613" y="80"/>
                  </a:cubicBezTo>
                  <a:cubicBezTo>
                    <a:pt x="16344" y="31"/>
                    <a:pt x="16058" y="0"/>
                    <a:pt x="157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74" name="Google Shape;874;p57"/>
          <p:cNvSpPr/>
          <p:nvPr/>
        </p:nvSpPr>
        <p:spPr>
          <a:xfrm>
            <a:off x="4306500" y="4302899"/>
            <a:ext cx="824685" cy="655506"/>
          </a:xfrm>
          <a:custGeom>
            <a:avLst/>
            <a:gdLst/>
            <a:ahLst/>
            <a:cxnLst/>
            <a:rect l="l" t="t" r="r" b="b"/>
            <a:pathLst>
              <a:path w="8477" h="6738" extrusionOk="0">
                <a:moveTo>
                  <a:pt x="3135" y="0"/>
                </a:moveTo>
                <a:cubicBezTo>
                  <a:pt x="2788" y="0"/>
                  <a:pt x="2453" y="367"/>
                  <a:pt x="2661" y="782"/>
                </a:cubicBezTo>
                <a:cubicBezTo>
                  <a:pt x="3094" y="1583"/>
                  <a:pt x="3495" y="2350"/>
                  <a:pt x="3928" y="3151"/>
                </a:cubicBezTo>
                <a:cubicBezTo>
                  <a:pt x="2861" y="3751"/>
                  <a:pt x="1760" y="4218"/>
                  <a:pt x="526" y="4585"/>
                </a:cubicBezTo>
                <a:cubicBezTo>
                  <a:pt x="1" y="4739"/>
                  <a:pt x="162" y="5467"/>
                  <a:pt x="640" y="5467"/>
                </a:cubicBezTo>
                <a:cubicBezTo>
                  <a:pt x="678" y="5467"/>
                  <a:pt x="718" y="5462"/>
                  <a:pt x="759" y="5452"/>
                </a:cubicBezTo>
                <a:cubicBezTo>
                  <a:pt x="2027" y="5152"/>
                  <a:pt x="3295" y="4718"/>
                  <a:pt x="4462" y="4151"/>
                </a:cubicBezTo>
                <a:cubicBezTo>
                  <a:pt x="4896" y="4919"/>
                  <a:pt x="5329" y="5686"/>
                  <a:pt x="5763" y="6420"/>
                </a:cubicBezTo>
                <a:cubicBezTo>
                  <a:pt x="5906" y="6645"/>
                  <a:pt x="6112" y="6738"/>
                  <a:pt x="6316" y="6738"/>
                </a:cubicBezTo>
                <a:cubicBezTo>
                  <a:pt x="6778" y="6738"/>
                  <a:pt x="7231" y="6261"/>
                  <a:pt x="6930" y="5752"/>
                </a:cubicBezTo>
                <a:cubicBezTo>
                  <a:pt x="6497" y="4985"/>
                  <a:pt x="6063" y="4251"/>
                  <a:pt x="5596" y="3518"/>
                </a:cubicBezTo>
                <a:cubicBezTo>
                  <a:pt x="6463" y="2984"/>
                  <a:pt x="7297" y="2383"/>
                  <a:pt x="8031" y="1683"/>
                </a:cubicBezTo>
                <a:cubicBezTo>
                  <a:pt x="8476" y="1238"/>
                  <a:pt x="8038" y="629"/>
                  <a:pt x="7555" y="629"/>
                </a:cubicBezTo>
                <a:cubicBezTo>
                  <a:pt x="7422" y="629"/>
                  <a:pt x="7286" y="675"/>
                  <a:pt x="7164" y="782"/>
                </a:cubicBezTo>
                <a:cubicBezTo>
                  <a:pt x="6463" y="1416"/>
                  <a:pt x="5730" y="1983"/>
                  <a:pt x="4996" y="2483"/>
                </a:cubicBezTo>
                <a:cubicBezTo>
                  <a:pt x="4529" y="1750"/>
                  <a:pt x="4028" y="982"/>
                  <a:pt x="3561" y="249"/>
                </a:cubicBezTo>
                <a:cubicBezTo>
                  <a:pt x="3448" y="73"/>
                  <a:pt x="3290" y="0"/>
                  <a:pt x="313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5" name="Google Shape;875;p57"/>
          <p:cNvSpPr/>
          <p:nvPr/>
        </p:nvSpPr>
        <p:spPr>
          <a:xfrm>
            <a:off x="4589700" y="4157320"/>
            <a:ext cx="711202" cy="409656"/>
          </a:xfrm>
          <a:custGeom>
            <a:avLst/>
            <a:gdLst/>
            <a:ahLst/>
            <a:cxnLst/>
            <a:rect l="l" t="t" r="r" b="b"/>
            <a:pathLst>
              <a:path w="8802" h="5070" extrusionOk="0">
                <a:moveTo>
                  <a:pt x="3471" y="1"/>
                </a:moveTo>
                <a:cubicBezTo>
                  <a:pt x="3191" y="1"/>
                  <a:pt x="2911" y="183"/>
                  <a:pt x="2866" y="587"/>
                </a:cubicBezTo>
                <a:cubicBezTo>
                  <a:pt x="2833" y="888"/>
                  <a:pt x="2833" y="1221"/>
                  <a:pt x="2833" y="1521"/>
                </a:cubicBezTo>
                <a:cubicBezTo>
                  <a:pt x="2099" y="1455"/>
                  <a:pt x="1332" y="1388"/>
                  <a:pt x="598" y="1355"/>
                </a:cubicBezTo>
                <a:cubicBezTo>
                  <a:pt x="576" y="1352"/>
                  <a:pt x="556" y="1351"/>
                  <a:pt x="536" y="1351"/>
                </a:cubicBezTo>
                <a:cubicBezTo>
                  <a:pt x="1" y="1351"/>
                  <a:pt x="51" y="2191"/>
                  <a:pt x="598" y="2255"/>
                </a:cubicBezTo>
                <a:cubicBezTo>
                  <a:pt x="1365" y="2355"/>
                  <a:pt x="2166" y="2455"/>
                  <a:pt x="2933" y="2556"/>
                </a:cubicBezTo>
                <a:cubicBezTo>
                  <a:pt x="3066" y="3323"/>
                  <a:pt x="3266" y="4090"/>
                  <a:pt x="3633" y="4824"/>
                </a:cubicBezTo>
                <a:cubicBezTo>
                  <a:pt x="3714" y="4997"/>
                  <a:pt x="3866" y="5070"/>
                  <a:pt x="4023" y="5070"/>
                </a:cubicBezTo>
                <a:cubicBezTo>
                  <a:pt x="4320" y="5070"/>
                  <a:pt x="4632" y="4806"/>
                  <a:pt x="4501" y="4457"/>
                </a:cubicBezTo>
                <a:cubicBezTo>
                  <a:pt x="4267" y="3890"/>
                  <a:pt x="4134" y="3289"/>
                  <a:pt x="4034" y="2689"/>
                </a:cubicBezTo>
                <a:lnTo>
                  <a:pt x="4034" y="2689"/>
                </a:lnTo>
                <a:cubicBezTo>
                  <a:pt x="5401" y="2889"/>
                  <a:pt x="6736" y="3023"/>
                  <a:pt x="8103" y="3156"/>
                </a:cubicBezTo>
                <a:cubicBezTo>
                  <a:pt x="8124" y="3158"/>
                  <a:pt x="8144" y="3159"/>
                  <a:pt x="8163" y="3159"/>
                </a:cubicBezTo>
                <a:cubicBezTo>
                  <a:pt x="8801" y="3159"/>
                  <a:pt x="8751" y="2120"/>
                  <a:pt x="8103" y="2055"/>
                </a:cubicBezTo>
                <a:cubicBezTo>
                  <a:pt x="6736" y="1855"/>
                  <a:pt x="5368" y="1755"/>
                  <a:pt x="4000" y="1622"/>
                </a:cubicBezTo>
                <a:cubicBezTo>
                  <a:pt x="4000" y="1321"/>
                  <a:pt x="4034" y="1054"/>
                  <a:pt x="4067" y="754"/>
                </a:cubicBezTo>
                <a:cubicBezTo>
                  <a:pt x="4159" y="276"/>
                  <a:pt x="3815" y="1"/>
                  <a:pt x="3471" y="1"/>
                </a:cubicBezTo>
                <a:close/>
              </a:path>
            </a:pathLst>
          </a:custGeom>
          <a:solidFill>
            <a:schemeClr val="dk1">
              <a:alpha val="47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6" name="Google Shape;876;p57"/>
          <p:cNvSpPr/>
          <p:nvPr/>
        </p:nvSpPr>
        <p:spPr>
          <a:xfrm>
            <a:off x="5030875" y="4157325"/>
            <a:ext cx="421588" cy="683602"/>
          </a:xfrm>
          <a:custGeom>
            <a:avLst/>
            <a:gdLst/>
            <a:ahLst/>
            <a:cxnLst/>
            <a:rect l="l" t="t" r="r" b="b"/>
            <a:pathLst>
              <a:path w="9841" h="7062" extrusionOk="0">
                <a:moveTo>
                  <a:pt x="6705" y="0"/>
                </a:moveTo>
                <a:cubicBezTo>
                  <a:pt x="6004" y="0"/>
                  <a:pt x="5337" y="34"/>
                  <a:pt x="4637" y="34"/>
                </a:cubicBezTo>
                <a:cubicBezTo>
                  <a:pt x="3903" y="67"/>
                  <a:pt x="3469" y="1168"/>
                  <a:pt x="4236" y="1501"/>
                </a:cubicBezTo>
                <a:cubicBezTo>
                  <a:pt x="4403" y="1601"/>
                  <a:pt x="4570" y="1668"/>
                  <a:pt x="4737" y="1735"/>
                </a:cubicBezTo>
                <a:cubicBezTo>
                  <a:pt x="3736" y="1802"/>
                  <a:pt x="2769" y="1868"/>
                  <a:pt x="1768" y="1935"/>
                </a:cubicBezTo>
                <a:cubicBezTo>
                  <a:pt x="901" y="2002"/>
                  <a:pt x="667" y="3236"/>
                  <a:pt x="1568" y="3469"/>
                </a:cubicBezTo>
                <a:cubicBezTo>
                  <a:pt x="1668" y="3503"/>
                  <a:pt x="1801" y="3536"/>
                  <a:pt x="1901" y="3569"/>
                </a:cubicBezTo>
                <a:cubicBezTo>
                  <a:pt x="1635" y="3569"/>
                  <a:pt x="1334" y="3603"/>
                  <a:pt x="1068" y="3603"/>
                </a:cubicBezTo>
                <a:cubicBezTo>
                  <a:pt x="267" y="3636"/>
                  <a:pt x="0" y="4904"/>
                  <a:pt x="867" y="5071"/>
                </a:cubicBezTo>
                <a:cubicBezTo>
                  <a:pt x="1234" y="5137"/>
                  <a:pt x="1601" y="5204"/>
                  <a:pt x="1968" y="5304"/>
                </a:cubicBezTo>
                <a:cubicBezTo>
                  <a:pt x="1434" y="5371"/>
                  <a:pt x="1301" y="6238"/>
                  <a:pt x="1935" y="6438"/>
                </a:cubicBezTo>
                <a:cubicBezTo>
                  <a:pt x="3188" y="6862"/>
                  <a:pt x="4460" y="7061"/>
                  <a:pt x="5736" y="7061"/>
                </a:cubicBezTo>
                <a:cubicBezTo>
                  <a:pt x="6871" y="7061"/>
                  <a:pt x="8009" y="6903"/>
                  <a:pt x="9140" y="6605"/>
                </a:cubicBezTo>
                <a:cubicBezTo>
                  <a:pt x="9807" y="6472"/>
                  <a:pt x="9840" y="5404"/>
                  <a:pt x="9140" y="5237"/>
                </a:cubicBezTo>
                <a:cubicBezTo>
                  <a:pt x="8573" y="5137"/>
                  <a:pt x="8006" y="5004"/>
                  <a:pt x="7439" y="4870"/>
                </a:cubicBezTo>
                <a:cubicBezTo>
                  <a:pt x="8106" y="4670"/>
                  <a:pt x="8206" y="3603"/>
                  <a:pt x="7439" y="3403"/>
                </a:cubicBezTo>
                <a:cubicBezTo>
                  <a:pt x="7172" y="3336"/>
                  <a:pt x="6905" y="3269"/>
                  <a:pt x="6638" y="3203"/>
                </a:cubicBezTo>
                <a:lnTo>
                  <a:pt x="7906" y="3136"/>
                </a:lnTo>
                <a:cubicBezTo>
                  <a:pt x="8606" y="3069"/>
                  <a:pt x="9073" y="2002"/>
                  <a:pt x="8306" y="1668"/>
                </a:cubicBezTo>
                <a:cubicBezTo>
                  <a:pt x="7972" y="1501"/>
                  <a:pt x="7639" y="1335"/>
                  <a:pt x="7272" y="1168"/>
                </a:cubicBezTo>
                <a:cubicBezTo>
                  <a:pt x="7572" y="734"/>
                  <a:pt x="7405" y="0"/>
                  <a:pt x="67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77" name="Google Shape;877;p57"/>
          <p:cNvGrpSpPr/>
          <p:nvPr/>
        </p:nvGrpSpPr>
        <p:grpSpPr>
          <a:xfrm rot="3114988">
            <a:off x="8276227" y="2879595"/>
            <a:ext cx="135198" cy="1125268"/>
            <a:chOff x="8204550" y="2176638"/>
            <a:chExt cx="135201" cy="1125286"/>
          </a:xfrm>
        </p:grpSpPr>
        <p:sp>
          <p:nvSpPr>
            <p:cNvPr id="878" name="Google Shape;878;p57"/>
            <p:cNvSpPr/>
            <p:nvPr/>
          </p:nvSpPr>
          <p:spPr>
            <a:xfrm>
              <a:off x="8204550" y="2176638"/>
              <a:ext cx="41725" cy="1125286"/>
            </a:xfrm>
            <a:custGeom>
              <a:avLst/>
              <a:gdLst/>
              <a:ahLst/>
              <a:cxnLst/>
              <a:rect l="l" t="t" r="r" b="b"/>
              <a:pathLst>
                <a:path w="1669" h="10886" extrusionOk="0">
                  <a:moveTo>
                    <a:pt x="560" y="1"/>
                  </a:moveTo>
                  <a:cubicBezTo>
                    <a:pt x="291" y="1"/>
                    <a:pt x="0" y="182"/>
                    <a:pt x="0" y="499"/>
                  </a:cubicBezTo>
                  <a:cubicBezTo>
                    <a:pt x="34" y="3834"/>
                    <a:pt x="401" y="7304"/>
                    <a:pt x="901" y="10606"/>
                  </a:cubicBezTo>
                  <a:cubicBezTo>
                    <a:pt x="931" y="10798"/>
                    <a:pt x="1085" y="10885"/>
                    <a:pt x="1247" y="10885"/>
                  </a:cubicBezTo>
                  <a:cubicBezTo>
                    <a:pt x="1451" y="10885"/>
                    <a:pt x="1668" y="10747"/>
                    <a:pt x="1668" y="10506"/>
                  </a:cubicBezTo>
                  <a:cubicBezTo>
                    <a:pt x="1668" y="7170"/>
                    <a:pt x="1468" y="3668"/>
                    <a:pt x="1001" y="365"/>
                  </a:cubicBezTo>
                  <a:cubicBezTo>
                    <a:pt x="972" y="115"/>
                    <a:pt x="773" y="1"/>
                    <a:pt x="560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57"/>
            <p:cNvSpPr/>
            <p:nvPr/>
          </p:nvSpPr>
          <p:spPr>
            <a:xfrm>
              <a:off x="8264275" y="2306159"/>
              <a:ext cx="38375" cy="934982"/>
            </a:xfrm>
            <a:custGeom>
              <a:avLst/>
              <a:gdLst/>
              <a:ahLst/>
              <a:cxnLst/>
              <a:rect l="l" t="t" r="r" b="b"/>
              <a:pathLst>
                <a:path w="1535" h="9045" extrusionOk="0">
                  <a:moveTo>
                    <a:pt x="759" y="0"/>
                  </a:moveTo>
                  <a:cubicBezTo>
                    <a:pt x="512" y="0"/>
                    <a:pt x="267" y="167"/>
                    <a:pt x="234" y="513"/>
                  </a:cubicBezTo>
                  <a:cubicBezTo>
                    <a:pt x="1" y="3148"/>
                    <a:pt x="201" y="5984"/>
                    <a:pt x="334" y="8619"/>
                  </a:cubicBezTo>
                  <a:cubicBezTo>
                    <a:pt x="351" y="8903"/>
                    <a:pt x="559" y="9044"/>
                    <a:pt x="768" y="9044"/>
                  </a:cubicBezTo>
                  <a:cubicBezTo>
                    <a:pt x="976" y="9044"/>
                    <a:pt x="1185" y="8903"/>
                    <a:pt x="1201" y="8619"/>
                  </a:cubicBezTo>
                  <a:cubicBezTo>
                    <a:pt x="1335" y="5984"/>
                    <a:pt x="1535" y="3148"/>
                    <a:pt x="1301" y="513"/>
                  </a:cubicBezTo>
                  <a:cubicBezTo>
                    <a:pt x="1268" y="176"/>
                    <a:pt x="1012" y="0"/>
                    <a:pt x="75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57"/>
            <p:cNvSpPr/>
            <p:nvPr/>
          </p:nvSpPr>
          <p:spPr>
            <a:xfrm>
              <a:off x="8320650" y="2229999"/>
              <a:ext cx="19101" cy="946432"/>
            </a:xfrm>
            <a:custGeom>
              <a:avLst/>
              <a:gdLst/>
              <a:ahLst/>
              <a:cxnLst/>
              <a:rect l="l" t="t" r="r" b="b"/>
              <a:pathLst>
                <a:path w="1186" h="7856" extrusionOk="0">
                  <a:moveTo>
                    <a:pt x="597" y="0"/>
                  </a:moveTo>
                  <a:cubicBezTo>
                    <a:pt x="301" y="0"/>
                    <a:pt x="1" y="184"/>
                    <a:pt x="1" y="551"/>
                  </a:cubicBezTo>
                  <a:cubicBezTo>
                    <a:pt x="34" y="2852"/>
                    <a:pt x="68" y="5154"/>
                    <a:pt x="168" y="7456"/>
                  </a:cubicBezTo>
                  <a:cubicBezTo>
                    <a:pt x="184" y="7722"/>
                    <a:pt x="385" y="7856"/>
                    <a:pt x="585" y="7856"/>
                  </a:cubicBezTo>
                  <a:cubicBezTo>
                    <a:pt x="785" y="7856"/>
                    <a:pt x="985" y="7722"/>
                    <a:pt x="1002" y="7456"/>
                  </a:cubicBezTo>
                  <a:cubicBezTo>
                    <a:pt x="1135" y="5154"/>
                    <a:pt x="1135" y="2852"/>
                    <a:pt x="1168" y="551"/>
                  </a:cubicBezTo>
                  <a:cubicBezTo>
                    <a:pt x="1185" y="184"/>
                    <a:pt x="893" y="0"/>
                    <a:pt x="597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1" name="Google Shape;881;p57"/>
          <p:cNvSpPr/>
          <p:nvPr/>
        </p:nvSpPr>
        <p:spPr>
          <a:xfrm rot="6791135" flipH="1">
            <a:off x="370388" y="411071"/>
            <a:ext cx="992898" cy="1076756"/>
          </a:xfrm>
          <a:custGeom>
            <a:avLst/>
            <a:gdLst/>
            <a:ahLst/>
            <a:cxnLst/>
            <a:rect l="l" t="t" r="r" b="b"/>
            <a:pathLst>
              <a:path w="34351" h="29981" extrusionOk="0">
                <a:moveTo>
                  <a:pt x="24183" y="0"/>
                </a:moveTo>
                <a:lnTo>
                  <a:pt x="1" y="20253"/>
                </a:lnTo>
                <a:cubicBezTo>
                  <a:pt x="1" y="20253"/>
                  <a:pt x="1" y="21217"/>
                  <a:pt x="1061" y="22694"/>
                </a:cubicBezTo>
                <a:cubicBezTo>
                  <a:pt x="2692" y="24980"/>
                  <a:pt x="2144" y="25122"/>
                  <a:pt x="2978" y="26218"/>
                </a:cubicBezTo>
                <a:cubicBezTo>
                  <a:pt x="4240" y="27885"/>
                  <a:pt x="4347" y="28849"/>
                  <a:pt x="5061" y="29980"/>
                </a:cubicBezTo>
                <a:lnTo>
                  <a:pt x="34351" y="5453"/>
                </a:lnTo>
                <a:cubicBezTo>
                  <a:pt x="34351" y="5453"/>
                  <a:pt x="33005" y="4001"/>
                  <a:pt x="31779" y="3822"/>
                </a:cubicBezTo>
                <a:cubicBezTo>
                  <a:pt x="30552" y="3644"/>
                  <a:pt x="29136" y="3084"/>
                  <a:pt x="28397" y="2346"/>
                </a:cubicBezTo>
                <a:cubicBezTo>
                  <a:pt x="27647" y="1584"/>
                  <a:pt x="26480" y="1024"/>
                  <a:pt x="25778" y="750"/>
                </a:cubicBezTo>
                <a:cubicBezTo>
                  <a:pt x="25064" y="476"/>
                  <a:pt x="24183" y="0"/>
                  <a:pt x="2418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8_1">
    <p:spTree>
      <p:nvGrpSpPr>
        <p:cNvPr id="1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58"/>
          <p:cNvSpPr/>
          <p:nvPr/>
        </p:nvSpPr>
        <p:spPr>
          <a:xfrm>
            <a:off x="-24325" y="0"/>
            <a:ext cx="9144000" cy="5143500"/>
          </a:xfrm>
          <a:prstGeom prst="rect">
            <a:avLst/>
          </a:prstGeom>
          <a:solidFill>
            <a:srgbClr val="FF3A94">
              <a:alpha val="3258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84" name="Google Shape;884;p58"/>
          <p:cNvGrpSpPr/>
          <p:nvPr/>
        </p:nvGrpSpPr>
        <p:grpSpPr>
          <a:xfrm rot="-1226464">
            <a:off x="587485" y="638840"/>
            <a:ext cx="1673064" cy="1577667"/>
            <a:chOff x="1606325" y="426575"/>
            <a:chExt cx="1147500" cy="1081975"/>
          </a:xfrm>
        </p:grpSpPr>
        <p:sp>
          <p:nvSpPr>
            <p:cNvPr id="885" name="Google Shape;885;p58"/>
            <p:cNvSpPr/>
            <p:nvPr/>
          </p:nvSpPr>
          <p:spPr>
            <a:xfrm>
              <a:off x="2100850" y="4265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58"/>
            <p:cNvSpPr/>
            <p:nvPr/>
          </p:nvSpPr>
          <p:spPr>
            <a:xfrm>
              <a:off x="2101675" y="4265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lnTo>
                    <a:pt x="0" y="1"/>
                  </a:ln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58"/>
            <p:cNvSpPr/>
            <p:nvPr/>
          </p:nvSpPr>
          <p:spPr>
            <a:xfrm>
              <a:off x="1606325" y="890250"/>
              <a:ext cx="35050" cy="57550"/>
            </a:xfrm>
            <a:custGeom>
              <a:avLst/>
              <a:gdLst/>
              <a:ahLst/>
              <a:cxnLst/>
              <a:rect l="l" t="t" r="r" b="b"/>
              <a:pathLst>
                <a:path w="1402" h="2302" extrusionOk="0">
                  <a:moveTo>
                    <a:pt x="567" y="0"/>
                  </a:moveTo>
                  <a:lnTo>
                    <a:pt x="567" y="34"/>
                  </a:lnTo>
                  <a:cubicBezTo>
                    <a:pt x="267" y="301"/>
                    <a:pt x="0" y="768"/>
                    <a:pt x="200" y="1235"/>
                  </a:cubicBezTo>
                  <a:cubicBezTo>
                    <a:pt x="267" y="1401"/>
                    <a:pt x="334" y="1468"/>
                    <a:pt x="467" y="1568"/>
                  </a:cubicBezTo>
                  <a:cubicBezTo>
                    <a:pt x="501" y="1601"/>
                    <a:pt x="501" y="1601"/>
                    <a:pt x="501" y="1601"/>
                  </a:cubicBezTo>
                  <a:cubicBezTo>
                    <a:pt x="801" y="1835"/>
                    <a:pt x="1101" y="2068"/>
                    <a:pt x="1401" y="2302"/>
                  </a:cubicBezTo>
                  <a:cubicBezTo>
                    <a:pt x="1368" y="2235"/>
                    <a:pt x="1335" y="2169"/>
                    <a:pt x="1335" y="2068"/>
                  </a:cubicBezTo>
                  <a:cubicBezTo>
                    <a:pt x="1234" y="1902"/>
                    <a:pt x="1168" y="1735"/>
                    <a:pt x="1101" y="1535"/>
                  </a:cubicBezTo>
                  <a:cubicBezTo>
                    <a:pt x="1001" y="1301"/>
                    <a:pt x="934" y="1068"/>
                    <a:pt x="834" y="834"/>
                  </a:cubicBezTo>
                  <a:cubicBezTo>
                    <a:pt x="767" y="601"/>
                    <a:pt x="701" y="401"/>
                    <a:pt x="634" y="200"/>
                  </a:cubicBezTo>
                  <a:cubicBezTo>
                    <a:pt x="634" y="134"/>
                    <a:pt x="601" y="67"/>
                    <a:pt x="5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58"/>
            <p:cNvSpPr/>
            <p:nvPr/>
          </p:nvSpPr>
          <p:spPr>
            <a:xfrm>
              <a:off x="1623000" y="872725"/>
              <a:ext cx="47550" cy="95925"/>
            </a:xfrm>
            <a:custGeom>
              <a:avLst/>
              <a:gdLst/>
              <a:ahLst/>
              <a:cxnLst/>
              <a:rect l="l" t="t" r="r" b="b"/>
              <a:pathLst>
                <a:path w="1902" h="3837" extrusionOk="0">
                  <a:moveTo>
                    <a:pt x="901" y="1"/>
                  </a:moveTo>
                  <a:cubicBezTo>
                    <a:pt x="834" y="34"/>
                    <a:pt x="768" y="68"/>
                    <a:pt x="701" y="101"/>
                  </a:cubicBezTo>
                  <a:lnTo>
                    <a:pt x="634" y="168"/>
                  </a:lnTo>
                  <a:cubicBezTo>
                    <a:pt x="467" y="268"/>
                    <a:pt x="267" y="401"/>
                    <a:pt x="134" y="535"/>
                  </a:cubicBezTo>
                  <a:cubicBezTo>
                    <a:pt x="67" y="568"/>
                    <a:pt x="34" y="601"/>
                    <a:pt x="0" y="635"/>
                  </a:cubicBezTo>
                  <a:cubicBezTo>
                    <a:pt x="34" y="701"/>
                    <a:pt x="34" y="768"/>
                    <a:pt x="67" y="801"/>
                  </a:cubicBezTo>
                  <a:cubicBezTo>
                    <a:pt x="167" y="1002"/>
                    <a:pt x="234" y="1235"/>
                    <a:pt x="334" y="1435"/>
                  </a:cubicBezTo>
                  <a:lnTo>
                    <a:pt x="567" y="2036"/>
                  </a:lnTo>
                  <a:cubicBezTo>
                    <a:pt x="634" y="2236"/>
                    <a:pt x="734" y="2403"/>
                    <a:pt x="801" y="2603"/>
                  </a:cubicBezTo>
                  <a:cubicBezTo>
                    <a:pt x="834" y="2803"/>
                    <a:pt x="901" y="2970"/>
                    <a:pt x="968" y="3136"/>
                  </a:cubicBezTo>
                  <a:cubicBezTo>
                    <a:pt x="1268" y="3370"/>
                    <a:pt x="1568" y="3603"/>
                    <a:pt x="1902" y="3837"/>
                  </a:cubicBezTo>
                  <a:cubicBezTo>
                    <a:pt x="1868" y="3737"/>
                    <a:pt x="1868" y="3637"/>
                    <a:pt x="1835" y="3537"/>
                  </a:cubicBezTo>
                  <a:cubicBezTo>
                    <a:pt x="1768" y="3236"/>
                    <a:pt x="1735" y="2936"/>
                    <a:pt x="1702" y="2636"/>
                  </a:cubicBezTo>
                  <a:cubicBezTo>
                    <a:pt x="1702" y="2369"/>
                    <a:pt x="1702" y="2069"/>
                    <a:pt x="1668" y="1802"/>
                  </a:cubicBezTo>
                  <a:cubicBezTo>
                    <a:pt x="1635" y="1502"/>
                    <a:pt x="1568" y="1202"/>
                    <a:pt x="1468" y="935"/>
                  </a:cubicBezTo>
                  <a:cubicBezTo>
                    <a:pt x="1368" y="701"/>
                    <a:pt x="1268" y="468"/>
                    <a:pt x="1135" y="268"/>
                  </a:cubicBezTo>
                  <a:cubicBezTo>
                    <a:pt x="1068" y="168"/>
                    <a:pt x="968" y="68"/>
                    <a:pt x="9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58"/>
            <p:cNvSpPr/>
            <p:nvPr/>
          </p:nvSpPr>
          <p:spPr>
            <a:xfrm>
              <a:off x="1994100" y="9578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58"/>
            <p:cNvSpPr/>
            <p:nvPr/>
          </p:nvSpPr>
          <p:spPr>
            <a:xfrm>
              <a:off x="2017450" y="9819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58"/>
            <p:cNvSpPr/>
            <p:nvPr/>
          </p:nvSpPr>
          <p:spPr>
            <a:xfrm>
              <a:off x="1651350" y="641725"/>
              <a:ext cx="1019075" cy="419050"/>
            </a:xfrm>
            <a:custGeom>
              <a:avLst/>
              <a:gdLst/>
              <a:ahLst/>
              <a:cxnLst/>
              <a:rect l="l" t="t" r="r" b="b"/>
              <a:pathLst>
                <a:path w="40763" h="16762" extrusionOk="0">
                  <a:moveTo>
                    <a:pt x="33925" y="11876"/>
                  </a:moveTo>
                  <a:lnTo>
                    <a:pt x="33925" y="11876"/>
                  </a:lnTo>
                  <a:cubicBezTo>
                    <a:pt x="33924" y="11880"/>
                    <a:pt x="33923" y="11885"/>
                    <a:pt x="33922" y="11889"/>
                  </a:cubicBezTo>
                  <a:lnTo>
                    <a:pt x="33922" y="11889"/>
                  </a:lnTo>
                  <a:cubicBezTo>
                    <a:pt x="33925" y="11882"/>
                    <a:pt x="33925" y="11876"/>
                    <a:pt x="33925" y="11876"/>
                  </a:cubicBezTo>
                  <a:close/>
                  <a:moveTo>
                    <a:pt x="4856" y="15772"/>
                  </a:moveTo>
                  <a:cubicBezTo>
                    <a:pt x="4865" y="15785"/>
                    <a:pt x="4871" y="15799"/>
                    <a:pt x="4871" y="15812"/>
                  </a:cubicBezTo>
                  <a:cubicBezTo>
                    <a:pt x="4871" y="15812"/>
                    <a:pt x="4871" y="15812"/>
                    <a:pt x="4871" y="15779"/>
                  </a:cubicBezTo>
                  <a:cubicBezTo>
                    <a:pt x="4866" y="15776"/>
                    <a:pt x="4861" y="15774"/>
                    <a:pt x="4856" y="15772"/>
                  </a:cubicBezTo>
                  <a:close/>
                  <a:moveTo>
                    <a:pt x="9974" y="13410"/>
                  </a:moveTo>
                  <a:lnTo>
                    <a:pt x="9974" y="13410"/>
                  </a:lnTo>
                  <a:cubicBezTo>
                    <a:pt x="10074" y="13711"/>
                    <a:pt x="10208" y="14011"/>
                    <a:pt x="10341" y="14344"/>
                  </a:cubicBezTo>
                  <a:cubicBezTo>
                    <a:pt x="10475" y="14578"/>
                    <a:pt x="10575" y="14845"/>
                    <a:pt x="10708" y="15112"/>
                  </a:cubicBezTo>
                  <a:cubicBezTo>
                    <a:pt x="10875" y="15512"/>
                    <a:pt x="11075" y="15879"/>
                    <a:pt x="11309" y="16246"/>
                  </a:cubicBezTo>
                  <a:cubicBezTo>
                    <a:pt x="11142" y="16079"/>
                    <a:pt x="11008" y="15912"/>
                    <a:pt x="10875" y="15712"/>
                  </a:cubicBezTo>
                  <a:cubicBezTo>
                    <a:pt x="10742" y="15545"/>
                    <a:pt x="10641" y="15379"/>
                    <a:pt x="10541" y="15178"/>
                  </a:cubicBezTo>
                  <a:cubicBezTo>
                    <a:pt x="10408" y="14945"/>
                    <a:pt x="10308" y="14678"/>
                    <a:pt x="10208" y="14378"/>
                  </a:cubicBezTo>
                  <a:cubicBezTo>
                    <a:pt x="10108" y="14078"/>
                    <a:pt x="10041" y="13744"/>
                    <a:pt x="9974" y="13410"/>
                  </a:cubicBezTo>
                  <a:close/>
                  <a:moveTo>
                    <a:pt x="23384" y="1"/>
                  </a:moveTo>
                  <a:cubicBezTo>
                    <a:pt x="22884" y="34"/>
                    <a:pt x="22483" y="68"/>
                    <a:pt x="22116" y="134"/>
                  </a:cubicBezTo>
                  <a:cubicBezTo>
                    <a:pt x="21616" y="201"/>
                    <a:pt x="21082" y="401"/>
                    <a:pt x="20515" y="701"/>
                  </a:cubicBezTo>
                  <a:cubicBezTo>
                    <a:pt x="20382" y="768"/>
                    <a:pt x="20248" y="835"/>
                    <a:pt x="20115" y="935"/>
                  </a:cubicBezTo>
                  <a:cubicBezTo>
                    <a:pt x="20182" y="1068"/>
                    <a:pt x="20248" y="1202"/>
                    <a:pt x="20315" y="1302"/>
                  </a:cubicBezTo>
                  <a:cubicBezTo>
                    <a:pt x="20415" y="1435"/>
                    <a:pt x="20482" y="1602"/>
                    <a:pt x="20582" y="1735"/>
                  </a:cubicBezTo>
                  <a:cubicBezTo>
                    <a:pt x="20582" y="1761"/>
                    <a:pt x="20582" y="1767"/>
                    <a:pt x="20596" y="1783"/>
                  </a:cubicBezTo>
                  <a:lnTo>
                    <a:pt x="20596" y="1783"/>
                  </a:lnTo>
                  <a:cubicBezTo>
                    <a:pt x="20496" y="1732"/>
                    <a:pt x="20439" y="1621"/>
                    <a:pt x="20382" y="1535"/>
                  </a:cubicBezTo>
                  <a:cubicBezTo>
                    <a:pt x="20348" y="1502"/>
                    <a:pt x="20315" y="1435"/>
                    <a:pt x="20282" y="1402"/>
                  </a:cubicBezTo>
                  <a:cubicBezTo>
                    <a:pt x="20182" y="1302"/>
                    <a:pt x="20115" y="1168"/>
                    <a:pt x="20048" y="1035"/>
                  </a:cubicBezTo>
                  <a:cubicBezTo>
                    <a:pt x="20015" y="1035"/>
                    <a:pt x="20015" y="1002"/>
                    <a:pt x="20015" y="1002"/>
                  </a:cubicBezTo>
                  <a:lnTo>
                    <a:pt x="19848" y="1068"/>
                  </a:lnTo>
                  <a:cubicBezTo>
                    <a:pt x="19581" y="1235"/>
                    <a:pt x="19348" y="1435"/>
                    <a:pt x="19114" y="1602"/>
                  </a:cubicBezTo>
                  <a:lnTo>
                    <a:pt x="19081" y="1602"/>
                  </a:lnTo>
                  <a:lnTo>
                    <a:pt x="19114" y="1569"/>
                  </a:lnTo>
                  <a:lnTo>
                    <a:pt x="19047" y="1635"/>
                  </a:lnTo>
                  <a:cubicBezTo>
                    <a:pt x="19081" y="1769"/>
                    <a:pt x="19148" y="1902"/>
                    <a:pt x="19248" y="2036"/>
                  </a:cubicBezTo>
                  <a:lnTo>
                    <a:pt x="19214" y="2036"/>
                  </a:lnTo>
                  <a:cubicBezTo>
                    <a:pt x="19114" y="1936"/>
                    <a:pt x="19047" y="1836"/>
                    <a:pt x="18947" y="1702"/>
                  </a:cubicBezTo>
                  <a:cubicBezTo>
                    <a:pt x="18881" y="1769"/>
                    <a:pt x="18781" y="1802"/>
                    <a:pt x="18714" y="1869"/>
                  </a:cubicBezTo>
                  <a:lnTo>
                    <a:pt x="18681" y="1902"/>
                  </a:lnTo>
                  <a:cubicBezTo>
                    <a:pt x="18380" y="2136"/>
                    <a:pt x="17947" y="2403"/>
                    <a:pt x="17513" y="2603"/>
                  </a:cubicBezTo>
                  <a:cubicBezTo>
                    <a:pt x="17413" y="2636"/>
                    <a:pt x="17313" y="2636"/>
                    <a:pt x="17213" y="2669"/>
                  </a:cubicBezTo>
                  <a:cubicBezTo>
                    <a:pt x="17046" y="2669"/>
                    <a:pt x="16846" y="2669"/>
                    <a:pt x="16646" y="2636"/>
                  </a:cubicBezTo>
                  <a:cubicBezTo>
                    <a:pt x="16512" y="2603"/>
                    <a:pt x="16379" y="2603"/>
                    <a:pt x="16279" y="2569"/>
                  </a:cubicBezTo>
                  <a:cubicBezTo>
                    <a:pt x="16145" y="2536"/>
                    <a:pt x="16012" y="2503"/>
                    <a:pt x="15879" y="2503"/>
                  </a:cubicBezTo>
                  <a:cubicBezTo>
                    <a:pt x="15678" y="2436"/>
                    <a:pt x="15478" y="2403"/>
                    <a:pt x="15278" y="2369"/>
                  </a:cubicBezTo>
                  <a:lnTo>
                    <a:pt x="15278" y="2369"/>
                  </a:lnTo>
                  <a:cubicBezTo>
                    <a:pt x="15311" y="2503"/>
                    <a:pt x="15345" y="2636"/>
                    <a:pt x="15345" y="2770"/>
                  </a:cubicBezTo>
                  <a:cubicBezTo>
                    <a:pt x="15378" y="3003"/>
                    <a:pt x="15412" y="3237"/>
                    <a:pt x="15445" y="3470"/>
                  </a:cubicBezTo>
                  <a:cubicBezTo>
                    <a:pt x="15378" y="3237"/>
                    <a:pt x="15345" y="3003"/>
                    <a:pt x="15311" y="2803"/>
                  </a:cubicBezTo>
                  <a:cubicBezTo>
                    <a:pt x="15278" y="2669"/>
                    <a:pt x="15278" y="2503"/>
                    <a:pt x="15245" y="2369"/>
                  </a:cubicBezTo>
                  <a:cubicBezTo>
                    <a:pt x="15045" y="2336"/>
                    <a:pt x="14844" y="2336"/>
                    <a:pt x="14678" y="2303"/>
                  </a:cubicBezTo>
                  <a:cubicBezTo>
                    <a:pt x="14311" y="2269"/>
                    <a:pt x="14011" y="2236"/>
                    <a:pt x="13744" y="2236"/>
                  </a:cubicBezTo>
                  <a:cubicBezTo>
                    <a:pt x="13277" y="2236"/>
                    <a:pt x="12843" y="2269"/>
                    <a:pt x="12476" y="2303"/>
                  </a:cubicBezTo>
                  <a:cubicBezTo>
                    <a:pt x="12109" y="2336"/>
                    <a:pt x="11776" y="2403"/>
                    <a:pt x="11475" y="2469"/>
                  </a:cubicBezTo>
                  <a:cubicBezTo>
                    <a:pt x="11409" y="2503"/>
                    <a:pt x="11342" y="2503"/>
                    <a:pt x="11275" y="2536"/>
                  </a:cubicBezTo>
                  <a:lnTo>
                    <a:pt x="11375" y="2669"/>
                  </a:lnTo>
                  <a:cubicBezTo>
                    <a:pt x="11442" y="2803"/>
                    <a:pt x="11475" y="2936"/>
                    <a:pt x="11509" y="3070"/>
                  </a:cubicBezTo>
                  <a:cubicBezTo>
                    <a:pt x="11509" y="3136"/>
                    <a:pt x="11509" y="3203"/>
                    <a:pt x="11509" y="3270"/>
                  </a:cubicBezTo>
                  <a:cubicBezTo>
                    <a:pt x="11509" y="3403"/>
                    <a:pt x="11542" y="3503"/>
                    <a:pt x="11542" y="3603"/>
                  </a:cubicBezTo>
                  <a:cubicBezTo>
                    <a:pt x="11542" y="3737"/>
                    <a:pt x="11509" y="3837"/>
                    <a:pt x="11509" y="3937"/>
                  </a:cubicBezTo>
                  <a:cubicBezTo>
                    <a:pt x="11509" y="4070"/>
                    <a:pt x="11509" y="4204"/>
                    <a:pt x="11509" y="4304"/>
                  </a:cubicBezTo>
                  <a:cubicBezTo>
                    <a:pt x="11542" y="4504"/>
                    <a:pt x="11542" y="4704"/>
                    <a:pt x="11575" y="4904"/>
                  </a:cubicBezTo>
                  <a:cubicBezTo>
                    <a:pt x="11575" y="5004"/>
                    <a:pt x="11575" y="5105"/>
                    <a:pt x="11609" y="5205"/>
                  </a:cubicBezTo>
                  <a:cubicBezTo>
                    <a:pt x="11609" y="5271"/>
                    <a:pt x="11609" y="5371"/>
                    <a:pt x="11642" y="5438"/>
                  </a:cubicBezTo>
                  <a:cubicBezTo>
                    <a:pt x="11642" y="5605"/>
                    <a:pt x="11676" y="5772"/>
                    <a:pt x="11709" y="5938"/>
                  </a:cubicBezTo>
                  <a:cubicBezTo>
                    <a:pt x="11809" y="6305"/>
                    <a:pt x="11876" y="6672"/>
                    <a:pt x="11976" y="7039"/>
                  </a:cubicBezTo>
                  <a:cubicBezTo>
                    <a:pt x="11876" y="6906"/>
                    <a:pt x="11809" y="6739"/>
                    <a:pt x="11742" y="6606"/>
                  </a:cubicBezTo>
                  <a:cubicBezTo>
                    <a:pt x="11609" y="6339"/>
                    <a:pt x="11509" y="6039"/>
                    <a:pt x="11409" y="5738"/>
                  </a:cubicBezTo>
                  <a:cubicBezTo>
                    <a:pt x="11375" y="5605"/>
                    <a:pt x="11342" y="5471"/>
                    <a:pt x="11309" y="5305"/>
                  </a:cubicBezTo>
                  <a:cubicBezTo>
                    <a:pt x="11275" y="5238"/>
                    <a:pt x="11275" y="5171"/>
                    <a:pt x="11242" y="5105"/>
                  </a:cubicBezTo>
                  <a:cubicBezTo>
                    <a:pt x="11242" y="5038"/>
                    <a:pt x="11242" y="4971"/>
                    <a:pt x="11209" y="4938"/>
                  </a:cubicBezTo>
                  <a:cubicBezTo>
                    <a:pt x="11175" y="4638"/>
                    <a:pt x="11175" y="4304"/>
                    <a:pt x="11209" y="4004"/>
                  </a:cubicBezTo>
                  <a:cubicBezTo>
                    <a:pt x="11209" y="3870"/>
                    <a:pt x="11242" y="3704"/>
                    <a:pt x="11242" y="3570"/>
                  </a:cubicBezTo>
                  <a:cubicBezTo>
                    <a:pt x="11275" y="3370"/>
                    <a:pt x="11309" y="3203"/>
                    <a:pt x="11309" y="3003"/>
                  </a:cubicBezTo>
                  <a:cubicBezTo>
                    <a:pt x="11275" y="2936"/>
                    <a:pt x="11275" y="2836"/>
                    <a:pt x="11242" y="2770"/>
                  </a:cubicBezTo>
                  <a:cubicBezTo>
                    <a:pt x="11209" y="2703"/>
                    <a:pt x="11175" y="2636"/>
                    <a:pt x="11142" y="2536"/>
                  </a:cubicBezTo>
                  <a:cubicBezTo>
                    <a:pt x="10808" y="2636"/>
                    <a:pt x="10508" y="2770"/>
                    <a:pt x="10241" y="2870"/>
                  </a:cubicBezTo>
                  <a:cubicBezTo>
                    <a:pt x="10108" y="2936"/>
                    <a:pt x="9974" y="3003"/>
                    <a:pt x="9841" y="3070"/>
                  </a:cubicBezTo>
                  <a:cubicBezTo>
                    <a:pt x="9841" y="3103"/>
                    <a:pt x="9841" y="3103"/>
                    <a:pt x="9841" y="3136"/>
                  </a:cubicBezTo>
                  <a:cubicBezTo>
                    <a:pt x="9874" y="3337"/>
                    <a:pt x="9908" y="3537"/>
                    <a:pt x="9941" y="3737"/>
                  </a:cubicBezTo>
                  <a:cubicBezTo>
                    <a:pt x="9941" y="3904"/>
                    <a:pt x="9974" y="4070"/>
                    <a:pt x="9974" y="4237"/>
                  </a:cubicBezTo>
                  <a:cubicBezTo>
                    <a:pt x="10008" y="4404"/>
                    <a:pt x="10008" y="4571"/>
                    <a:pt x="10041" y="4738"/>
                  </a:cubicBezTo>
                  <a:cubicBezTo>
                    <a:pt x="9941" y="4537"/>
                    <a:pt x="9874" y="4304"/>
                    <a:pt x="9808" y="4070"/>
                  </a:cubicBezTo>
                  <a:cubicBezTo>
                    <a:pt x="9774" y="3870"/>
                    <a:pt x="9741" y="3670"/>
                    <a:pt x="9741" y="3470"/>
                  </a:cubicBezTo>
                  <a:cubicBezTo>
                    <a:pt x="9707" y="3370"/>
                    <a:pt x="9707" y="3237"/>
                    <a:pt x="9707" y="3103"/>
                  </a:cubicBezTo>
                  <a:cubicBezTo>
                    <a:pt x="9341" y="3303"/>
                    <a:pt x="8940" y="3570"/>
                    <a:pt x="8507" y="3870"/>
                  </a:cubicBezTo>
                  <a:cubicBezTo>
                    <a:pt x="8273" y="4037"/>
                    <a:pt x="8006" y="4237"/>
                    <a:pt x="7773" y="4404"/>
                  </a:cubicBezTo>
                  <a:lnTo>
                    <a:pt x="7739" y="4437"/>
                  </a:lnTo>
                  <a:cubicBezTo>
                    <a:pt x="7573" y="4537"/>
                    <a:pt x="7406" y="4671"/>
                    <a:pt x="7239" y="4771"/>
                  </a:cubicBezTo>
                  <a:cubicBezTo>
                    <a:pt x="7239" y="4871"/>
                    <a:pt x="7239" y="4971"/>
                    <a:pt x="7239" y="5071"/>
                  </a:cubicBezTo>
                  <a:cubicBezTo>
                    <a:pt x="7272" y="5271"/>
                    <a:pt x="7339" y="5505"/>
                    <a:pt x="7372" y="5705"/>
                  </a:cubicBezTo>
                  <a:cubicBezTo>
                    <a:pt x="7306" y="5538"/>
                    <a:pt x="7239" y="5371"/>
                    <a:pt x="7206" y="5205"/>
                  </a:cubicBezTo>
                  <a:cubicBezTo>
                    <a:pt x="7172" y="5071"/>
                    <a:pt x="7172" y="4904"/>
                    <a:pt x="7172" y="4771"/>
                  </a:cubicBezTo>
                  <a:cubicBezTo>
                    <a:pt x="6905" y="4938"/>
                    <a:pt x="6639" y="5105"/>
                    <a:pt x="6372" y="5271"/>
                  </a:cubicBezTo>
                  <a:lnTo>
                    <a:pt x="6172" y="5371"/>
                  </a:lnTo>
                  <a:cubicBezTo>
                    <a:pt x="5738" y="5605"/>
                    <a:pt x="5338" y="5872"/>
                    <a:pt x="4904" y="6139"/>
                  </a:cubicBezTo>
                  <a:cubicBezTo>
                    <a:pt x="4771" y="6205"/>
                    <a:pt x="4637" y="6305"/>
                    <a:pt x="4470" y="6405"/>
                  </a:cubicBezTo>
                  <a:lnTo>
                    <a:pt x="4170" y="6572"/>
                  </a:lnTo>
                  <a:cubicBezTo>
                    <a:pt x="3703" y="6872"/>
                    <a:pt x="3236" y="7173"/>
                    <a:pt x="2769" y="7440"/>
                  </a:cubicBezTo>
                  <a:cubicBezTo>
                    <a:pt x="2736" y="7440"/>
                    <a:pt x="2702" y="7473"/>
                    <a:pt x="2669" y="7506"/>
                  </a:cubicBezTo>
                  <a:cubicBezTo>
                    <a:pt x="2736" y="7573"/>
                    <a:pt x="2803" y="7673"/>
                    <a:pt x="2869" y="7773"/>
                  </a:cubicBezTo>
                  <a:cubicBezTo>
                    <a:pt x="3069" y="8040"/>
                    <a:pt x="3270" y="8307"/>
                    <a:pt x="3470" y="8574"/>
                  </a:cubicBezTo>
                  <a:cubicBezTo>
                    <a:pt x="3236" y="8340"/>
                    <a:pt x="3003" y="8073"/>
                    <a:pt x="2769" y="7806"/>
                  </a:cubicBezTo>
                  <a:cubicBezTo>
                    <a:pt x="2702" y="7740"/>
                    <a:pt x="2636" y="7640"/>
                    <a:pt x="2569" y="7540"/>
                  </a:cubicBezTo>
                  <a:cubicBezTo>
                    <a:pt x="2469" y="7606"/>
                    <a:pt x="2369" y="7640"/>
                    <a:pt x="2269" y="7706"/>
                  </a:cubicBezTo>
                  <a:cubicBezTo>
                    <a:pt x="1935" y="7873"/>
                    <a:pt x="1602" y="8073"/>
                    <a:pt x="1268" y="8273"/>
                  </a:cubicBezTo>
                  <a:cubicBezTo>
                    <a:pt x="1468" y="8540"/>
                    <a:pt x="1668" y="8807"/>
                    <a:pt x="1835" y="9074"/>
                  </a:cubicBezTo>
                  <a:cubicBezTo>
                    <a:pt x="2069" y="9474"/>
                    <a:pt x="2302" y="9908"/>
                    <a:pt x="2536" y="10342"/>
                  </a:cubicBezTo>
                  <a:cubicBezTo>
                    <a:pt x="2235" y="9975"/>
                    <a:pt x="1935" y="9574"/>
                    <a:pt x="1668" y="9174"/>
                  </a:cubicBezTo>
                  <a:cubicBezTo>
                    <a:pt x="1502" y="8907"/>
                    <a:pt x="1335" y="8607"/>
                    <a:pt x="1168" y="8307"/>
                  </a:cubicBezTo>
                  <a:cubicBezTo>
                    <a:pt x="1101" y="8374"/>
                    <a:pt x="1035" y="8407"/>
                    <a:pt x="968" y="8474"/>
                  </a:cubicBezTo>
                  <a:cubicBezTo>
                    <a:pt x="634" y="8674"/>
                    <a:pt x="301" y="8874"/>
                    <a:pt x="1" y="9074"/>
                  </a:cubicBezTo>
                  <a:cubicBezTo>
                    <a:pt x="234" y="9274"/>
                    <a:pt x="434" y="9474"/>
                    <a:pt x="568" y="9741"/>
                  </a:cubicBezTo>
                  <a:cubicBezTo>
                    <a:pt x="734" y="10008"/>
                    <a:pt x="868" y="10308"/>
                    <a:pt x="968" y="10608"/>
                  </a:cubicBezTo>
                  <a:cubicBezTo>
                    <a:pt x="1035" y="10975"/>
                    <a:pt x="1068" y="11342"/>
                    <a:pt x="1101" y="11743"/>
                  </a:cubicBezTo>
                  <a:cubicBezTo>
                    <a:pt x="1101" y="11976"/>
                    <a:pt x="1135" y="12210"/>
                    <a:pt x="1135" y="12443"/>
                  </a:cubicBezTo>
                  <a:cubicBezTo>
                    <a:pt x="1168" y="12810"/>
                    <a:pt x="1235" y="13144"/>
                    <a:pt x="1335" y="13477"/>
                  </a:cubicBezTo>
                  <a:cubicBezTo>
                    <a:pt x="1635" y="13644"/>
                    <a:pt x="1902" y="13844"/>
                    <a:pt x="2235" y="14044"/>
                  </a:cubicBezTo>
                  <a:cubicBezTo>
                    <a:pt x="2736" y="14378"/>
                    <a:pt x="3236" y="14711"/>
                    <a:pt x="3737" y="15078"/>
                  </a:cubicBezTo>
                  <a:lnTo>
                    <a:pt x="4003" y="15245"/>
                  </a:lnTo>
                  <a:cubicBezTo>
                    <a:pt x="4266" y="15410"/>
                    <a:pt x="4530" y="15606"/>
                    <a:pt x="4856" y="15772"/>
                  </a:cubicBezTo>
                  <a:lnTo>
                    <a:pt x="4856" y="15772"/>
                  </a:lnTo>
                  <a:cubicBezTo>
                    <a:pt x="4844" y="15752"/>
                    <a:pt x="4824" y="15732"/>
                    <a:pt x="4804" y="15712"/>
                  </a:cubicBezTo>
                  <a:cubicBezTo>
                    <a:pt x="4771" y="15645"/>
                    <a:pt x="4704" y="15579"/>
                    <a:pt x="4637" y="15512"/>
                  </a:cubicBezTo>
                  <a:lnTo>
                    <a:pt x="4470" y="15245"/>
                  </a:lnTo>
                  <a:cubicBezTo>
                    <a:pt x="4437" y="15178"/>
                    <a:pt x="4370" y="15112"/>
                    <a:pt x="4337" y="15045"/>
                  </a:cubicBezTo>
                  <a:cubicBezTo>
                    <a:pt x="4304" y="14945"/>
                    <a:pt x="4270" y="14878"/>
                    <a:pt x="4237" y="14811"/>
                  </a:cubicBezTo>
                  <a:cubicBezTo>
                    <a:pt x="4170" y="14745"/>
                    <a:pt x="4170" y="14678"/>
                    <a:pt x="4137" y="14578"/>
                  </a:cubicBezTo>
                  <a:cubicBezTo>
                    <a:pt x="4037" y="14411"/>
                    <a:pt x="3970" y="14244"/>
                    <a:pt x="3903" y="14078"/>
                  </a:cubicBezTo>
                  <a:lnTo>
                    <a:pt x="3903" y="14078"/>
                  </a:lnTo>
                  <a:cubicBezTo>
                    <a:pt x="4037" y="14311"/>
                    <a:pt x="4170" y="14545"/>
                    <a:pt x="4304" y="14778"/>
                  </a:cubicBezTo>
                  <a:cubicBezTo>
                    <a:pt x="4337" y="14845"/>
                    <a:pt x="4404" y="14912"/>
                    <a:pt x="4437" y="14978"/>
                  </a:cubicBezTo>
                  <a:cubicBezTo>
                    <a:pt x="4470" y="15045"/>
                    <a:pt x="4504" y="15078"/>
                    <a:pt x="4537" y="15145"/>
                  </a:cubicBezTo>
                  <a:cubicBezTo>
                    <a:pt x="4604" y="15245"/>
                    <a:pt x="4671" y="15345"/>
                    <a:pt x="4737" y="15445"/>
                  </a:cubicBezTo>
                  <a:cubicBezTo>
                    <a:pt x="4804" y="15512"/>
                    <a:pt x="4871" y="15612"/>
                    <a:pt x="4937" y="15679"/>
                  </a:cubicBezTo>
                  <a:cubicBezTo>
                    <a:pt x="5004" y="15779"/>
                    <a:pt x="5037" y="15879"/>
                    <a:pt x="5138" y="15946"/>
                  </a:cubicBezTo>
                  <a:cubicBezTo>
                    <a:pt x="5404" y="16079"/>
                    <a:pt x="5671" y="16212"/>
                    <a:pt x="5905" y="16279"/>
                  </a:cubicBezTo>
                  <a:cubicBezTo>
                    <a:pt x="6238" y="16413"/>
                    <a:pt x="6572" y="16479"/>
                    <a:pt x="6905" y="16546"/>
                  </a:cubicBezTo>
                  <a:lnTo>
                    <a:pt x="6939" y="16546"/>
                  </a:lnTo>
                  <a:cubicBezTo>
                    <a:pt x="7372" y="16646"/>
                    <a:pt x="7873" y="16746"/>
                    <a:pt x="8373" y="16746"/>
                  </a:cubicBezTo>
                  <a:cubicBezTo>
                    <a:pt x="8440" y="16757"/>
                    <a:pt x="8503" y="16761"/>
                    <a:pt x="8565" y="16761"/>
                  </a:cubicBezTo>
                  <a:cubicBezTo>
                    <a:pt x="8688" y="16761"/>
                    <a:pt x="8807" y="16746"/>
                    <a:pt x="8940" y="16746"/>
                  </a:cubicBezTo>
                  <a:cubicBezTo>
                    <a:pt x="8840" y="16713"/>
                    <a:pt x="8740" y="16679"/>
                    <a:pt x="8640" y="16646"/>
                  </a:cubicBezTo>
                  <a:cubicBezTo>
                    <a:pt x="8306" y="16513"/>
                    <a:pt x="8006" y="16346"/>
                    <a:pt x="7706" y="16079"/>
                  </a:cubicBezTo>
                  <a:cubicBezTo>
                    <a:pt x="7573" y="15946"/>
                    <a:pt x="7406" y="15812"/>
                    <a:pt x="7306" y="15645"/>
                  </a:cubicBezTo>
                  <a:cubicBezTo>
                    <a:pt x="7206" y="15512"/>
                    <a:pt x="7072" y="15379"/>
                    <a:pt x="7006" y="15212"/>
                  </a:cubicBezTo>
                  <a:cubicBezTo>
                    <a:pt x="6905" y="14945"/>
                    <a:pt x="6839" y="14611"/>
                    <a:pt x="6839" y="14311"/>
                  </a:cubicBezTo>
                  <a:cubicBezTo>
                    <a:pt x="6805" y="14178"/>
                    <a:pt x="6805" y="14044"/>
                    <a:pt x="6805" y="13911"/>
                  </a:cubicBezTo>
                  <a:cubicBezTo>
                    <a:pt x="6805" y="13777"/>
                    <a:pt x="6805" y="13644"/>
                    <a:pt x="6839" y="13511"/>
                  </a:cubicBezTo>
                  <a:cubicBezTo>
                    <a:pt x="6839" y="13344"/>
                    <a:pt x="6839" y="13210"/>
                    <a:pt x="6872" y="13077"/>
                  </a:cubicBezTo>
                  <a:cubicBezTo>
                    <a:pt x="6872" y="13144"/>
                    <a:pt x="6905" y="13244"/>
                    <a:pt x="6905" y="13310"/>
                  </a:cubicBezTo>
                  <a:cubicBezTo>
                    <a:pt x="6905" y="13377"/>
                    <a:pt x="6905" y="13444"/>
                    <a:pt x="6905" y="13511"/>
                  </a:cubicBezTo>
                  <a:cubicBezTo>
                    <a:pt x="6972" y="13978"/>
                    <a:pt x="7072" y="14478"/>
                    <a:pt x="7239" y="14912"/>
                  </a:cubicBezTo>
                  <a:cubicBezTo>
                    <a:pt x="7272" y="15045"/>
                    <a:pt x="7339" y="15178"/>
                    <a:pt x="7439" y="15278"/>
                  </a:cubicBezTo>
                  <a:cubicBezTo>
                    <a:pt x="7539" y="15445"/>
                    <a:pt x="7639" y="15579"/>
                    <a:pt x="7773" y="15712"/>
                  </a:cubicBezTo>
                  <a:cubicBezTo>
                    <a:pt x="7906" y="15812"/>
                    <a:pt x="8006" y="15946"/>
                    <a:pt x="8140" y="16079"/>
                  </a:cubicBezTo>
                  <a:cubicBezTo>
                    <a:pt x="8440" y="16279"/>
                    <a:pt x="8740" y="16479"/>
                    <a:pt x="9040" y="16613"/>
                  </a:cubicBezTo>
                  <a:cubicBezTo>
                    <a:pt x="9140" y="16646"/>
                    <a:pt x="9207" y="16679"/>
                    <a:pt x="9274" y="16713"/>
                  </a:cubicBezTo>
                  <a:cubicBezTo>
                    <a:pt x="9441" y="16679"/>
                    <a:pt x="9607" y="16679"/>
                    <a:pt x="9808" y="16646"/>
                  </a:cubicBezTo>
                  <a:lnTo>
                    <a:pt x="9908" y="16613"/>
                  </a:lnTo>
                  <a:cubicBezTo>
                    <a:pt x="10208" y="16579"/>
                    <a:pt x="10508" y="16546"/>
                    <a:pt x="10808" y="16446"/>
                  </a:cubicBezTo>
                  <a:cubicBezTo>
                    <a:pt x="11442" y="16279"/>
                    <a:pt x="12076" y="16012"/>
                    <a:pt x="12876" y="15579"/>
                  </a:cubicBezTo>
                  <a:lnTo>
                    <a:pt x="12910" y="15579"/>
                  </a:lnTo>
                  <a:cubicBezTo>
                    <a:pt x="12843" y="15412"/>
                    <a:pt x="12743" y="15212"/>
                    <a:pt x="12610" y="15078"/>
                  </a:cubicBezTo>
                  <a:cubicBezTo>
                    <a:pt x="12476" y="14878"/>
                    <a:pt x="12309" y="14711"/>
                    <a:pt x="12143" y="14545"/>
                  </a:cubicBezTo>
                  <a:cubicBezTo>
                    <a:pt x="12076" y="14478"/>
                    <a:pt x="11976" y="14411"/>
                    <a:pt x="11909" y="14344"/>
                  </a:cubicBezTo>
                  <a:cubicBezTo>
                    <a:pt x="11742" y="14211"/>
                    <a:pt x="11575" y="14111"/>
                    <a:pt x="11409" y="13978"/>
                  </a:cubicBezTo>
                  <a:cubicBezTo>
                    <a:pt x="11242" y="13877"/>
                    <a:pt x="11075" y="13744"/>
                    <a:pt x="10908" y="13611"/>
                  </a:cubicBezTo>
                  <a:cubicBezTo>
                    <a:pt x="10808" y="13511"/>
                    <a:pt x="10675" y="13444"/>
                    <a:pt x="10575" y="13310"/>
                  </a:cubicBezTo>
                  <a:cubicBezTo>
                    <a:pt x="10408" y="13177"/>
                    <a:pt x="10275" y="13010"/>
                    <a:pt x="10174" y="12843"/>
                  </a:cubicBezTo>
                  <a:cubicBezTo>
                    <a:pt x="9941" y="12476"/>
                    <a:pt x="9774" y="12076"/>
                    <a:pt x="9674" y="11643"/>
                  </a:cubicBezTo>
                  <a:cubicBezTo>
                    <a:pt x="9541" y="11209"/>
                    <a:pt x="9507" y="10775"/>
                    <a:pt x="9507" y="10308"/>
                  </a:cubicBezTo>
                  <a:cubicBezTo>
                    <a:pt x="9507" y="10008"/>
                    <a:pt x="9507" y="9708"/>
                    <a:pt x="9507" y="9408"/>
                  </a:cubicBezTo>
                  <a:lnTo>
                    <a:pt x="9507" y="9207"/>
                  </a:lnTo>
                  <a:cubicBezTo>
                    <a:pt x="9507" y="9107"/>
                    <a:pt x="9507" y="9041"/>
                    <a:pt x="9507" y="8974"/>
                  </a:cubicBezTo>
                  <a:cubicBezTo>
                    <a:pt x="9507" y="8807"/>
                    <a:pt x="9541" y="8640"/>
                    <a:pt x="9574" y="8507"/>
                  </a:cubicBezTo>
                  <a:cubicBezTo>
                    <a:pt x="9574" y="8640"/>
                    <a:pt x="9574" y="8807"/>
                    <a:pt x="9607" y="8974"/>
                  </a:cubicBezTo>
                  <a:cubicBezTo>
                    <a:pt x="9641" y="9341"/>
                    <a:pt x="9707" y="9674"/>
                    <a:pt x="9774" y="10041"/>
                  </a:cubicBezTo>
                  <a:cubicBezTo>
                    <a:pt x="9808" y="10242"/>
                    <a:pt x="9874" y="10442"/>
                    <a:pt x="9908" y="10642"/>
                  </a:cubicBezTo>
                  <a:cubicBezTo>
                    <a:pt x="9974" y="11009"/>
                    <a:pt x="10041" y="11376"/>
                    <a:pt x="10174" y="11743"/>
                  </a:cubicBezTo>
                  <a:cubicBezTo>
                    <a:pt x="10308" y="12076"/>
                    <a:pt x="10475" y="12410"/>
                    <a:pt x="10708" y="12710"/>
                  </a:cubicBezTo>
                  <a:cubicBezTo>
                    <a:pt x="10875" y="12943"/>
                    <a:pt x="11042" y="13110"/>
                    <a:pt x="11242" y="13310"/>
                  </a:cubicBezTo>
                  <a:cubicBezTo>
                    <a:pt x="11342" y="13410"/>
                    <a:pt x="11442" y="13477"/>
                    <a:pt x="11542" y="13577"/>
                  </a:cubicBezTo>
                  <a:cubicBezTo>
                    <a:pt x="11642" y="13677"/>
                    <a:pt x="11742" y="13744"/>
                    <a:pt x="11842" y="13844"/>
                  </a:cubicBezTo>
                  <a:cubicBezTo>
                    <a:pt x="11909" y="13911"/>
                    <a:pt x="12009" y="13978"/>
                    <a:pt x="12076" y="14078"/>
                  </a:cubicBezTo>
                  <a:cubicBezTo>
                    <a:pt x="12376" y="14378"/>
                    <a:pt x="12643" y="14678"/>
                    <a:pt x="12810" y="15078"/>
                  </a:cubicBezTo>
                  <a:cubicBezTo>
                    <a:pt x="12910" y="15212"/>
                    <a:pt x="12943" y="15379"/>
                    <a:pt x="13010" y="15545"/>
                  </a:cubicBezTo>
                  <a:cubicBezTo>
                    <a:pt x="13377" y="15345"/>
                    <a:pt x="13744" y="15112"/>
                    <a:pt x="14077" y="14878"/>
                  </a:cubicBezTo>
                  <a:cubicBezTo>
                    <a:pt x="14244" y="14778"/>
                    <a:pt x="14444" y="14645"/>
                    <a:pt x="14644" y="14545"/>
                  </a:cubicBezTo>
                  <a:cubicBezTo>
                    <a:pt x="14844" y="14411"/>
                    <a:pt x="15078" y="14278"/>
                    <a:pt x="15311" y="14111"/>
                  </a:cubicBezTo>
                  <a:lnTo>
                    <a:pt x="15278" y="14111"/>
                  </a:lnTo>
                  <a:cubicBezTo>
                    <a:pt x="15145" y="14044"/>
                    <a:pt x="15011" y="13978"/>
                    <a:pt x="14878" y="13911"/>
                  </a:cubicBezTo>
                  <a:cubicBezTo>
                    <a:pt x="14811" y="13844"/>
                    <a:pt x="14711" y="13811"/>
                    <a:pt x="14644" y="13744"/>
                  </a:cubicBezTo>
                  <a:cubicBezTo>
                    <a:pt x="14544" y="13677"/>
                    <a:pt x="14444" y="13611"/>
                    <a:pt x="14311" y="13511"/>
                  </a:cubicBezTo>
                  <a:cubicBezTo>
                    <a:pt x="14144" y="13410"/>
                    <a:pt x="14011" y="13277"/>
                    <a:pt x="13844" y="13110"/>
                  </a:cubicBezTo>
                  <a:cubicBezTo>
                    <a:pt x="13710" y="12977"/>
                    <a:pt x="13544" y="12810"/>
                    <a:pt x="13443" y="12643"/>
                  </a:cubicBezTo>
                  <a:cubicBezTo>
                    <a:pt x="13310" y="12476"/>
                    <a:pt x="13210" y="12310"/>
                    <a:pt x="13077" y="12110"/>
                  </a:cubicBezTo>
                  <a:cubicBezTo>
                    <a:pt x="12976" y="11943"/>
                    <a:pt x="12910" y="11743"/>
                    <a:pt x="12810" y="11542"/>
                  </a:cubicBezTo>
                  <a:cubicBezTo>
                    <a:pt x="12676" y="11242"/>
                    <a:pt x="12576" y="10909"/>
                    <a:pt x="12476" y="10608"/>
                  </a:cubicBezTo>
                  <a:cubicBezTo>
                    <a:pt x="12376" y="10308"/>
                    <a:pt x="12243" y="10008"/>
                    <a:pt x="12176" y="9708"/>
                  </a:cubicBezTo>
                  <a:lnTo>
                    <a:pt x="12176" y="9708"/>
                  </a:lnTo>
                  <a:cubicBezTo>
                    <a:pt x="12243" y="9875"/>
                    <a:pt x="12343" y="10041"/>
                    <a:pt x="12409" y="10208"/>
                  </a:cubicBezTo>
                  <a:cubicBezTo>
                    <a:pt x="12543" y="10442"/>
                    <a:pt x="12676" y="10709"/>
                    <a:pt x="12776" y="10975"/>
                  </a:cubicBezTo>
                  <a:cubicBezTo>
                    <a:pt x="12876" y="11176"/>
                    <a:pt x="12976" y="11376"/>
                    <a:pt x="13077" y="11576"/>
                  </a:cubicBezTo>
                  <a:cubicBezTo>
                    <a:pt x="13243" y="11976"/>
                    <a:pt x="13477" y="12310"/>
                    <a:pt x="13710" y="12677"/>
                  </a:cubicBezTo>
                  <a:cubicBezTo>
                    <a:pt x="13844" y="12843"/>
                    <a:pt x="14011" y="13010"/>
                    <a:pt x="14144" y="13177"/>
                  </a:cubicBezTo>
                  <a:cubicBezTo>
                    <a:pt x="14311" y="13344"/>
                    <a:pt x="14478" y="13477"/>
                    <a:pt x="14644" y="13611"/>
                  </a:cubicBezTo>
                  <a:cubicBezTo>
                    <a:pt x="14878" y="13811"/>
                    <a:pt x="15111" y="13978"/>
                    <a:pt x="15345" y="14111"/>
                  </a:cubicBezTo>
                  <a:cubicBezTo>
                    <a:pt x="15678" y="13911"/>
                    <a:pt x="15979" y="13711"/>
                    <a:pt x="16279" y="13511"/>
                  </a:cubicBezTo>
                  <a:lnTo>
                    <a:pt x="16446" y="13410"/>
                  </a:lnTo>
                  <a:cubicBezTo>
                    <a:pt x="16312" y="13310"/>
                    <a:pt x="16179" y="13210"/>
                    <a:pt x="16045" y="13110"/>
                  </a:cubicBezTo>
                  <a:cubicBezTo>
                    <a:pt x="15879" y="12977"/>
                    <a:pt x="15678" y="12877"/>
                    <a:pt x="15512" y="12743"/>
                  </a:cubicBezTo>
                  <a:cubicBezTo>
                    <a:pt x="15211" y="12543"/>
                    <a:pt x="14945" y="12310"/>
                    <a:pt x="14711" y="12076"/>
                  </a:cubicBezTo>
                  <a:cubicBezTo>
                    <a:pt x="14578" y="11943"/>
                    <a:pt x="14478" y="11809"/>
                    <a:pt x="14411" y="11676"/>
                  </a:cubicBezTo>
                  <a:cubicBezTo>
                    <a:pt x="14311" y="11542"/>
                    <a:pt x="14211" y="11409"/>
                    <a:pt x="14111" y="11242"/>
                  </a:cubicBezTo>
                  <a:cubicBezTo>
                    <a:pt x="14044" y="11142"/>
                    <a:pt x="13977" y="11042"/>
                    <a:pt x="13910" y="10942"/>
                  </a:cubicBezTo>
                  <a:cubicBezTo>
                    <a:pt x="13910" y="10875"/>
                    <a:pt x="13877" y="10842"/>
                    <a:pt x="13844" y="10775"/>
                  </a:cubicBezTo>
                  <a:cubicBezTo>
                    <a:pt x="13810" y="10709"/>
                    <a:pt x="13777" y="10642"/>
                    <a:pt x="13744" y="10575"/>
                  </a:cubicBezTo>
                  <a:cubicBezTo>
                    <a:pt x="13677" y="10442"/>
                    <a:pt x="13610" y="10308"/>
                    <a:pt x="13577" y="10175"/>
                  </a:cubicBezTo>
                  <a:cubicBezTo>
                    <a:pt x="13477" y="9941"/>
                    <a:pt x="13377" y="9708"/>
                    <a:pt x="13310" y="9474"/>
                  </a:cubicBezTo>
                  <a:cubicBezTo>
                    <a:pt x="13210" y="9041"/>
                    <a:pt x="13143" y="8607"/>
                    <a:pt x="13110" y="8173"/>
                  </a:cubicBezTo>
                  <a:cubicBezTo>
                    <a:pt x="13110" y="7973"/>
                    <a:pt x="13110" y="7806"/>
                    <a:pt x="13110" y="7640"/>
                  </a:cubicBezTo>
                  <a:cubicBezTo>
                    <a:pt x="13110" y="7506"/>
                    <a:pt x="13143" y="7339"/>
                    <a:pt x="13143" y="7206"/>
                  </a:cubicBezTo>
                  <a:cubicBezTo>
                    <a:pt x="13143" y="6872"/>
                    <a:pt x="13210" y="6572"/>
                    <a:pt x="13277" y="6239"/>
                  </a:cubicBezTo>
                  <a:cubicBezTo>
                    <a:pt x="13277" y="6506"/>
                    <a:pt x="13277" y="6772"/>
                    <a:pt x="13310" y="7073"/>
                  </a:cubicBezTo>
                  <a:cubicBezTo>
                    <a:pt x="13310" y="7306"/>
                    <a:pt x="13343" y="7540"/>
                    <a:pt x="13410" y="7740"/>
                  </a:cubicBezTo>
                  <a:cubicBezTo>
                    <a:pt x="13410" y="7940"/>
                    <a:pt x="13443" y="8107"/>
                    <a:pt x="13477" y="8273"/>
                  </a:cubicBezTo>
                  <a:cubicBezTo>
                    <a:pt x="13544" y="8640"/>
                    <a:pt x="13644" y="8974"/>
                    <a:pt x="13777" y="9308"/>
                  </a:cubicBezTo>
                  <a:cubicBezTo>
                    <a:pt x="13844" y="9508"/>
                    <a:pt x="13944" y="9741"/>
                    <a:pt x="14044" y="9975"/>
                  </a:cubicBezTo>
                  <a:cubicBezTo>
                    <a:pt x="14111" y="10108"/>
                    <a:pt x="14177" y="10242"/>
                    <a:pt x="14244" y="10408"/>
                  </a:cubicBezTo>
                  <a:cubicBezTo>
                    <a:pt x="14311" y="10542"/>
                    <a:pt x="14411" y="10709"/>
                    <a:pt x="14478" y="10842"/>
                  </a:cubicBezTo>
                  <a:cubicBezTo>
                    <a:pt x="14611" y="11142"/>
                    <a:pt x="14778" y="11409"/>
                    <a:pt x="14978" y="11676"/>
                  </a:cubicBezTo>
                  <a:cubicBezTo>
                    <a:pt x="15311" y="12143"/>
                    <a:pt x="15745" y="12510"/>
                    <a:pt x="16179" y="12877"/>
                  </a:cubicBezTo>
                  <a:cubicBezTo>
                    <a:pt x="16245" y="12977"/>
                    <a:pt x="16346" y="13044"/>
                    <a:pt x="16412" y="13110"/>
                  </a:cubicBezTo>
                  <a:lnTo>
                    <a:pt x="16612" y="13310"/>
                  </a:lnTo>
                  <a:lnTo>
                    <a:pt x="16746" y="13210"/>
                  </a:lnTo>
                  <a:cubicBezTo>
                    <a:pt x="17380" y="12810"/>
                    <a:pt x="18013" y="12476"/>
                    <a:pt x="18614" y="12243"/>
                  </a:cubicBezTo>
                  <a:cubicBezTo>
                    <a:pt x="18881" y="12143"/>
                    <a:pt x="19148" y="12076"/>
                    <a:pt x="19448" y="12009"/>
                  </a:cubicBezTo>
                  <a:lnTo>
                    <a:pt x="19514" y="12009"/>
                  </a:lnTo>
                  <a:cubicBezTo>
                    <a:pt x="19314" y="11909"/>
                    <a:pt x="19114" y="11843"/>
                    <a:pt x="18914" y="11743"/>
                  </a:cubicBezTo>
                  <a:cubicBezTo>
                    <a:pt x="18747" y="11643"/>
                    <a:pt x="18580" y="11542"/>
                    <a:pt x="18414" y="11409"/>
                  </a:cubicBezTo>
                  <a:cubicBezTo>
                    <a:pt x="18280" y="11309"/>
                    <a:pt x="18113" y="11209"/>
                    <a:pt x="17980" y="11075"/>
                  </a:cubicBezTo>
                  <a:cubicBezTo>
                    <a:pt x="17780" y="10909"/>
                    <a:pt x="17580" y="10709"/>
                    <a:pt x="17380" y="10508"/>
                  </a:cubicBezTo>
                  <a:cubicBezTo>
                    <a:pt x="17280" y="10408"/>
                    <a:pt x="17179" y="10308"/>
                    <a:pt x="17113" y="10208"/>
                  </a:cubicBezTo>
                  <a:cubicBezTo>
                    <a:pt x="16913" y="9975"/>
                    <a:pt x="16746" y="9775"/>
                    <a:pt x="16546" y="9541"/>
                  </a:cubicBezTo>
                  <a:cubicBezTo>
                    <a:pt x="16179" y="9074"/>
                    <a:pt x="15812" y="8607"/>
                    <a:pt x="15445" y="8140"/>
                  </a:cubicBezTo>
                  <a:lnTo>
                    <a:pt x="15478" y="8140"/>
                  </a:lnTo>
                  <a:cubicBezTo>
                    <a:pt x="15712" y="8407"/>
                    <a:pt x="15945" y="8640"/>
                    <a:pt x="16179" y="8907"/>
                  </a:cubicBezTo>
                  <a:cubicBezTo>
                    <a:pt x="16312" y="9074"/>
                    <a:pt x="16479" y="9241"/>
                    <a:pt x="16646" y="9408"/>
                  </a:cubicBezTo>
                  <a:cubicBezTo>
                    <a:pt x="16813" y="9574"/>
                    <a:pt x="17013" y="9775"/>
                    <a:pt x="17213" y="9975"/>
                  </a:cubicBezTo>
                  <a:cubicBezTo>
                    <a:pt x="17413" y="10175"/>
                    <a:pt x="17613" y="10375"/>
                    <a:pt x="17847" y="10542"/>
                  </a:cubicBezTo>
                  <a:cubicBezTo>
                    <a:pt x="18047" y="10709"/>
                    <a:pt x="18214" y="10842"/>
                    <a:pt x="18447" y="10975"/>
                  </a:cubicBezTo>
                  <a:cubicBezTo>
                    <a:pt x="18614" y="11075"/>
                    <a:pt x="18814" y="11209"/>
                    <a:pt x="19047" y="11309"/>
                  </a:cubicBezTo>
                  <a:cubicBezTo>
                    <a:pt x="19414" y="11442"/>
                    <a:pt x="19781" y="11576"/>
                    <a:pt x="20182" y="11643"/>
                  </a:cubicBezTo>
                  <a:cubicBezTo>
                    <a:pt x="20382" y="11676"/>
                    <a:pt x="20582" y="11743"/>
                    <a:pt x="20749" y="11776"/>
                  </a:cubicBezTo>
                  <a:cubicBezTo>
                    <a:pt x="20849" y="11776"/>
                    <a:pt x="20915" y="11809"/>
                    <a:pt x="20982" y="11809"/>
                  </a:cubicBezTo>
                  <a:lnTo>
                    <a:pt x="22316" y="11809"/>
                  </a:lnTo>
                  <a:cubicBezTo>
                    <a:pt x="22450" y="11843"/>
                    <a:pt x="22617" y="11843"/>
                    <a:pt x="22783" y="11843"/>
                  </a:cubicBezTo>
                  <a:cubicBezTo>
                    <a:pt x="22850" y="11809"/>
                    <a:pt x="22884" y="11743"/>
                    <a:pt x="22950" y="11676"/>
                  </a:cubicBezTo>
                  <a:cubicBezTo>
                    <a:pt x="23084" y="11509"/>
                    <a:pt x="23184" y="11309"/>
                    <a:pt x="23284" y="11109"/>
                  </a:cubicBezTo>
                  <a:cubicBezTo>
                    <a:pt x="23351" y="11009"/>
                    <a:pt x="23384" y="10942"/>
                    <a:pt x="23417" y="10842"/>
                  </a:cubicBezTo>
                  <a:cubicBezTo>
                    <a:pt x="23451" y="10775"/>
                    <a:pt x="23484" y="10709"/>
                    <a:pt x="23517" y="10608"/>
                  </a:cubicBezTo>
                  <a:cubicBezTo>
                    <a:pt x="23551" y="10508"/>
                    <a:pt x="23584" y="10442"/>
                    <a:pt x="23617" y="10342"/>
                  </a:cubicBezTo>
                  <a:cubicBezTo>
                    <a:pt x="23651" y="10275"/>
                    <a:pt x="23651" y="10208"/>
                    <a:pt x="23684" y="10141"/>
                  </a:cubicBezTo>
                  <a:cubicBezTo>
                    <a:pt x="23684" y="10108"/>
                    <a:pt x="23717" y="10075"/>
                    <a:pt x="23717" y="10041"/>
                  </a:cubicBezTo>
                  <a:cubicBezTo>
                    <a:pt x="23751" y="9908"/>
                    <a:pt x="23751" y="9808"/>
                    <a:pt x="23784" y="9674"/>
                  </a:cubicBezTo>
                  <a:cubicBezTo>
                    <a:pt x="23818" y="9574"/>
                    <a:pt x="23818" y="9474"/>
                    <a:pt x="23851" y="9374"/>
                  </a:cubicBezTo>
                  <a:cubicBezTo>
                    <a:pt x="23884" y="9274"/>
                    <a:pt x="23884" y="9174"/>
                    <a:pt x="23918" y="9107"/>
                  </a:cubicBezTo>
                  <a:cubicBezTo>
                    <a:pt x="23951" y="8907"/>
                    <a:pt x="23984" y="8707"/>
                    <a:pt x="24018" y="8540"/>
                  </a:cubicBezTo>
                  <a:cubicBezTo>
                    <a:pt x="24018" y="8440"/>
                    <a:pt x="24051" y="8340"/>
                    <a:pt x="24051" y="8240"/>
                  </a:cubicBezTo>
                  <a:cubicBezTo>
                    <a:pt x="24084" y="8007"/>
                    <a:pt x="24084" y="7773"/>
                    <a:pt x="24084" y="7540"/>
                  </a:cubicBezTo>
                  <a:cubicBezTo>
                    <a:pt x="24084" y="7406"/>
                    <a:pt x="24084" y="7306"/>
                    <a:pt x="24084" y="7206"/>
                  </a:cubicBezTo>
                  <a:cubicBezTo>
                    <a:pt x="24051" y="7106"/>
                    <a:pt x="24051" y="6973"/>
                    <a:pt x="24051" y="6872"/>
                  </a:cubicBezTo>
                  <a:cubicBezTo>
                    <a:pt x="24051" y="6606"/>
                    <a:pt x="24051" y="6339"/>
                    <a:pt x="24051" y="6105"/>
                  </a:cubicBezTo>
                  <a:cubicBezTo>
                    <a:pt x="24084" y="5938"/>
                    <a:pt x="24084" y="5805"/>
                    <a:pt x="24118" y="5672"/>
                  </a:cubicBezTo>
                  <a:cubicBezTo>
                    <a:pt x="24118" y="5605"/>
                    <a:pt x="24151" y="5505"/>
                    <a:pt x="24151" y="5405"/>
                  </a:cubicBezTo>
                  <a:cubicBezTo>
                    <a:pt x="24151" y="5371"/>
                    <a:pt x="24184" y="5305"/>
                    <a:pt x="24184" y="5271"/>
                  </a:cubicBezTo>
                  <a:cubicBezTo>
                    <a:pt x="24251" y="5004"/>
                    <a:pt x="24318" y="4738"/>
                    <a:pt x="24351" y="4471"/>
                  </a:cubicBezTo>
                  <a:cubicBezTo>
                    <a:pt x="24418" y="4204"/>
                    <a:pt x="24518" y="3937"/>
                    <a:pt x="24585" y="3670"/>
                  </a:cubicBezTo>
                  <a:lnTo>
                    <a:pt x="24585" y="3670"/>
                  </a:lnTo>
                  <a:cubicBezTo>
                    <a:pt x="24518" y="4171"/>
                    <a:pt x="24451" y="4671"/>
                    <a:pt x="24418" y="5171"/>
                  </a:cubicBezTo>
                  <a:cubicBezTo>
                    <a:pt x="24418" y="5271"/>
                    <a:pt x="24418" y="5405"/>
                    <a:pt x="24418" y="5505"/>
                  </a:cubicBezTo>
                  <a:cubicBezTo>
                    <a:pt x="24418" y="5605"/>
                    <a:pt x="24418" y="5705"/>
                    <a:pt x="24418" y="5805"/>
                  </a:cubicBezTo>
                  <a:cubicBezTo>
                    <a:pt x="24418" y="5905"/>
                    <a:pt x="24418" y="6005"/>
                    <a:pt x="24418" y="6072"/>
                  </a:cubicBezTo>
                  <a:cubicBezTo>
                    <a:pt x="24418" y="6139"/>
                    <a:pt x="24418" y="6172"/>
                    <a:pt x="24418" y="6205"/>
                  </a:cubicBezTo>
                  <a:lnTo>
                    <a:pt x="24451" y="6539"/>
                  </a:lnTo>
                  <a:cubicBezTo>
                    <a:pt x="24451" y="6772"/>
                    <a:pt x="24485" y="7006"/>
                    <a:pt x="24518" y="7239"/>
                  </a:cubicBezTo>
                  <a:cubicBezTo>
                    <a:pt x="24551" y="7473"/>
                    <a:pt x="24585" y="7706"/>
                    <a:pt x="24585" y="7907"/>
                  </a:cubicBezTo>
                  <a:cubicBezTo>
                    <a:pt x="24585" y="8040"/>
                    <a:pt x="24585" y="8173"/>
                    <a:pt x="24551" y="8307"/>
                  </a:cubicBezTo>
                  <a:cubicBezTo>
                    <a:pt x="24551" y="8407"/>
                    <a:pt x="24551" y="8474"/>
                    <a:pt x="24551" y="8540"/>
                  </a:cubicBezTo>
                  <a:cubicBezTo>
                    <a:pt x="24518" y="8807"/>
                    <a:pt x="24451" y="9074"/>
                    <a:pt x="24385" y="9341"/>
                  </a:cubicBezTo>
                  <a:cubicBezTo>
                    <a:pt x="24385" y="9474"/>
                    <a:pt x="24351" y="9608"/>
                    <a:pt x="24318" y="9741"/>
                  </a:cubicBezTo>
                  <a:cubicBezTo>
                    <a:pt x="24285" y="9875"/>
                    <a:pt x="24251" y="10008"/>
                    <a:pt x="24218" y="10141"/>
                  </a:cubicBezTo>
                  <a:cubicBezTo>
                    <a:pt x="24184" y="10275"/>
                    <a:pt x="24118" y="10375"/>
                    <a:pt x="24084" y="10508"/>
                  </a:cubicBezTo>
                  <a:cubicBezTo>
                    <a:pt x="24051" y="10575"/>
                    <a:pt x="24018" y="10642"/>
                    <a:pt x="23984" y="10742"/>
                  </a:cubicBezTo>
                  <a:cubicBezTo>
                    <a:pt x="23951" y="10775"/>
                    <a:pt x="23951" y="10809"/>
                    <a:pt x="23918" y="10875"/>
                  </a:cubicBezTo>
                  <a:cubicBezTo>
                    <a:pt x="23751" y="11209"/>
                    <a:pt x="23584" y="11576"/>
                    <a:pt x="23317" y="11876"/>
                  </a:cubicBezTo>
                  <a:cubicBezTo>
                    <a:pt x="23617" y="11909"/>
                    <a:pt x="23884" y="11943"/>
                    <a:pt x="24184" y="11976"/>
                  </a:cubicBezTo>
                  <a:cubicBezTo>
                    <a:pt x="24518" y="12043"/>
                    <a:pt x="24852" y="12110"/>
                    <a:pt x="25152" y="12176"/>
                  </a:cubicBezTo>
                  <a:cubicBezTo>
                    <a:pt x="25252" y="11976"/>
                    <a:pt x="25352" y="11743"/>
                    <a:pt x="25452" y="11542"/>
                  </a:cubicBezTo>
                  <a:cubicBezTo>
                    <a:pt x="25519" y="11409"/>
                    <a:pt x="25585" y="11276"/>
                    <a:pt x="25652" y="11142"/>
                  </a:cubicBezTo>
                  <a:cubicBezTo>
                    <a:pt x="25686" y="11009"/>
                    <a:pt x="25752" y="10875"/>
                    <a:pt x="25786" y="10742"/>
                  </a:cubicBezTo>
                  <a:cubicBezTo>
                    <a:pt x="25819" y="10642"/>
                    <a:pt x="25886" y="10542"/>
                    <a:pt x="25919" y="10475"/>
                  </a:cubicBezTo>
                  <a:cubicBezTo>
                    <a:pt x="25952" y="10342"/>
                    <a:pt x="25986" y="10175"/>
                    <a:pt x="26019" y="10041"/>
                  </a:cubicBezTo>
                  <a:cubicBezTo>
                    <a:pt x="26086" y="9775"/>
                    <a:pt x="26186" y="9508"/>
                    <a:pt x="26253" y="9241"/>
                  </a:cubicBezTo>
                  <a:lnTo>
                    <a:pt x="26253" y="9241"/>
                  </a:lnTo>
                  <a:cubicBezTo>
                    <a:pt x="26219" y="9541"/>
                    <a:pt x="26219" y="9808"/>
                    <a:pt x="26186" y="10075"/>
                  </a:cubicBezTo>
                  <a:cubicBezTo>
                    <a:pt x="26153" y="10208"/>
                    <a:pt x="26153" y="10342"/>
                    <a:pt x="26119" y="10475"/>
                  </a:cubicBezTo>
                  <a:cubicBezTo>
                    <a:pt x="26086" y="10575"/>
                    <a:pt x="26052" y="10675"/>
                    <a:pt x="26019" y="10775"/>
                  </a:cubicBezTo>
                  <a:cubicBezTo>
                    <a:pt x="25952" y="10909"/>
                    <a:pt x="25886" y="11042"/>
                    <a:pt x="25852" y="11176"/>
                  </a:cubicBezTo>
                  <a:cubicBezTo>
                    <a:pt x="25786" y="11309"/>
                    <a:pt x="25719" y="11442"/>
                    <a:pt x="25652" y="11542"/>
                  </a:cubicBezTo>
                  <a:cubicBezTo>
                    <a:pt x="25619" y="11643"/>
                    <a:pt x="25552" y="11743"/>
                    <a:pt x="25485" y="11843"/>
                  </a:cubicBezTo>
                  <a:cubicBezTo>
                    <a:pt x="25385" y="11976"/>
                    <a:pt x="25319" y="12076"/>
                    <a:pt x="25219" y="12210"/>
                  </a:cubicBezTo>
                  <a:cubicBezTo>
                    <a:pt x="25519" y="12276"/>
                    <a:pt x="25786" y="12343"/>
                    <a:pt x="26019" y="12410"/>
                  </a:cubicBezTo>
                  <a:cubicBezTo>
                    <a:pt x="26419" y="12510"/>
                    <a:pt x="26853" y="12643"/>
                    <a:pt x="27253" y="12777"/>
                  </a:cubicBezTo>
                  <a:cubicBezTo>
                    <a:pt x="27420" y="12810"/>
                    <a:pt x="27587" y="12877"/>
                    <a:pt x="27754" y="12910"/>
                  </a:cubicBezTo>
                  <a:cubicBezTo>
                    <a:pt x="27854" y="12843"/>
                    <a:pt x="27920" y="12743"/>
                    <a:pt x="27987" y="12677"/>
                  </a:cubicBezTo>
                  <a:cubicBezTo>
                    <a:pt x="28087" y="12510"/>
                    <a:pt x="28221" y="12343"/>
                    <a:pt x="28287" y="12176"/>
                  </a:cubicBezTo>
                  <a:cubicBezTo>
                    <a:pt x="28321" y="12076"/>
                    <a:pt x="28354" y="11976"/>
                    <a:pt x="28387" y="11876"/>
                  </a:cubicBezTo>
                  <a:cubicBezTo>
                    <a:pt x="28421" y="11709"/>
                    <a:pt x="28387" y="11576"/>
                    <a:pt x="28387" y="11442"/>
                  </a:cubicBezTo>
                  <a:cubicBezTo>
                    <a:pt x="28354" y="11075"/>
                    <a:pt x="28321" y="10709"/>
                    <a:pt x="28287" y="10375"/>
                  </a:cubicBezTo>
                  <a:cubicBezTo>
                    <a:pt x="28287" y="10008"/>
                    <a:pt x="28287" y="9674"/>
                    <a:pt x="28321" y="9341"/>
                  </a:cubicBezTo>
                  <a:cubicBezTo>
                    <a:pt x="28354" y="9141"/>
                    <a:pt x="28387" y="8974"/>
                    <a:pt x="28454" y="8774"/>
                  </a:cubicBezTo>
                  <a:cubicBezTo>
                    <a:pt x="28521" y="8607"/>
                    <a:pt x="28588" y="8474"/>
                    <a:pt x="28654" y="8307"/>
                  </a:cubicBezTo>
                  <a:cubicBezTo>
                    <a:pt x="28788" y="8040"/>
                    <a:pt x="28955" y="7806"/>
                    <a:pt x="29155" y="7606"/>
                  </a:cubicBezTo>
                  <a:cubicBezTo>
                    <a:pt x="29221" y="7540"/>
                    <a:pt x="29288" y="7473"/>
                    <a:pt x="29321" y="7406"/>
                  </a:cubicBezTo>
                  <a:cubicBezTo>
                    <a:pt x="29355" y="7373"/>
                    <a:pt x="29388" y="7339"/>
                    <a:pt x="29422" y="7306"/>
                  </a:cubicBezTo>
                  <a:lnTo>
                    <a:pt x="29488" y="7206"/>
                  </a:lnTo>
                  <a:cubicBezTo>
                    <a:pt x="29555" y="7139"/>
                    <a:pt x="29622" y="7073"/>
                    <a:pt x="29688" y="7039"/>
                  </a:cubicBezTo>
                  <a:cubicBezTo>
                    <a:pt x="29889" y="6839"/>
                    <a:pt x="30089" y="6639"/>
                    <a:pt x="30322" y="6472"/>
                  </a:cubicBezTo>
                  <a:lnTo>
                    <a:pt x="30322" y="6472"/>
                  </a:lnTo>
                  <a:cubicBezTo>
                    <a:pt x="30289" y="6506"/>
                    <a:pt x="30255" y="6539"/>
                    <a:pt x="30255" y="6572"/>
                  </a:cubicBezTo>
                  <a:cubicBezTo>
                    <a:pt x="30055" y="6772"/>
                    <a:pt x="29889" y="7006"/>
                    <a:pt x="29722" y="7239"/>
                  </a:cubicBezTo>
                  <a:cubicBezTo>
                    <a:pt x="29655" y="7306"/>
                    <a:pt x="29622" y="7373"/>
                    <a:pt x="29555" y="7440"/>
                  </a:cubicBezTo>
                  <a:cubicBezTo>
                    <a:pt x="29522" y="7506"/>
                    <a:pt x="29488" y="7573"/>
                    <a:pt x="29455" y="7640"/>
                  </a:cubicBezTo>
                  <a:cubicBezTo>
                    <a:pt x="29288" y="7873"/>
                    <a:pt x="29155" y="8107"/>
                    <a:pt x="29021" y="8374"/>
                  </a:cubicBezTo>
                  <a:cubicBezTo>
                    <a:pt x="28921" y="8640"/>
                    <a:pt x="28821" y="8907"/>
                    <a:pt x="28788" y="9207"/>
                  </a:cubicBezTo>
                  <a:cubicBezTo>
                    <a:pt x="28754" y="9408"/>
                    <a:pt x="28721" y="9641"/>
                    <a:pt x="28721" y="9875"/>
                  </a:cubicBezTo>
                  <a:cubicBezTo>
                    <a:pt x="28721" y="9975"/>
                    <a:pt x="28721" y="10108"/>
                    <a:pt x="28721" y="10208"/>
                  </a:cubicBezTo>
                  <a:cubicBezTo>
                    <a:pt x="28721" y="10442"/>
                    <a:pt x="28688" y="10709"/>
                    <a:pt x="28688" y="10942"/>
                  </a:cubicBezTo>
                  <a:cubicBezTo>
                    <a:pt x="28688" y="11042"/>
                    <a:pt x="28688" y="11176"/>
                    <a:pt x="28688" y="11309"/>
                  </a:cubicBezTo>
                  <a:cubicBezTo>
                    <a:pt x="28688" y="11542"/>
                    <a:pt x="28654" y="11809"/>
                    <a:pt x="28554" y="12009"/>
                  </a:cubicBezTo>
                  <a:cubicBezTo>
                    <a:pt x="28488" y="12176"/>
                    <a:pt x="28421" y="12310"/>
                    <a:pt x="28321" y="12443"/>
                  </a:cubicBezTo>
                  <a:cubicBezTo>
                    <a:pt x="28221" y="12543"/>
                    <a:pt x="28121" y="12677"/>
                    <a:pt x="28021" y="12777"/>
                  </a:cubicBezTo>
                  <a:cubicBezTo>
                    <a:pt x="27954" y="12843"/>
                    <a:pt x="27920" y="12877"/>
                    <a:pt x="27854" y="12943"/>
                  </a:cubicBezTo>
                  <a:cubicBezTo>
                    <a:pt x="27920" y="12943"/>
                    <a:pt x="27954" y="12977"/>
                    <a:pt x="28021" y="12977"/>
                  </a:cubicBezTo>
                  <a:cubicBezTo>
                    <a:pt x="28754" y="13210"/>
                    <a:pt x="29555" y="13310"/>
                    <a:pt x="30255" y="13410"/>
                  </a:cubicBezTo>
                  <a:cubicBezTo>
                    <a:pt x="30356" y="13410"/>
                    <a:pt x="30456" y="13444"/>
                    <a:pt x="30522" y="13444"/>
                  </a:cubicBezTo>
                  <a:cubicBezTo>
                    <a:pt x="30622" y="13010"/>
                    <a:pt x="30722" y="12610"/>
                    <a:pt x="30889" y="12210"/>
                  </a:cubicBezTo>
                  <a:cubicBezTo>
                    <a:pt x="31056" y="11809"/>
                    <a:pt x="31223" y="11442"/>
                    <a:pt x="31356" y="11042"/>
                  </a:cubicBezTo>
                  <a:lnTo>
                    <a:pt x="31356" y="11042"/>
                  </a:lnTo>
                  <a:cubicBezTo>
                    <a:pt x="31323" y="11476"/>
                    <a:pt x="31223" y="11876"/>
                    <a:pt x="31089" y="12276"/>
                  </a:cubicBezTo>
                  <a:cubicBezTo>
                    <a:pt x="30989" y="12476"/>
                    <a:pt x="30923" y="12710"/>
                    <a:pt x="30823" y="12910"/>
                  </a:cubicBezTo>
                  <a:cubicBezTo>
                    <a:pt x="30722" y="13077"/>
                    <a:pt x="30656" y="13277"/>
                    <a:pt x="30556" y="13444"/>
                  </a:cubicBezTo>
                  <a:cubicBezTo>
                    <a:pt x="31089" y="13511"/>
                    <a:pt x="31690" y="13544"/>
                    <a:pt x="32357" y="13544"/>
                  </a:cubicBezTo>
                  <a:cubicBezTo>
                    <a:pt x="32657" y="13544"/>
                    <a:pt x="32924" y="13544"/>
                    <a:pt x="33191" y="13511"/>
                  </a:cubicBezTo>
                  <a:cubicBezTo>
                    <a:pt x="33258" y="13444"/>
                    <a:pt x="33291" y="13410"/>
                    <a:pt x="33358" y="13344"/>
                  </a:cubicBezTo>
                  <a:cubicBezTo>
                    <a:pt x="33458" y="13210"/>
                    <a:pt x="33558" y="13044"/>
                    <a:pt x="33625" y="12843"/>
                  </a:cubicBezTo>
                  <a:cubicBezTo>
                    <a:pt x="33691" y="12677"/>
                    <a:pt x="33758" y="12510"/>
                    <a:pt x="33825" y="12343"/>
                  </a:cubicBezTo>
                  <a:cubicBezTo>
                    <a:pt x="33857" y="12181"/>
                    <a:pt x="33890" y="12050"/>
                    <a:pt x="33922" y="11889"/>
                  </a:cubicBezTo>
                  <a:lnTo>
                    <a:pt x="33922" y="11889"/>
                  </a:lnTo>
                  <a:cubicBezTo>
                    <a:pt x="33919" y="11899"/>
                    <a:pt x="33910" y="11909"/>
                    <a:pt x="33891" y="11909"/>
                  </a:cubicBezTo>
                  <a:cubicBezTo>
                    <a:pt x="33958" y="11643"/>
                    <a:pt x="33991" y="11342"/>
                    <a:pt x="34058" y="11075"/>
                  </a:cubicBezTo>
                  <a:cubicBezTo>
                    <a:pt x="34058" y="10942"/>
                    <a:pt x="34092" y="10775"/>
                    <a:pt x="34125" y="10642"/>
                  </a:cubicBezTo>
                  <a:cubicBezTo>
                    <a:pt x="34158" y="10508"/>
                    <a:pt x="34192" y="10375"/>
                    <a:pt x="34258" y="10242"/>
                  </a:cubicBezTo>
                  <a:cubicBezTo>
                    <a:pt x="34258" y="10175"/>
                    <a:pt x="34292" y="10108"/>
                    <a:pt x="34325" y="10041"/>
                  </a:cubicBezTo>
                  <a:cubicBezTo>
                    <a:pt x="34325" y="9975"/>
                    <a:pt x="34358" y="9908"/>
                    <a:pt x="34392" y="9841"/>
                  </a:cubicBezTo>
                  <a:cubicBezTo>
                    <a:pt x="34525" y="9508"/>
                    <a:pt x="34692" y="9207"/>
                    <a:pt x="34925" y="8907"/>
                  </a:cubicBezTo>
                  <a:cubicBezTo>
                    <a:pt x="34959" y="8841"/>
                    <a:pt x="35026" y="8774"/>
                    <a:pt x="35092" y="8707"/>
                  </a:cubicBezTo>
                  <a:cubicBezTo>
                    <a:pt x="35159" y="8640"/>
                    <a:pt x="35259" y="8574"/>
                    <a:pt x="35326" y="8507"/>
                  </a:cubicBezTo>
                  <a:cubicBezTo>
                    <a:pt x="35459" y="8407"/>
                    <a:pt x="35626" y="8307"/>
                    <a:pt x="35759" y="8240"/>
                  </a:cubicBezTo>
                  <a:cubicBezTo>
                    <a:pt x="35893" y="8173"/>
                    <a:pt x="36060" y="8107"/>
                    <a:pt x="36193" y="8040"/>
                  </a:cubicBezTo>
                  <a:lnTo>
                    <a:pt x="36193" y="8040"/>
                  </a:lnTo>
                  <a:lnTo>
                    <a:pt x="36093" y="8107"/>
                  </a:lnTo>
                  <a:cubicBezTo>
                    <a:pt x="35859" y="8307"/>
                    <a:pt x="35593" y="8507"/>
                    <a:pt x="35359" y="8740"/>
                  </a:cubicBezTo>
                  <a:cubicBezTo>
                    <a:pt x="35192" y="8974"/>
                    <a:pt x="35059" y="9207"/>
                    <a:pt x="34959" y="9441"/>
                  </a:cubicBezTo>
                  <a:cubicBezTo>
                    <a:pt x="34825" y="9808"/>
                    <a:pt x="34692" y="10141"/>
                    <a:pt x="34625" y="10508"/>
                  </a:cubicBezTo>
                  <a:cubicBezTo>
                    <a:pt x="34559" y="10775"/>
                    <a:pt x="34492" y="11009"/>
                    <a:pt x="34458" y="11242"/>
                  </a:cubicBezTo>
                  <a:cubicBezTo>
                    <a:pt x="34358" y="11576"/>
                    <a:pt x="34292" y="11876"/>
                    <a:pt x="34192" y="12176"/>
                  </a:cubicBezTo>
                  <a:cubicBezTo>
                    <a:pt x="34092" y="12510"/>
                    <a:pt x="33925" y="12843"/>
                    <a:pt x="33691" y="13144"/>
                  </a:cubicBezTo>
                  <a:cubicBezTo>
                    <a:pt x="33591" y="13244"/>
                    <a:pt x="33491" y="13377"/>
                    <a:pt x="33358" y="13477"/>
                  </a:cubicBezTo>
                  <a:cubicBezTo>
                    <a:pt x="33791" y="13410"/>
                    <a:pt x="34192" y="13344"/>
                    <a:pt x="34592" y="13210"/>
                  </a:cubicBezTo>
                  <a:cubicBezTo>
                    <a:pt x="34992" y="13110"/>
                    <a:pt x="35392" y="12943"/>
                    <a:pt x="35826" y="12777"/>
                  </a:cubicBezTo>
                  <a:cubicBezTo>
                    <a:pt x="36060" y="12677"/>
                    <a:pt x="36326" y="12577"/>
                    <a:pt x="36593" y="12476"/>
                  </a:cubicBezTo>
                  <a:cubicBezTo>
                    <a:pt x="36560" y="12376"/>
                    <a:pt x="36527" y="12276"/>
                    <a:pt x="36527" y="12176"/>
                  </a:cubicBezTo>
                  <a:cubicBezTo>
                    <a:pt x="36493" y="12009"/>
                    <a:pt x="36493" y="11809"/>
                    <a:pt x="36460" y="11643"/>
                  </a:cubicBezTo>
                  <a:cubicBezTo>
                    <a:pt x="36460" y="11409"/>
                    <a:pt x="36460" y="11209"/>
                    <a:pt x="36460" y="10975"/>
                  </a:cubicBezTo>
                  <a:cubicBezTo>
                    <a:pt x="36460" y="10742"/>
                    <a:pt x="36493" y="10508"/>
                    <a:pt x="36527" y="10275"/>
                  </a:cubicBezTo>
                  <a:cubicBezTo>
                    <a:pt x="36560" y="10041"/>
                    <a:pt x="36627" y="9808"/>
                    <a:pt x="36693" y="9574"/>
                  </a:cubicBezTo>
                  <a:lnTo>
                    <a:pt x="36727" y="9574"/>
                  </a:lnTo>
                  <a:cubicBezTo>
                    <a:pt x="36693" y="9808"/>
                    <a:pt x="36660" y="10041"/>
                    <a:pt x="36660" y="10275"/>
                  </a:cubicBezTo>
                  <a:cubicBezTo>
                    <a:pt x="36693" y="10475"/>
                    <a:pt x="36693" y="10709"/>
                    <a:pt x="36693" y="10942"/>
                  </a:cubicBezTo>
                  <a:cubicBezTo>
                    <a:pt x="36693" y="11409"/>
                    <a:pt x="36693" y="11909"/>
                    <a:pt x="36727" y="12410"/>
                  </a:cubicBezTo>
                  <a:lnTo>
                    <a:pt x="36760" y="12410"/>
                  </a:lnTo>
                  <a:cubicBezTo>
                    <a:pt x="37427" y="12110"/>
                    <a:pt x="38094" y="11776"/>
                    <a:pt x="38661" y="11476"/>
                  </a:cubicBezTo>
                  <a:cubicBezTo>
                    <a:pt x="39295" y="11142"/>
                    <a:pt x="39929" y="10709"/>
                    <a:pt x="40630" y="10141"/>
                  </a:cubicBezTo>
                  <a:cubicBezTo>
                    <a:pt x="40663" y="10108"/>
                    <a:pt x="40730" y="10041"/>
                    <a:pt x="40763" y="10008"/>
                  </a:cubicBezTo>
                  <a:cubicBezTo>
                    <a:pt x="40763" y="9975"/>
                    <a:pt x="40730" y="9908"/>
                    <a:pt x="40696" y="9875"/>
                  </a:cubicBezTo>
                  <a:cubicBezTo>
                    <a:pt x="40630" y="9708"/>
                    <a:pt x="40563" y="9574"/>
                    <a:pt x="40529" y="9408"/>
                  </a:cubicBezTo>
                  <a:cubicBezTo>
                    <a:pt x="40329" y="8841"/>
                    <a:pt x="40163" y="8273"/>
                    <a:pt x="40062" y="7673"/>
                  </a:cubicBezTo>
                  <a:cubicBezTo>
                    <a:pt x="40062" y="7506"/>
                    <a:pt x="40029" y="7339"/>
                    <a:pt x="40029" y="7173"/>
                  </a:cubicBezTo>
                  <a:cubicBezTo>
                    <a:pt x="39996" y="7039"/>
                    <a:pt x="39996" y="6906"/>
                    <a:pt x="39996" y="6739"/>
                  </a:cubicBezTo>
                  <a:cubicBezTo>
                    <a:pt x="39962" y="6372"/>
                    <a:pt x="39962" y="6005"/>
                    <a:pt x="39929" y="5638"/>
                  </a:cubicBezTo>
                  <a:cubicBezTo>
                    <a:pt x="39896" y="5505"/>
                    <a:pt x="39896" y="5338"/>
                    <a:pt x="39862" y="5205"/>
                  </a:cubicBezTo>
                  <a:cubicBezTo>
                    <a:pt x="39362" y="5004"/>
                    <a:pt x="38862" y="4838"/>
                    <a:pt x="38395" y="4704"/>
                  </a:cubicBezTo>
                  <a:cubicBezTo>
                    <a:pt x="38128" y="4604"/>
                    <a:pt x="37861" y="4537"/>
                    <a:pt x="37561" y="4437"/>
                  </a:cubicBezTo>
                  <a:lnTo>
                    <a:pt x="37561" y="4437"/>
                  </a:lnTo>
                  <a:cubicBezTo>
                    <a:pt x="37594" y="4537"/>
                    <a:pt x="37627" y="4604"/>
                    <a:pt x="37661" y="4671"/>
                  </a:cubicBezTo>
                  <a:cubicBezTo>
                    <a:pt x="37794" y="5004"/>
                    <a:pt x="37894" y="5371"/>
                    <a:pt x="38028" y="5705"/>
                  </a:cubicBezTo>
                  <a:cubicBezTo>
                    <a:pt x="37794" y="5405"/>
                    <a:pt x="37627" y="5071"/>
                    <a:pt x="37494" y="4738"/>
                  </a:cubicBezTo>
                  <a:cubicBezTo>
                    <a:pt x="37427" y="4604"/>
                    <a:pt x="37394" y="4504"/>
                    <a:pt x="37327" y="4371"/>
                  </a:cubicBezTo>
                  <a:cubicBezTo>
                    <a:pt x="37027" y="4304"/>
                    <a:pt x="36727" y="4204"/>
                    <a:pt x="36427" y="4137"/>
                  </a:cubicBezTo>
                  <a:cubicBezTo>
                    <a:pt x="36160" y="4037"/>
                    <a:pt x="35893" y="3937"/>
                    <a:pt x="35626" y="3837"/>
                  </a:cubicBezTo>
                  <a:lnTo>
                    <a:pt x="35626" y="3837"/>
                  </a:lnTo>
                  <a:cubicBezTo>
                    <a:pt x="35693" y="3970"/>
                    <a:pt x="35726" y="4070"/>
                    <a:pt x="35759" y="4204"/>
                  </a:cubicBezTo>
                  <a:cubicBezTo>
                    <a:pt x="35826" y="4537"/>
                    <a:pt x="35893" y="4871"/>
                    <a:pt x="35960" y="5205"/>
                  </a:cubicBezTo>
                  <a:cubicBezTo>
                    <a:pt x="35826" y="4971"/>
                    <a:pt x="35726" y="4704"/>
                    <a:pt x="35626" y="4437"/>
                  </a:cubicBezTo>
                  <a:cubicBezTo>
                    <a:pt x="35526" y="4204"/>
                    <a:pt x="35426" y="3970"/>
                    <a:pt x="35359" y="3737"/>
                  </a:cubicBezTo>
                  <a:cubicBezTo>
                    <a:pt x="35126" y="3670"/>
                    <a:pt x="34925" y="3570"/>
                    <a:pt x="34725" y="3503"/>
                  </a:cubicBezTo>
                  <a:lnTo>
                    <a:pt x="34425" y="3403"/>
                  </a:lnTo>
                  <a:cubicBezTo>
                    <a:pt x="33958" y="3203"/>
                    <a:pt x="33491" y="3036"/>
                    <a:pt x="33024" y="2870"/>
                  </a:cubicBezTo>
                  <a:lnTo>
                    <a:pt x="33024" y="2870"/>
                  </a:lnTo>
                  <a:cubicBezTo>
                    <a:pt x="33091" y="3003"/>
                    <a:pt x="33091" y="3170"/>
                    <a:pt x="33124" y="3303"/>
                  </a:cubicBezTo>
                  <a:cubicBezTo>
                    <a:pt x="33158" y="3503"/>
                    <a:pt x="33191" y="3737"/>
                    <a:pt x="33191" y="3937"/>
                  </a:cubicBezTo>
                  <a:cubicBezTo>
                    <a:pt x="33057" y="3570"/>
                    <a:pt x="32957" y="3170"/>
                    <a:pt x="32824" y="2803"/>
                  </a:cubicBezTo>
                  <a:cubicBezTo>
                    <a:pt x="32791" y="2770"/>
                    <a:pt x="32791" y="2770"/>
                    <a:pt x="32791" y="2770"/>
                  </a:cubicBezTo>
                  <a:lnTo>
                    <a:pt x="32424" y="2669"/>
                  </a:lnTo>
                  <a:cubicBezTo>
                    <a:pt x="31890" y="2436"/>
                    <a:pt x="31290" y="2202"/>
                    <a:pt x="30522" y="1869"/>
                  </a:cubicBezTo>
                  <a:lnTo>
                    <a:pt x="30422" y="1836"/>
                  </a:lnTo>
                  <a:lnTo>
                    <a:pt x="30422" y="1836"/>
                  </a:lnTo>
                  <a:cubicBezTo>
                    <a:pt x="30456" y="1936"/>
                    <a:pt x="30489" y="2002"/>
                    <a:pt x="30522" y="2102"/>
                  </a:cubicBezTo>
                  <a:cubicBezTo>
                    <a:pt x="30556" y="2202"/>
                    <a:pt x="30589" y="2269"/>
                    <a:pt x="30622" y="2369"/>
                  </a:cubicBezTo>
                  <a:cubicBezTo>
                    <a:pt x="30656" y="2469"/>
                    <a:pt x="30689" y="2536"/>
                    <a:pt x="30722" y="2603"/>
                  </a:cubicBezTo>
                  <a:cubicBezTo>
                    <a:pt x="30823" y="2970"/>
                    <a:pt x="30956" y="3337"/>
                    <a:pt x="31089" y="3704"/>
                  </a:cubicBezTo>
                  <a:cubicBezTo>
                    <a:pt x="31023" y="3570"/>
                    <a:pt x="30923" y="3437"/>
                    <a:pt x="30856" y="3270"/>
                  </a:cubicBezTo>
                  <a:cubicBezTo>
                    <a:pt x="30622" y="2870"/>
                    <a:pt x="30422" y="2403"/>
                    <a:pt x="30289" y="1936"/>
                  </a:cubicBezTo>
                  <a:cubicBezTo>
                    <a:pt x="30255" y="1869"/>
                    <a:pt x="30222" y="1802"/>
                    <a:pt x="30222" y="1735"/>
                  </a:cubicBezTo>
                  <a:cubicBezTo>
                    <a:pt x="29688" y="1502"/>
                    <a:pt x="29155" y="1268"/>
                    <a:pt x="28621" y="1035"/>
                  </a:cubicBezTo>
                  <a:cubicBezTo>
                    <a:pt x="27987" y="768"/>
                    <a:pt x="27353" y="501"/>
                    <a:pt x="26653" y="334"/>
                  </a:cubicBezTo>
                  <a:cubicBezTo>
                    <a:pt x="26586" y="301"/>
                    <a:pt x="26486" y="268"/>
                    <a:pt x="26386" y="268"/>
                  </a:cubicBezTo>
                  <a:cubicBezTo>
                    <a:pt x="26453" y="368"/>
                    <a:pt x="26553" y="468"/>
                    <a:pt x="26620" y="568"/>
                  </a:cubicBezTo>
                  <a:cubicBezTo>
                    <a:pt x="26786" y="835"/>
                    <a:pt x="26920" y="1135"/>
                    <a:pt x="27053" y="1402"/>
                  </a:cubicBezTo>
                  <a:cubicBezTo>
                    <a:pt x="26853" y="1168"/>
                    <a:pt x="26653" y="902"/>
                    <a:pt x="26486" y="635"/>
                  </a:cubicBezTo>
                  <a:cubicBezTo>
                    <a:pt x="26386" y="501"/>
                    <a:pt x="26286" y="368"/>
                    <a:pt x="26219" y="234"/>
                  </a:cubicBezTo>
                  <a:cubicBezTo>
                    <a:pt x="26019" y="201"/>
                    <a:pt x="25852" y="168"/>
                    <a:pt x="25652" y="134"/>
                  </a:cubicBezTo>
                  <a:cubicBezTo>
                    <a:pt x="25219" y="68"/>
                    <a:pt x="24852" y="1"/>
                    <a:pt x="24518" y="1"/>
                  </a:cubicBezTo>
                  <a:cubicBezTo>
                    <a:pt x="24585" y="101"/>
                    <a:pt x="24651" y="168"/>
                    <a:pt x="24752" y="268"/>
                  </a:cubicBezTo>
                  <a:cubicBezTo>
                    <a:pt x="24852" y="401"/>
                    <a:pt x="24918" y="501"/>
                    <a:pt x="25052" y="635"/>
                  </a:cubicBezTo>
                  <a:cubicBezTo>
                    <a:pt x="25152" y="735"/>
                    <a:pt x="25285" y="868"/>
                    <a:pt x="25385" y="968"/>
                  </a:cubicBezTo>
                  <a:cubicBezTo>
                    <a:pt x="25485" y="1068"/>
                    <a:pt x="25619" y="1168"/>
                    <a:pt x="25686" y="1268"/>
                  </a:cubicBezTo>
                  <a:cubicBezTo>
                    <a:pt x="25919" y="1535"/>
                    <a:pt x="26086" y="1836"/>
                    <a:pt x="26253" y="2136"/>
                  </a:cubicBezTo>
                  <a:cubicBezTo>
                    <a:pt x="26319" y="2269"/>
                    <a:pt x="26386" y="2403"/>
                    <a:pt x="26419" y="2536"/>
                  </a:cubicBezTo>
                  <a:cubicBezTo>
                    <a:pt x="26486" y="2736"/>
                    <a:pt x="26553" y="2936"/>
                    <a:pt x="26553" y="3170"/>
                  </a:cubicBezTo>
                  <a:cubicBezTo>
                    <a:pt x="26553" y="3370"/>
                    <a:pt x="26553" y="3537"/>
                    <a:pt x="26486" y="3737"/>
                  </a:cubicBezTo>
                  <a:cubicBezTo>
                    <a:pt x="26453" y="3837"/>
                    <a:pt x="26419" y="3970"/>
                    <a:pt x="26386" y="4070"/>
                  </a:cubicBezTo>
                  <a:cubicBezTo>
                    <a:pt x="26386" y="3870"/>
                    <a:pt x="26419" y="3670"/>
                    <a:pt x="26419" y="3470"/>
                  </a:cubicBezTo>
                  <a:cubicBezTo>
                    <a:pt x="26386" y="3270"/>
                    <a:pt x="26353" y="3103"/>
                    <a:pt x="26286" y="2936"/>
                  </a:cubicBezTo>
                  <a:cubicBezTo>
                    <a:pt x="26119" y="2569"/>
                    <a:pt x="25919" y="2269"/>
                    <a:pt x="25686" y="1936"/>
                  </a:cubicBezTo>
                  <a:cubicBezTo>
                    <a:pt x="25619" y="1836"/>
                    <a:pt x="25552" y="1735"/>
                    <a:pt x="25485" y="1635"/>
                  </a:cubicBezTo>
                  <a:cubicBezTo>
                    <a:pt x="25385" y="1535"/>
                    <a:pt x="25285" y="1435"/>
                    <a:pt x="25185" y="1302"/>
                  </a:cubicBezTo>
                  <a:cubicBezTo>
                    <a:pt x="25118" y="1202"/>
                    <a:pt x="25018" y="1135"/>
                    <a:pt x="24918" y="1002"/>
                  </a:cubicBezTo>
                  <a:cubicBezTo>
                    <a:pt x="24818" y="902"/>
                    <a:pt x="24752" y="801"/>
                    <a:pt x="24685" y="701"/>
                  </a:cubicBezTo>
                  <a:cubicBezTo>
                    <a:pt x="24585" y="568"/>
                    <a:pt x="24518" y="435"/>
                    <a:pt x="24451" y="334"/>
                  </a:cubicBezTo>
                  <a:cubicBezTo>
                    <a:pt x="24418" y="268"/>
                    <a:pt x="24385" y="201"/>
                    <a:pt x="24351" y="134"/>
                  </a:cubicBezTo>
                  <a:cubicBezTo>
                    <a:pt x="24318" y="101"/>
                    <a:pt x="24285" y="34"/>
                    <a:pt x="242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58"/>
            <p:cNvSpPr/>
            <p:nvPr/>
          </p:nvSpPr>
          <p:spPr>
            <a:xfrm>
              <a:off x="1932375" y="710950"/>
              <a:ext cx="875" cy="850"/>
            </a:xfrm>
            <a:custGeom>
              <a:avLst/>
              <a:gdLst/>
              <a:ahLst/>
              <a:cxnLst/>
              <a:rect l="l" t="t" r="r" b="b"/>
              <a:pathLst>
                <a:path w="35" h="34" extrusionOk="0">
                  <a:moveTo>
                    <a:pt x="1" y="1"/>
                  </a:move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1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58"/>
            <p:cNvSpPr/>
            <p:nvPr/>
          </p:nvSpPr>
          <p:spPr>
            <a:xfrm>
              <a:off x="1967400" y="1017825"/>
              <a:ext cx="25" cy="875"/>
            </a:xfrm>
            <a:custGeom>
              <a:avLst/>
              <a:gdLst/>
              <a:ahLst/>
              <a:cxnLst/>
              <a:rect l="l" t="t" r="r" b="b"/>
              <a:pathLst>
                <a:path w="1" h="35" extrusionOk="0"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lnTo>
                    <a:pt x="1" y="34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58"/>
            <p:cNvSpPr/>
            <p:nvPr/>
          </p:nvSpPr>
          <p:spPr>
            <a:xfrm>
              <a:off x="2652900" y="774325"/>
              <a:ext cx="25050" cy="98425"/>
            </a:xfrm>
            <a:custGeom>
              <a:avLst/>
              <a:gdLst/>
              <a:ahLst/>
              <a:cxnLst/>
              <a:rect l="l" t="t" r="r" b="b"/>
              <a:pathLst>
                <a:path w="1002" h="3937" extrusionOk="0">
                  <a:moveTo>
                    <a:pt x="0" y="1"/>
                  </a:moveTo>
                  <a:lnTo>
                    <a:pt x="0" y="1"/>
                  </a:lnTo>
                  <a:cubicBezTo>
                    <a:pt x="34" y="167"/>
                    <a:pt x="101" y="368"/>
                    <a:pt x="134" y="534"/>
                  </a:cubicBezTo>
                  <a:cubicBezTo>
                    <a:pt x="134" y="701"/>
                    <a:pt x="167" y="868"/>
                    <a:pt x="201" y="1068"/>
                  </a:cubicBezTo>
                  <a:cubicBezTo>
                    <a:pt x="234" y="1202"/>
                    <a:pt x="234" y="1335"/>
                    <a:pt x="267" y="1502"/>
                  </a:cubicBezTo>
                  <a:cubicBezTo>
                    <a:pt x="301" y="1635"/>
                    <a:pt x="301" y="1802"/>
                    <a:pt x="334" y="1935"/>
                  </a:cubicBezTo>
                  <a:cubicBezTo>
                    <a:pt x="367" y="2069"/>
                    <a:pt x="401" y="2236"/>
                    <a:pt x="434" y="2369"/>
                  </a:cubicBezTo>
                  <a:cubicBezTo>
                    <a:pt x="467" y="2469"/>
                    <a:pt x="501" y="2603"/>
                    <a:pt x="534" y="2736"/>
                  </a:cubicBezTo>
                  <a:cubicBezTo>
                    <a:pt x="601" y="2869"/>
                    <a:pt x="634" y="3003"/>
                    <a:pt x="701" y="3136"/>
                  </a:cubicBezTo>
                  <a:cubicBezTo>
                    <a:pt x="734" y="3270"/>
                    <a:pt x="801" y="3436"/>
                    <a:pt x="834" y="3570"/>
                  </a:cubicBezTo>
                  <a:cubicBezTo>
                    <a:pt x="901" y="3670"/>
                    <a:pt x="934" y="3803"/>
                    <a:pt x="1001" y="3937"/>
                  </a:cubicBezTo>
                  <a:cubicBezTo>
                    <a:pt x="1001" y="3765"/>
                    <a:pt x="1001" y="3614"/>
                    <a:pt x="1001" y="3436"/>
                  </a:cubicBezTo>
                  <a:cubicBezTo>
                    <a:pt x="1001" y="3103"/>
                    <a:pt x="968" y="2769"/>
                    <a:pt x="968" y="2402"/>
                  </a:cubicBezTo>
                  <a:cubicBezTo>
                    <a:pt x="934" y="2136"/>
                    <a:pt x="934" y="1869"/>
                    <a:pt x="901" y="1602"/>
                  </a:cubicBezTo>
                  <a:cubicBezTo>
                    <a:pt x="901" y="1435"/>
                    <a:pt x="901" y="1268"/>
                    <a:pt x="901" y="1101"/>
                  </a:cubicBezTo>
                  <a:cubicBezTo>
                    <a:pt x="901" y="935"/>
                    <a:pt x="901" y="768"/>
                    <a:pt x="901" y="601"/>
                  </a:cubicBezTo>
                  <a:cubicBezTo>
                    <a:pt x="901" y="534"/>
                    <a:pt x="901" y="501"/>
                    <a:pt x="934" y="434"/>
                  </a:cubicBezTo>
                  <a:cubicBezTo>
                    <a:pt x="734" y="334"/>
                    <a:pt x="534" y="234"/>
                    <a:pt x="367" y="134"/>
                  </a:cubicBezTo>
                  <a:cubicBezTo>
                    <a:pt x="234" y="101"/>
                    <a:pt x="134" y="34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58"/>
            <p:cNvSpPr/>
            <p:nvPr/>
          </p:nvSpPr>
          <p:spPr>
            <a:xfrm>
              <a:off x="2649575" y="7835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58"/>
            <p:cNvSpPr/>
            <p:nvPr/>
          </p:nvSpPr>
          <p:spPr>
            <a:xfrm>
              <a:off x="2681250" y="788500"/>
              <a:ext cx="40900" cy="84250"/>
            </a:xfrm>
            <a:custGeom>
              <a:avLst/>
              <a:gdLst/>
              <a:ahLst/>
              <a:cxnLst/>
              <a:rect l="l" t="t" r="r" b="b"/>
              <a:pathLst>
                <a:path w="1636" h="3370" extrusionOk="0">
                  <a:moveTo>
                    <a:pt x="1" y="1"/>
                  </a:moveTo>
                  <a:lnTo>
                    <a:pt x="34" y="534"/>
                  </a:lnTo>
                  <a:cubicBezTo>
                    <a:pt x="67" y="735"/>
                    <a:pt x="101" y="935"/>
                    <a:pt x="101" y="1135"/>
                  </a:cubicBezTo>
                  <a:cubicBezTo>
                    <a:pt x="167" y="1402"/>
                    <a:pt x="167" y="1669"/>
                    <a:pt x="234" y="1902"/>
                  </a:cubicBezTo>
                  <a:cubicBezTo>
                    <a:pt x="267" y="2169"/>
                    <a:pt x="267" y="2402"/>
                    <a:pt x="301" y="2669"/>
                  </a:cubicBezTo>
                  <a:cubicBezTo>
                    <a:pt x="334" y="2903"/>
                    <a:pt x="334" y="3136"/>
                    <a:pt x="334" y="3370"/>
                  </a:cubicBezTo>
                  <a:cubicBezTo>
                    <a:pt x="368" y="3370"/>
                    <a:pt x="368" y="3370"/>
                    <a:pt x="368" y="3336"/>
                  </a:cubicBezTo>
                  <a:cubicBezTo>
                    <a:pt x="768" y="2903"/>
                    <a:pt x="1101" y="2369"/>
                    <a:pt x="1402" y="1902"/>
                  </a:cubicBezTo>
                  <a:cubicBezTo>
                    <a:pt x="1635" y="1569"/>
                    <a:pt x="1568" y="1068"/>
                    <a:pt x="1302" y="768"/>
                  </a:cubicBezTo>
                  <a:cubicBezTo>
                    <a:pt x="1101" y="568"/>
                    <a:pt x="835" y="468"/>
                    <a:pt x="568" y="468"/>
                  </a:cubicBezTo>
                  <a:cubicBezTo>
                    <a:pt x="534" y="434"/>
                    <a:pt x="534" y="434"/>
                    <a:pt x="501" y="401"/>
                  </a:cubicBezTo>
                  <a:cubicBezTo>
                    <a:pt x="368" y="268"/>
                    <a:pt x="201" y="168"/>
                    <a:pt x="34" y="34"/>
                  </a:cubicBezTo>
                  <a:cubicBezTo>
                    <a:pt x="34" y="34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58"/>
            <p:cNvSpPr/>
            <p:nvPr/>
          </p:nvSpPr>
          <p:spPr>
            <a:xfrm>
              <a:off x="1664700" y="916100"/>
              <a:ext cx="25" cy="1700"/>
            </a:xfrm>
            <a:custGeom>
              <a:avLst/>
              <a:gdLst/>
              <a:ahLst/>
              <a:cxnLst/>
              <a:rect l="l" t="t" r="r" b="b"/>
              <a:pathLst>
                <a:path w="1" h="68" extrusionOk="0">
                  <a:moveTo>
                    <a:pt x="0" y="0"/>
                  </a:moveTo>
                  <a:cubicBezTo>
                    <a:pt x="0" y="34"/>
                    <a:pt x="0" y="34"/>
                    <a:pt x="0" y="67"/>
                  </a:cubicBezTo>
                  <a:lnTo>
                    <a:pt x="0" y="67"/>
                  </a:lnTo>
                  <a:cubicBezTo>
                    <a:pt x="0" y="34"/>
                    <a:pt x="0" y="34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58"/>
            <p:cNvSpPr/>
            <p:nvPr/>
          </p:nvSpPr>
          <p:spPr>
            <a:xfrm>
              <a:off x="1652175" y="1108725"/>
              <a:ext cx="271050" cy="332775"/>
            </a:xfrm>
            <a:custGeom>
              <a:avLst/>
              <a:gdLst/>
              <a:ahLst/>
              <a:cxnLst/>
              <a:rect l="l" t="t" r="r" b="b"/>
              <a:pathLst>
                <a:path w="10842" h="13311" extrusionOk="0">
                  <a:moveTo>
                    <a:pt x="8273" y="1"/>
                  </a:moveTo>
                  <a:cubicBezTo>
                    <a:pt x="7773" y="68"/>
                    <a:pt x="7306" y="134"/>
                    <a:pt x="6872" y="201"/>
                  </a:cubicBezTo>
                  <a:cubicBezTo>
                    <a:pt x="6872" y="468"/>
                    <a:pt x="6872" y="768"/>
                    <a:pt x="6906" y="1035"/>
                  </a:cubicBezTo>
                  <a:cubicBezTo>
                    <a:pt x="6906" y="1235"/>
                    <a:pt x="6939" y="1469"/>
                    <a:pt x="6973" y="1669"/>
                  </a:cubicBezTo>
                  <a:cubicBezTo>
                    <a:pt x="6872" y="1435"/>
                    <a:pt x="6806" y="1168"/>
                    <a:pt x="6739" y="902"/>
                  </a:cubicBezTo>
                  <a:cubicBezTo>
                    <a:pt x="6706" y="701"/>
                    <a:pt x="6672" y="468"/>
                    <a:pt x="6672" y="234"/>
                  </a:cubicBezTo>
                  <a:cubicBezTo>
                    <a:pt x="6339" y="301"/>
                    <a:pt x="6039" y="335"/>
                    <a:pt x="5738" y="401"/>
                  </a:cubicBezTo>
                  <a:lnTo>
                    <a:pt x="5338" y="468"/>
                  </a:lnTo>
                  <a:lnTo>
                    <a:pt x="5205" y="501"/>
                  </a:lnTo>
                  <a:cubicBezTo>
                    <a:pt x="4871" y="568"/>
                    <a:pt x="4537" y="601"/>
                    <a:pt x="4204" y="668"/>
                  </a:cubicBezTo>
                  <a:cubicBezTo>
                    <a:pt x="3937" y="668"/>
                    <a:pt x="3637" y="668"/>
                    <a:pt x="3370" y="701"/>
                  </a:cubicBezTo>
                  <a:cubicBezTo>
                    <a:pt x="3003" y="701"/>
                    <a:pt x="2603" y="701"/>
                    <a:pt x="2236" y="768"/>
                  </a:cubicBezTo>
                  <a:cubicBezTo>
                    <a:pt x="2102" y="768"/>
                    <a:pt x="2002" y="802"/>
                    <a:pt x="1869" y="802"/>
                  </a:cubicBezTo>
                  <a:cubicBezTo>
                    <a:pt x="1702" y="835"/>
                    <a:pt x="1535" y="868"/>
                    <a:pt x="1369" y="868"/>
                  </a:cubicBezTo>
                  <a:cubicBezTo>
                    <a:pt x="1068" y="902"/>
                    <a:pt x="868" y="968"/>
                    <a:pt x="701" y="1035"/>
                  </a:cubicBezTo>
                  <a:cubicBezTo>
                    <a:pt x="662" y="1025"/>
                    <a:pt x="623" y="1021"/>
                    <a:pt x="585" y="1021"/>
                  </a:cubicBezTo>
                  <a:cubicBezTo>
                    <a:pt x="493" y="1021"/>
                    <a:pt x="405" y="1045"/>
                    <a:pt x="334" y="1068"/>
                  </a:cubicBezTo>
                  <a:cubicBezTo>
                    <a:pt x="268" y="1102"/>
                    <a:pt x="234" y="1135"/>
                    <a:pt x="168" y="1168"/>
                  </a:cubicBezTo>
                  <a:cubicBezTo>
                    <a:pt x="101" y="1235"/>
                    <a:pt x="68" y="1335"/>
                    <a:pt x="34" y="1435"/>
                  </a:cubicBezTo>
                  <a:cubicBezTo>
                    <a:pt x="1" y="1602"/>
                    <a:pt x="34" y="1736"/>
                    <a:pt x="68" y="1869"/>
                  </a:cubicBezTo>
                  <a:cubicBezTo>
                    <a:pt x="268" y="2303"/>
                    <a:pt x="501" y="2736"/>
                    <a:pt x="801" y="3237"/>
                  </a:cubicBezTo>
                  <a:cubicBezTo>
                    <a:pt x="1002" y="3537"/>
                    <a:pt x="1202" y="3837"/>
                    <a:pt x="1402" y="4137"/>
                  </a:cubicBezTo>
                  <a:cubicBezTo>
                    <a:pt x="1569" y="4371"/>
                    <a:pt x="1735" y="4638"/>
                    <a:pt x="1902" y="4871"/>
                  </a:cubicBezTo>
                  <a:cubicBezTo>
                    <a:pt x="2102" y="5205"/>
                    <a:pt x="2336" y="5538"/>
                    <a:pt x="2569" y="5905"/>
                  </a:cubicBezTo>
                  <a:cubicBezTo>
                    <a:pt x="2936" y="6439"/>
                    <a:pt x="3370" y="7006"/>
                    <a:pt x="3870" y="7640"/>
                  </a:cubicBezTo>
                  <a:lnTo>
                    <a:pt x="3904" y="7673"/>
                  </a:lnTo>
                  <a:cubicBezTo>
                    <a:pt x="3603" y="7073"/>
                    <a:pt x="3337" y="6439"/>
                    <a:pt x="3170" y="5805"/>
                  </a:cubicBezTo>
                  <a:cubicBezTo>
                    <a:pt x="3103" y="5505"/>
                    <a:pt x="3036" y="5205"/>
                    <a:pt x="3003" y="4938"/>
                  </a:cubicBezTo>
                  <a:cubicBezTo>
                    <a:pt x="3003" y="4638"/>
                    <a:pt x="2970" y="4337"/>
                    <a:pt x="3003" y="4037"/>
                  </a:cubicBezTo>
                  <a:cubicBezTo>
                    <a:pt x="3070" y="3437"/>
                    <a:pt x="3337" y="2903"/>
                    <a:pt x="3570" y="2369"/>
                  </a:cubicBezTo>
                  <a:cubicBezTo>
                    <a:pt x="3637" y="2203"/>
                    <a:pt x="3704" y="2069"/>
                    <a:pt x="3770" y="1902"/>
                  </a:cubicBezTo>
                  <a:cubicBezTo>
                    <a:pt x="3870" y="1702"/>
                    <a:pt x="3937" y="1535"/>
                    <a:pt x="4037" y="1369"/>
                  </a:cubicBezTo>
                  <a:lnTo>
                    <a:pt x="4037" y="1369"/>
                  </a:lnTo>
                  <a:cubicBezTo>
                    <a:pt x="3937" y="1602"/>
                    <a:pt x="3870" y="1869"/>
                    <a:pt x="3770" y="2136"/>
                  </a:cubicBezTo>
                  <a:cubicBezTo>
                    <a:pt x="3704" y="2336"/>
                    <a:pt x="3670" y="2536"/>
                    <a:pt x="3603" y="2736"/>
                  </a:cubicBezTo>
                  <a:cubicBezTo>
                    <a:pt x="3537" y="2903"/>
                    <a:pt x="3470" y="3070"/>
                    <a:pt x="3437" y="3270"/>
                  </a:cubicBezTo>
                  <a:cubicBezTo>
                    <a:pt x="3403" y="3437"/>
                    <a:pt x="3337" y="3604"/>
                    <a:pt x="3337" y="3770"/>
                  </a:cubicBezTo>
                  <a:cubicBezTo>
                    <a:pt x="3270" y="4171"/>
                    <a:pt x="3270" y="4571"/>
                    <a:pt x="3337" y="4971"/>
                  </a:cubicBezTo>
                  <a:cubicBezTo>
                    <a:pt x="3370" y="5405"/>
                    <a:pt x="3437" y="5805"/>
                    <a:pt x="3537" y="6239"/>
                  </a:cubicBezTo>
                  <a:cubicBezTo>
                    <a:pt x="3637" y="6539"/>
                    <a:pt x="3737" y="6873"/>
                    <a:pt x="3837" y="7173"/>
                  </a:cubicBezTo>
                  <a:cubicBezTo>
                    <a:pt x="3904" y="7406"/>
                    <a:pt x="4004" y="7640"/>
                    <a:pt x="4070" y="7873"/>
                  </a:cubicBezTo>
                  <a:cubicBezTo>
                    <a:pt x="4204" y="8040"/>
                    <a:pt x="4371" y="8240"/>
                    <a:pt x="4537" y="8407"/>
                  </a:cubicBezTo>
                  <a:cubicBezTo>
                    <a:pt x="4771" y="8674"/>
                    <a:pt x="5038" y="8907"/>
                    <a:pt x="5305" y="9174"/>
                  </a:cubicBezTo>
                  <a:cubicBezTo>
                    <a:pt x="5872" y="9708"/>
                    <a:pt x="6472" y="10208"/>
                    <a:pt x="7039" y="10642"/>
                  </a:cubicBezTo>
                  <a:cubicBezTo>
                    <a:pt x="7173" y="10742"/>
                    <a:pt x="7306" y="10842"/>
                    <a:pt x="7440" y="10942"/>
                  </a:cubicBezTo>
                  <a:cubicBezTo>
                    <a:pt x="7473" y="11009"/>
                    <a:pt x="7540" y="11076"/>
                    <a:pt x="7606" y="11109"/>
                  </a:cubicBezTo>
                  <a:cubicBezTo>
                    <a:pt x="7606" y="11109"/>
                    <a:pt x="7606" y="11076"/>
                    <a:pt x="7573" y="11076"/>
                  </a:cubicBezTo>
                  <a:cubicBezTo>
                    <a:pt x="7473" y="10975"/>
                    <a:pt x="7373" y="10875"/>
                    <a:pt x="7306" y="10742"/>
                  </a:cubicBezTo>
                  <a:cubicBezTo>
                    <a:pt x="7239" y="10709"/>
                    <a:pt x="7206" y="10642"/>
                    <a:pt x="7139" y="10575"/>
                  </a:cubicBezTo>
                  <a:cubicBezTo>
                    <a:pt x="7106" y="10542"/>
                    <a:pt x="7073" y="10475"/>
                    <a:pt x="7039" y="10442"/>
                  </a:cubicBezTo>
                  <a:cubicBezTo>
                    <a:pt x="6939" y="10308"/>
                    <a:pt x="6872" y="10175"/>
                    <a:pt x="6772" y="10075"/>
                  </a:cubicBezTo>
                  <a:cubicBezTo>
                    <a:pt x="6672" y="9941"/>
                    <a:pt x="6572" y="9775"/>
                    <a:pt x="6506" y="9641"/>
                  </a:cubicBezTo>
                  <a:cubicBezTo>
                    <a:pt x="6405" y="9508"/>
                    <a:pt x="6372" y="9408"/>
                    <a:pt x="6305" y="9274"/>
                  </a:cubicBezTo>
                  <a:cubicBezTo>
                    <a:pt x="6172" y="9041"/>
                    <a:pt x="6039" y="8807"/>
                    <a:pt x="5938" y="8574"/>
                  </a:cubicBezTo>
                  <a:cubicBezTo>
                    <a:pt x="5805" y="8307"/>
                    <a:pt x="5705" y="8007"/>
                    <a:pt x="5638" y="7740"/>
                  </a:cubicBezTo>
                  <a:cubicBezTo>
                    <a:pt x="5605" y="7573"/>
                    <a:pt x="5572" y="7440"/>
                    <a:pt x="5538" y="7306"/>
                  </a:cubicBezTo>
                  <a:cubicBezTo>
                    <a:pt x="5505" y="7173"/>
                    <a:pt x="5471" y="7039"/>
                    <a:pt x="5471" y="6906"/>
                  </a:cubicBezTo>
                  <a:cubicBezTo>
                    <a:pt x="5438" y="6806"/>
                    <a:pt x="5438" y="6706"/>
                    <a:pt x="5438" y="6606"/>
                  </a:cubicBezTo>
                  <a:cubicBezTo>
                    <a:pt x="5438" y="6539"/>
                    <a:pt x="5405" y="6472"/>
                    <a:pt x="5405" y="6406"/>
                  </a:cubicBezTo>
                  <a:cubicBezTo>
                    <a:pt x="5405" y="6239"/>
                    <a:pt x="5405" y="6072"/>
                    <a:pt x="5405" y="5905"/>
                  </a:cubicBezTo>
                  <a:cubicBezTo>
                    <a:pt x="5405" y="5638"/>
                    <a:pt x="5405" y="5371"/>
                    <a:pt x="5405" y="5105"/>
                  </a:cubicBezTo>
                  <a:cubicBezTo>
                    <a:pt x="5438" y="4838"/>
                    <a:pt x="5438" y="4538"/>
                    <a:pt x="5438" y="4271"/>
                  </a:cubicBezTo>
                  <a:cubicBezTo>
                    <a:pt x="5471" y="3670"/>
                    <a:pt x="5471" y="3070"/>
                    <a:pt x="5471" y="2469"/>
                  </a:cubicBezTo>
                  <a:lnTo>
                    <a:pt x="5505" y="2469"/>
                  </a:lnTo>
                  <a:cubicBezTo>
                    <a:pt x="5572" y="3003"/>
                    <a:pt x="5638" y="3570"/>
                    <a:pt x="5705" y="4137"/>
                  </a:cubicBezTo>
                  <a:cubicBezTo>
                    <a:pt x="5772" y="4671"/>
                    <a:pt x="5805" y="5238"/>
                    <a:pt x="5838" y="5772"/>
                  </a:cubicBezTo>
                  <a:cubicBezTo>
                    <a:pt x="5838" y="5872"/>
                    <a:pt x="5872" y="5939"/>
                    <a:pt x="5872" y="6039"/>
                  </a:cubicBezTo>
                  <a:cubicBezTo>
                    <a:pt x="5872" y="6139"/>
                    <a:pt x="5905" y="6239"/>
                    <a:pt x="5905" y="6339"/>
                  </a:cubicBezTo>
                  <a:cubicBezTo>
                    <a:pt x="5938" y="6439"/>
                    <a:pt x="5938" y="6572"/>
                    <a:pt x="5972" y="6672"/>
                  </a:cubicBezTo>
                  <a:cubicBezTo>
                    <a:pt x="5972" y="6739"/>
                    <a:pt x="5972" y="6806"/>
                    <a:pt x="6005" y="6873"/>
                  </a:cubicBezTo>
                  <a:cubicBezTo>
                    <a:pt x="6039" y="7006"/>
                    <a:pt x="6072" y="7139"/>
                    <a:pt x="6105" y="7273"/>
                  </a:cubicBezTo>
                  <a:cubicBezTo>
                    <a:pt x="6105" y="7373"/>
                    <a:pt x="6139" y="7440"/>
                    <a:pt x="6172" y="7540"/>
                  </a:cubicBezTo>
                  <a:cubicBezTo>
                    <a:pt x="6205" y="7706"/>
                    <a:pt x="6272" y="7873"/>
                    <a:pt x="6339" y="8040"/>
                  </a:cubicBezTo>
                  <a:cubicBezTo>
                    <a:pt x="6372" y="8140"/>
                    <a:pt x="6439" y="8274"/>
                    <a:pt x="6472" y="8374"/>
                  </a:cubicBezTo>
                  <a:cubicBezTo>
                    <a:pt x="6539" y="8474"/>
                    <a:pt x="6572" y="8574"/>
                    <a:pt x="6639" y="8674"/>
                  </a:cubicBezTo>
                  <a:cubicBezTo>
                    <a:pt x="6739" y="8907"/>
                    <a:pt x="6839" y="9107"/>
                    <a:pt x="6939" y="9308"/>
                  </a:cubicBezTo>
                  <a:cubicBezTo>
                    <a:pt x="7006" y="9441"/>
                    <a:pt x="7073" y="9541"/>
                    <a:pt x="7106" y="9641"/>
                  </a:cubicBezTo>
                  <a:cubicBezTo>
                    <a:pt x="7173" y="9741"/>
                    <a:pt x="7206" y="9808"/>
                    <a:pt x="7239" y="9875"/>
                  </a:cubicBezTo>
                  <a:cubicBezTo>
                    <a:pt x="7306" y="9975"/>
                    <a:pt x="7373" y="10075"/>
                    <a:pt x="7440" y="10175"/>
                  </a:cubicBezTo>
                  <a:cubicBezTo>
                    <a:pt x="7506" y="10275"/>
                    <a:pt x="7573" y="10375"/>
                    <a:pt x="7640" y="10475"/>
                  </a:cubicBezTo>
                  <a:cubicBezTo>
                    <a:pt x="7940" y="10909"/>
                    <a:pt x="8273" y="11309"/>
                    <a:pt x="8574" y="11743"/>
                  </a:cubicBezTo>
                  <a:cubicBezTo>
                    <a:pt x="8640" y="11809"/>
                    <a:pt x="8707" y="11909"/>
                    <a:pt x="8740" y="11976"/>
                  </a:cubicBezTo>
                  <a:cubicBezTo>
                    <a:pt x="9308" y="12376"/>
                    <a:pt x="9841" y="12743"/>
                    <a:pt x="10375" y="13044"/>
                  </a:cubicBezTo>
                  <a:cubicBezTo>
                    <a:pt x="10542" y="13144"/>
                    <a:pt x="10709" y="13244"/>
                    <a:pt x="10842" y="13310"/>
                  </a:cubicBezTo>
                  <a:cubicBezTo>
                    <a:pt x="10775" y="13177"/>
                    <a:pt x="10709" y="13044"/>
                    <a:pt x="10642" y="12910"/>
                  </a:cubicBezTo>
                  <a:cubicBezTo>
                    <a:pt x="10542" y="12710"/>
                    <a:pt x="10408" y="12477"/>
                    <a:pt x="10308" y="12243"/>
                  </a:cubicBezTo>
                  <a:cubicBezTo>
                    <a:pt x="10208" y="12076"/>
                    <a:pt x="10108" y="11909"/>
                    <a:pt x="10008" y="11709"/>
                  </a:cubicBezTo>
                  <a:cubicBezTo>
                    <a:pt x="9908" y="11543"/>
                    <a:pt x="9808" y="11376"/>
                    <a:pt x="9708" y="11176"/>
                  </a:cubicBezTo>
                  <a:cubicBezTo>
                    <a:pt x="9574" y="11009"/>
                    <a:pt x="9474" y="10809"/>
                    <a:pt x="9374" y="10642"/>
                  </a:cubicBezTo>
                  <a:cubicBezTo>
                    <a:pt x="9341" y="10542"/>
                    <a:pt x="9274" y="10442"/>
                    <a:pt x="9207" y="10308"/>
                  </a:cubicBezTo>
                  <a:cubicBezTo>
                    <a:pt x="9074" y="10041"/>
                    <a:pt x="8941" y="9741"/>
                    <a:pt x="8841" y="9441"/>
                  </a:cubicBezTo>
                  <a:cubicBezTo>
                    <a:pt x="8740" y="9174"/>
                    <a:pt x="8640" y="8874"/>
                    <a:pt x="8574" y="8574"/>
                  </a:cubicBezTo>
                  <a:cubicBezTo>
                    <a:pt x="8540" y="8274"/>
                    <a:pt x="8507" y="7973"/>
                    <a:pt x="8474" y="7673"/>
                  </a:cubicBezTo>
                  <a:cubicBezTo>
                    <a:pt x="8440" y="7340"/>
                    <a:pt x="8440" y="7006"/>
                    <a:pt x="8440" y="6639"/>
                  </a:cubicBezTo>
                  <a:cubicBezTo>
                    <a:pt x="8440" y="6439"/>
                    <a:pt x="8440" y="6239"/>
                    <a:pt x="8440" y="6039"/>
                  </a:cubicBezTo>
                  <a:cubicBezTo>
                    <a:pt x="8440" y="5939"/>
                    <a:pt x="8440" y="5805"/>
                    <a:pt x="8440" y="5705"/>
                  </a:cubicBezTo>
                  <a:cubicBezTo>
                    <a:pt x="8440" y="5605"/>
                    <a:pt x="8440" y="5505"/>
                    <a:pt x="8440" y="5438"/>
                  </a:cubicBezTo>
                  <a:cubicBezTo>
                    <a:pt x="8440" y="5305"/>
                    <a:pt x="8474" y="5171"/>
                    <a:pt x="8474" y="5071"/>
                  </a:cubicBezTo>
                  <a:cubicBezTo>
                    <a:pt x="8474" y="4971"/>
                    <a:pt x="8474" y="4871"/>
                    <a:pt x="8474" y="4771"/>
                  </a:cubicBezTo>
                  <a:lnTo>
                    <a:pt x="8540" y="4104"/>
                  </a:lnTo>
                  <a:cubicBezTo>
                    <a:pt x="8574" y="4004"/>
                    <a:pt x="8574" y="3937"/>
                    <a:pt x="8574" y="3837"/>
                  </a:cubicBezTo>
                  <a:lnTo>
                    <a:pt x="8574" y="3604"/>
                  </a:lnTo>
                  <a:cubicBezTo>
                    <a:pt x="8574" y="3570"/>
                    <a:pt x="8574" y="3537"/>
                    <a:pt x="8574" y="3503"/>
                  </a:cubicBezTo>
                  <a:lnTo>
                    <a:pt x="8574" y="3137"/>
                  </a:lnTo>
                  <a:cubicBezTo>
                    <a:pt x="8574" y="3036"/>
                    <a:pt x="8574" y="2970"/>
                    <a:pt x="8574" y="2870"/>
                  </a:cubicBezTo>
                  <a:cubicBezTo>
                    <a:pt x="8574" y="2670"/>
                    <a:pt x="8540" y="2469"/>
                    <a:pt x="8507" y="2236"/>
                  </a:cubicBezTo>
                  <a:cubicBezTo>
                    <a:pt x="8507" y="2102"/>
                    <a:pt x="8507" y="1969"/>
                    <a:pt x="8474" y="1836"/>
                  </a:cubicBezTo>
                  <a:cubicBezTo>
                    <a:pt x="8474" y="1669"/>
                    <a:pt x="8440" y="1535"/>
                    <a:pt x="8440" y="1369"/>
                  </a:cubicBezTo>
                  <a:cubicBezTo>
                    <a:pt x="8440" y="1235"/>
                    <a:pt x="8407" y="1102"/>
                    <a:pt x="8407" y="935"/>
                  </a:cubicBezTo>
                  <a:cubicBezTo>
                    <a:pt x="8374" y="802"/>
                    <a:pt x="8374" y="668"/>
                    <a:pt x="8340" y="535"/>
                  </a:cubicBezTo>
                  <a:cubicBezTo>
                    <a:pt x="8307" y="368"/>
                    <a:pt x="8307" y="201"/>
                    <a:pt x="82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58"/>
            <p:cNvSpPr/>
            <p:nvPr/>
          </p:nvSpPr>
          <p:spPr>
            <a:xfrm>
              <a:off x="1864825" y="11646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58"/>
            <p:cNvSpPr/>
            <p:nvPr/>
          </p:nvSpPr>
          <p:spPr>
            <a:xfrm>
              <a:off x="1824800" y="1134600"/>
              <a:ext cx="25" cy="0"/>
            </a:xfrm>
            <a:custGeom>
              <a:avLst/>
              <a:gdLst/>
              <a:ahLst/>
              <a:cxnLst/>
              <a:rect l="l" t="t" r="r" b="b"/>
              <a:pathLst>
                <a:path w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58"/>
            <p:cNvSpPr/>
            <p:nvPr/>
          </p:nvSpPr>
          <p:spPr>
            <a:xfrm>
              <a:off x="2034125" y="1168775"/>
              <a:ext cx="850" cy="25"/>
            </a:xfrm>
            <a:custGeom>
              <a:avLst/>
              <a:gdLst/>
              <a:ahLst/>
              <a:cxnLst/>
              <a:rect l="l" t="t" r="r" b="b"/>
              <a:pathLst>
                <a:path w="34" h="1" extrusionOk="0">
                  <a:moveTo>
                    <a:pt x="34" y="1"/>
                  </a:moveTo>
                  <a:cubicBezTo>
                    <a:pt x="34" y="1"/>
                    <a:pt x="34" y="1"/>
                    <a:pt x="34" y="1"/>
                  </a:cubicBezTo>
                  <a:cubicBezTo>
                    <a:pt x="34" y="1"/>
                    <a:pt x="0" y="1"/>
                    <a:pt x="0" y="1"/>
                  </a:cubicBezTo>
                  <a:cubicBezTo>
                    <a:pt x="34" y="1"/>
                    <a:pt x="34" y="1"/>
                    <a:pt x="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58"/>
            <p:cNvSpPr/>
            <p:nvPr/>
          </p:nvSpPr>
          <p:spPr>
            <a:xfrm>
              <a:off x="1986600" y="1128750"/>
              <a:ext cx="25" cy="850"/>
            </a:xfrm>
            <a:custGeom>
              <a:avLst/>
              <a:gdLst/>
              <a:ahLst/>
              <a:cxnLst/>
              <a:rect l="l" t="t" r="r" b="b"/>
              <a:pathLst>
                <a:path w="1" h="34" extrusionOk="0">
                  <a:moveTo>
                    <a:pt x="0" y="34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58"/>
            <p:cNvSpPr/>
            <p:nvPr/>
          </p:nvSpPr>
          <p:spPr>
            <a:xfrm>
              <a:off x="1859825" y="1107900"/>
              <a:ext cx="439525" cy="400650"/>
            </a:xfrm>
            <a:custGeom>
              <a:avLst/>
              <a:gdLst/>
              <a:ahLst/>
              <a:cxnLst/>
              <a:rect l="l" t="t" r="r" b="b"/>
              <a:pathLst>
                <a:path w="17581" h="16026" extrusionOk="0">
                  <a:moveTo>
                    <a:pt x="4504" y="11042"/>
                  </a:moveTo>
                  <a:lnTo>
                    <a:pt x="4504" y="11042"/>
                  </a:lnTo>
                  <a:cubicBezTo>
                    <a:pt x="4537" y="11109"/>
                    <a:pt x="4571" y="11209"/>
                    <a:pt x="4604" y="11309"/>
                  </a:cubicBezTo>
                  <a:cubicBezTo>
                    <a:pt x="4571" y="11242"/>
                    <a:pt x="4537" y="11142"/>
                    <a:pt x="4504" y="11042"/>
                  </a:cubicBezTo>
                  <a:close/>
                  <a:moveTo>
                    <a:pt x="6672" y="8507"/>
                  </a:moveTo>
                  <a:cubicBezTo>
                    <a:pt x="6772" y="8707"/>
                    <a:pt x="6839" y="8907"/>
                    <a:pt x="6972" y="9107"/>
                  </a:cubicBezTo>
                  <a:cubicBezTo>
                    <a:pt x="7006" y="9174"/>
                    <a:pt x="7039" y="9274"/>
                    <a:pt x="7106" y="9341"/>
                  </a:cubicBezTo>
                  <a:cubicBezTo>
                    <a:pt x="7139" y="9441"/>
                    <a:pt x="7206" y="9507"/>
                    <a:pt x="7239" y="9607"/>
                  </a:cubicBezTo>
                  <a:cubicBezTo>
                    <a:pt x="7373" y="9774"/>
                    <a:pt x="7473" y="9941"/>
                    <a:pt x="7573" y="10108"/>
                  </a:cubicBezTo>
                  <a:cubicBezTo>
                    <a:pt x="7706" y="10275"/>
                    <a:pt x="7806" y="10441"/>
                    <a:pt x="7940" y="10608"/>
                  </a:cubicBezTo>
                  <a:cubicBezTo>
                    <a:pt x="7973" y="10675"/>
                    <a:pt x="8040" y="10742"/>
                    <a:pt x="8107" y="10842"/>
                  </a:cubicBezTo>
                  <a:cubicBezTo>
                    <a:pt x="8107" y="10875"/>
                    <a:pt x="8140" y="10908"/>
                    <a:pt x="8173" y="10942"/>
                  </a:cubicBezTo>
                  <a:cubicBezTo>
                    <a:pt x="8240" y="11075"/>
                    <a:pt x="8307" y="11209"/>
                    <a:pt x="8407" y="11342"/>
                  </a:cubicBezTo>
                  <a:cubicBezTo>
                    <a:pt x="8440" y="11442"/>
                    <a:pt x="8507" y="11542"/>
                    <a:pt x="8540" y="11642"/>
                  </a:cubicBezTo>
                  <a:cubicBezTo>
                    <a:pt x="8607" y="11742"/>
                    <a:pt x="8640" y="11842"/>
                    <a:pt x="8674" y="11942"/>
                  </a:cubicBezTo>
                  <a:cubicBezTo>
                    <a:pt x="8807" y="12209"/>
                    <a:pt x="8907" y="12476"/>
                    <a:pt x="9007" y="12743"/>
                  </a:cubicBezTo>
                  <a:cubicBezTo>
                    <a:pt x="9107" y="12943"/>
                    <a:pt x="9174" y="13143"/>
                    <a:pt x="9241" y="13343"/>
                  </a:cubicBezTo>
                  <a:cubicBezTo>
                    <a:pt x="9341" y="13510"/>
                    <a:pt x="9408" y="13710"/>
                    <a:pt x="9508" y="13877"/>
                  </a:cubicBezTo>
                  <a:cubicBezTo>
                    <a:pt x="9574" y="14044"/>
                    <a:pt x="9674" y="14211"/>
                    <a:pt x="9774" y="14344"/>
                  </a:cubicBezTo>
                  <a:cubicBezTo>
                    <a:pt x="10008" y="14644"/>
                    <a:pt x="10275" y="14945"/>
                    <a:pt x="10542" y="15245"/>
                  </a:cubicBezTo>
                  <a:cubicBezTo>
                    <a:pt x="10742" y="15478"/>
                    <a:pt x="10942" y="15712"/>
                    <a:pt x="11142" y="15945"/>
                  </a:cubicBezTo>
                  <a:cubicBezTo>
                    <a:pt x="10875" y="15745"/>
                    <a:pt x="10642" y="15512"/>
                    <a:pt x="10408" y="15312"/>
                  </a:cubicBezTo>
                  <a:cubicBezTo>
                    <a:pt x="10308" y="15211"/>
                    <a:pt x="10175" y="15078"/>
                    <a:pt x="10075" y="14978"/>
                  </a:cubicBezTo>
                  <a:cubicBezTo>
                    <a:pt x="9808" y="14711"/>
                    <a:pt x="9541" y="14444"/>
                    <a:pt x="9307" y="14144"/>
                  </a:cubicBezTo>
                  <a:cubicBezTo>
                    <a:pt x="9041" y="13677"/>
                    <a:pt x="8807" y="13210"/>
                    <a:pt x="8607" y="12710"/>
                  </a:cubicBezTo>
                  <a:cubicBezTo>
                    <a:pt x="8574" y="12610"/>
                    <a:pt x="8507" y="12543"/>
                    <a:pt x="8474" y="12443"/>
                  </a:cubicBezTo>
                  <a:cubicBezTo>
                    <a:pt x="8407" y="12309"/>
                    <a:pt x="8373" y="12176"/>
                    <a:pt x="8307" y="12076"/>
                  </a:cubicBezTo>
                  <a:cubicBezTo>
                    <a:pt x="8240" y="11942"/>
                    <a:pt x="8173" y="11809"/>
                    <a:pt x="8107" y="11642"/>
                  </a:cubicBezTo>
                  <a:cubicBezTo>
                    <a:pt x="8073" y="11542"/>
                    <a:pt x="8007" y="11442"/>
                    <a:pt x="7940" y="11342"/>
                  </a:cubicBezTo>
                  <a:cubicBezTo>
                    <a:pt x="7906" y="11242"/>
                    <a:pt x="7840" y="11142"/>
                    <a:pt x="7806" y="11042"/>
                  </a:cubicBezTo>
                  <a:cubicBezTo>
                    <a:pt x="7706" y="10908"/>
                    <a:pt x="7640" y="10775"/>
                    <a:pt x="7573" y="10642"/>
                  </a:cubicBezTo>
                  <a:cubicBezTo>
                    <a:pt x="7439" y="10441"/>
                    <a:pt x="7339" y="10241"/>
                    <a:pt x="7239" y="10041"/>
                  </a:cubicBezTo>
                  <a:cubicBezTo>
                    <a:pt x="7206" y="9941"/>
                    <a:pt x="7139" y="9874"/>
                    <a:pt x="7106" y="9774"/>
                  </a:cubicBezTo>
                  <a:lnTo>
                    <a:pt x="7073" y="9674"/>
                  </a:lnTo>
                  <a:cubicBezTo>
                    <a:pt x="7006" y="9541"/>
                    <a:pt x="6939" y="9441"/>
                    <a:pt x="6906" y="9307"/>
                  </a:cubicBezTo>
                  <a:cubicBezTo>
                    <a:pt x="6806" y="9040"/>
                    <a:pt x="6739" y="8774"/>
                    <a:pt x="6639" y="8507"/>
                  </a:cubicBezTo>
                  <a:close/>
                  <a:moveTo>
                    <a:pt x="568" y="1"/>
                  </a:moveTo>
                  <a:cubicBezTo>
                    <a:pt x="368" y="34"/>
                    <a:pt x="168" y="34"/>
                    <a:pt x="1" y="67"/>
                  </a:cubicBezTo>
                  <a:cubicBezTo>
                    <a:pt x="1" y="167"/>
                    <a:pt x="34" y="301"/>
                    <a:pt x="68" y="434"/>
                  </a:cubicBezTo>
                  <a:cubicBezTo>
                    <a:pt x="101" y="634"/>
                    <a:pt x="134" y="801"/>
                    <a:pt x="168" y="1001"/>
                  </a:cubicBezTo>
                  <a:cubicBezTo>
                    <a:pt x="201" y="1402"/>
                    <a:pt x="268" y="1835"/>
                    <a:pt x="334" y="2269"/>
                  </a:cubicBezTo>
                  <a:cubicBezTo>
                    <a:pt x="368" y="2469"/>
                    <a:pt x="401" y="2669"/>
                    <a:pt x="434" y="2903"/>
                  </a:cubicBezTo>
                  <a:cubicBezTo>
                    <a:pt x="434" y="3003"/>
                    <a:pt x="468" y="3069"/>
                    <a:pt x="468" y="3170"/>
                  </a:cubicBezTo>
                  <a:lnTo>
                    <a:pt x="468" y="3570"/>
                  </a:lnTo>
                  <a:cubicBezTo>
                    <a:pt x="501" y="3603"/>
                    <a:pt x="468" y="3637"/>
                    <a:pt x="468" y="3637"/>
                  </a:cubicBezTo>
                  <a:lnTo>
                    <a:pt x="468" y="3870"/>
                  </a:lnTo>
                  <a:cubicBezTo>
                    <a:pt x="468" y="3937"/>
                    <a:pt x="468" y="4037"/>
                    <a:pt x="468" y="4137"/>
                  </a:cubicBezTo>
                  <a:cubicBezTo>
                    <a:pt x="468" y="4337"/>
                    <a:pt x="468" y="4571"/>
                    <a:pt x="468" y="4804"/>
                  </a:cubicBezTo>
                  <a:cubicBezTo>
                    <a:pt x="434" y="4904"/>
                    <a:pt x="434" y="5004"/>
                    <a:pt x="434" y="5104"/>
                  </a:cubicBezTo>
                  <a:cubicBezTo>
                    <a:pt x="434" y="5238"/>
                    <a:pt x="434" y="5338"/>
                    <a:pt x="434" y="5471"/>
                  </a:cubicBezTo>
                  <a:cubicBezTo>
                    <a:pt x="434" y="5571"/>
                    <a:pt x="434" y="5671"/>
                    <a:pt x="434" y="5771"/>
                  </a:cubicBezTo>
                  <a:cubicBezTo>
                    <a:pt x="434" y="5871"/>
                    <a:pt x="434" y="5972"/>
                    <a:pt x="434" y="6072"/>
                  </a:cubicBezTo>
                  <a:cubicBezTo>
                    <a:pt x="434" y="6272"/>
                    <a:pt x="434" y="6472"/>
                    <a:pt x="468" y="6705"/>
                  </a:cubicBezTo>
                  <a:cubicBezTo>
                    <a:pt x="468" y="7039"/>
                    <a:pt x="468" y="7339"/>
                    <a:pt x="501" y="7673"/>
                  </a:cubicBezTo>
                  <a:cubicBezTo>
                    <a:pt x="535" y="7940"/>
                    <a:pt x="568" y="8206"/>
                    <a:pt x="635" y="8473"/>
                  </a:cubicBezTo>
                  <a:cubicBezTo>
                    <a:pt x="701" y="8707"/>
                    <a:pt x="768" y="8940"/>
                    <a:pt x="835" y="9174"/>
                  </a:cubicBezTo>
                  <a:cubicBezTo>
                    <a:pt x="1002" y="9607"/>
                    <a:pt x="1202" y="10008"/>
                    <a:pt x="1435" y="10375"/>
                  </a:cubicBezTo>
                  <a:cubicBezTo>
                    <a:pt x="1535" y="10575"/>
                    <a:pt x="1635" y="10742"/>
                    <a:pt x="1735" y="10908"/>
                  </a:cubicBezTo>
                  <a:cubicBezTo>
                    <a:pt x="1835" y="11075"/>
                    <a:pt x="1936" y="11242"/>
                    <a:pt x="2036" y="11409"/>
                  </a:cubicBezTo>
                  <a:cubicBezTo>
                    <a:pt x="2102" y="11542"/>
                    <a:pt x="2202" y="11676"/>
                    <a:pt x="2269" y="11776"/>
                  </a:cubicBezTo>
                  <a:cubicBezTo>
                    <a:pt x="2302" y="11842"/>
                    <a:pt x="2336" y="11909"/>
                    <a:pt x="2369" y="11976"/>
                  </a:cubicBezTo>
                  <a:cubicBezTo>
                    <a:pt x="2569" y="12376"/>
                    <a:pt x="2803" y="12743"/>
                    <a:pt x="3003" y="13143"/>
                  </a:cubicBezTo>
                  <a:cubicBezTo>
                    <a:pt x="3103" y="13343"/>
                    <a:pt x="3236" y="13544"/>
                    <a:pt x="3337" y="13777"/>
                  </a:cubicBezTo>
                  <a:cubicBezTo>
                    <a:pt x="3470" y="13844"/>
                    <a:pt x="3637" y="13911"/>
                    <a:pt x="3804" y="13977"/>
                  </a:cubicBezTo>
                  <a:lnTo>
                    <a:pt x="3937" y="14044"/>
                  </a:lnTo>
                  <a:cubicBezTo>
                    <a:pt x="4037" y="14077"/>
                    <a:pt x="4137" y="14144"/>
                    <a:pt x="4271" y="14211"/>
                  </a:cubicBezTo>
                  <a:cubicBezTo>
                    <a:pt x="4804" y="14444"/>
                    <a:pt x="5371" y="14711"/>
                    <a:pt x="5938" y="14911"/>
                  </a:cubicBezTo>
                  <a:cubicBezTo>
                    <a:pt x="6139" y="14978"/>
                    <a:pt x="6305" y="15045"/>
                    <a:pt x="6505" y="15111"/>
                  </a:cubicBezTo>
                  <a:cubicBezTo>
                    <a:pt x="6472" y="15078"/>
                    <a:pt x="6439" y="15045"/>
                    <a:pt x="6439" y="15011"/>
                  </a:cubicBezTo>
                  <a:cubicBezTo>
                    <a:pt x="6405" y="14978"/>
                    <a:pt x="6372" y="14945"/>
                    <a:pt x="6372" y="14911"/>
                  </a:cubicBezTo>
                  <a:cubicBezTo>
                    <a:pt x="6305" y="14811"/>
                    <a:pt x="6272" y="14744"/>
                    <a:pt x="6205" y="14678"/>
                  </a:cubicBezTo>
                  <a:cubicBezTo>
                    <a:pt x="6105" y="14511"/>
                    <a:pt x="6005" y="14378"/>
                    <a:pt x="5905" y="14244"/>
                  </a:cubicBezTo>
                  <a:cubicBezTo>
                    <a:pt x="5838" y="14144"/>
                    <a:pt x="5772" y="14011"/>
                    <a:pt x="5705" y="13911"/>
                  </a:cubicBezTo>
                  <a:cubicBezTo>
                    <a:pt x="5605" y="13710"/>
                    <a:pt x="5505" y="13544"/>
                    <a:pt x="5405" y="13343"/>
                  </a:cubicBezTo>
                  <a:cubicBezTo>
                    <a:pt x="5205" y="12977"/>
                    <a:pt x="5038" y="12610"/>
                    <a:pt x="4904" y="12209"/>
                  </a:cubicBezTo>
                  <a:cubicBezTo>
                    <a:pt x="4804" y="12009"/>
                    <a:pt x="4738" y="11842"/>
                    <a:pt x="4671" y="11642"/>
                  </a:cubicBezTo>
                  <a:cubicBezTo>
                    <a:pt x="4637" y="11542"/>
                    <a:pt x="4604" y="11442"/>
                    <a:pt x="4604" y="11309"/>
                  </a:cubicBezTo>
                  <a:lnTo>
                    <a:pt x="4604" y="11309"/>
                  </a:lnTo>
                  <a:cubicBezTo>
                    <a:pt x="4637" y="11375"/>
                    <a:pt x="4671" y="11442"/>
                    <a:pt x="4671" y="11542"/>
                  </a:cubicBezTo>
                  <a:cubicBezTo>
                    <a:pt x="4771" y="11776"/>
                    <a:pt x="4871" y="12009"/>
                    <a:pt x="4971" y="12209"/>
                  </a:cubicBezTo>
                  <a:cubicBezTo>
                    <a:pt x="5071" y="12443"/>
                    <a:pt x="5171" y="12676"/>
                    <a:pt x="5305" y="12876"/>
                  </a:cubicBezTo>
                  <a:cubicBezTo>
                    <a:pt x="5405" y="13077"/>
                    <a:pt x="5505" y="13310"/>
                    <a:pt x="5638" y="13510"/>
                  </a:cubicBezTo>
                  <a:cubicBezTo>
                    <a:pt x="5772" y="13710"/>
                    <a:pt x="5905" y="13911"/>
                    <a:pt x="6038" y="14144"/>
                  </a:cubicBezTo>
                  <a:cubicBezTo>
                    <a:pt x="6205" y="14378"/>
                    <a:pt x="6405" y="14611"/>
                    <a:pt x="6572" y="14878"/>
                  </a:cubicBezTo>
                  <a:cubicBezTo>
                    <a:pt x="6672" y="14978"/>
                    <a:pt x="6772" y="15111"/>
                    <a:pt x="6839" y="15211"/>
                  </a:cubicBezTo>
                  <a:cubicBezTo>
                    <a:pt x="7173" y="15312"/>
                    <a:pt x="7540" y="15412"/>
                    <a:pt x="7940" y="15545"/>
                  </a:cubicBezTo>
                  <a:cubicBezTo>
                    <a:pt x="8240" y="15612"/>
                    <a:pt x="8574" y="15712"/>
                    <a:pt x="8941" y="15812"/>
                  </a:cubicBezTo>
                  <a:cubicBezTo>
                    <a:pt x="9441" y="15912"/>
                    <a:pt x="9841" y="15979"/>
                    <a:pt x="10175" y="16012"/>
                  </a:cubicBezTo>
                  <a:cubicBezTo>
                    <a:pt x="10380" y="16022"/>
                    <a:pt x="10588" y="16026"/>
                    <a:pt x="10796" y="16026"/>
                  </a:cubicBezTo>
                  <a:cubicBezTo>
                    <a:pt x="11299" y="16026"/>
                    <a:pt x="11804" y="16002"/>
                    <a:pt x="12276" y="15979"/>
                  </a:cubicBezTo>
                  <a:cubicBezTo>
                    <a:pt x="12443" y="15945"/>
                    <a:pt x="12610" y="15945"/>
                    <a:pt x="12810" y="15912"/>
                  </a:cubicBezTo>
                  <a:cubicBezTo>
                    <a:pt x="12777" y="15879"/>
                    <a:pt x="12777" y="15879"/>
                    <a:pt x="12777" y="15845"/>
                  </a:cubicBezTo>
                  <a:cubicBezTo>
                    <a:pt x="12710" y="15645"/>
                    <a:pt x="12643" y="15478"/>
                    <a:pt x="12576" y="15312"/>
                  </a:cubicBezTo>
                  <a:cubicBezTo>
                    <a:pt x="12543" y="15211"/>
                    <a:pt x="12510" y="15078"/>
                    <a:pt x="12476" y="14978"/>
                  </a:cubicBezTo>
                  <a:cubicBezTo>
                    <a:pt x="12443" y="14845"/>
                    <a:pt x="12376" y="14711"/>
                    <a:pt x="12376" y="14544"/>
                  </a:cubicBezTo>
                  <a:cubicBezTo>
                    <a:pt x="12343" y="14444"/>
                    <a:pt x="12343" y="14311"/>
                    <a:pt x="12343" y="14211"/>
                  </a:cubicBezTo>
                  <a:cubicBezTo>
                    <a:pt x="12343" y="13977"/>
                    <a:pt x="12343" y="13744"/>
                    <a:pt x="12376" y="13510"/>
                  </a:cubicBezTo>
                  <a:cubicBezTo>
                    <a:pt x="12376" y="13277"/>
                    <a:pt x="12410" y="13043"/>
                    <a:pt x="12410" y="12810"/>
                  </a:cubicBezTo>
                  <a:lnTo>
                    <a:pt x="12443" y="12810"/>
                  </a:lnTo>
                  <a:cubicBezTo>
                    <a:pt x="12443" y="13043"/>
                    <a:pt x="12476" y="13277"/>
                    <a:pt x="12476" y="13477"/>
                  </a:cubicBezTo>
                  <a:cubicBezTo>
                    <a:pt x="12510" y="13710"/>
                    <a:pt x="12510" y="13944"/>
                    <a:pt x="12543" y="14177"/>
                  </a:cubicBezTo>
                  <a:cubicBezTo>
                    <a:pt x="12576" y="14444"/>
                    <a:pt x="12610" y="14744"/>
                    <a:pt x="12677" y="15045"/>
                  </a:cubicBezTo>
                  <a:cubicBezTo>
                    <a:pt x="12710" y="15178"/>
                    <a:pt x="12743" y="15312"/>
                    <a:pt x="12777" y="15445"/>
                  </a:cubicBezTo>
                  <a:cubicBezTo>
                    <a:pt x="12810" y="15612"/>
                    <a:pt x="12843" y="15745"/>
                    <a:pt x="12843" y="15912"/>
                  </a:cubicBezTo>
                  <a:cubicBezTo>
                    <a:pt x="13344" y="15879"/>
                    <a:pt x="13877" y="15812"/>
                    <a:pt x="14511" y="15712"/>
                  </a:cubicBezTo>
                  <a:cubicBezTo>
                    <a:pt x="15112" y="15612"/>
                    <a:pt x="15779" y="15445"/>
                    <a:pt x="16513" y="15245"/>
                  </a:cubicBezTo>
                  <a:cubicBezTo>
                    <a:pt x="16746" y="15178"/>
                    <a:pt x="16980" y="15111"/>
                    <a:pt x="17246" y="15011"/>
                  </a:cubicBezTo>
                  <a:cubicBezTo>
                    <a:pt x="17213" y="15011"/>
                    <a:pt x="17213" y="14978"/>
                    <a:pt x="17213" y="14978"/>
                  </a:cubicBezTo>
                  <a:cubicBezTo>
                    <a:pt x="17180" y="14878"/>
                    <a:pt x="17146" y="14811"/>
                    <a:pt x="17113" y="14711"/>
                  </a:cubicBezTo>
                  <a:cubicBezTo>
                    <a:pt x="17046" y="14478"/>
                    <a:pt x="16946" y="14244"/>
                    <a:pt x="16846" y="14011"/>
                  </a:cubicBezTo>
                  <a:cubicBezTo>
                    <a:pt x="16713" y="13577"/>
                    <a:pt x="16579" y="13143"/>
                    <a:pt x="16479" y="12710"/>
                  </a:cubicBezTo>
                  <a:cubicBezTo>
                    <a:pt x="16346" y="12109"/>
                    <a:pt x="16312" y="11542"/>
                    <a:pt x="16346" y="10942"/>
                  </a:cubicBezTo>
                  <a:cubicBezTo>
                    <a:pt x="16346" y="10808"/>
                    <a:pt x="16346" y="10642"/>
                    <a:pt x="16379" y="10508"/>
                  </a:cubicBezTo>
                  <a:cubicBezTo>
                    <a:pt x="16379" y="10375"/>
                    <a:pt x="16379" y="10208"/>
                    <a:pt x="16413" y="10074"/>
                  </a:cubicBezTo>
                  <a:lnTo>
                    <a:pt x="16446" y="9808"/>
                  </a:lnTo>
                  <a:cubicBezTo>
                    <a:pt x="16446" y="9774"/>
                    <a:pt x="16446" y="9741"/>
                    <a:pt x="16446" y="9674"/>
                  </a:cubicBezTo>
                  <a:cubicBezTo>
                    <a:pt x="16446" y="9607"/>
                    <a:pt x="16479" y="9574"/>
                    <a:pt x="16479" y="9507"/>
                  </a:cubicBezTo>
                  <a:cubicBezTo>
                    <a:pt x="16513" y="9374"/>
                    <a:pt x="16513" y="9241"/>
                    <a:pt x="16546" y="9107"/>
                  </a:cubicBezTo>
                  <a:cubicBezTo>
                    <a:pt x="16546" y="9040"/>
                    <a:pt x="16579" y="8974"/>
                    <a:pt x="16579" y="8907"/>
                  </a:cubicBezTo>
                  <a:cubicBezTo>
                    <a:pt x="16613" y="8774"/>
                    <a:pt x="16646" y="8640"/>
                    <a:pt x="16679" y="8507"/>
                  </a:cubicBezTo>
                  <a:cubicBezTo>
                    <a:pt x="16713" y="8440"/>
                    <a:pt x="16746" y="8373"/>
                    <a:pt x="16746" y="8307"/>
                  </a:cubicBezTo>
                  <a:cubicBezTo>
                    <a:pt x="16813" y="8106"/>
                    <a:pt x="16880" y="7906"/>
                    <a:pt x="16946" y="7706"/>
                  </a:cubicBezTo>
                  <a:cubicBezTo>
                    <a:pt x="16980" y="7606"/>
                    <a:pt x="17013" y="7506"/>
                    <a:pt x="17046" y="7439"/>
                  </a:cubicBezTo>
                  <a:cubicBezTo>
                    <a:pt x="17080" y="7306"/>
                    <a:pt x="17113" y="7206"/>
                    <a:pt x="17146" y="7072"/>
                  </a:cubicBezTo>
                  <a:cubicBezTo>
                    <a:pt x="17146" y="7006"/>
                    <a:pt x="17180" y="6939"/>
                    <a:pt x="17213" y="6872"/>
                  </a:cubicBezTo>
                  <a:cubicBezTo>
                    <a:pt x="17246" y="6739"/>
                    <a:pt x="17246" y="6605"/>
                    <a:pt x="17280" y="6472"/>
                  </a:cubicBezTo>
                  <a:cubicBezTo>
                    <a:pt x="17347" y="6272"/>
                    <a:pt x="17347" y="6105"/>
                    <a:pt x="17380" y="5905"/>
                  </a:cubicBezTo>
                  <a:cubicBezTo>
                    <a:pt x="17380" y="5905"/>
                    <a:pt x="17380" y="5938"/>
                    <a:pt x="17380" y="5938"/>
                  </a:cubicBezTo>
                  <a:cubicBezTo>
                    <a:pt x="17413" y="5771"/>
                    <a:pt x="17447" y="5605"/>
                    <a:pt x="17480" y="5471"/>
                  </a:cubicBezTo>
                  <a:cubicBezTo>
                    <a:pt x="17480" y="5238"/>
                    <a:pt x="17513" y="5038"/>
                    <a:pt x="17547" y="4837"/>
                  </a:cubicBezTo>
                  <a:cubicBezTo>
                    <a:pt x="17547" y="4704"/>
                    <a:pt x="17547" y="4571"/>
                    <a:pt x="17580" y="4437"/>
                  </a:cubicBezTo>
                  <a:cubicBezTo>
                    <a:pt x="17580" y="4370"/>
                    <a:pt x="17580" y="4304"/>
                    <a:pt x="17580" y="4237"/>
                  </a:cubicBezTo>
                  <a:cubicBezTo>
                    <a:pt x="17580" y="4170"/>
                    <a:pt x="17580" y="4070"/>
                    <a:pt x="17580" y="4003"/>
                  </a:cubicBezTo>
                  <a:cubicBezTo>
                    <a:pt x="17580" y="3870"/>
                    <a:pt x="17580" y="3703"/>
                    <a:pt x="17547" y="3570"/>
                  </a:cubicBezTo>
                  <a:cubicBezTo>
                    <a:pt x="17513" y="3203"/>
                    <a:pt x="17447" y="2836"/>
                    <a:pt x="17347" y="2469"/>
                  </a:cubicBezTo>
                  <a:lnTo>
                    <a:pt x="17246" y="2035"/>
                  </a:lnTo>
                  <a:cubicBezTo>
                    <a:pt x="17246" y="1969"/>
                    <a:pt x="17213" y="1935"/>
                    <a:pt x="17213" y="1869"/>
                  </a:cubicBezTo>
                  <a:lnTo>
                    <a:pt x="17146" y="1635"/>
                  </a:lnTo>
                  <a:cubicBezTo>
                    <a:pt x="16813" y="1702"/>
                    <a:pt x="16479" y="1802"/>
                    <a:pt x="16179" y="1869"/>
                  </a:cubicBezTo>
                  <a:cubicBezTo>
                    <a:pt x="15312" y="2102"/>
                    <a:pt x="14378" y="2269"/>
                    <a:pt x="13344" y="2369"/>
                  </a:cubicBezTo>
                  <a:cubicBezTo>
                    <a:pt x="12758" y="2418"/>
                    <a:pt x="12243" y="2449"/>
                    <a:pt x="11761" y="2449"/>
                  </a:cubicBezTo>
                  <a:cubicBezTo>
                    <a:pt x="11584" y="2449"/>
                    <a:pt x="11412" y="2445"/>
                    <a:pt x="11242" y="2436"/>
                  </a:cubicBezTo>
                  <a:cubicBezTo>
                    <a:pt x="10975" y="2402"/>
                    <a:pt x="10675" y="2402"/>
                    <a:pt x="10408" y="2369"/>
                  </a:cubicBezTo>
                  <a:lnTo>
                    <a:pt x="10408" y="2369"/>
                  </a:lnTo>
                  <a:cubicBezTo>
                    <a:pt x="10575" y="2736"/>
                    <a:pt x="10742" y="3136"/>
                    <a:pt x="10909" y="3536"/>
                  </a:cubicBezTo>
                  <a:cubicBezTo>
                    <a:pt x="11075" y="4070"/>
                    <a:pt x="11276" y="4604"/>
                    <a:pt x="11442" y="5171"/>
                  </a:cubicBezTo>
                  <a:cubicBezTo>
                    <a:pt x="11242" y="4671"/>
                    <a:pt x="11042" y="4170"/>
                    <a:pt x="10842" y="3670"/>
                  </a:cubicBezTo>
                  <a:cubicBezTo>
                    <a:pt x="10742" y="3403"/>
                    <a:pt x="10642" y="3136"/>
                    <a:pt x="10542" y="2869"/>
                  </a:cubicBezTo>
                  <a:cubicBezTo>
                    <a:pt x="10475" y="2703"/>
                    <a:pt x="10408" y="2536"/>
                    <a:pt x="10375" y="2336"/>
                  </a:cubicBezTo>
                  <a:cubicBezTo>
                    <a:pt x="9908" y="2302"/>
                    <a:pt x="9508" y="2236"/>
                    <a:pt x="9141" y="2202"/>
                  </a:cubicBezTo>
                  <a:cubicBezTo>
                    <a:pt x="8774" y="2135"/>
                    <a:pt x="8307" y="2035"/>
                    <a:pt x="7840" y="1935"/>
                  </a:cubicBezTo>
                  <a:cubicBezTo>
                    <a:pt x="7506" y="1869"/>
                    <a:pt x="7206" y="1735"/>
                    <a:pt x="6839" y="1602"/>
                  </a:cubicBezTo>
                  <a:cubicBezTo>
                    <a:pt x="6839" y="1702"/>
                    <a:pt x="6839" y="1802"/>
                    <a:pt x="6839" y="1902"/>
                  </a:cubicBezTo>
                  <a:cubicBezTo>
                    <a:pt x="6872" y="2102"/>
                    <a:pt x="6906" y="2269"/>
                    <a:pt x="6972" y="2436"/>
                  </a:cubicBezTo>
                  <a:cubicBezTo>
                    <a:pt x="7039" y="2569"/>
                    <a:pt x="7073" y="2703"/>
                    <a:pt x="7139" y="2836"/>
                  </a:cubicBezTo>
                  <a:cubicBezTo>
                    <a:pt x="7206" y="3003"/>
                    <a:pt x="7273" y="3136"/>
                    <a:pt x="7339" y="3270"/>
                  </a:cubicBezTo>
                  <a:lnTo>
                    <a:pt x="7506" y="3670"/>
                  </a:lnTo>
                  <a:cubicBezTo>
                    <a:pt x="7606" y="3870"/>
                    <a:pt x="7706" y="4070"/>
                    <a:pt x="7806" y="4270"/>
                  </a:cubicBezTo>
                  <a:cubicBezTo>
                    <a:pt x="7806" y="4270"/>
                    <a:pt x="7773" y="4237"/>
                    <a:pt x="7773" y="4237"/>
                  </a:cubicBezTo>
                  <a:cubicBezTo>
                    <a:pt x="7740" y="4170"/>
                    <a:pt x="7706" y="4104"/>
                    <a:pt x="7640" y="4037"/>
                  </a:cubicBezTo>
                  <a:cubicBezTo>
                    <a:pt x="7606" y="3970"/>
                    <a:pt x="7573" y="3870"/>
                    <a:pt x="7506" y="3803"/>
                  </a:cubicBezTo>
                  <a:cubicBezTo>
                    <a:pt x="7406" y="3637"/>
                    <a:pt x="7339" y="3470"/>
                    <a:pt x="7239" y="3303"/>
                  </a:cubicBezTo>
                  <a:cubicBezTo>
                    <a:pt x="7173" y="3203"/>
                    <a:pt x="7106" y="3103"/>
                    <a:pt x="7073" y="2969"/>
                  </a:cubicBezTo>
                  <a:cubicBezTo>
                    <a:pt x="7006" y="2869"/>
                    <a:pt x="6972" y="2769"/>
                    <a:pt x="6939" y="2703"/>
                  </a:cubicBezTo>
                  <a:cubicBezTo>
                    <a:pt x="6872" y="2502"/>
                    <a:pt x="6806" y="2302"/>
                    <a:pt x="6772" y="2069"/>
                  </a:cubicBezTo>
                  <a:cubicBezTo>
                    <a:pt x="6739" y="1969"/>
                    <a:pt x="6739" y="1869"/>
                    <a:pt x="6772" y="1769"/>
                  </a:cubicBezTo>
                  <a:cubicBezTo>
                    <a:pt x="6772" y="1702"/>
                    <a:pt x="6772" y="1635"/>
                    <a:pt x="6772" y="1568"/>
                  </a:cubicBezTo>
                  <a:lnTo>
                    <a:pt x="6706" y="1568"/>
                  </a:lnTo>
                  <a:cubicBezTo>
                    <a:pt x="6539" y="1468"/>
                    <a:pt x="6339" y="1368"/>
                    <a:pt x="6172" y="1302"/>
                  </a:cubicBezTo>
                  <a:cubicBezTo>
                    <a:pt x="5805" y="1101"/>
                    <a:pt x="5438" y="935"/>
                    <a:pt x="5071" y="768"/>
                  </a:cubicBezTo>
                  <a:cubicBezTo>
                    <a:pt x="5071" y="801"/>
                    <a:pt x="5071" y="835"/>
                    <a:pt x="5071" y="835"/>
                  </a:cubicBezTo>
                  <a:cubicBezTo>
                    <a:pt x="5104" y="1035"/>
                    <a:pt x="5138" y="1168"/>
                    <a:pt x="5171" y="1335"/>
                  </a:cubicBezTo>
                  <a:cubicBezTo>
                    <a:pt x="5271" y="1602"/>
                    <a:pt x="5438" y="1835"/>
                    <a:pt x="5571" y="2069"/>
                  </a:cubicBezTo>
                  <a:cubicBezTo>
                    <a:pt x="5638" y="2169"/>
                    <a:pt x="5705" y="2302"/>
                    <a:pt x="5772" y="2402"/>
                  </a:cubicBezTo>
                  <a:cubicBezTo>
                    <a:pt x="5838" y="2536"/>
                    <a:pt x="5905" y="2636"/>
                    <a:pt x="5972" y="2769"/>
                  </a:cubicBezTo>
                  <a:cubicBezTo>
                    <a:pt x="6005" y="2803"/>
                    <a:pt x="6005" y="2869"/>
                    <a:pt x="6038" y="2903"/>
                  </a:cubicBezTo>
                  <a:cubicBezTo>
                    <a:pt x="6105" y="3103"/>
                    <a:pt x="6205" y="3303"/>
                    <a:pt x="6272" y="3470"/>
                  </a:cubicBezTo>
                  <a:cubicBezTo>
                    <a:pt x="6339" y="3603"/>
                    <a:pt x="6372" y="3703"/>
                    <a:pt x="6405" y="3837"/>
                  </a:cubicBezTo>
                  <a:cubicBezTo>
                    <a:pt x="6472" y="4003"/>
                    <a:pt x="6539" y="4170"/>
                    <a:pt x="6572" y="4337"/>
                  </a:cubicBezTo>
                  <a:cubicBezTo>
                    <a:pt x="6606" y="4404"/>
                    <a:pt x="6639" y="4470"/>
                    <a:pt x="6639" y="4537"/>
                  </a:cubicBezTo>
                  <a:cubicBezTo>
                    <a:pt x="6672" y="4637"/>
                    <a:pt x="6706" y="4737"/>
                    <a:pt x="6739" y="4837"/>
                  </a:cubicBezTo>
                  <a:cubicBezTo>
                    <a:pt x="6939" y="5471"/>
                    <a:pt x="7106" y="6105"/>
                    <a:pt x="7306" y="6705"/>
                  </a:cubicBezTo>
                  <a:cubicBezTo>
                    <a:pt x="7073" y="6172"/>
                    <a:pt x="6839" y="5605"/>
                    <a:pt x="6639" y="5038"/>
                  </a:cubicBezTo>
                  <a:cubicBezTo>
                    <a:pt x="6539" y="4804"/>
                    <a:pt x="6439" y="4537"/>
                    <a:pt x="6339" y="4270"/>
                  </a:cubicBezTo>
                  <a:cubicBezTo>
                    <a:pt x="6272" y="4104"/>
                    <a:pt x="6205" y="3903"/>
                    <a:pt x="6139" y="3703"/>
                  </a:cubicBezTo>
                  <a:cubicBezTo>
                    <a:pt x="6105" y="3670"/>
                    <a:pt x="6105" y="3637"/>
                    <a:pt x="6072" y="3603"/>
                  </a:cubicBezTo>
                  <a:cubicBezTo>
                    <a:pt x="6038" y="3503"/>
                    <a:pt x="6005" y="3403"/>
                    <a:pt x="5972" y="3336"/>
                  </a:cubicBezTo>
                  <a:cubicBezTo>
                    <a:pt x="5905" y="3236"/>
                    <a:pt x="5872" y="3136"/>
                    <a:pt x="5838" y="3036"/>
                  </a:cubicBezTo>
                  <a:cubicBezTo>
                    <a:pt x="5838" y="3003"/>
                    <a:pt x="5805" y="2969"/>
                    <a:pt x="5805" y="2936"/>
                  </a:cubicBezTo>
                  <a:cubicBezTo>
                    <a:pt x="5705" y="2769"/>
                    <a:pt x="5605" y="2569"/>
                    <a:pt x="5538" y="2402"/>
                  </a:cubicBezTo>
                  <a:cubicBezTo>
                    <a:pt x="5438" y="2236"/>
                    <a:pt x="5371" y="2102"/>
                    <a:pt x="5305" y="1969"/>
                  </a:cubicBezTo>
                  <a:cubicBezTo>
                    <a:pt x="5205" y="1769"/>
                    <a:pt x="5104" y="1568"/>
                    <a:pt x="5038" y="1335"/>
                  </a:cubicBezTo>
                  <a:cubicBezTo>
                    <a:pt x="5004" y="1135"/>
                    <a:pt x="4971" y="935"/>
                    <a:pt x="5004" y="734"/>
                  </a:cubicBezTo>
                  <a:cubicBezTo>
                    <a:pt x="4938" y="734"/>
                    <a:pt x="4838" y="701"/>
                    <a:pt x="4771" y="668"/>
                  </a:cubicBezTo>
                  <a:cubicBezTo>
                    <a:pt x="4504" y="601"/>
                    <a:pt x="4237" y="501"/>
                    <a:pt x="3937" y="434"/>
                  </a:cubicBezTo>
                  <a:cubicBezTo>
                    <a:pt x="3937" y="468"/>
                    <a:pt x="3904" y="501"/>
                    <a:pt x="3904" y="534"/>
                  </a:cubicBezTo>
                  <a:cubicBezTo>
                    <a:pt x="3837" y="768"/>
                    <a:pt x="3770" y="968"/>
                    <a:pt x="3737" y="1201"/>
                  </a:cubicBezTo>
                  <a:cubicBezTo>
                    <a:pt x="3703" y="1368"/>
                    <a:pt x="3703" y="1568"/>
                    <a:pt x="3703" y="1735"/>
                  </a:cubicBezTo>
                  <a:cubicBezTo>
                    <a:pt x="3703" y="1902"/>
                    <a:pt x="3703" y="2069"/>
                    <a:pt x="3737" y="2236"/>
                  </a:cubicBezTo>
                  <a:cubicBezTo>
                    <a:pt x="3737" y="2402"/>
                    <a:pt x="3770" y="2569"/>
                    <a:pt x="3804" y="2703"/>
                  </a:cubicBezTo>
                  <a:cubicBezTo>
                    <a:pt x="3837" y="2903"/>
                    <a:pt x="3870" y="3069"/>
                    <a:pt x="3904" y="3236"/>
                  </a:cubicBezTo>
                  <a:cubicBezTo>
                    <a:pt x="3970" y="3370"/>
                    <a:pt x="4004" y="3503"/>
                    <a:pt x="4037" y="3637"/>
                  </a:cubicBezTo>
                  <a:cubicBezTo>
                    <a:pt x="4137" y="3870"/>
                    <a:pt x="4204" y="4104"/>
                    <a:pt x="4271" y="4337"/>
                  </a:cubicBezTo>
                  <a:cubicBezTo>
                    <a:pt x="4170" y="4137"/>
                    <a:pt x="4037" y="3937"/>
                    <a:pt x="3970" y="3703"/>
                  </a:cubicBezTo>
                  <a:cubicBezTo>
                    <a:pt x="3904" y="3603"/>
                    <a:pt x="3837" y="3470"/>
                    <a:pt x="3770" y="3370"/>
                  </a:cubicBezTo>
                  <a:cubicBezTo>
                    <a:pt x="3737" y="3236"/>
                    <a:pt x="3670" y="3103"/>
                    <a:pt x="3637" y="2969"/>
                  </a:cubicBezTo>
                  <a:cubicBezTo>
                    <a:pt x="3570" y="2803"/>
                    <a:pt x="3537" y="2669"/>
                    <a:pt x="3503" y="2502"/>
                  </a:cubicBezTo>
                  <a:cubicBezTo>
                    <a:pt x="3437" y="2202"/>
                    <a:pt x="3403" y="1869"/>
                    <a:pt x="3437" y="1568"/>
                  </a:cubicBezTo>
                  <a:cubicBezTo>
                    <a:pt x="3470" y="1235"/>
                    <a:pt x="3537" y="935"/>
                    <a:pt x="3670" y="634"/>
                  </a:cubicBezTo>
                  <a:cubicBezTo>
                    <a:pt x="3703" y="568"/>
                    <a:pt x="3737" y="468"/>
                    <a:pt x="3770" y="401"/>
                  </a:cubicBezTo>
                  <a:cubicBezTo>
                    <a:pt x="3403" y="301"/>
                    <a:pt x="3003" y="234"/>
                    <a:pt x="2569" y="167"/>
                  </a:cubicBezTo>
                  <a:cubicBezTo>
                    <a:pt x="2369" y="134"/>
                    <a:pt x="2202" y="101"/>
                    <a:pt x="2002" y="101"/>
                  </a:cubicBezTo>
                  <a:cubicBezTo>
                    <a:pt x="2002" y="134"/>
                    <a:pt x="1969" y="167"/>
                    <a:pt x="1969" y="201"/>
                  </a:cubicBezTo>
                  <a:cubicBezTo>
                    <a:pt x="1902" y="401"/>
                    <a:pt x="1869" y="634"/>
                    <a:pt x="1835" y="835"/>
                  </a:cubicBezTo>
                  <a:cubicBezTo>
                    <a:pt x="1802" y="1001"/>
                    <a:pt x="1769" y="1168"/>
                    <a:pt x="1769" y="1335"/>
                  </a:cubicBezTo>
                  <a:cubicBezTo>
                    <a:pt x="1769" y="1502"/>
                    <a:pt x="1769" y="1635"/>
                    <a:pt x="1802" y="1802"/>
                  </a:cubicBezTo>
                  <a:cubicBezTo>
                    <a:pt x="1802" y="2002"/>
                    <a:pt x="1835" y="2202"/>
                    <a:pt x="1869" y="2402"/>
                  </a:cubicBezTo>
                  <a:cubicBezTo>
                    <a:pt x="1902" y="2536"/>
                    <a:pt x="1936" y="2669"/>
                    <a:pt x="1969" y="2769"/>
                  </a:cubicBezTo>
                  <a:lnTo>
                    <a:pt x="1936" y="2769"/>
                  </a:lnTo>
                  <a:cubicBezTo>
                    <a:pt x="1902" y="2636"/>
                    <a:pt x="1835" y="2502"/>
                    <a:pt x="1802" y="2369"/>
                  </a:cubicBezTo>
                  <a:cubicBezTo>
                    <a:pt x="1769" y="2269"/>
                    <a:pt x="1735" y="2169"/>
                    <a:pt x="1702" y="2069"/>
                  </a:cubicBezTo>
                  <a:cubicBezTo>
                    <a:pt x="1635" y="1902"/>
                    <a:pt x="1602" y="1735"/>
                    <a:pt x="1602" y="1568"/>
                  </a:cubicBezTo>
                  <a:cubicBezTo>
                    <a:pt x="1569" y="1201"/>
                    <a:pt x="1602" y="868"/>
                    <a:pt x="1702" y="534"/>
                  </a:cubicBezTo>
                  <a:cubicBezTo>
                    <a:pt x="1769" y="368"/>
                    <a:pt x="1835" y="234"/>
                    <a:pt x="1902" y="67"/>
                  </a:cubicBezTo>
                  <a:cubicBezTo>
                    <a:pt x="1435" y="34"/>
                    <a:pt x="1002" y="1"/>
                    <a:pt x="5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58"/>
            <p:cNvSpPr/>
            <p:nvPr/>
          </p:nvSpPr>
          <p:spPr>
            <a:xfrm>
              <a:off x="1989100" y="1141250"/>
              <a:ext cx="850" cy="25"/>
            </a:xfrm>
            <a:custGeom>
              <a:avLst/>
              <a:gdLst/>
              <a:ahLst/>
              <a:cxnLst/>
              <a:rect l="l" t="t" r="r" b="b"/>
              <a:pathLst>
                <a:path w="34" h="1" extrusionOk="0">
                  <a:moveTo>
                    <a:pt x="34" y="1"/>
                  </a:moveTo>
                  <a:cubicBezTo>
                    <a:pt x="34" y="1"/>
                    <a:pt x="34" y="1"/>
                    <a:pt x="34" y="1"/>
                  </a:cubicBezTo>
                  <a:cubicBezTo>
                    <a:pt x="34" y="1"/>
                    <a:pt x="0" y="1"/>
                    <a:pt x="0" y="1"/>
                  </a:cubicBezTo>
                  <a:cubicBezTo>
                    <a:pt x="34" y="1"/>
                    <a:pt x="34" y="1"/>
                    <a:pt x="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58"/>
            <p:cNvSpPr/>
            <p:nvPr/>
          </p:nvSpPr>
          <p:spPr>
            <a:xfrm>
              <a:off x="2299325" y="11971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58"/>
            <p:cNvSpPr/>
            <p:nvPr/>
          </p:nvSpPr>
          <p:spPr>
            <a:xfrm>
              <a:off x="2607025" y="1122075"/>
              <a:ext cx="25" cy="850"/>
            </a:xfrm>
            <a:custGeom>
              <a:avLst/>
              <a:gdLst/>
              <a:ahLst/>
              <a:cxnLst/>
              <a:rect l="l" t="t" r="r" b="b"/>
              <a:pathLst>
                <a:path w="1" h="34" extrusionOk="0">
                  <a:moveTo>
                    <a:pt x="1" y="34"/>
                  </a:moveTo>
                  <a:lnTo>
                    <a:pt x="1" y="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58"/>
            <p:cNvSpPr/>
            <p:nvPr/>
          </p:nvSpPr>
          <p:spPr>
            <a:xfrm>
              <a:off x="2280125" y="1002500"/>
              <a:ext cx="473700" cy="476525"/>
            </a:xfrm>
            <a:custGeom>
              <a:avLst/>
              <a:gdLst/>
              <a:ahLst/>
              <a:cxnLst/>
              <a:rect l="l" t="t" r="r" b="b"/>
              <a:pathLst>
                <a:path w="18948" h="19061" extrusionOk="0">
                  <a:moveTo>
                    <a:pt x="9841" y="12056"/>
                  </a:moveTo>
                  <a:lnTo>
                    <a:pt x="9839" y="12069"/>
                  </a:lnTo>
                  <a:lnTo>
                    <a:pt x="9839" y="12069"/>
                  </a:lnTo>
                  <a:cubicBezTo>
                    <a:pt x="9840" y="12065"/>
                    <a:pt x="9841" y="12061"/>
                    <a:pt x="9841" y="12056"/>
                  </a:cubicBezTo>
                  <a:close/>
                  <a:moveTo>
                    <a:pt x="15779" y="0"/>
                  </a:moveTo>
                  <a:cubicBezTo>
                    <a:pt x="15678" y="0"/>
                    <a:pt x="15577" y="5"/>
                    <a:pt x="15479" y="14"/>
                  </a:cubicBezTo>
                  <a:cubicBezTo>
                    <a:pt x="15045" y="47"/>
                    <a:pt x="14611" y="114"/>
                    <a:pt x="14178" y="180"/>
                  </a:cubicBezTo>
                  <a:cubicBezTo>
                    <a:pt x="14211" y="180"/>
                    <a:pt x="14211" y="214"/>
                    <a:pt x="14211" y="214"/>
                  </a:cubicBezTo>
                  <a:cubicBezTo>
                    <a:pt x="14344" y="514"/>
                    <a:pt x="14444" y="781"/>
                    <a:pt x="14578" y="1081"/>
                  </a:cubicBezTo>
                  <a:cubicBezTo>
                    <a:pt x="14611" y="1248"/>
                    <a:pt x="14678" y="1415"/>
                    <a:pt x="14745" y="1581"/>
                  </a:cubicBezTo>
                  <a:cubicBezTo>
                    <a:pt x="14845" y="1848"/>
                    <a:pt x="14911" y="2148"/>
                    <a:pt x="15012" y="2415"/>
                  </a:cubicBezTo>
                  <a:cubicBezTo>
                    <a:pt x="14911" y="2148"/>
                    <a:pt x="14811" y="1882"/>
                    <a:pt x="14678" y="1581"/>
                  </a:cubicBezTo>
                  <a:cubicBezTo>
                    <a:pt x="14645" y="1481"/>
                    <a:pt x="14578" y="1348"/>
                    <a:pt x="14545" y="1214"/>
                  </a:cubicBezTo>
                  <a:cubicBezTo>
                    <a:pt x="14444" y="981"/>
                    <a:pt x="14378" y="747"/>
                    <a:pt x="14278" y="514"/>
                  </a:cubicBezTo>
                  <a:cubicBezTo>
                    <a:pt x="14244" y="414"/>
                    <a:pt x="14178" y="280"/>
                    <a:pt x="14144" y="180"/>
                  </a:cubicBezTo>
                  <a:cubicBezTo>
                    <a:pt x="13911" y="214"/>
                    <a:pt x="13711" y="247"/>
                    <a:pt x="13477" y="280"/>
                  </a:cubicBezTo>
                  <a:lnTo>
                    <a:pt x="13377" y="314"/>
                  </a:lnTo>
                  <a:cubicBezTo>
                    <a:pt x="13010" y="380"/>
                    <a:pt x="12643" y="414"/>
                    <a:pt x="12276" y="447"/>
                  </a:cubicBezTo>
                  <a:cubicBezTo>
                    <a:pt x="12076" y="481"/>
                    <a:pt x="11843" y="514"/>
                    <a:pt x="11609" y="547"/>
                  </a:cubicBezTo>
                  <a:cubicBezTo>
                    <a:pt x="11642" y="614"/>
                    <a:pt x="11676" y="681"/>
                    <a:pt x="11709" y="747"/>
                  </a:cubicBezTo>
                  <a:cubicBezTo>
                    <a:pt x="11776" y="881"/>
                    <a:pt x="11876" y="1014"/>
                    <a:pt x="11943" y="1181"/>
                  </a:cubicBezTo>
                  <a:cubicBezTo>
                    <a:pt x="11976" y="1214"/>
                    <a:pt x="11976" y="1281"/>
                    <a:pt x="12009" y="1348"/>
                  </a:cubicBezTo>
                  <a:cubicBezTo>
                    <a:pt x="12056" y="1442"/>
                    <a:pt x="12087" y="1520"/>
                    <a:pt x="12124" y="1592"/>
                  </a:cubicBezTo>
                  <a:lnTo>
                    <a:pt x="12124" y="1592"/>
                  </a:lnTo>
                  <a:cubicBezTo>
                    <a:pt x="12082" y="1534"/>
                    <a:pt x="12046" y="1469"/>
                    <a:pt x="12009" y="1415"/>
                  </a:cubicBezTo>
                  <a:cubicBezTo>
                    <a:pt x="11976" y="1348"/>
                    <a:pt x="11909" y="1281"/>
                    <a:pt x="11876" y="1214"/>
                  </a:cubicBezTo>
                  <a:cubicBezTo>
                    <a:pt x="11809" y="1081"/>
                    <a:pt x="11709" y="948"/>
                    <a:pt x="11642" y="781"/>
                  </a:cubicBezTo>
                  <a:cubicBezTo>
                    <a:pt x="11609" y="714"/>
                    <a:pt x="11542" y="647"/>
                    <a:pt x="11509" y="581"/>
                  </a:cubicBezTo>
                  <a:lnTo>
                    <a:pt x="11376" y="581"/>
                  </a:lnTo>
                  <a:cubicBezTo>
                    <a:pt x="10875" y="681"/>
                    <a:pt x="10375" y="814"/>
                    <a:pt x="9875" y="948"/>
                  </a:cubicBezTo>
                  <a:cubicBezTo>
                    <a:pt x="9941" y="1048"/>
                    <a:pt x="9975" y="1148"/>
                    <a:pt x="10041" y="1248"/>
                  </a:cubicBezTo>
                  <a:cubicBezTo>
                    <a:pt x="10108" y="1348"/>
                    <a:pt x="10141" y="1448"/>
                    <a:pt x="10208" y="1581"/>
                  </a:cubicBezTo>
                  <a:cubicBezTo>
                    <a:pt x="10308" y="1848"/>
                    <a:pt x="10442" y="2115"/>
                    <a:pt x="10542" y="2382"/>
                  </a:cubicBezTo>
                  <a:cubicBezTo>
                    <a:pt x="10408" y="2115"/>
                    <a:pt x="10275" y="1848"/>
                    <a:pt x="10141" y="1581"/>
                  </a:cubicBezTo>
                  <a:cubicBezTo>
                    <a:pt x="10041" y="1381"/>
                    <a:pt x="9941" y="1181"/>
                    <a:pt x="9841" y="981"/>
                  </a:cubicBezTo>
                  <a:cubicBezTo>
                    <a:pt x="9741" y="1014"/>
                    <a:pt x="9608" y="1048"/>
                    <a:pt x="9474" y="1081"/>
                  </a:cubicBezTo>
                  <a:cubicBezTo>
                    <a:pt x="9141" y="1214"/>
                    <a:pt x="8740" y="1348"/>
                    <a:pt x="8407" y="1481"/>
                  </a:cubicBezTo>
                  <a:cubicBezTo>
                    <a:pt x="8107" y="1615"/>
                    <a:pt x="7840" y="1748"/>
                    <a:pt x="7540" y="1948"/>
                  </a:cubicBezTo>
                  <a:lnTo>
                    <a:pt x="7373" y="2082"/>
                  </a:lnTo>
                  <a:cubicBezTo>
                    <a:pt x="7506" y="2282"/>
                    <a:pt x="7606" y="2482"/>
                    <a:pt x="7740" y="2715"/>
                  </a:cubicBezTo>
                  <a:cubicBezTo>
                    <a:pt x="7873" y="2982"/>
                    <a:pt x="7973" y="3249"/>
                    <a:pt x="8107" y="3483"/>
                  </a:cubicBezTo>
                  <a:cubicBezTo>
                    <a:pt x="7906" y="3249"/>
                    <a:pt x="7773" y="3016"/>
                    <a:pt x="7640" y="2749"/>
                  </a:cubicBezTo>
                  <a:cubicBezTo>
                    <a:pt x="7540" y="2549"/>
                    <a:pt x="7406" y="2315"/>
                    <a:pt x="7339" y="2082"/>
                  </a:cubicBezTo>
                  <a:cubicBezTo>
                    <a:pt x="6972" y="2349"/>
                    <a:pt x="6639" y="2615"/>
                    <a:pt x="6305" y="2849"/>
                  </a:cubicBezTo>
                  <a:cubicBezTo>
                    <a:pt x="6072" y="3049"/>
                    <a:pt x="5772" y="3249"/>
                    <a:pt x="5505" y="3449"/>
                  </a:cubicBezTo>
                  <a:cubicBezTo>
                    <a:pt x="5505" y="3483"/>
                    <a:pt x="5471" y="3483"/>
                    <a:pt x="5438" y="3516"/>
                  </a:cubicBezTo>
                  <a:cubicBezTo>
                    <a:pt x="5471" y="3583"/>
                    <a:pt x="5538" y="3683"/>
                    <a:pt x="5571" y="3750"/>
                  </a:cubicBezTo>
                  <a:cubicBezTo>
                    <a:pt x="5705" y="4050"/>
                    <a:pt x="5838" y="4350"/>
                    <a:pt x="5905" y="4650"/>
                  </a:cubicBezTo>
                  <a:cubicBezTo>
                    <a:pt x="5938" y="4784"/>
                    <a:pt x="5972" y="4917"/>
                    <a:pt x="6005" y="5084"/>
                  </a:cubicBezTo>
                  <a:cubicBezTo>
                    <a:pt x="6105" y="5518"/>
                    <a:pt x="6139" y="5951"/>
                    <a:pt x="6205" y="6418"/>
                  </a:cubicBezTo>
                  <a:lnTo>
                    <a:pt x="6172" y="6418"/>
                  </a:lnTo>
                  <a:cubicBezTo>
                    <a:pt x="6105" y="6118"/>
                    <a:pt x="6005" y="5851"/>
                    <a:pt x="5905" y="5551"/>
                  </a:cubicBezTo>
                  <a:cubicBezTo>
                    <a:pt x="5805" y="5184"/>
                    <a:pt x="5705" y="4817"/>
                    <a:pt x="5571" y="4450"/>
                  </a:cubicBezTo>
                  <a:cubicBezTo>
                    <a:pt x="5471" y="4183"/>
                    <a:pt x="5338" y="3916"/>
                    <a:pt x="5238" y="3650"/>
                  </a:cubicBezTo>
                  <a:cubicBezTo>
                    <a:pt x="4804" y="3916"/>
                    <a:pt x="4337" y="4183"/>
                    <a:pt x="3837" y="4483"/>
                  </a:cubicBezTo>
                  <a:cubicBezTo>
                    <a:pt x="3670" y="4584"/>
                    <a:pt x="3503" y="4650"/>
                    <a:pt x="3337" y="4750"/>
                  </a:cubicBezTo>
                  <a:cubicBezTo>
                    <a:pt x="3337" y="4750"/>
                    <a:pt x="3370" y="4750"/>
                    <a:pt x="3370" y="4784"/>
                  </a:cubicBezTo>
                  <a:cubicBezTo>
                    <a:pt x="3437" y="4984"/>
                    <a:pt x="3537" y="5184"/>
                    <a:pt x="3637" y="5384"/>
                  </a:cubicBezTo>
                  <a:cubicBezTo>
                    <a:pt x="3737" y="5584"/>
                    <a:pt x="3837" y="5751"/>
                    <a:pt x="3937" y="5951"/>
                  </a:cubicBezTo>
                  <a:cubicBezTo>
                    <a:pt x="4037" y="6185"/>
                    <a:pt x="4170" y="6385"/>
                    <a:pt x="4304" y="6618"/>
                  </a:cubicBezTo>
                  <a:cubicBezTo>
                    <a:pt x="4137" y="6418"/>
                    <a:pt x="3970" y="6218"/>
                    <a:pt x="3804" y="6018"/>
                  </a:cubicBezTo>
                  <a:cubicBezTo>
                    <a:pt x="3670" y="5818"/>
                    <a:pt x="3537" y="5651"/>
                    <a:pt x="3437" y="5451"/>
                  </a:cubicBezTo>
                  <a:cubicBezTo>
                    <a:pt x="3337" y="5251"/>
                    <a:pt x="3270" y="5051"/>
                    <a:pt x="3170" y="4884"/>
                  </a:cubicBezTo>
                  <a:cubicBezTo>
                    <a:pt x="3170" y="4850"/>
                    <a:pt x="3170" y="4850"/>
                    <a:pt x="3170" y="4817"/>
                  </a:cubicBezTo>
                  <a:cubicBezTo>
                    <a:pt x="2803" y="5017"/>
                    <a:pt x="2503" y="5151"/>
                    <a:pt x="2169" y="5284"/>
                  </a:cubicBezTo>
                  <a:cubicBezTo>
                    <a:pt x="1802" y="5384"/>
                    <a:pt x="1435" y="5484"/>
                    <a:pt x="1068" y="5584"/>
                  </a:cubicBezTo>
                  <a:lnTo>
                    <a:pt x="868" y="5651"/>
                  </a:lnTo>
                  <a:cubicBezTo>
                    <a:pt x="701" y="5684"/>
                    <a:pt x="535" y="5751"/>
                    <a:pt x="401" y="5784"/>
                  </a:cubicBezTo>
                  <a:lnTo>
                    <a:pt x="368" y="5784"/>
                  </a:lnTo>
                  <a:cubicBezTo>
                    <a:pt x="401" y="5918"/>
                    <a:pt x="434" y="6018"/>
                    <a:pt x="468" y="6118"/>
                  </a:cubicBezTo>
                  <a:cubicBezTo>
                    <a:pt x="535" y="6351"/>
                    <a:pt x="601" y="6618"/>
                    <a:pt x="668" y="6852"/>
                  </a:cubicBezTo>
                  <a:cubicBezTo>
                    <a:pt x="801" y="7319"/>
                    <a:pt x="901" y="7819"/>
                    <a:pt x="901" y="8320"/>
                  </a:cubicBezTo>
                  <a:cubicBezTo>
                    <a:pt x="935" y="8453"/>
                    <a:pt x="935" y="8620"/>
                    <a:pt x="901" y="8787"/>
                  </a:cubicBezTo>
                  <a:cubicBezTo>
                    <a:pt x="901" y="8920"/>
                    <a:pt x="901" y="9020"/>
                    <a:pt x="901" y="9153"/>
                  </a:cubicBezTo>
                  <a:cubicBezTo>
                    <a:pt x="901" y="9254"/>
                    <a:pt x="901" y="9354"/>
                    <a:pt x="868" y="9420"/>
                  </a:cubicBezTo>
                  <a:cubicBezTo>
                    <a:pt x="868" y="9520"/>
                    <a:pt x="868" y="9620"/>
                    <a:pt x="868" y="9687"/>
                  </a:cubicBezTo>
                  <a:lnTo>
                    <a:pt x="801" y="10321"/>
                  </a:lnTo>
                  <a:cubicBezTo>
                    <a:pt x="801" y="10421"/>
                    <a:pt x="768" y="10554"/>
                    <a:pt x="768" y="10655"/>
                  </a:cubicBezTo>
                  <a:cubicBezTo>
                    <a:pt x="735" y="10788"/>
                    <a:pt x="701" y="10888"/>
                    <a:pt x="701" y="11021"/>
                  </a:cubicBezTo>
                  <a:cubicBezTo>
                    <a:pt x="701" y="11088"/>
                    <a:pt x="668" y="11155"/>
                    <a:pt x="668" y="11222"/>
                  </a:cubicBezTo>
                  <a:cubicBezTo>
                    <a:pt x="635" y="11355"/>
                    <a:pt x="601" y="11488"/>
                    <a:pt x="568" y="11622"/>
                  </a:cubicBezTo>
                  <a:cubicBezTo>
                    <a:pt x="501" y="11822"/>
                    <a:pt x="468" y="12022"/>
                    <a:pt x="401" y="12222"/>
                  </a:cubicBezTo>
                  <a:cubicBezTo>
                    <a:pt x="334" y="12422"/>
                    <a:pt x="301" y="12589"/>
                    <a:pt x="234" y="12789"/>
                  </a:cubicBezTo>
                  <a:cubicBezTo>
                    <a:pt x="234" y="12823"/>
                    <a:pt x="234" y="12856"/>
                    <a:pt x="234" y="12856"/>
                  </a:cubicBezTo>
                  <a:cubicBezTo>
                    <a:pt x="234" y="12923"/>
                    <a:pt x="201" y="12990"/>
                    <a:pt x="201" y="13056"/>
                  </a:cubicBezTo>
                  <a:cubicBezTo>
                    <a:pt x="168" y="13156"/>
                    <a:pt x="168" y="13256"/>
                    <a:pt x="134" y="13356"/>
                  </a:cubicBezTo>
                  <a:cubicBezTo>
                    <a:pt x="101" y="13523"/>
                    <a:pt x="101" y="13690"/>
                    <a:pt x="68" y="13857"/>
                  </a:cubicBezTo>
                  <a:cubicBezTo>
                    <a:pt x="68" y="13924"/>
                    <a:pt x="68" y="13990"/>
                    <a:pt x="68" y="14024"/>
                  </a:cubicBezTo>
                  <a:cubicBezTo>
                    <a:pt x="34" y="14090"/>
                    <a:pt x="34" y="14157"/>
                    <a:pt x="34" y="14224"/>
                  </a:cubicBezTo>
                  <a:cubicBezTo>
                    <a:pt x="34" y="14424"/>
                    <a:pt x="1" y="14624"/>
                    <a:pt x="1" y="14824"/>
                  </a:cubicBezTo>
                  <a:cubicBezTo>
                    <a:pt x="1" y="15024"/>
                    <a:pt x="1" y="15191"/>
                    <a:pt x="1" y="15391"/>
                  </a:cubicBezTo>
                  <a:cubicBezTo>
                    <a:pt x="1" y="15591"/>
                    <a:pt x="1" y="15792"/>
                    <a:pt x="34" y="16025"/>
                  </a:cubicBezTo>
                  <a:cubicBezTo>
                    <a:pt x="68" y="16359"/>
                    <a:pt x="134" y="16692"/>
                    <a:pt x="201" y="16992"/>
                  </a:cubicBezTo>
                  <a:cubicBezTo>
                    <a:pt x="301" y="17326"/>
                    <a:pt x="401" y="17660"/>
                    <a:pt x="501" y="17960"/>
                  </a:cubicBezTo>
                  <a:cubicBezTo>
                    <a:pt x="568" y="18093"/>
                    <a:pt x="601" y="18227"/>
                    <a:pt x="668" y="18360"/>
                  </a:cubicBezTo>
                  <a:cubicBezTo>
                    <a:pt x="701" y="18460"/>
                    <a:pt x="735" y="18594"/>
                    <a:pt x="801" y="18694"/>
                  </a:cubicBezTo>
                  <a:cubicBezTo>
                    <a:pt x="835" y="18794"/>
                    <a:pt x="901" y="18927"/>
                    <a:pt x="935" y="19061"/>
                  </a:cubicBezTo>
                  <a:cubicBezTo>
                    <a:pt x="1268" y="18927"/>
                    <a:pt x="1569" y="18827"/>
                    <a:pt x="1869" y="18694"/>
                  </a:cubicBezTo>
                  <a:cubicBezTo>
                    <a:pt x="1869" y="18660"/>
                    <a:pt x="1902" y="18660"/>
                    <a:pt x="1902" y="18660"/>
                  </a:cubicBezTo>
                  <a:lnTo>
                    <a:pt x="1902" y="18627"/>
                  </a:lnTo>
                  <a:cubicBezTo>
                    <a:pt x="1802" y="18360"/>
                    <a:pt x="1735" y="18060"/>
                    <a:pt x="1669" y="17760"/>
                  </a:cubicBezTo>
                  <a:cubicBezTo>
                    <a:pt x="1602" y="17593"/>
                    <a:pt x="1569" y="17426"/>
                    <a:pt x="1535" y="17259"/>
                  </a:cubicBezTo>
                  <a:cubicBezTo>
                    <a:pt x="1502" y="17092"/>
                    <a:pt x="1469" y="16926"/>
                    <a:pt x="1435" y="16759"/>
                  </a:cubicBezTo>
                  <a:cubicBezTo>
                    <a:pt x="1435" y="16692"/>
                    <a:pt x="1435" y="16659"/>
                    <a:pt x="1402" y="16592"/>
                  </a:cubicBezTo>
                  <a:lnTo>
                    <a:pt x="1368" y="16259"/>
                  </a:lnTo>
                  <a:cubicBezTo>
                    <a:pt x="1368" y="16192"/>
                    <a:pt x="1368" y="16158"/>
                    <a:pt x="1368" y="16092"/>
                  </a:cubicBezTo>
                  <a:cubicBezTo>
                    <a:pt x="1368" y="15958"/>
                    <a:pt x="1368" y="15858"/>
                    <a:pt x="1335" y="15725"/>
                  </a:cubicBezTo>
                  <a:cubicBezTo>
                    <a:pt x="1335" y="15691"/>
                    <a:pt x="1335" y="15625"/>
                    <a:pt x="1335" y="15591"/>
                  </a:cubicBezTo>
                  <a:cubicBezTo>
                    <a:pt x="1335" y="15458"/>
                    <a:pt x="1335" y="15358"/>
                    <a:pt x="1368" y="15224"/>
                  </a:cubicBezTo>
                  <a:cubicBezTo>
                    <a:pt x="1368" y="14924"/>
                    <a:pt x="1368" y="14591"/>
                    <a:pt x="1402" y="14257"/>
                  </a:cubicBezTo>
                  <a:cubicBezTo>
                    <a:pt x="1435" y="14090"/>
                    <a:pt x="1435" y="13957"/>
                    <a:pt x="1435" y="13823"/>
                  </a:cubicBezTo>
                  <a:lnTo>
                    <a:pt x="1469" y="13457"/>
                  </a:lnTo>
                  <a:cubicBezTo>
                    <a:pt x="1502" y="13356"/>
                    <a:pt x="1502" y="13290"/>
                    <a:pt x="1502" y="13223"/>
                  </a:cubicBezTo>
                  <a:cubicBezTo>
                    <a:pt x="1535" y="13023"/>
                    <a:pt x="1569" y="12856"/>
                    <a:pt x="1602" y="12689"/>
                  </a:cubicBezTo>
                  <a:cubicBezTo>
                    <a:pt x="1635" y="12589"/>
                    <a:pt x="1635" y="12489"/>
                    <a:pt x="1669" y="12389"/>
                  </a:cubicBezTo>
                  <a:cubicBezTo>
                    <a:pt x="1669" y="12356"/>
                    <a:pt x="1669" y="12322"/>
                    <a:pt x="1669" y="12289"/>
                  </a:cubicBezTo>
                  <a:cubicBezTo>
                    <a:pt x="1769" y="11955"/>
                    <a:pt x="1869" y="11589"/>
                    <a:pt x="1936" y="11255"/>
                  </a:cubicBezTo>
                  <a:cubicBezTo>
                    <a:pt x="2036" y="10921"/>
                    <a:pt x="2136" y="10554"/>
                    <a:pt x="2236" y="10221"/>
                  </a:cubicBezTo>
                  <a:lnTo>
                    <a:pt x="2269" y="10087"/>
                  </a:lnTo>
                  <a:cubicBezTo>
                    <a:pt x="2302" y="9954"/>
                    <a:pt x="2336" y="9854"/>
                    <a:pt x="2369" y="9721"/>
                  </a:cubicBezTo>
                  <a:cubicBezTo>
                    <a:pt x="2403" y="9587"/>
                    <a:pt x="2436" y="9454"/>
                    <a:pt x="2469" y="9320"/>
                  </a:cubicBezTo>
                  <a:cubicBezTo>
                    <a:pt x="2536" y="8953"/>
                    <a:pt x="2636" y="8586"/>
                    <a:pt x="2736" y="8219"/>
                  </a:cubicBezTo>
                  <a:lnTo>
                    <a:pt x="2736" y="8219"/>
                  </a:lnTo>
                  <a:cubicBezTo>
                    <a:pt x="2736" y="8286"/>
                    <a:pt x="2736" y="8320"/>
                    <a:pt x="2703" y="8386"/>
                  </a:cubicBezTo>
                  <a:cubicBezTo>
                    <a:pt x="2669" y="8720"/>
                    <a:pt x="2636" y="9053"/>
                    <a:pt x="2569" y="9420"/>
                  </a:cubicBezTo>
                  <a:cubicBezTo>
                    <a:pt x="2536" y="9587"/>
                    <a:pt x="2536" y="9754"/>
                    <a:pt x="2503" y="9921"/>
                  </a:cubicBezTo>
                  <a:cubicBezTo>
                    <a:pt x="2469" y="10054"/>
                    <a:pt x="2469" y="10188"/>
                    <a:pt x="2436" y="10321"/>
                  </a:cubicBezTo>
                  <a:cubicBezTo>
                    <a:pt x="2369" y="10688"/>
                    <a:pt x="2302" y="11021"/>
                    <a:pt x="2236" y="11355"/>
                  </a:cubicBezTo>
                  <a:cubicBezTo>
                    <a:pt x="2169" y="11722"/>
                    <a:pt x="2102" y="12056"/>
                    <a:pt x="2002" y="12422"/>
                  </a:cubicBezTo>
                  <a:cubicBezTo>
                    <a:pt x="1969" y="12689"/>
                    <a:pt x="1936" y="12990"/>
                    <a:pt x="1869" y="13290"/>
                  </a:cubicBezTo>
                  <a:cubicBezTo>
                    <a:pt x="1835" y="13723"/>
                    <a:pt x="1769" y="14157"/>
                    <a:pt x="1702" y="14591"/>
                  </a:cubicBezTo>
                  <a:cubicBezTo>
                    <a:pt x="1702" y="14691"/>
                    <a:pt x="1702" y="14791"/>
                    <a:pt x="1669" y="14891"/>
                  </a:cubicBezTo>
                  <a:lnTo>
                    <a:pt x="1669" y="15091"/>
                  </a:lnTo>
                  <a:cubicBezTo>
                    <a:pt x="1635" y="15191"/>
                    <a:pt x="1635" y="15291"/>
                    <a:pt x="1635" y="15391"/>
                  </a:cubicBezTo>
                  <a:cubicBezTo>
                    <a:pt x="1635" y="15425"/>
                    <a:pt x="1602" y="15491"/>
                    <a:pt x="1602" y="15558"/>
                  </a:cubicBezTo>
                  <a:cubicBezTo>
                    <a:pt x="1602" y="15591"/>
                    <a:pt x="1602" y="15591"/>
                    <a:pt x="1602" y="15625"/>
                  </a:cubicBezTo>
                  <a:cubicBezTo>
                    <a:pt x="1602" y="15792"/>
                    <a:pt x="1602" y="15958"/>
                    <a:pt x="1569" y="16125"/>
                  </a:cubicBezTo>
                  <a:cubicBezTo>
                    <a:pt x="1569" y="16158"/>
                    <a:pt x="1569" y="16192"/>
                    <a:pt x="1569" y="16225"/>
                  </a:cubicBezTo>
                  <a:cubicBezTo>
                    <a:pt x="1569" y="16259"/>
                    <a:pt x="1602" y="16325"/>
                    <a:pt x="1602" y="16359"/>
                  </a:cubicBezTo>
                  <a:cubicBezTo>
                    <a:pt x="1602" y="16459"/>
                    <a:pt x="1602" y="16525"/>
                    <a:pt x="1602" y="16625"/>
                  </a:cubicBezTo>
                  <a:cubicBezTo>
                    <a:pt x="1602" y="16759"/>
                    <a:pt x="1635" y="16926"/>
                    <a:pt x="1669" y="17092"/>
                  </a:cubicBezTo>
                  <a:cubicBezTo>
                    <a:pt x="1669" y="17126"/>
                    <a:pt x="1669" y="17159"/>
                    <a:pt x="1669" y="17193"/>
                  </a:cubicBezTo>
                  <a:cubicBezTo>
                    <a:pt x="1702" y="17293"/>
                    <a:pt x="1702" y="17393"/>
                    <a:pt x="1735" y="17493"/>
                  </a:cubicBezTo>
                  <a:cubicBezTo>
                    <a:pt x="1735" y="17626"/>
                    <a:pt x="1769" y="17760"/>
                    <a:pt x="1802" y="17926"/>
                  </a:cubicBezTo>
                  <a:cubicBezTo>
                    <a:pt x="1835" y="18160"/>
                    <a:pt x="1869" y="18393"/>
                    <a:pt x="1969" y="18627"/>
                  </a:cubicBezTo>
                  <a:cubicBezTo>
                    <a:pt x="2169" y="18527"/>
                    <a:pt x="2403" y="18393"/>
                    <a:pt x="2603" y="18293"/>
                  </a:cubicBezTo>
                  <a:lnTo>
                    <a:pt x="2769" y="18193"/>
                  </a:lnTo>
                  <a:cubicBezTo>
                    <a:pt x="2836" y="18160"/>
                    <a:pt x="2903" y="18127"/>
                    <a:pt x="3003" y="18060"/>
                  </a:cubicBezTo>
                  <a:cubicBezTo>
                    <a:pt x="3003" y="18060"/>
                    <a:pt x="3036" y="18026"/>
                    <a:pt x="3036" y="17993"/>
                  </a:cubicBezTo>
                  <a:cubicBezTo>
                    <a:pt x="3103" y="17826"/>
                    <a:pt x="3136" y="17660"/>
                    <a:pt x="3170" y="17459"/>
                  </a:cubicBezTo>
                  <a:cubicBezTo>
                    <a:pt x="3236" y="17193"/>
                    <a:pt x="3270" y="16926"/>
                    <a:pt x="3337" y="16625"/>
                  </a:cubicBezTo>
                  <a:cubicBezTo>
                    <a:pt x="3403" y="16425"/>
                    <a:pt x="3437" y="16192"/>
                    <a:pt x="3503" y="15992"/>
                  </a:cubicBezTo>
                  <a:cubicBezTo>
                    <a:pt x="3603" y="15558"/>
                    <a:pt x="3703" y="15124"/>
                    <a:pt x="3837" y="14657"/>
                  </a:cubicBezTo>
                  <a:lnTo>
                    <a:pt x="3837" y="14657"/>
                  </a:lnTo>
                  <a:cubicBezTo>
                    <a:pt x="3804" y="14991"/>
                    <a:pt x="3770" y="15358"/>
                    <a:pt x="3737" y="15691"/>
                  </a:cubicBezTo>
                  <a:cubicBezTo>
                    <a:pt x="3703" y="15892"/>
                    <a:pt x="3670" y="16058"/>
                    <a:pt x="3637" y="16259"/>
                  </a:cubicBezTo>
                  <a:cubicBezTo>
                    <a:pt x="3603" y="16492"/>
                    <a:pt x="3537" y="16726"/>
                    <a:pt x="3503" y="16959"/>
                  </a:cubicBezTo>
                  <a:cubicBezTo>
                    <a:pt x="3470" y="17126"/>
                    <a:pt x="3437" y="17259"/>
                    <a:pt x="3403" y="17426"/>
                  </a:cubicBezTo>
                  <a:cubicBezTo>
                    <a:pt x="3370" y="17593"/>
                    <a:pt x="3303" y="17760"/>
                    <a:pt x="3236" y="17926"/>
                  </a:cubicBezTo>
                  <a:cubicBezTo>
                    <a:pt x="3370" y="17860"/>
                    <a:pt x="3503" y="17793"/>
                    <a:pt x="3637" y="17693"/>
                  </a:cubicBezTo>
                  <a:cubicBezTo>
                    <a:pt x="3770" y="17626"/>
                    <a:pt x="3904" y="17526"/>
                    <a:pt x="4004" y="17459"/>
                  </a:cubicBezTo>
                  <a:cubicBezTo>
                    <a:pt x="4204" y="17359"/>
                    <a:pt x="4371" y="17259"/>
                    <a:pt x="4537" y="17159"/>
                  </a:cubicBezTo>
                  <a:cubicBezTo>
                    <a:pt x="4738" y="17026"/>
                    <a:pt x="4938" y="16892"/>
                    <a:pt x="5104" y="16759"/>
                  </a:cubicBezTo>
                  <a:cubicBezTo>
                    <a:pt x="5138" y="16692"/>
                    <a:pt x="5138" y="16625"/>
                    <a:pt x="5171" y="16525"/>
                  </a:cubicBezTo>
                  <a:lnTo>
                    <a:pt x="5171" y="16559"/>
                  </a:lnTo>
                  <a:cubicBezTo>
                    <a:pt x="5205" y="16292"/>
                    <a:pt x="5238" y="16058"/>
                    <a:pt x="5271" y="15825"/>
                  </a:cubicBezTo>
                  <a:cubicBezTo>
                    <a:pt x="5305" y="15758"/>
                    <a:pt x="5305" y="15691"/>
                    <a:pt x="5305" y="15658"/>
                  </a:cubicBezTo>
                  <a:lnTo>
                    <a:pt x="5405" y="15358"/>
                  </a:lnTo>
                  <a:lnTo>
                    <a:pt x="5438" y="15124"/>
                  </a:lnTo>
                  <a:cubicBezTo>
                    <a:pt x="5471" y="15058"/>
                    <a:pt x="5471" y="15024"/>
                    <a:pt x="5505" y="14991"/>
                  </a:cubicBezTo>
                  <a:cubicBezTo>
                    <a:pt x="5538" y="14858"/>
                    <a:pt x="5571" y="14691"/>
                    <a:pt x="5638" y="14557"/>
                  </a:cubicBezTo>
                  <a:cubicBezTo>
                    <a:pt x="5738" y="14257"/>
                    <a:pt x="5872" y="13957"/>
                    <a:pt x="6005" y="13657"/>
                  </a:cubicBezTo>
                  <a:lnTo>
                    <a:pt x="6005" y="13657"/>
                  </a:lnTo>
                  <a:cubicBezTo>
                    <a:pt x="5905" y="13990"/>
                    <a:pt x="5805" y="14290"/>
                    <a:pt x="5738" y="14591"/>
                  </a:cubicBezTo>
                  <a:cubicBezTo>
                    <a:pt x="5672" y="14724"/>
                    <a:pt x="5638" y="14858"/>
                    <a:pt x="5605" y="14991"/>
                  </a:cubicBezTo>
                  <a:cubicBezTo>
                    <a:pt x="5605" y="15024"/>
                    <a:pt x="5571" y="15091"/>
                    <a:pt x="5571" y="15124"/>
                  </a:cubicBezTo>
                  <a:cubicBezTo>
                    <a:pt x="5538" y="15191"/>
                    <a:pt x="5538" y="15258"/>
                    <a:pt x="5538" y="15325"/>
                  </a:cubicBezTo>
                  <a:cubicBezTo>
                    <a:pt x="5505" y="15425"/>
                    <a:pt x="5471" y="15525"/>
                    <a:pt x="5471" y="15625"/>
                  </a:cubicBezTo>
                  <a:cubicBezTo>
                    <a:pt x="5438" y="15658"/>
                    <a:pt x="5438" y="15691"/>
                    <a:pt x="5438" y="15725"/>
                  </a:cubicBezTo>
                  <a:cubicBezTo>
                    <a:pt x="5405" y="15925"/>
                    <a:pt x="5371" y="16092"/>
                    <a:pt x="5338" y="16259"/>
                  </a:cubicBezTo>
                  <a:cubicBezTo>
                    <a:pt x="5305" y="16392"/>
                    <a:pt x="5271" y="16492"/>
                    <a:pt x="5238" y="16625"/>
                  </a:cubicBezTo>
                  <a:cubicBezTo>
                    <a:pt x="5238" y="16659"/>
                    <a:pt x="5238" y="16659"/>
                    <a:pt x="5238" y="16692"/>
                  </a:cubicBezTo>
                  <a:cubicBezTo>
                    <a:pt x="5338" y="16592"/>
                    <a:pt x="5471" y="16525"/>
                    <a:pt x="5571" y="16459"/>
                  </a:cubicBezTo>
                  <a:cubicBezTo>
                    <a:pt x="6139" y="16025"/>
                    <a:pt x="6639" y="15625"/>
                    <a:pt x="7139" y="15224"/>
                  </a:cubicBezTo>
                  <a:cubicBezTo>
                    <a:pt x="7306" y="15091"/>
                    <a:pt x="7473" y="14958"/>
                    <a:pt x="7640" y="14824"/>
                  </a:cubicBezTo>
                  <a:cubicBezTo>
                    <a:pt x="7973" y="14557"/>
                    <a:pt x="8307" y="14257"/>
                    <a:pt x="8640" y="13990"/>
                  </a:cubicBezTo>
                  <a:cubicBezTo>
                    <a:pt x="8974" y="13657"/>
                    <a:pt x="9341" y="13323"/>
                    <a:pt x="9641" y="13023"/>
                  </a:cubicBezTo>
                  <a:cubicBezTo>
                    <a:pt x="9641" y="12956"/>
                    <a:pt x="9674" y="12923"/>
                    <a:pt x="9674" y="12889"/>
                  </a:cubicBezTo>
                  <a:lnTo>
                    <a:pt x="9774" y="12456"/>
                  </a:lnTo>
                  <a:lnTo>
                    <a:pt x="9839" y="12069"/>
                  </a:lnTo>
                  <a:lnTo>
                    <a:pt x="9839" y="12069"/>
                  </a:lnTo>
                  <a:cubicBezTo>
                    <a:pt x="9831" y="12089"/>
                    <a:pt x="9808" y="12089"/>
                    <a:pt x="9808" y="12089"/>
                  </a:cubicBezTo>
                  <a:cubicBezTo>
                    <a:pt x="9841" y="12022"/>
                    <a:pt x="9841" y="11922"/>
                    <a:pt x="9841" y="11855"/>
                  </a:cubicBezTo>
                  <a:cubicBezTo>
                    <a:pt x="9841" y="11822"/>
                    <a:pt x="9841" y="11755"/>
                    <a:pt x="9841" y="11722"/>
                  </a:cubicBezTo>
                  <a:cubicBezTo>
                    <a:pt x="9841" y="11589"/>
                    <a:pt x="9841" y="11455"/>
                    <a:pt x="9841" y="11355"/>
                  </a:cubicBezTo>
                  <a:cubicBezTo>
                    <a:pt x="9841" y="11222"/>
                    <a:pt x="9841" y="11122"/>
                    <a:pt x="9841" y="10988"/>
                  </a:cubicBezTo>
                  <a:cubicBezTo>
                    <a:pt x="9841" y="10888"/>
                    <a:pt x="9841" y="10788"/>
                    <a:pt x="9841" y="10688"/>
                  </a:cubicBezTo>
                  <a:cubicBezTo>
                    <a:pt x="9808" y="10254"/>
                    <a:pt x="9774" y="9787"/>
                    <a:pt x="9774" y="9354"/>
                  </a:cubicBezTo>
                  <a:cubicBezTo>
                    <a:pt x="9741" y="9120"/>
                    <a:pt x="9741" y="8887"/>
                    <a:pt x="9708" y="8653"/>
                  </a:cubicBezTo>
                  <a:cubicBezTo>
                    <a:pt x="9708" y="8420"/>
                    <a:pt x="9708" y="8219"/>
                    <a:pt x="9708" y="7986"/>
                  </a:cubicBezTo>
                  <a:cubicBezTo>
                    <a:pt x="9708" y="7886"/>
                    <a:pt x="9708" y="7786"/>
                    <a:pt x="9708" y="7686"/>
                  </a:cubicBezTo>
                  <a:cubicBezTo>
                    <a:pt x="9741" y="7552"/>
                    <a:pt x="9741" y="7386"/>
                    <a:pt x="9774" y="7252"/>
                  </a:cubicBezTo>
                  <a:cubicBezTo>
                    <a:pt x="9774" y="7152"/>
                    <a:pt x="9808" y="7052"/>
                    <a:pt x="9808" y="6952"/>
                  </a:cubicBezTo>
                  <a:cubicBezTo>
                    <a:pt x="9841" y="6852"/>
                    <a:pt x="9875" y="6718"/>
                    <a:pt x="9875" y="6585"/>
                  </a:cubicBezTo>
                  <a:cubicBezTo>
                    <a:pt x="9908" y="6485"/>
                    <a:pt x="9941" y="6351"/>
                    <a:pt x="9941" y="6251"/>
                  </a:cubicBezTo>
                  <a:cubicBezTo>
                    <a:pt x="9975" y="6151"/>
                    <a:pt x="10008" y="6085"/>
                    <a:pt x="10008" y="5985"/>
                  </a:cubicBezTo>
                  <a:cubicBezTo>
                    <a:pt x="10075" y="5751"/>
                    <a:pt x="10108" y="5551"/>
                    <a:pt x="10175" y="5317"/>
                  </a:cubicBezTo>
                  <a:cubicBezTo>
                    <a:pt x="10208" y="5184"/>
                    <a:pt x="10241" y="5051"/>
                    <a:pt x="10275" y="4917"/>
                  </a:cubicBezTo>
                  <a:cubicBezTo>
                    <a:pt x="10342" y="4750"/>
                    <a:pt x="10375" y="4617"/>
                    <a:pt x="10442" y="4450"/>
                  </a:cubicBezTo>
                  <a:cubicBezTo>
                    <a:pt x="10508" y="4317"/>
                    <a:pt x="10608" y="4217"/>
                    <a:pt x="10675" y="4083"/>
                  </a:cubicBezTo>
                  <a:cubicBezTo>
                    <a:pt x="10809" y="3916"/>
                    <a:pt x="10975" y="3783"/>
                    <a:pt x="11109" y="3616"/>
                  </a:cubicBezTo>
                  <a:cubicBezTo>
                    <a:pt x="11175" y="3516"/>
                    <a:pt x="11276" y="3416"/>
                    <a:pt x="11376" y="3349"/>
                  </a:cubicBezTo>
                  <a:lnTo>
                    <a:pt x="11376" y="3349"/>
                  </a:lnTo>
                  <a:cubicBezTo>
                    <a:pt x="11276" y="3449"/>
                    <a:pt x="11175" y="3583"/>
                    <a:pt x="11109" y="3716"/>
                  </a:cubicBezTo>
                  <a:cubicBezTo>
                    <a:pt x="10942" y="3950"/>
                    <a:pt x="10775" y="4183"/>
                    <a:pt x="10675" y="4417"/>
                  </a:cubicBezTo>
                  <a:cubicBezTo>
                    <a:pt x="10642" y="4517"/>
                    <a:pt x="10608" y="4617"/>
                    <a:pt x="10575" y="4717"/>
                  </a:cubicBezTo>
                  <a:cubicBezTo>
                    <a:pt x="10542" y="4817"/>
                    <a:pt x="10542" y="4917"/>
                    <a:pt x="10508" y="5051"/>
                  </a:cubicBezTo>
                  <a:cubicBezTo>
                    <a:pt x="10475" y="5284"/>
                    <a:pt x="10442" y="5518"/>
                    <a:pt x="10408" y="5784"/>
                  </a:cubicBezTo>
                  <a:cubicBezTo>
                    <a:pt x="10375" y="6051"/>
                    <a:pt x="10342" y="6285"/>
                    <a:pt x="10308" y="6552"/>
                  </a:cubicBezTo>
                  <a:cubicBezTo>
                    <a:pt x="10275" y="6785"/>
                    <a:pt x="10241" y="6985"/>
                    <a:pt x="10208" y="7185"/>
                  </a:cubicBezTo>
                  <a:cubicBezTo>
                    <a:pt x="10208" y="7219"/>
                    <a:pt x="10208" y="7252"/>
                    <a:pt x="10208" y="7285"/>
                  </a:cubicBezTo>
                  <a:cubicBezTo>
                    <a:pt x="10208" y="7386"/>
                    <a:pt x="10208" y="7452"/>
                    <a:pt x="10208" y="7519"/>
                  </a:cubicBezTo>
                  <a:cubicBezTo>
                    <a:pt x="10208" y="7619"/>
                    <a:pt x="10175" y="7719"/>
                    <a:pt x="10175" y="7786"/>
                  </a:cubicBezTo>
                  <a:cubicBezTo>
                    <a:pt x="10175" y="7953"/>
                    <a:pt x="10175" y="8086"/>
                    <a:pt x="10175" y="8219"/>
                  </a:cubicBezTo>
                  <a:cubicBezTo>
                    <a:pt x="10175" y="8320"/>
                    <a:pt x="10208" y="8453"/>
                    <a:pt x="10208" y="8553"/>
                  </a:cubicBezTo>
                  <a:cubicBezTo>
                    <a:pt x="10208" y="8753"/>
                    <a:pt x="10208" y="8953"/>
                    <a:pt x="10208" y="9153"/>
                  </a:cubicBezTo>
                  <a:cubicBezTo>
                    <a:pt x="10241" y="9620"/>
                    <a:pt x="10241" y="10087"/>
                    <a:pt x="10241" y="10521"/>
                  </a:cubicBezTo>
                  <a:cubicBezTo>
                    <a:pt x="10241" y="10788"/>
                    <a:pt x="10208" y="11021"/>
                    <a:pt x="10208" y="11288"/>
                  </a:cubicBezTo>
                  <a:cubicBezTo>
                    <a:pt x="10208" y="11388"/>
                    <a:pt x="10208" y="11488"/>
                    <a:pt x="10175" y="11589"/>
                  </a:cubicBezTo>
                  <a:cubicBezTo>
                    <a:pt x="10175" y="11655"/>
                    <a:pt x="10175" y="11722"/>
                    <a:pt x="10175" y="11789"/>
                  </a:cubicBezTo>
                  <a:cubicBezTo>
                    <a:pt x="10141" y="11822"/>
                    <a:pt x="10141" y="11889"/>
                    <a:pt x="10141" y="11955"/>
                  </a:cubicBezTo>
                  <a:cubicBezTo>
                    <a:pt x="10108" y="12056"/>
                    <a:pt x="10108" y="12156"/>
                    <a:pt x="10075" y="12256"/>
                  </a:cubicBezTo>
                  <a:cubicBezTo>
                    <a:pt x="10041" y="12356"/>
                    <a:pt x="10041" y="12456"/>
                    <a:pt x="10008" y="12556"/>
                  </a:cubicBezTo>
                  <a:lnTo>
                    <a:pt x="9941" y="12723"/>
                  </a:lnTo>
                  <a:cubicBezTo>
                    <a:pt x="10008" y="12689"/>
                    <a:pt x="10075" y="12623"/>
                    <a:pt x="10141" y="12556"/>
                  </a:cubicBezTo>
                  <a:cubicBezTo>
                    <a:pt x="10342" y="12322"/>
                    <a:pt x="10575" y="12089"/>
                    <a:pt x="10775" y="11889"/>
                  </a:cubicBezTo>
                  <a:lnTo>
                    <a:pt x="10975" y="11689"/>
                  </a:lnTo>
                  <a:lnTo>
                    <a:pt x="11009" y="11655"/>
                  </a:lnTo>
                  <a:lnTo>
                    <a:pt x="11309" y="11388"/>
                  </a:lnTo>
                  <a:cubicBezTo>
                    <a:pt x="11376" y="11288"/>
                    <a:pt x="11476" y="11188"/>
                    <a:pt x="11576" y="11122"/>
                  </a:cubicBezTo>
                  <a:cubicBezTo>
                    <a:pt x="11609" y="11055"/>
                    <a:pt x="11676" y="11021"/>
                    <a:pt x="11709" y="10955"/>
                  </a:cubicBezTo>
                  <a:cubicBezTo>
                    <a:pt x="11943" y="10721"/>
                    <a:pt x="12176" y="10488"/>
                    <a:pt x="12410" y="10221"/>
                  </a:cubicBezTo>
                  <a:cubicBezTo>
                    <a:pt x="12610" y="10021"/>
                    <a:pt x="12810" y="9821"/>
                    <a:pt x="13010" y="9620"/>
                  </a:cubicBezTo>
                  <a:lnTo>
                    <a:pt x="13077" y="9520"/>
                  </a:lnTo>
                  <a:lnTo>
                    <a:pt x="13177" y="9454"/>
                  </a:lnTo>
                  <a:cubicBezTo>
                    <a:pt x="13177" y="9387"/>
                    <a:pt x="13177" y="9320"/>
                    <a:pt x="13177" y="9254"/>
                  </a:cubicBezTo>
                  <a:cubicBezTo>
                    <a:pt x="13177" y="9153"/>
                    <a:pt x="13177" y="9020"/>
                    <a:pt x="13177" y="8920"/>
                  </a:cubicBezTo>
                  <a:cubicBezTo>
                    <a:pt x="13177" y="8820"/>
                    <a:pt x="13177" y="8720"/>
                    <a:pt x="13177" y="8653"/>
                  </a:cubicBezTo>
                  <a:cubicBezTo>
                    <a:pt x="13177" y="8520"/>
                    <a:pt x="13177" y="8386"/>
                    <a:pt x="13144" y="8286"/>
                  </a:cubicBezTo>
                  <a:cubicBezTo>
                    <a:pt x="13144" y="8119"/>
                    <a:pt x="13144" y="7986"/>
                    <a:pt x="13110" y="7819"/>
                  </a:cubicBezTo>
                  <a:cubicBezTo>
                    <a:pt x="13110" y="7819"/>
                    <a:pt x="13110" y="7786"/>
                    <a:pt x="13110" y="7786"/>
                  </a:cubicBezTo>
                  <a:cubicBezTo>
                    <a:pt x="13077" y="7586"/>
                    <a:pt x="13077" y="7386"/>
                    <a:pt x="13043" y="7185"/>
                  </a:cubicBezTo>
                  <a:cubicBezTo>
                    <a:pt x="12977" y="6818"/>
                    <a:pt x="12943" y="6418"/>
                    <a:pt x="12943" y="6051"/>
                  </a:cubicBezTo>
                  <a:cubicBezTo>
                    <a:pt x="12910" y="5784"/>
                    <a:pt x="12910" y="5518"/>
                    <a:pt x="12943" y="5251"/>
                  </a:cubicBezTo>
                  <a:cubicBezTo>
                    <a:pt x="12977" y="5084"/>
                    <a:pt x="13010" y="4917"/>
                    <a:pt x="13043" y="4717"/>
                  </a:cubicBezTo>
                  <a:cubicBezTo>
                    <a:pt x="13110" y="4483"/>
                    <a:pt x="13177" y="4217"/>
                    <a:pt x="13244" y="3950"/>
                  </a:cubicBezTo>
                  <a:lnTo>
                    <a:pt x="13244" y="3950"/>
                  </a:lnTo>
                  <a:cubicBezTo>
                    <a:pt x="13177" y="4217"/>
                    <a:pt x="13144" y="4517"/>
                    <a:pt x="13110" y="4784"/>
                  </a:cubicBezTo>
                  <a:cubicBezTo>
                    <a:pt x="13077" y="5017"/>
                    <a:pt x="13043" y="5217"/>
                    <a:pt x="13043" y="5451"/>
                  </a:cubicBezTo>
                  <a:cubicBezTo>
                    <a:pt x="13043" y="5651"/>
                    <a:pt x="13043" y="5884"/>
                    <a:pt x="13077" y="6118"/>
                  </a:cubicBezTo>
                  <a:lnTo>
                    <a:pt x="13077" y="6085"/>
                  </a:lnTo>
                  <a:cubicBezTo>
                    <a:pt x="13077" y="6251"/>
                    <a:pt x="13110" y="6385"/>
                    <a:pt x="13144" y="6552"/>
                  </a:cubicBezTo>
                  <a:cubicBezTo>
                    <a:pt x="13177" y="6818"/>
                    <a:pt x="13244" y="7085"/>
                    <a:pt x="13277" y="7319"/>
                  </a:cubicBezTo>
                  <a:cubicBezTo>
                    <a:pt x="13310" y="7419"/>
                    <a:pt x="13310" y="7519"/>
                    <a:pt x="13344" y="7619"/>
                  </a:cubicBezTo>
                  <a:cubicBezTo>
                    <a:pt x="13377" y="7686"/>
                    <a:pt x="13377" y="7752"/>
                    <a:pt x="13377" y="7819"/>
                  </a:cubicBezTo>
                  <a:cubicBezTo>
                    <a:pt x="13410" y="7953"/>
                    <a:pt x="13410" y="8086"/>
                    <a:pt x="13444" y="8186"/>
                  </a:cubicBezTo>
                  <a:cubicBezTo>
                    <a:pt x="13444" y="8286"/>
                    <a:pt x="13477" y="8353"/>
                    <a:pt x="13477" y="8420"/>
                  </a:cubicBezTo>
                  <a:cubicBezTo>
                    <a:pt x="13477" y="8653"/>
                    <a:pt x="13510" y="8887"/>
                    <a:pt x="13510" y="9120"/>
                  </a:cubicBezTo>
                  <a:lnTo>
                    <a:pt x="13844" y="8753"/>
                  </a:lnTo>
                  <a:cubicBezTo>
                    <a:pt x="14078" y="8520"/>
                    <a:pt x="14278" y="8320"/>
                    <a:pt x="14444" y="8119"/>
                  </a:cubicBezTo>
                  <a:cubicBezTo>
                    <a:pt x="14645" y="7886"/>
                    <a:pt x="14845" y="7686"/>
                    <a:pt x="15012" y="7486"/>
                  </a:cubicBezTo>
                  <a:cubicBezTo>
                    <a:pt x="15012" y="7419"/>
                    <a:pt x="15012" y="7319"/>
                    <a:pt x="15012" y="7252"/>
                  </a:cubicBezTo>
                  <a:cubicBezTo>
                    <a:pt x="15012" y="7152"/>
                    <a:pt x="15012" y="7085"/>
                    <a:pt x="15012" y="7019"/>
                  </a:cubicBezTo>
                  <a:cubicBezTo>
                    <a:pt x="15012" y="6952"/>
                    <a:pt x="15012" y="6885"/>
                    <a:pt x="15012" y="6818"/>
                  </a:cubicBezTo>
                  <a:cubicBezTo>
                    <a:pt x="15012" y="6752"/>
                    <a:pt x="15012" y="6718"/>
                    <a:pt x="14978" y="6652"/>
                  </a:cubicBezTo>
                  <a:cubicBezTo>
                    <a:pt x="14978" y="6552"/>
                    <a:pt x="14978" y="6485"/>
                    <a:pt x="14978" y="6385"/>
                  </a:cubicBezTo>
                  <a:lnTo>
                    <a:pt x="14978" y="6151"/>
                  </a:lnTo>
                  <a:cubicBezTo>
                    <a:pt x="14978" y="6051"/>
                    <a:pt x="14978" y="5918"/>
                    <a:pt x="15012" y="5818"/>
                  </a:cubicBezTo>
                  <a:cubicBezTo>
                    <a:pt x="15012" y="5584"/>
                    <a:pt x="15045" y="5384"/>
                    <a:pt x="15112" y="5184"/>
                  </a:cubicBezTo>
                  <a:cubicBezTo>
                    <a:pt x="15145" y="5051"/>
                    <a:pt x="15178" y="4950"/>
                    <a:pt x="15245" y="4817"/>
                  </a:cubicBezTo>
                  <a:cubicBezTo>
                    <a:pt x="15312" y="4684"/>
                    <a:pt x="15345" y="4517"/>
                    <a:pt x="15412" y="4383"/>
                  </a:cubicBezTo>
                  <a:cubicBezTo>
                    <a:pt x="15479" y="4250"/>
                    <a:pt x="15512" y="4150"/>
                    <a:pt x="15579" y="4016"/>
                  </a:cubicBezTo>
                  <a:cubicBezTo>
                    <a:pt x="15745" y="3716"/>
                    <a:pt x="15879" y="3416"/>
                    <a:pt x="16012" y="3149"/>
                  </a:cubicBezTo>
                  <a:lnTo>
                    <a:pt x="16012" y="3149"/>
                  </a:lnTo>
                  <a:lnTo>
                    <a:pt x="15912" y="3483"/>
                  </a:lnTo>
                  <a:cubicBezTo>
                    <a:pt x="15812" y="3783"/>
                    <a:pt x="15712" y="4050"/>
                    <a:pt x="15612" y="4317"/>
                  </a:cubicBezTo>
                  <a:cubicBezTo>
                    <a:pt x="15579" y="4383"/>
                    <a:pt x="15545" y="4483"/>
                    <a:pt x="15512" y="4550"/>
                  </a:cubicBezTo>
                  <a:cubicBezTo>
                    <a:pt x="15512" y="4617"/>
                    <a:pt x="15479" y="4684"/>
                    <a:pt x="15445" y="4750"/>
                  </a:cubicBezTo>
                  <a:cubicBezTo>
                    <a:pt x="15445" y="4817"/>
                    <a:pt x="15412" y="4917"/>
                    <a:pt x="15378" y="5017"/>
                  </a:cubicBezTo>
                  <a:cubicBezTo>
                    <a:pt x="15312" y="5184"/>
                    <a:pt x="15278" y="5384"/>
                    <a:pt x="15245" y="5584"/>
                  </a:cubicBezTo>
                  <a:cubicBezTo>
                    <a:pt x="15245" y="5684"/>
                    <a:pt x="15212" y="5751"/>
                    <a:pt x="15212" y="5851"/>
                  </a:cubicBezTo>
                  <a:cubicBezTo>
                    <a:pt x="15212" y="5918"/>
                    <a:pt x="15178" y="5985"/>
                    <a:pt x="15178" y="6051"/>
                  </a:cubicBezTo>
                  <a:lnTo>
                    <a:pt x="15178" y="6285"/>
                  </a:lnTo>
                  <a:cubicBezTo>
                    <a:pt x="15178" y="6418"/>
                    <a:pt x="15178" y="6552"/>
                    <a:pt x="15178" y="6685"/>
                  </a:cubicBezTo>
                  <a:cubicBezTo>
                    <a:pt x="15145" y="6885"/>
                    <a:pt x="15145" y="7119"/>
                    <a:pt x="15145" y="7352"/>
                  </a:cubicBezTo>
                  <a:cubicBezTo>
                    <a:pt x="15378" y="7085"/>
                    <a:pt x="15579" y="6818"/>
                    <a:pt x="15812" y="6585"/>
                  </a:cubicBezTo>
                  <a:cubicBezTo>
                    <a:pt x="15879" y="6485"/>
                    <a:pt x="15946" y="6418"/>
                    <a:pt x="16012" y="6318"/>
                  </a:cubicBezTo>
                  <a:cubicBezTo>
                    <a:pt x="16146" y="6185"/>
                    <a:pt x="16279" y="6018"/>
                    <a:pt x="16413" y="5884"/>
                  </a:cubicBezTo>
                  <a:cubicBezTo>
                    <a:pt x="16579" y="5684"/>
                    <a:pt x="16746" y="5484"/>
                    <a:pt x="16946" y="5284"/>
                  </a:cubicBezTo>
                  <a:lnTo>
                    <a:pt x="17080" y="5117"/>
                  </a:lnTo>
                  <a:cubicBezTo>
                    <a:pt x="17313" y="4850"/>
                    <a:pt x="17613" y="4550"/>
                    <a:pt x="17847" y="4250"/>
                  </a:cubicBezTo>
                  <a:cubicBezTo>
                    <a:pt x="18080" y="3983"/>
                    <a:pt x="18247" y="3716"/>
                    <a:pt x="18414" y="3449"/>
                  </a:cubicBezTo>
                  <a:cubicBezTo>
                    <a:pt x="18647" y="3049"/>
                    <a:pt x="18814" y="2682"/>
                    <a:pt x="18881" y="2349"/>
                  </a:cubicBezTo>
                  <a:cubicBezTo>
                    <a:pt x="18948" y="1982"/>
                    <a:pt x="18914" y="1615"/>
                    <a:pt x="18714" y="1314"/>
                  </a:cubicBezTo>
                  <a:cubicBezTo>
                    <a:pt x="18547" y="1014"/>
                    <a:pt x="18247" y="747"/>
                    <a:pt x="17847" y="481"/>
                  </a:cubicBezTo>
                  <a:cubicBezTo>
                    <a:pt x="17647" y="380"/>
                    <a:pt x="17380" y="280"/>
                    <a:pt x="17146" y="214"/>
                  </a:cubicBezTo>
                  <a:cubicBezTo>
                    <a:pt x="16980" y="147"/>
                    <a:pt x="16779" y="114"/>
                    <a:pt x="16613" y="80"/>
                  </a:cubicBezTo>
                  <a:cubicBezTo>
                    <a:pt x="16344" y="31"/>
                    <a:pt x="16058" y="0"/>
                    <a:pt x="157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8" name="Google Shape;908;p58"/>
          <p:cNvGrpSpPr/>
          <p:nvPr/>
        </p:nvGrpSpPr>
        <p:grpSpPr>
          <a:xfrm>
            <a:off x="3349336" y="3259465"/>
            <a:ext cx="1433925" cy="1268640"/>
            <a:chOff x="6564650" y="1408400"/>
            <a:chExt cx="1375072" cy="1338228"/>
          </a:xfrm>
        </p:grpSpPr>
        <p:sp>
          <p:nvSpPr>
            <p:cNvPr id="909" name="Google Shape;909;p58"/>
            <p:cNvSpPr/>
            <p:nvPr/>
          </p:nvSpPr>
          <p:spPr>
            <a:xfrm>
              <a:off x="6694793" y="1987856"/>
              <a:ext cx="37" cy="37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58"/>
            <p:cNvSpPr/>
            <p:nvPr/>
          </p:nvSpPr>
          <p:spPr>
            <a:xfrm>
              <a:off x="7120812" y="2699956"/>
              <a:ext cx="37" cy="37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58"/>
            <p:cNvSpPr/>
            <p:nvPr/>
          </p:nvSpPr>
          <p:spPr>
            <a:xfrm>
              <a:off x="6822470" y="2523146"/>
              <a:ext cx="37" cy="1288"/>
            </a:xfrm>
            <a:custGeom>
              <a:avLst/>
              <a:gdLst/>
              <a:ahLst/>
              <a:cxnLst/>
              <a:rect l="l" t="t" r="r" b="b"/>
              <a:pathLst>
                <a:path w="1" h="35" extrusionOk="0">
                  <a:moveTo>
                    <a:pt x="0" y="34"/>
                  </a:moveTo>
                  <a:lnTo>
                    <a:pt x="0" y="3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58"/>
            <p:cNvSpPr/>
            <p:nvPr/>
          </p:nvSpPr>
          <p:spPr>
            <a:xfrm>
              <a:off x="6624790" y="2040671"/>
              <a:ext cx="37" cy="37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58"/>
            <p:cNvSpPr/>
            <p:nvPr/>
          </p:nvSpPr>
          <p:spPr>
            <a:xfrm>
              <a:off x="6709515" y="1963307"/>
              <a:ext cx="37" cy="1288"/>
            </a:xfrm>
            <a:custGeom>
              <a:avLst/>
              <a:gdLst/>
              <a:ahLst/>
              <a:cxnLst/>
              <a:rect l="l" t="t" r="r" b="b"/>
              <a:pathLst>
                <a:path w="1" h="35" extrusionOk="0">
                  <a:moveTo>
                    <a:pt x="0" y="34"/>
                  </a:moveTo>
                  <a:cubicBezTo>
                    <a:pt x="0" y="34"/>
                    <a:pt x="0" y="34"/>
                    <a:pt x="0" y="34"/>
                  </a:cubicBezTo>
                  <a:cubicBezTo>
                    <a:pt x="0" y="34"/>
                    <a:pt x="0" y="34"/>
                    <a:pt x="0" y="1"/>
                  </a:cubicBezTo>
                  <a:cubicBezTo>
                    <a:pt x="0" y="34"/>
                    <a:pt x="0" y="34"/>
                    <a:pt x="0" y="3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58"/>
            <p:cNvSpPr/>
            <p:nvPr/>
          </p:nvSpPr>
          <p:spPr>
            <a:xfrm>
              <a:off x="6913305" y="2558773"/>
              <a:ext cx="37" cy="37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58"/>
            <p:cNvSpPr/>
            <p:nvPr/>
          </p:nvSpPr>
          <p:spPr>
            <a:xfrm>
              <a:off x="7001710" y="2178174"/>
              <a:ext cx="1251" cy="1251"/>
            </a:xfrm>
            <a:custGeom>
              <a:avLst/>
              <a:gdLst/>
              <a:ahLst/>
              <a:cxnLst/>
              <a:rect l="l" t="t" r="r" b="b"/>
              <a:pathLst>
                <a:path w="34" h="34" extrusionOk="0">
                  <a:moveTo>
                    <a:pt x="34" y="0"/>
                  </a:moveTo>
                  <a:cubicBezTo>
                    <a:pt x="22" y="0"/>
                    <a:pt x="15" y="4"/>
                    <a:pt x="10" y="10"/>
                  </a:cubicBezTo>
                  <a:lnTo>
                    <a:pt x="10" y="10"/>
                  </a:lnTo>
                  <a:cubicBezTo>
                    <a:pt x="20" y="0"/>
                    <a:pt x="34" y="0"/>
                    <a:pt x="34" y="0"/>
                  </a:cubicBezTo>
                  <a:close/>
                  <a:moveTo>
                    <a:pt x="10" y="10"/>
                  </a:moveTo>
                  <a:cubicBezTo>
                    <a:pt x="4" y="15"/>
                    <a:pt x="0" y="22"/>
                    <a:pt x="0" y="34"/>
                  </a:cubicBezTo>
                  <a:lnTo>
                    <a:pt x="0" y="34"/>
                  </a:lnTo>
                  <a:cubicBezTo>
                    <a:pt x="0" y="34"/>
                    <a:pt x="0" y="19"/>
                    <a:pt x="10" y="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58"/>
            <p:cNvSpPr/>
            <p:nvPr/>
          </p:nvSpPr>
          <p:spPr>
            <a:xfrm>
              <a:off x="6958722" y="2541585"/>
              <a:ext cx="37" cy="37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58"/>
            <p:cNvSpPr/>
            <p:nvPr/>
          </p:nvSpPr>
          <p:spPr>
            <a:xfrm>
              <a:off x="6564650" y="1904382"/>
              <a:ext cx="1298959" cy="842246"/>
            </a:xfrm>
            <a:custGeom>
              <a:avLst/>
              <a:gdLst/>
              <a:ahLst/>
              <a:cxnLst/>
              <a:rect l="l" t="t" r="r" b="b"/>
              <a:pathLst>
                <a:path w="35293" h="22884" extrusionOk="0">
                  <a:moveTo>
                    <a:pt x="3136" y="7473"/>
                  </a:moveTo>
                  <a:cubicBezTo>
                    <a:pt x="3103" y="7773"/>
                    <a:pt x="3136" y="8073"/>
                    <a:pt x="3136" y="8373"/>
                  </a:cubicBezTo>
                  <a:cubicBezTo>
                    <a:pt x="3136" y="8674"/>
                    <a:pt x="3136" y="8974"/>
                    <a:pt x="3103" y="9274"/>
                  </a:cubicBezTo>
                  <a:cubicBezTo>
                    <a:pt x="3069" y="8974"/>
                    <a:pt x="3036" y="8674"/>
                    <a:pt x="3036" y="8373"/>
                  </a:cubicBezTo>
                  <a:cubicBezTo>
                    <a:pt x="3036" y="8073"/>
                    <a:pt x="3036" y="7773"/>
                    <a:pt x="3136" y="7473"/>
                  </a:cubicBezTo>
                  <a:close/>
                  <a:moveTo>
                    <a:pt x="4103" y="9841"/>
                  </a:moveTo>
                  <a:lnTo>
                    <a:pt x="4103" y="9841"/>
                  </a:lnTo>
                  <a:cubicBezTo>
                    <a:pt x="4070" y="10041"/>
                    <a:pt x="4037" y="10241"/>
                    <a:pt x="3970" y="10442"/>
                  </a:cubicBezTo>
                  <a:cubicBezTo>
                    <a:pt x="4003" y="10341"/>
                    <a:pt x="4003" y="10241"/>
                    <a:pt x="4037" y="10141"/>
                  </a:cubicBezTo>
                  <a:cubicBezTo>
                    <a:pt x="4037" y="10041"/>
                    <a:pt x="4070" y="9941"/>
                    <a:pt x="4103" y="9841"/>
                  </a:cubicBezTo>
                  <a:close/>
                  <a:moveTo>
                    <a:pt x="5438" y="10175"/>
                  </a:moveTo>
                  <a:cubicBezTo>
                    <a:pt x="5438" y="10408"/>
                    <a:pt x="5438" y="10642"/>
                    <a:pt x="5438" y="10842"/>
                  </a:cubicBezTo>
                  <a:cubicBezTo>
                    <a:pt x="5438" y="11309"/>
                    <a:pt x="5438" y="11809"/>
                    <a:pt x="5438" y="12276"/>
                  </a:cubicBezTo>
                  <a:cubicBezTo>
                    <a:pt x="5371" y="12009"/>
                    <a:pt x="5304" y="11742"/>
                    <a:pt x="5304" y="11442"/>
                  </a:cubicBezTo>
                  <a:cubicBezTo>
                    <a:pt x="5271" y="11242"/>
                    <a:pt x="5304" y="11042"/>
                    <a:pt x="5304" y="10842"/>
                  </a:cubicBezTo>
                  <a:cubicBezTo>
                    <a:pt x="5337" y="10608"/>
                    <a:pt x="5371" y="10408"/>
                    <a:pt x="5438" y="10175"/>
                  </a:cubicBezTo>
                  <a:close/>
                  <a:moveTo>
                    <a:pt x="29121" y="11376"/>
                  </a:moveTo>
                  <a:lnTo>
                    <a:pt x="29121" y="11376"/>
                  </a:lnTo>
                  <a:cubicBezTo>
                    <a:pt x="29188" y="11642"/>
                    <a:pt x="29255" y="11909"/>
                    <a:pt x="29288" y="12176"/>
                  </a:cubicBezTo>
                  <a:cubicBezTo>
                    <a:pt x="29355" y="12443"/>
                    <a:pt x="29355" y="12743"/>
                    <a:pt x="29388" y="13010"/>
                  </a:cubicBezTo>
                  <a:cubicBezTo>
                    <a:pt x="29321" y="12710"/>
                    <a:pt x="29255" y="12443"/>
                    <a:pt x="29188" y="12176"/>
                  </a:cubicBezTo>
                  <a:cubicBezTo>
                    <a:pt x="29154" y="11909"/>
                    <a:pt x="29121" y="11642"/>
                    <a:pt x="29121" y="11376"/>
                  </a:cubicBezTo>
                  <a:close/>
                  <a:moveTo>
                    <a:pt x="27220" y="8974"/>
                  </a:moveTo>
                  <a:cubicBezTo>
                    <a:pt x="27286" y="9074"/>
                    <a:pt x="27320" y="9174"/>
                    <a:pt x="27353" y="9274"/>
                  </a:cubicBezTo>
                  <a:cubicBezTo>
                    <a:pt x="27487" y="9507"/>
                    <a:pt x="27620" y="9741"/>
                    <a:pt x="27687" y="10008"/>
                  </a:cubicBezTo>
                  <a:cubicBezTo>
                    <a:pt x="27787" y="10241"/>
                    <a:pt x="27820" y="10508"/>
                    <a:pt x="27854" y="10742"/>
                  </a:cubicBezTo>
                  <a:cubicBezTo>
                    <a:pt x="27887" y="11009"/>
                    <a:pt x="27887" y="11275"/>
                    <a:pt x="27887" y="11542"/>
                  </a:cubicBezTo>
                  <a:cubicBezTo>
                    <a:pt x="27887" y="11776"/>
                    <a:pt x="27920" y="12043"/>
                    <a:pt x="27920" y="12276"/>
                  </a:cubicBezTo>
                  <a:cubicBezTo>
                    <a:pt x="27954" y="12376"/>
                    <a:pt x="27954" y="12510"/>
                    <a:pt x="27954" y="12610"/>
                  </a:cubicBezTo>
                  <a:lnTo>
                    <a:pt x="27954" y="12576"/>
                  </a:lnTo>
                  <a:cubicBezTo>
                    <a:pt x="28020" y="12910"/>
                    <a:pt x="28054" y="13244"/>
                    <a:pt x="28120" y="13577"/>
                  </a:cubicBezTo>
                  <a:cubicBezTo>
                    <a:pt x="28087" y="13510"/>
                    <a:pt x="28087" y="13477"/>
                    <a:pt x="28054" y="13410"/>
                  </a:cubicBezTo>
                  <a:cubicBezTo>
                    <a:pt x="27954" y="13177"/>
                    <a:pt x="27887" y="12910"/>
                    <a:pt x="27787" y="12676"/>
                  </a:cubicBezTo>
                  <a:cubicBezTo>
                    <a:pt x="27787" y="12610"/>
                    <a:pt x="27787" y="12543"/>
                    <a:pt x="27753" y="12510"/>
                  </a:cubicBezTo>
                  <a:cubicBezTo>
                    <a:pt x="27753" y="12443"/>
                    <a:pt x="27720" y="12376"/>
                    <a:pt x="27720" y="12310"/>
                  </a:cubicBezTo>
                  <a:cubicBezTo>
                    <a:pt x="27687" y="12176"/>
                    <a:pt x="27687" y="12076"/>
                    <a:pt x="27653" y="11943"/>
                  </a:cubicBezTo>
                  <a:cubicBezTo>
                    <a:pt x="27620" y="11676"/>
                    <a:pt x="27587" y="11409"/>
                    <a:pt x="27620" y="11142"/>
                  </a:cubicBezTo>
                  <a:lnTo>
                    <a:pt x="27620" y="10775"/>
                  </a:lnTo>
                  <a:cubicBezTo>
                    <a:pt x="27620" y="10642"/>
                    <a:pt x="27620" y="10508"/>
                    <a:pt x="27620" y="10375"/>
                  </a:cubicBezTo>
                  <a:cubicBezTo>
                    <a:pt x="27587" y="10275"/>
                    <a:pt x="27587" y="10175"/>
                    <a:pt x="27553" y="10108"/>
                  </a:cubicBezTo>
                  <a:cubicBezTo>
                    <a:pt x="27553" y="9974"/>
                    <a:pt x="27520" y="9874"/>
                    <a:pt x="27487" y="9774"/>
                  </a:cubicBezTo>
                  <a:lnTo>
                    <a:pt x="27220" y="8974"/>
                  </a:lnTo>
                  <a:close/>
                  <a:moveTo>
                    <a:pt x="24251" y="9574"/>
                  </a:moveTo>
                  <a:lnTo>
                    <a:pt x="24251" y="9574"/>
                  </a:lnTo>
                  <a:cubicBezTo>
                    <a:pt x="24351" y="9708"/>
                    <a:pt x="24451" y="9841"/>
                    <a:pt x="24551" y="10008"/>
                  </a:cubicBezTo>
                  <a:cubicBezTo>
                    <a:pt x="24651" y="10175"/>
                    <a:pt x="24785" y="10341"/>
                    <a:pt x="24885" y="10542"/>
                  </a:cubicBezTo>
                  <a:cubicBezTo>
                    <a:pt x="25018" y="10742"/>
                    <a:pt x="25085" y="11009"/>
                    <a:pt x="25118" y="11275"/>
                  </a:cubicBezTo>
                  <a:cubicBezTo>
                    <a:pt x="25152" y="11342"/>
                    <a:pt x="25152" y="11409"/>
                    <a:pt x="25152" y="11509"/>
                  </a:cubicBezTo>
                  <a:cubicBezTo>
                    <a:pt x="25152" y="11542"/>
                    <a:pt x="25152" y="11576"/>
                    <a:pt x="25152" y="11609"/>
                  </a:cubicBezTo>
                  <a:cubicBezTo>
                    <a:pt x="25118" y="11676"/>
                    <a:pt x="25118" y="11709"/>
                    <a:pt x="25118" y="11776"/>
                  </a:cubicBezTo>
                  <a:cubicBezTo>
                    <a:pt x="25085" y="11976"/>
                    <a:pt x="25052" y="12176"/>
                    <a:pt x="25018" y="12410"/>
                  </a:cubicBezTo>
                  <a:cubicBezTo>
                    <a:pt x="24985" y="12476"/>
                    <a:pt x="24951" y="12576"/>
                    <a:pt x="24951" y="12676"/>
                  </a:cubicBezTo>
                  <a:cubicBezTo>
                    <a:pt x="24918" y="12743"/>
                    <a:pt x="24885" y="12843"/>
                    <a:pt x="24885" y="12943"/>
                  </a:cubicBezTo>
                  <a:cubicBezTo>
                    <a:pt x="24851" y="13010"/>
                    <a:pt x="24851" y="13110"/>
                    <a:pt x="24851" y="13210"/>
                  </a:cubicBezTo>
                  <a:cubicBezTo>
                    <a:pt x="24851" y="13277"/>
                    <a:pt x="24851" y="13344"/>
                    <a:pt x="24851" y="13410"/>
                  </a:cubicBezTo>
                  <a:cubicBezTo>
                    <a:pt x="24851" y="13477"/>
                    <a:pt x="24818" y="13577"/>
                    <a:pt x="24851" y="13644"/>
                  </a:cubicBezTo>
                  <a:cubicBezTo>
                    <a:pt x="24851" y="13744"/>
                    <a:pt x="24851" y="13811"/>
                    <a:pt x="24851" y="13877"/>
                  </a:cubicBezTo>
                  <a:cubicBezTo>
                    <a:pt x="24885" y="14111"/>
                    <a:pt x="24918" y="14344"/>
                    <a:pt x="24985" y="14578"/>
                  </a:cubicBezTo>
                  <a:cubicBezTo>
                    <a:pt x="25018" y="14645"/>
                    <a:pt x="25052" y="14711"/>
                    <a:pt x="25085" y="14811"/>
                  </a:cubicBezTo>
                  <a:cubicBezTo>
                    <a:pt x="25018" y="14711"/>
                    <a:pt x="24985" y="14611"/>
                    <a:pt x="24918" y="14478"/>
                  </a:cubicBezTo>
                  <a:cubicBezTo>
                    <a:pt x="24885" y="14411"/>
                    <a:pt x="24851" y="14311"/>
                    <a:pt x="24818" y="14211"/>
                  </a:cubicBezTo>
                  <a:cubicBezTo>
                    <a:pt x="24785" y="14077"/>
                    <a:pt x="24751" y="13944"/>
                    <a:pt x="24751" y="13811"/>
                  </a:cubicBezTo>
                  <a:cubicBezTo>
                    <a:pt x="24718" y="13644"/>
                    <a:pt x="24718" y="13477"/>
                    <a:pt x="24685" y="13344"/>
                  </a:cubicBezTo>
                  <a:cubicBezTo>
                    <a:pt x="24685" y="13177"/>
                    <a:pt x="24685" y="13010"/>
                    <a:pt x="24685" y="12843"/>
                  </a:cubicBezTo>
                  <a:cubicBezTo>
                    <a:pt x="24718" y="12710"/>
                    <a:pt x="24751" y="12576"/>
                    <a:pt x="24751" y="12410"/>
                  </a:cubicBezTo>
                  <a:cubicBezTo>
                    <a:pt x="24785" y="12276"/>
                    <a:pt x="24818" y="12109"/>
                    <a:pt x="24851" y="11943"/>
                  </a:cubicBezTo>
                  <a:cubicBezTo>
                    <a:pt x="24851" y="11876"/>
                    <a:pt x="24851" y="11776"/>
                    <a:pt x="24885" y="11709"/>
                  </a:cubicBezTo>
                  <a:cubicBezTo>
                    <a:pt x="24885" y="11676"/>
                    <a:pt x="24885" y="11609"/>
                    <a:pt x="24885" y="11576"/>
                  </a:cubicBezTo>
                  <a:cubicBezTo>
                    <a:pt x="24885" y="11476"/>
                    <a:pt x="24885" y="11376"/>
                    <a:pt x="24885" y="11275"/>
                  </a:cubicBezTo>
                  <a:cubicBezTo>
                    <a:pt x="24885" y="11109"/>
                    <a:pt x="24851" y="10909"/>
                    <a:pt x="24785" y="10742"/>
                  </a:cubicBezTo>
                  <a:cubicBezTo>
                    <a:pt x="24718" y="10542"/>
                    <a:pt x="24618" y="10341"/>
                    <a:pt x="24518" y="10175"/>
                  </a:cubicBezTo>
                  <a:cubicBezTo>
                    <a:pt x="24451" y="9974"/>
                    <a:pt x="24351" y="9774"/>
                    <a:pt x="24251" y="9574"/>
                  </a:cubicBezTo>
                  <a:close/>
                  <a:moveTo>
                    <a:pt x="7406" y="11742"/>
                  </a:moveTo>
                  <a:cubicBezTo>
                    <a:pt x="7406" y="11776"/>
                    <a:pt x="7406" y="11809"/>
                    <a:pt x="7406" y="11809"/>
                  </a:cubicBezTo>
                  <a:cubicBezTo>
                    <a:pt x="7406" y="11843"/>
                    <a:pt x="7372" y="11876"/>
                    <a:pt x="7372" y="11876"/>
                  </a:cubicBezTo>
                  <a:cubicBezTo>
                    <a:pt x="7372" y="11909"/>
                    <a:pt x="7372" y="11976"/>
                    <a:pt x="7339" y="12009"/>
                  </a:cubicBezTo>
                  <a:cubicBezTo>
                    <a:pt x="7339" y="12043"/>
                    <a:pt x="7339" y="12076"/>
                    <a:pt x="7306" y="12109"/>
                  </a:cubicBezTo>
                  <a:cubicBezTo>
                    <a:pt x="7272" y="12176"/>
                    <a:pt x="7272" y="12243"/>
                    <a:pt x="7239" y="12310"/>
                  </a:cubicBezTo>
                  <a:cubicBezTo>
                    <a:pt x="7172" y="12476"/>
                    <a:pt x="7105" y="12610"/>
                    <a:pt x="7072" y="12777"/>
                  </a:cubicBezTo>
                  <a:cubicBezTo>
                    <a:pt x="7039" y="12810"/>
                    <a:pt x="7005" y="12877"/>
                    <a:pt x="7005" y="12943"/>
                  </a:cubicBezTo>
                  <a:cubicBezTo>
                    <a:pt x="6972" y="12977"/>
                    <a:pt x="6972" y="13043"/>
                    <a:pt x="6972" y="13043"/>
                  </a:cubicBezTo>
                  <a:cubicBezTo>
                    <a:pt x="6939" y="13077"/>
                    <a:pt x="6939" y="13110"/>
                    <a:pt x="6939" y="13143"/>
                  </a:cubicBezTo>
                  <a:cubicBezTo>
                    <a:pt x="6939" y="13210"/>
                    <a:pt x="6905" y="13277"/>
                    <a:pt x="6905" y="13344"/>
                  </a:cubicBezTo>
                  <a:cubicBezTo>
                    <a:pt x="6872" y="13444"/>
                    <a:pt x="6872" y="13510"/>
                    <a:pt x="6839" y="13577"/>
                  </a:cubicBezTo>
                  <a:cubicBezTo>
                    <a:pt x="6805" y="13811"/>
                    <a:pt x="6772" y="14044"/>
                    <a:pt x="6738" y="14244"/>
                  </a:cubicBezTo>
                  <a:cubicBezTo>
                    <a:pt x="6705" y="14511"/>
                    <a:pt x="6638" y="14745"/>
                    <a:pt x="6605" y="14978"/>
                  </a:cubicBezTo>
                  <a:cubicBezTo>
                    <a:pt x="6605" y="14778"/>
                    <a:pt x="6605" y="14544"/>
                    <a:pt x="6605" y="14344"/>
                  </a:cubicBezTo>
                  <a:cubicBezTo>
                    <a:pt x="6638" y="14111"/>
                    <a:pt x="6672" y="13911"/>
                    <a:pt x="6672" y="13677"/>
                  </a:cubicBezTo>
                  <a:cubicBezTo>
                    <a:pt x="6705" y="13610"/>
                    <a:pt x="6705" y="13544"/>
                    <a:pt x="6705" y="13477"/>
                  </a:cubicBezTo>
                  <a:cubicBezTo>
                    <a:pt x="6738" y="13444"/>
                    <a:pt x="6738" y="13377"/>
                    <a:pt x="6738" y="13344"/>
                  </a:cubicBezTo>
                  <a:lnTo>
                    <a:pt x="6772" y="13277"/>
                  </a:lnTo>
                  <a:cubicBezTo>
                    <a:pt x="6805" y="13177"/>
                    <a:pt x="6805" y="13110"/>
                    <a:pt x="6839" y="13010"/>
                  </a:cubicBezTo>
                  <a:cubicBezTo>
                    <a:pt x="6839" y="13010"/>
                    <a:pt x="6872" y="12977"/>
                    <a:pt x="6872" y="12943"/>
                  </a:cubicBezTo>
                  <a:cubicBezTo>
                    <a:pt x="6872" y="12910"/>
                    <a:pt x="6905" y="12843"/>
                    <a:pt x="6939" y="12810"/>
                  </a:cubicBezTo>
                  <a:cubicBezTo>
                    <a:pt x="6939" y="12743"/>
                    <a:pt x="6972" y="12676"/>
                    <a:pt x="7005" y="12610"/>
                  </a:cubicBezTo>
                  <a:cubicBezTo>
                    <a:pt x="7039" y="12576"/>
                    <a:pt x="7072" y="12510"/>
                    <a:pt x="7105" y="12443"/>
                  </a:cubicBezTo>
                  <a:cubicBezTo>
                    <a:pt x="7139" y="12376"/>
                    <a:pt x="7172" y="12276"/>
                    <a:pt x="7205" y="12209"/>
                  </a:cubicBezTo>
                  <a:cubicBezTo>
                    <a:pt x="7205" y="12143"/>
                    <a:pt x="7239" y="12109"/>
                    <a:pt x="7239" y="12043"/>
                  </a:cubicBezTo>
                  <a:cubicBezTo>
                    <a:pt x="7272" y="11976"/>
                    <a:pt x="7272" y="11909"/>
                    <a:pt x="7306" y="11843"/>
                  </a:cubicBezTo>
                  <a:cubicBezTo>
                    <a:pt x="7306" y="11809"/>
                    <a:pt x="7339" y="11809"/>
                    <a:pt x="7372" y="11776"/>
                  </a:cubicBezTo>
                  <a:cubicBezTo>
                    <a:pt x="7372" y="11742"/>
                    <a:pt x="7372" y="11742"/>
                    <a:pt x="7372" y="11742"/>
                  </a:cubicBezTo>
                  <a:close/>
                  <a:moveTo>
                    <a:pt x="9107" y="12276"/>
                  </a:moveTo>
                  <a:cubicBezTo>
                    <a:pt x="8973" y="12410"/>
                    <a:pt x="8840" y="12543"/>
                    <a:pt x="8707" y="12676"/>
                  </a:cubicBezTo>
                  <a:cubicBezTo>
                    <a:pt x="8606" y="12810"/>
                    <a:pt x="8506" y="12943"/>
                    <a:pt x="8440" y="13110"/>
                  </a:cubicBezTo>
                  <a:cubicBezTo>
                    <a:pt x="8306" y="13377"/>
                    <a:pt x="8240" y="13644"/>
                    <a:pt x="8173" y="13911"/>
                  </a:cubicBezTo>
                  <a:cubicBezTo>
                    <a:pt x="8106" y="14077"/>
                    <a:pt x="8039" y="14278"/>
                    <a:pt x="8006" y="14444"/>
                  </a:cubicBezTo>
                  <a:cubicBezTo>
                    <a:pt x="7873" y="14745"/>
                    <a:pt x="7806" y="15078"/>
                    <a:pt x="7672" y="15412"/>
                  </a:cubicBezTo>
                  <a:cubicBezTo>
                    <a:pt x="7706" y="15178"/>
                    <a:pt x="7706" y="14945"/>
                    <a:pt x="7739" y="14711"/>
                  </a:cubicBezTo>
                  <a:cubicBezTo>
                    <a:pt x="7773" y="14478"/>
                    <a:pt x="7806" y="14278"/>
                    <a:pt x="7873" y="14077"/>
                  </a:cubicBezTo>
                  <a:cubicBezTo>
                    <a:pt x="7939" y="13777"/>
                    <a:pt x="8006" y="13477"/>
                    <a:pt x="8139" y="13177"/>
                  </a:cubicBezTo>
                  <a:cubicBezTo>
                    <a:pt x="8273" y="12943"/>
                    <a:pt x="8440" y="12710"/>
                    <a:pt x="8707" y="12543"/>
                  </a:cubicBezTo>
                  <a:cubicBezTo>
                    <a:pt x="8840" y="12443"/>
                    <a:pt x="8973" y="12343"/>
                    <a:pt x="9107" y="12276"/>
                  </a:cubicBezTo>
                  <a:close/>
                  <a:moveTo>
                    <a:pt x="33991" y="13711"/>
                  </a:moveTo>
                  <a:lnTo>
                    <a:pt x="33991" y="13711"/>
                  </a:lnTo>
                  <a:cubicBezTo>
                    <a:pt x="34091" y="13944"/>
                    <a:pt x="34225" y="14111"/>
                    <a:pt x="34325" y="14311"/>
                  </a:cubicBezTo>
                  <a:cubicBezTo>
                    <a:pt x="34392" y="14478"/>
                    <a:pt x="34458" y="14611"/>
                    <a:pt x="34492" y="14745"/>
                  </a:cubicBezTo>
                  <a:cubicBezTo>
                    <a:pt x="34525" y="14878"/>
                    <a:pt x="34558" y="15011"/>
                    <a:pt x="34558" y="15145"/>
                  </a:cubicBezTo>
                  <a:cubicBezTo>
                    <a:pt x="34558" y="15278"/>
                    <a:pt x="34558" y="15412"/>
                    <a:pt x="34558" y="15545"/>
                  </a:cubicBezTo>
                  <a:cubicBezTo>
                    <a:pt x="34525" y="15412"/>
                    <a:pt x="34492" y="15312"/>
                    <a:pt x="34492" y="15178"/>
                  </a:cubicBezTo>
                  <a:cubicBezTo>
                    <a:pt x="34458" y="15045"/>
                    <a:pt x="34425" y="14945"/>
                    <a:pt x="34392" y="14845"/>
                  </a:cubicBezTo>
                  <a:cubicBezTo>
                    <a:pt x="34325" y="14611"/>
                    <a:pt x="34225" y="14444"/>
                    <a:pt x="34158" y="14244"/>
                  </a:cubicBezTo>
                  <a:cubicBezTo>
                    <a:pt x="34091" y="14077"/>
                    <a:pt x="34025" y="13911"/>
                    <a:pt x="33991" y="13711"/>
                  </a:cubicBezTo>
                  <a:close/>
                  <a:moveTo>
                    <a:pt x="32924" y="13977"/>
                  </a:moveTo>
                  <a:cubicBezTo>
                    <a:pt x="33024" y="14544"/>
                    <a:pt x="33091" y="15078"/>
                    <a:pt x="33157" y="15645"/>
                  </a:cubicBezTo>
                  <a:cubicBezTo>
                    <a:pt x="33257" y="16279"/>
                    <a:pt x="33257" y="16913"/>
                    <a:pt x="33224" y="17547"/>
                  </a:cubicBezTo>
                  <a:cubicBezTo>
                    <a:pt x="33124" y="17213"/>
                    <a:pt x="33057" y="16846"/>
                    <a:pt x="33024" y="16479"/>
                  </a:cubicBezTo>
                  <a:cubicBezTo>
                    <a:pt x="32957" y="16212"/>
                    <a:pt x="32924" y="15945"/>
                    <a:pt x="32890" y="15679"/>
                  </a:cubicBezTo>
                  <a:cubicBezTo>
                    <a:pt x="32857" y="15112"/>
                    <a:pt x="32857" y="14544"/>
                    <a:pt x="32924" y="13977"/>
                  </a:cubicBezTo>
                  <a:close/>
                  <a:moveTo>
                    <a:pt x="7039" y="16779"/>
                  </a:moveTo>
                  <a:cubicBezTo>
                    <a:pt x="7005" y="16813"/>
                    <a:pt x="7005" y="16813"/>
                    <a:pt x="6972" y="16846"/>
                  </a:cubicBezTo>
                  <a:cubicBezTo>
                    <a:pt x="6939" y="16913"/>
                    <a:pt x="6905" y="16946"/>
                    <a:pt x="6872" y="17013"/>
                  </a:cubicBezTo>
                  <a:lnTo>
                    <a:pt x="6872" y="17013"/>
                  </a:lnTo>
                  <a:cubicBezTo>
                    <a:pt x="6872" y="17013"/>
                    <a:pt x="6872" y="17013"/>
                    <a:pt x="6872" y="17013"/>
                  </a:cubicBezTo>
                  <a:lnTo>
                    <a:pt x="6872" y="17013"/>
                  </a:lnTo>
                  <a:cubicBezTo>
                    <a:pt x="6872" y="17013"/>
                    <a:pt x="6872" y="17013"/>
                    <a:pt x="6872" y="17013"/>
                  </a:cubicBezTo>
                  <a:cubicBezTo>
                    <a:pt x="6872" y="17013"/>
                    <a:pt x="6872" y="17013"/>
                    <a:pt x="6872" y="17013"/>
                  </a:cubicBezTo>
                  <a:lnTo>
                    <a:pt x="6872" y="17013"/>
                  </a:lnTo>
                  <a:cubicBezTo>
                    <a:pt x="7114" y="17253"/>
                    <a:pt x="7336" y="17469"/>
                    <a:pt x="7539" y="17647"/>
                  </a:cubicBezTo>
                  <a:cubicBezTo>
                    <a:pt x="7506" y="17613"/>
                    <a:pt x="7506" y="17580"/>
                    <a:pt x="7472" y="17513"/>
                  </a:cubicBezTo>
                  <a:cubicBezTo>
                    <a:pt x="7439" y="17380"/>
                    <a:pt x="7406" y="17246"/>
                    <a:pt x="7339" y="17113"/>
                  </a:cubicBezTo>
                  <a:cubicBezTo>
                    <a:pt x="7306" y="17046"/>
                    <a:pt x="7306" y="16980"/>
                    <a:pt x="7239" y="16913"/>
                  </a:cubicBezTo>
                  <a:cubicBezTo>
                    <a:pt x="7239" y="16879"/>
                    <a:pt x="7205" y="16846"/>
                    <a:pt x="7172" y="16813"/>
                  </a:cubicBezTo>
                  <a:lnTo>
                    <a:pt x="7139" y="16813"/>
                  </a:lnTo>
                  <a:cubicBezTo>
                    <a:pt x="7105" y="16779"/>
                    <a:pt x="7105" y="16779"/>
                    <a:pt x="7072" y="16779"/>
                  </a:cubicBezTo>
                  <a:close/>
                  <a:moveTo>
                    <a:pt x="9774" y="14278"/>
                  </a:moveTo>
                  <a:cubicBezTo>
                    <a:pt x="9741" y="14478"/>
                    <a:pt x="9707" y="14678"/>
                    <a:pt x="9674" y="14878"/>
                  </a:cubicBezTo>
                  <a:cubicBezTo>
                    <a:pt x="9641" y="15045"/>
                    <a:pt x="9607" y="15212"/>
                    <a:pt x="9574" y="15378"/>
                  </a:cubicBezTo>
                  <a:cubicBezTo>
                    <a:pt x="9574" y="15545"/>
                    <a:pt x="9540" y="15712"/>
                    <a:pt x="9507" y="15879"/>
                  </a:cubicBezTo>
                  <a:cubicBezTo>
                    <a:pt x="9474" y="16046"/>
                    <a:pt x="9440" y="16246"/>
                    <a:pt x="9440" y="16446"/>
                  </a:cubicBezTo>
                  <a:cubicBezTo>
                    <a:pt x="9407" y="16746"/>
                    <a:pt x="9374" y="17046"/>
                    <a:pt x="9407" y="17380"/>
                  </a:cubicBezTo>
                  <a:cubicBezTo>
                    <a:pt x="9407" y="17513"/>
                    <a:pt x="9440" y="17647"/>
                    <a:pt x="9474" y="17780"/>
                  </a:cubicBezTo>
                  <a:cubicBezTo>
                    <a:pt x="9507" y="17880"/>
                    <a:pt x="9574" y="17947"/>
                    <a:pt x="9607" y="18047"/>
                  </a:cubicBezTo>
                  <a:cubicBezTo>
                    <a:pt x="9507" y="17947"/>
                    <a:pt x="9407" y="17813"/>
                    <a:pt x="9340" y="17713"/>
                  </a:cubicBezTo>
                  <a:cubicBezTo>
                    <a:pt x="9274" y="17547"/>
                    <a:pt x="9240" y="17413"/>
                    <a:pt x="9207" y="17246"/>
                  </a:cubicBezTo>
                  <a:cubicBezTo>
                    <a:pt x="9174" y="17013"/>
                    <a:pt x="9174" y="16779"/>
                    <a:pt x="9174" y="16579"/>
                  </a:cubicBezTo>
                  <a:cubicBezTo>
                    <a:pt x="9174" y="16446"/>
                    <a:pt x="9174" y="16312"/>
                    <a:pt x="9207" y="16212"/>
                  </a:cubicBezTo>
                  <a:cubicBezTo>
                    <a:pt x="9207" y="16112"/>
                    <a:pt x="9240" y="16012"/>
                    <a:pt x="9240" y="15945"/>
                  </a:cubicBezTo>
                  <a:cubicBezTo>
                    <a:pt x="9240" y="15879"/>
                    <a:pt x="9274" y="15812"/>
                    <a:pt x="9274" y="15779"/>
                  </a:cubicBezTo>
                  <a:cubicBezTo>
                    <a:pt x="9340" y="15512"/>
                    <a:pt x="9407" y="15245"/>
                    <a:pt x="9474" y="15011"/>
                  </a:cubicBezTo>
                  <a:cubicBezTo>
                    <a:pt x="9574" y="14745"/>
                    <a:pt x="9674" y="14511"/>
                    <a:pt x="9774" y="14278"/>
                  </a:cubicBezTo>
                  <a:close/>
                  <a:moveTo>
                    <a:pt x="10808" y="16946"/>
                  </a:moveTo>
                  <a:cubicBezTo>
                    <a:pt x="10775" y="17046"/>
                    <a:pt x="10741" y="17180"/>
                    <a:pt x="10708" y="17313"/>
                  </a:cubicBezTo>
                  <a:cubicBezTo>
                    <a:pt x="10708" y="17513"/>
                    <a:pt x="10708" y="17680"/>
                    <a:pt x="10708" y="17880"/>
                  </a:cubicBezTo>
                  <a:cubicBezTo>
                    <a:pt x="10741" y="18014"/>
                    <a:pt x="10741" y="18147"/>
                    <a:pt x="10808" y="18280"/>
                  </a:cubicBezTo>
                  <a:cubicBezTo>
                    <a:pt x="10808" y="18314"/>
                    <a:pt x="10841" y="18381"/>
                    <a:pt x="10908" y="18447"/>
                  </a:cubicBezTo>
                  <a:cubicBezTo>
                    <a:pt x="10808" y="18347"/>
                    <a:pt x="10708" y="18280"/>
                    <a:pt x="10675" y="18147"/>
                  </a:cubicBezTo>
                  <a:cubicBezTo>
                    <a:pt x="10641" y="18014"/>
                    <a:pt x="10608" y="17914"/>
                    <a:pt x="10608" y="17780"/>
                  </a:cubicBezTo>
                  <a:cubicBezTo>
                    <a:pt x="10575" y="17613"/>
                    <a:pt x="10575" y="17447"/>
                    <a:pt x="10641" y="17313"/>
                  </a:cubicBezTo>
                  <a:cubicBezTo>
                    <a:pt x="10675" y="17180"/>
                    <a:pt x="10741" y="17046"/>
                    <a:pt x="10808" y="16946"/>
                  </a:cubicBezTo>
                  <a:close/>
                  <a:moveTo>
                    <a:pt x="12476" y="15879"/>
                  </a:moveTo>
                  <a:lnTo>
                    <a:pt x="12476" y="15879"/>
                  </a:lnTo>
                  <a:cubicBezTo>
                    <a:pt x="12443" y="16012"/>
                    <a:pt x="12409" y="16146"/>
                    <a:pt x="12376" y="16279"/>
                  </a:cubicBezTo>
                  <a:cubicBezTo>
                    <a:pt x="12342" y="16579"/>
                    <a:pt x="12342" y="16879"/>
                    <a:pt x="12342" y="17146"/>
                  </a:cubicBezTo>
                  <a:cubicBezTo>
                    <a:pt x="12342" y="17346"/>
                    <a:pt x="12309" y="17547"/>
                    <a:pt x="12276" y="17747"/>
                  </a:cubicBezTo>
                  <a:cubicBezTo>
                    <a:pt x="12242" y="17947"/>
                    <a:pt x="12209" y="18147"/>
                    <a:pt x="12109" y="18314"/>
                  </a:cubicBezTo>
                  <a:cubicBezTo>
                    <a:pt x="12042" y="18547"/>
                    <a:pt x="11942" y="18747"/>
                    <a:pt x="11842" y="18948"/>
                  </a:cubicBezTo>
                  <a:cubicBezTo>
                    <a:pt x="11875" y="18747"/>
                    <a:pt x="11909" y="18514"/>
                    <a:pt x="11976" y="18280"/>
                  </a:cubicBezTo>
                  <a:cubicBezTo>
                    <a:pt x="11976" y="18214"/>
                    <a:pt x="11976" y="18147"/>
                    <a:pt x="12009" y="18080"/>
                  </a:cubicBezTo>
                  <a:cubicBezTo>
                    <a:pt x="12009" y="18080"/>
                    <a:pt x="12009" y="18114"/>
                    <a:pt x="12009" y="18114"/>
                  </a:cubicBezTo>
                  <a:cubicBezTo>
                    <a:pt x="12009" y="17947"/>
                    <a:pt x="12042" y="17780"/>
                    <a:pt x="12042" y="17613"/>
                  </a:cubicBezTo>
                  <a:cubicBezTo>
                    <a:pt x="12076" y="17447"/>
                    <a:pt x="12076" y="17280"/>
                    <a:pt x="12109" y="17146"/>
                  </a:cubicBezTo>
                  <a:cubicBezTo>
                    <a:pt x="12109" y="16946"/>
                    <a:pt x="12142" y="16746"/>
                    <a:pt x="12176" y="16546"/>
                  </a:cubicBezTo>
                  <a:cubicBezTo>
                    <a:pt x="12242" y="16312"/>
                    <a:pt x="12342" y="16112"/>
                    <a:pt x="12476" y="15879"/>
                  </a:cubicBezTo>
                  <a:close/>
                  <a:moveTo>
                    <a:pt x="31356" y="16613"/>
                  </a:moveTo>
                  <a:cubicBezTo>
                    <a:pt x="31423" y="16879"/>
                    <a:pt x="31489" y="17180"/>
                    <a:pt x="31523" y="17447"/>
                  </a:cubicBezTo>
                  <a:cubicBezTo>
                    <a:pt x="31556" y="17880"/>
                    <a:pt x="31623" y="18280"/>
                    <a:pt x="31523" y="18714"/>
                  </a:cubicBezTo>
                  <a:cubicBezTo>
                    <a:pt x="31489" y="18881"/>
                    <a:pt x="31456" y="19048"/>
                    <a:pt x="31356" y="19181"/>
                  </a:cubicBezTo>
                  <a:cubicBezTo>
                    <a:pt x="31323" y="19214"/>
                    <a:pt x="31289" y="19214"/>
                    <a:pt x="31256" y="19248"/>
                  </a:cubicBezTo>
                  <a:cubicBezTo>
                    <a:pt x="31223" y="19248"/>
                    <a:pt x="31223" y="19281"/>
                    <a:pt x="31189" y="19281"/>
                  </a:cubicBezTo>
                  <a:lnTo>
                    <a:pt x="31089" y="19281"/>
                  </a:lnTo>
                  <a:cubicBezTo>
                    <a:pt x="31056" y="19248"/>
                    <a:pt x="31022" y="19248"/>
                    <a:pt x="30989" y="19214"/>
                  </a:cubicBezTo>
                  <a:cubicBezTo>
                    <a:pt x="30956" y="19214"/>
                    <a:pt x="30922" y="19181"/>
                    <a:pt x="30922" y="19148"/>
                  </a:cubicBezTo>
                  <a:cubicBezTo>
                    <a:pt x="30889" y="19114"/>
                    <a:pt x="30889" y="19081"/>
                    <a:pt x="30856" y="19081"/>
                  </a:cubicBezTo>
                  <a:cubicBezTo>
                    <a:pt x="30856" y="19048"/>
                    <a:pt x="30822" y="19014"/>
                    <a:pt x="30822" y="18981"/>
                  </a:cubicBezTo>
                  <a:lnTo>
                    <a:pt x="30722" y="18814"/>
                  </a:lnTo>
                  <a:cubicBezTo>
                    <a:pt x="30656" y="18647"/>
                    <a:pt x="30589" y="18514"/>
                    <a:pt x="30522" y="18381"/>
                  </a:cubicBezTo>
                  <a:cubicBezTo>
                    <a:pt x="30489" y="18481"/>
                    <a:pt x="30489" y="18581"/>
                    <a:pt x="30489" y="18681"/>
                  </a:cubicBezTo>
                  <a:cubicBezTo>
                    <a:pt x="30455" y="18948"/>
                    <a:pt x="30422" y="19181"/>
                    <a:pt x="30355" y="19448"/>
                  </a:cubicBezTo>
                  <a:cubicBezTo>
                    <a:pt x="30355" y="18981"/>
                    <a:pt x="30322" y="18547"/>
                    <a:pt x="30289" y="18114"/>
                  </a:cubicBezTo>
                  <a:cubicBezTo>
                    <a:pt x="30289" y="18047"/>
                    <a:pt x="30289" y="18014"/>
                    <a:pt x="30289" y="17980"/>
                  </a:cubicBezTo>
                  <a:cubicBezTo>
                    <a:pt x="30289" y="17914"/>
                    <a:pt x="30322" y="17880"/>
                    <a:pt x="30355" y="17880"/>
                  </a:cubicBezTo>
                  <a:cubicBezTo>
                    <a:pt x="30372" y="17863"/>
                    <a:pt x="30389" y="17855"/>
                    <a:pt x="30410" y="17855"/>
                  </a:cubicBezTo>
                  <a:cubicBezTo>
                    <a:pt x="30430" y="17855"/>
                    <a:pt x="30455" y="17863"/>
                    <a:pt x="30489" y="17880"/>
                  </a:cubicBezTo>
                  <a:cubicBezTo>
                    <a:pt x="30555" y="17914"/>
                    <a:pt x="30589" y="17980"/>
                    <a:pt x="30656" y="18047"/>
                  </a:cubicBezTo>
                  <a:cubicBezTo>
                    <a:pt x="30689" y="18080"/>
                    <a:pt x="30689" y="18147"/>
                    <a:pt x="30722" y="18180"/>
                  </a:cubicBezTo>
                  <a:cubicBezTo>
                    <a:pt x="30789" y="18247"/>
                    <a:pt x="30856" y="18347"/>
                    <a:pt x="30889" y="18414"/>
                  </a:cubicBezTo>
                  <a:cubicBezTo>
                    <a:pt x="30956" y="18514"/>
                    <a:pt x="30989" y="18614"/>
                    <a:pt x="31056" y="18714"/>
                  </a:cubicBezTo>
                  <a:cubicBezTo>
                    <a:pt x="31089" y="18781"/>
                    <a:pt x="31123" y="18881"/>
                    <a:pt x="31156" y="18948"/>
                  </a:cubicBezTo>
                  <a:cubicBezTo>
                    <a:pt x="31156" y="18948"/>
                    <a:pt x="31189" y="18914"/>
                    <a:pt x="31189" y="18914"/>
                  </a:cubicBezTo>
                  <a:cubicBezTo>
                    <a:pt x="31223" y="18781"/>
                    <a:pt x="31256" y="18647"/>
                    <a:pt x="31289" y="18514"/>
                  </a:cubicBezTo>
                  <a:cubicBezTo>
                    <a:pt x="31356" y="18147"/>
                    <a:pt x="31356" y="17780"/>
                    <a:pt x="31356" y="17413"/>
                  </a:cubicBezTo>
                  <a:cubicBezTo>
                    <a:pt x="31356" y="17146"/>
                    <a:pt x="31356" y="16879"/>
                    <a:pt x="31356" y="16613"/>
                  </a:cubicBezTo>
                  <a:close/>
                  <a:moveTo>
                    <a:pt x="13977" y="16879"/>
                  </a:moveTo>
                  <a:lnTo>
                    <a:pt x="13977" y="16879"/>
                  </a:lnTo>
                  <a:cubicBezTo>
                    <a:pt x="13944" y="17180"/>
                    <a:pt x="13910" y="17480"/>
                    <a:pt x="13877" y="17813"/>
                  </a:cubicBezTo>
                  <a:cubicBezTo>
                    <a:pt x="13877" y="17947"/>
                    <a:pt x="13877" y="18080"/>
                    <a:pt x="13877" y="18214"/>
                  </a:cubicBezTo>
                  <a:cubicBezTo>
                    <a:pt x="13844" y="18447"/>
                    <a:pt x="13844" y="18714"/>
                    <a:pt x="13844" y="18981"/>
                  </a:cubicBezTo>
                  <a:cubicBezTo>
                    <a:pt x="13877" y="19281"/>
                    <a:pt x="13944" y="19548"/>
                    <a:pt x="14010" y="19815"/>
                  </a:cubicBezTo>
                  <a:cubicBezTo>
                    <a:pt x="13877" y="19548"/>
                    <a:pt x="13743" y="19248"/>
                    <a:pt x="13677" y="18948"/>
                  </a:cubicBezTo>
                  <a:cubicBezTo>
                    <a:pt x="13610" y="18681"/>
                    <a:pt x="13610" y="18381"/>
                    <a:pt x="13677" y="18080"/>
                  </a:cubicBezTo>
                  <a:cubicBezTo>
                    <a:pt x="13743" y="17680"/>
                    <a:pt x="13844" y="17280"/>
                    <a:pt x="13977" y="16879"/>
                  </a:cubicBezTo>
                  <a:close/>
                  <a:moveTo>
                    <a:pt x="28821" y="17680"/>
                  </a:moveTo>
                  <a:cubicBezTo>
                    <a:pt x="28921" y="18014"/>
                    <a:pt x="29021" y="18314"/>
                    <a:pt x="29088" y="18647"/>
                  </a:cubicBezTo>
                  <a:cubicBezTo>
                    <a:pt x="29221" y="19048"/>
                    <a:pt x="29288" y="19515"/>
                    <a:pt x="29188" y="19915"/>
                  </a:cubicBezTo>
                  <a:cubicBezTo>
                    <a:pt x="29188" y="19882"/>
                    <a:pt x="29188" y="19882"/>
                    <a:pt x="29188" y="19848"/>
                  </a:cubicBezTo>
                  <a:cubicBezTo>
                    <a:pt x="29188" y="19648"/>
                    <a:pt x="29154" y="19448"/>
                    <a:pt x="29088" y="19248"/>
                  </a:cubicBezTo>
                  <a:cubicBezTo>
                    <a:pt x="29054" y="19181"/>
                    <a:pt x="29021" y="19114"/>
                    <a:pt x="29021" y="19048"/>
                  </a:cubicBezTo>
                  <a:cubicBezTo>
                    <a:pt x="28988" y="18881"/>
                    <a:pt x="28954" y="18747"/>
                    <a:pt x="28921" y="18614"/>
                  </a:cubicBezTo>
                  <a:cubicBezTo>
                    <a:pt x="28854" y="18314"/>
                    <a:pt x="28821" y="18014"/>
                    <a:pt x="28821" y="17680"/>
                  </a:cubicBezTo>
                  <a:close/>
                  <a:moveTo>
                    <a:pt x="15912" y="18547"/>
                  </a:moveTo>
                  <a:cubicBezTo>
                    <a:pt x="15945" y="18814"/>
                    <a:pt x="15945" y="19081"/>
                    <a:pt x="15945" y="19315"/>
                  </a:cubicBezTo>
                  <a:cubicBezTo>
                    <a:pt x="15945" y="19615"/>
                    <a:pt x="15912" y="19882"/>
                    <a:pt x="15878" y="20148"/>
                  </a:cubicBezTo>
                  <a:cubicBezTo>
                    <a:pt x="15845" y="19882"/>
                    <a:pt x="15845" y="19581"/>
                    <a:pt x="15845" y="19315"/>
                  </a:cubicBezTo>
                  <a:cubicBezTo>
                    <a:pt x="15878" y="19081"/>
                    <a:pt x="15878" y="18814"/>
                    <a:pt x="15912" y="18547"/>
                  </a:cubicBezTo>
                  <a:close/>
                  <a:moveTo>
                    <a:pt x="25785" y="17780"/>
                  </a:moveTo>
                  <a:cubicBezTo>
                    <a:pt x="25852" y="18214"/>
                    <a:pt x="25919" y="18647"/>
                    <a:pt x="25952" y="19114"/>
                  </a:cubicBezTo>
                  <a:cubicBezTo>
                    <a:pt x="25986" y="19348"/>
                    <a:pt x="25986" y="19581"/>
                    <a:pt x="26019" y="19815"/>
                  </a:cubicBezTo>
                  <a:cubicBezTo>
                    <a:pt x="26019" y="20048"/>
                    <a:pt x="26019" y="20282"/>
                    <a:pt x="26019" y="20515"/>
                  </a:cubicBezTo>
                  <a:cubicBezTo>
                    <a:pt x="25919" y="20082"/>
                    <a:pt x="25785" y="19615"/>
                    <a:pt x="25752" y="19148"/>
                  </a:cubicBezTo>
                  <a:cubicBezTo>
                    <a:pt x="25719" y="18681"/>
                    <a:pt x="25752" y="18214"/>
                    <a:pt x="25785" y="17780"/>
                  </a:cubicBezTo>
                  <a:close/>
                  <a:moveTo>
                    <a:pt x="27253" y="18948"/>
                  </a:moveTo>
                  <a:cubicBezTo>
                    <a:pt x="27320" y="19181"/>
                    <a:pt x="27353" y="19415"/>
                    <a:pt x="27320" y="19648"/>
                  </a:cubicBezTo>
                  <a:cubicBezTo>
                    <a:pt x="27320" y="19748"/>
                    <a:pt x="27286" y="19882"/>
                    <a:pt x="27253" y="20015"/>
                  </a:cubicBezTo>
                  <a:cubicBezTo>
                    <a:pt x="27220" y="20182"/>
                    <a:pt x="27153" y="20382"/>
                    <a:pt x="27086" y="20549"/>
                  </a:cubicBezTo>
                  <a:cubicBezTo>
                    <a:pt x="27120" y="20349"/>
                    <a:pt x="27120" y="20182"/>
                    <a:pt x="27153" y="19982"/>
                  </a:cubicBezTo>
                  <a:cubicBezTo>
                    <a:pt x="27186" y="19848"/>
                    <a:pt x="27186" y="19715"/>
                    <a:pt x="27220" y="19581"/>
                  </a:cubicBezTo>
                  <a:cubicBezTo>
                    <a:pt x="27253" y="19348"/>
                    <a:pt x="27253" y="19148"/>
                    <a:pt x="27253" y="18948"/>
                  </a:cubicBezTo>
                  <a:close/>
                  <a:moveTo>
                    <a:pt x="17780" y="17780"/>
                  </a:moveTo>
                  <a:cubicBezTo>
                    <a:pt x="17846" y="17780"/>
                    <a:pt x="17880" y="17813"/>
                    <a:pt x="17913" y="17847"/>
                  </a:cubicBezTo>
                  <a:cubicBezTo>
                    <a:pt x="17946" y="17880"/>
                    <a:pt x="17980" y="17914"/>
                    <a:pt x="18013" y="17980"/>
                  </a:cubicBezTo>
                  <a:cubicBezTo>
                    <a:pt x="18047" y="18047"/>
                    <a:pt x="18047" y="18114"/>
                    <a:pt x="18080" y="18147"/>
                  </a:cubicBezTo>
                  <a:cubicBezTo>
                    <a:pt x="18113" y="18280"/>
                    <a:pt x="18147" y="18381"/>
                    <a:pt x="18147" y="18481"/>
                  </a:cubicBezTo>
                  <a:cubicBezTo>
                    <a:pt x="18180" y="18614"/>
                    <a:pt x="18180" y="18714"/>
                    <a:pt x="18180" y="18848"/>
                  </a:cubicBezTo>
                  <a:cubicBezTo>
                    <a:pt x="18213" y="19081"/>
                    <a:pt x="18213" y="19315"/>
                    <a:pt x="18213" y="19548"/>
                  </a:cubicBezTo>
                  <a:cubicBezTo>
                    <a:pt x="18213" y="19982"/>
                    <a:pt x="18147" y="20415"/>
                    <a:pt x="18080" y="20849"/>
                  </a:cubicBezTo>
                  <a:cubicBezTo>
                    <a:pt x="18047" y="20649"/>
                    <a:pt x="18047" y="20415"/>
                    <a:pt x="18013" y="20182"/>
                  </a:cubicBezTo>
                  <a:cubicBezTo>
                    <a:pt x="17980" y="20015"/>
                    <a:pt x="17980" y="19815"/>
                    <a:pt x="17946" y="19615"/>
                  </a:cubicBezTo>
                  <a:cubicBezTo>
                    <a:pt x="17913" y="19381"/>
                    <a:pt x="17880" y="19181"/>
                    <a:pt x="17846" y="18948"/>
                  </a:cubicBezTo>
                  <a:cubicBezTo>
                    <a:pt x="17846" y="18881"/>
                    <a:pt x="17813" y="18781"/>
                    <a:pt x="17813" y="18714"/>
                  </a:cubicBezTo>
                  <a:cubicBezTo>
                    <a:pt x="17780" y="18781"/>
                    <a:pt x="17780" y="18881"/>
                    <a:pt x="17746" y="18981"/>
                  </a:cubicBezTo>
                  <a:cubicBezTo>
                    <a:pt x="17680" y="19315"/>
                    <a:pt x="17546" y="19681"/>
                    <a:pt x="17446" y="20015"/>
                  </a:cubicBezTo>
                  <a:cubicBezTo>
                    <a:pt x="17479" y="19648"/>
                    <a:pt x="17513" y="19248"/>
                    <a:pt x="17546" y="18881"/>
                  </a:cubicBezTo>
                  <a:cubicBezTo>
                    <a:pt x="17546" y="18747"/>
                    <a:pt x="17546" y="18581"/>
                    <a:pt x="17546" y="18447"/>
                  </a:cubicBezTo>
                  <a:cubicBezTo>
                    <a:pt x="17580" y="18381"/>
                    <a:pt x="17580" y="18314"/>
                    <a:pt x="17580" y="18214"/>
                  </a:cubicBezTo>
                  <a:cubicBezTo>
                    <a:pt x="17580" y="18180"/>
                    <a:pt x="17580" y="18147"/>
                    <a:pt x="17580" y="18080"/>
                  </a:cubicBezTo>
                  <a:cubicBezTo>
                    <a:pt x="17580" y="18047"/>
                    <a:pt x="17580" y="17980"/>
                    <a:pt x="17613" y="17947"/>
                  </a:cubicBezTo>
                  <a:lnTo>
                    <a:pt x="17646" y="17880"/>
                  </a:lnTo>
                  <a:cubicBezTo>
                    <a:pt x="17680" y="17813"/>
                    <a:pt x="17746" y="17780"/>
                    <a:pt x="17780" y="17780"/>
                  </a:cubicBezTo>
                  <a:close/>
                  <a:moveTo>
                    <a:pt x="24384" y="19581"/>
                  </a:moveTo>
                  <a:cubicBezTo>
                    <a:pt x="24451" y="19615"/>
                    <a:pt x="24484" y="19648"/>
                    <a:pt x="24551" y="19681"/>
                  </a:cubicBezTo>
                  <a:cubicBezTo>
                    <a:pt x="24585" y="19748"/>
                    <a:pt x="24618" y="19782"/>
                    <a:pt x="24651" y="19815"/>
                  </a:cubicBezTo>
                  <a:cubicBezTo>
                    <a:pt x="24718" y="19882"/>
                    <a:pt x="24751" y="19982"/>
                    <a:pt x="24818" y="20048"/>
                  </a:cubicBezTo>
                  <a:cubicBezTo>
                    <a:pt x="24718" y="19948"/>
                    <a:pt x="24618" y="19882"/>
                    <a:pt x="24518" y="19782"/>
                  </a:cubicBezTo>
                  <a:cubicBezTo>
                    <a:pt x="24484" y="19748"/>
                    <a:pt x="24418" y="19715"/>
                    <a:pt x="24384" y="19681"/>
                  </a:cubicBezTo>
                  <a:lnTo>
                    <a:pt x="24318" y="19681"/>
                  </a:lnTo>
                  <a:cubicBezTo>
                    <a:pt x="24318" y="19681"/>
                    <a:pt x="24318" y="19681"/>
                    <a:pt x="24318" y="19715"/>
                  </a:cubicBezTo>
                  <a:cubicBezTo>
                    <a:pt x="24284" y="19815"/>
                    <a:pt x="24251" y="19915"/>
                    <a:pt x="24218" y="20048"/>
                  </a:cubicBezTo>
                  <a:cubicBezTo>
                    <a:pt x="24218" y="20115"/>
                    <a:pt x="24184" y="20215"/>
                    <a:pt x="24151" y="20282"/>
                  </a:cubicBezTo>
                  <a:cubicBezTo>
                    <a:pt x="24118" y="20515"/>
                    <a:pt x="24051" y="20716"/>
                    <a:pt x="23984" y="20916"/>
                  </a:cubicBezTo>
                  <a:cubicBezTo>
                    <a:pt x="24017" y="20615"/>
                    <a:pt x="24051" y="20315"/>
                    <a:pt x="24118" y="20015"/>
                  </a:cubicBezTo>
                  <a:cubicBezTo>
                    <a:pt x="24151" y="19915"/>
                    <a:pt x="24151" y="19848"/>
                    <a:pt x="24184" y="19748"/>
                  </a:cubicBezTo>
                  <a:cubicBezTo>
                    <a:pt x="24184" y="19681"/>
                    <a:pt x="24218" y="19648"/>
                    <a:pt x="24284" y="19581"/>
                  </a:cubicBezTo>
                  <a:close/>
                  <a:moveTo>
                    <a:pt x="20181" y="19415"/>
                  </a:moveTo>
                  <a:cubicBezTo>
                    <a:pt x="20248" y="19415"/>
                    <a:pt x="20248" y="19448"/>
                    <a:pt x="20281" y="19481"/>
                  </a:cubicBezTo>
                  <a:cubicBezTo>
                    <a:pt x="20315" y="19515"/>
                    <a:pt x="20348" y="19581"/>
                    <a:pt x="20382" y="19615"/>
                  </a:cubicBezTo>
                  <a:lnTo>
                    <a:pt x="20482" y="19882"/>
                  </a:lnTo>
                  <a:cubicBezTo>
                    <a:pt x="20415" y="19748"/>
                    <a:pt x="20348" y="19648"/>
                    <a:pt x="20248" y="19548"/>
                  </a:cubicBezTo>
                  <a:lnTo>
                    <a:pt x="20215" y="19548"/>
                  </a:lnTo>
                  <a:cubicBezTo>
                    <a:pt x="20181" y="19648"/>
                    <a:pt x="20215" y="19748"/>
                    <a:pt x="20181" y="19848"/>
                  </a:cubicBezTo>
                  <a:cubicBezTo>
                    <a:pt x="20181" y="19882"/>
                    <a:pt x="20181" y="19915"/>
                    <a:pt x="20181" y="19982"/>
                  </a:cubicBezTo>
                  <a:cubicBezTo>
                    <a:pt x="20181" y="20048"/>
                    <a:pt x="20181" y="20115"/>
                    <a:pt x="20181" y="20215"/>
                  </a:cubicBezTo>
                  <a:cubicBezTo>
                    <a:pt x="20148" y="20449"/>
                    <a:pt x="20115" y="20682"/>
                    <a:pt x="20081" y="20949"/>
                  </a:cubicBezTo>
                  <a:lnTo>
                    <a:pt x="20048" y="20949"/>
                  </a:lnTo>
                  <a:cubicBezTo>
                    <a:pt x="20048" y="20615"/>
                    <a:pt x="20015" y="20282"/>
                    <a:pt x="20048" y="19948"/>
                  </a:cubicBezTo>
                  <a:cubicBezTo>
                    <a:pt x="20048" y="19848"/>
                    <a:pt x="20048" y="19748"/>
                    <a:pt x="20081" y="19648"/>
                  </a:cubicBezTo>
                  <a:cubicBezTo>
                    <a:pt x="20081" y="19581"/>
                    <a:pt x="20081" y="19448"/>
                    <a:pt x="20181" y="19415"/>
                  </a:cubicBezTo>
                  <a:close/>
                  <a:moveTo>
                    <a:pt x="22116" y="17513"/>
                  </a:moveTo>
                  <a:lnTo>
                    <a:pt x="22116" y="17513"/>
                  </a:lnTo>
                  <a:cubicBezTo>
                    <a:pt x="22183" y="17680"/>
                    <a:pt x="22216" y="17847"/>
                    <a:pt x="22250" y="18014"/>
                  </a:cubicBezTo>
                  <a:cubicBezTo>
                    <a:pt x="22283" y="18147"/>
                    <a:pt x="22316" y="18280"/>
                    <a:pt x="22316" y="18414"/>
                  </a:cubicBezTo>
                  <a:cubicBezTo>
                    <a:pt x="22350" y="18681"/>
                    <a:pt x="22383" y="18914"/>
                    <a:pt x="22383" y="19181"/>
                  </a:cubicBezTo>
                  <a:cubicBezTo>
                    <a:pt x="22383" y="19448"/>
                    <a:pt x="22383" y="19748"/>
                    <a:pt x="22350" y="20015"/>
                  </a:cubicBezTo>
                  <a:cubicBezTo>
                    <a:pt x="22316" y="20415"/>
                    <a:pt x="22250" y="20782"/>
                    <a:pt x="22149" y="21183"/>
                  </a:cubicBezTo>
                  <a:cubicBezTo>
                    <a:pt x="22149" y="20782"/>
                    <a:pt x="22116" y="20382"/>
                    <a:pt x="22116" y="19982"/>
                  </a:cubicBezTo>
                  <a:cubicBezTo>
                    <a:pt x="22116" y="19715"/>
                    <a:pt x="22116" y="19415"/>
                    <a:pt x="22116" y="19148"/>
                  </a:cubicBezTo>
                  <a:cubicBezTo>
                    <a:pt x="22116" y="19048"/>
                    <a:pt x="22116" y="18948"/>
                    <a:pt x="22116" y="18848"/>
                  </a:cubicBezTo>
                  <a:cubicBezTo>
                    <a:pt x="22116" y="18681"/>
                    <a:pt x="22149" y="18547"/>
                    <a:pt x="22149" y="18414"/>
                  </a:cubicBezTo>
                  <a:cubicBezTo>
                    <a:pt x="22116" y="18114"/>
                    <a:pt x="22149" y="17813"/>
                    <a:pt x="22116" y="17513"/>
                  </a:cubicBezTo>
                  <a:close/>
                  <a:moveTo>
                    <a:pt x="2769" y="1"/>
                  </a:moveTo>
                  <a:cubicBezTo>
                    <a:pt x="2769" y="34"/>
                    <a:pt x="2736" y="34"/>
                    <a:pt x="2736" y="67"/>
                  </a:cubicBezTo>
                  <a:cubicBezTo>
                    <a:pt x="2702" y="101"/>
                    <a:pt x="2636" y="134"/>
                    <a:pt x="2636" y="201"/>
                  </a:cubicBezTo>
                  <a:cubicBezTo>
                    <a:pt x="2535" y="301"/>
                    <a:pt x="2469" y="401"/>
                    <a:pt x="2369" y="468"/>
                  </a:cubicBezTo>
                  <a:cubicBezTo>
                    <a:pt x="2302" y="568"/>
                    <a:pt x="2202" y="668"/>
                    <a:pt x="2102" y="768"/>
                  </a:cubicBezTo>
                  <a:cubicBezTo>
                    <a:pt x="1935" y="935"/>
                    <a:pt x="1735" y="1101"/>
                    <a:pt x="1535" y="1268"/>
                  </a:cubicBezTo>
                  <a:cubicBezTo>
                    <a:pt x="1435" y="1368"/>
                    <a:pt x="1335" y="1468"/>
                    <a:pt x="1268" y="1535"/>
                  </a:cubicBezTo>
                  <a:cubicBezTo>
                    <a:pt x="1068" y="1735"/>
                    <a:pt x="868" y="1935"/>
                    <a:pt x="701" y="2136"/>
                  </a:cubicBezTo>
                  <a:cubicBezTo>
                    <a:pt x="601" y="2269"/>
                    <a:pt x="501" y="2369"/>
                    <a:pt x="434" y="2536"/>
                  </a:cubicBezTo>
                  <a:cubicBezTo>
                    <a:pt x="334" y="2669"/>
                    <a:pt x="267" y="2803"/>
                    <a:pt x="200" y="2936"/>
                  </a:cubicBezTo>
                  <a:cubicBezTo>
                    <a:pt x="100" y="3370"/>
                    <a:pt x="34" y="3803"/>
                    <a:pt x="0" y="4270"/>
                  </a:cubicBezTo>
                  <a:cubicBezTo>
                    <a:pt x="0" y="4637"/>
                    <a:pt x="34" y="5038"/>
                    <a:pt x="100" y="5471"/>
                  </a:cubicBezTo>
                  <a:cubicBezTo>
                    <a:pt x="134" y="5405"/>
                    <a:pt x="167" y="5338"/>
                    <a:pt x="167" y="5271"/>
                  </a:cubicBezTo>
                  <a:cubicBezTo>
                    <a:pt x="334" y="4938"/>
                    <a:pt x="567" y="4604"/>
                    <a:pt x="768" y="4304"/>
                  </a:cubicBezTo>
                  <a:cubicBezTo>
                    <a:pt x="834" y="4204"/>
                    <a:pt x="901" y="4070"/>
                    <a:pt x="968" y="3970"/>
                  </a:cubicBezTo>
                  <a:cubicBezTo>
                    <a:pt x="1068" y="3803"/>
                    <a:pt x="1168" y="3637"/>
                    <a:pt x="1235" y="3470"/>
                  </a:cubicBezTo>
                  <a:lnTo>
                    <a:pt x="1235" y="3470"/>
                  </a:lnTo>
                  <a:cubicBezTo>
                    <a:pt x="1168" y="3737"/>
                    <a:pt x="1068" y="4004"/>
                    <a:pt x="968" y="4270"/>
                  </a:cubicBezTo>
                  <a:cubicBezTo>
                    <a:pt x="868" y="4504"/>
                    <a:pt x="768" y="4737"/>
                    <a:pt x="667" y="4971"/>
                  </a:cubicBezTo>
                  <a:cubicBezTo>
                    <a:pt x="667" y="4938"/>
                    <a:pt x="667" y="4938"/>
                    <a:pt x="667" y="4938"/>
                  </a:cubicBezTo>
                  <a:cubicBezTo>
                    <a:pt x="567" y="5171"/>
                    <a:pt x="467" y="5438"/>
                    <a:pt x="367" y="5671"/>
                  </a:cubicBezTo>
                  <a:cubicBezTo>
                    <a:pt x="334" y="5838"/>
                    <a:pt x="301" y="6005"/>
                    <a:pt x="267" y="6172"/>
                  </a:cubicBezTo>
                  <a:cubicBezTo>
                    <a:pt x="334" y="6472"/>
                    <a:pt x="434" y="6739"/>
                    <a:pt x="534" y="7006"/>
                  </a:cubicBezTo>
                  <a:cubicBezTo>
                    <a:pt x="534" y="6939"/>
                    <a:pt x="534" y="6839"/>
                    <a:pt x="567" y="6772"/>
                  </a:cubicBezTo>
                  <a:lnTo>
                    <a:pt x="634" y="6572"/>
                  </a:lnTo>
                  <a:cubicBezTo>
                    <a:pt x="634" y="6472"/>
                    <a:pt x="667" y="6372"/>
                    <a:pt x="701" y="6305"/>
                  </a:cubicBezTo>
                  <a:cubicBezTo>
                    <a:pt x="868" y="5805"/>
                    <a:pt x="1034" y="5304"/>
                    <a:pt x="1168" y="4804"/>
                  </a:cubicBezTo>
                  <a:cubicBezTo>
                    <a:pt x="1235" y="4571"/>
                    <a:pt x="1335" y="4337"/>
                    <a:pt x="1401" y="4104"/>
                  </a:cubicBezTo>
                  <a:cubicBezTo>
                    <a:pt x="1501" y="3837"/>
                    <a:pt x="1601" y="3570"/>
                    <a:pt x="1735" y="3336"/>
                  </a:cubicBezTo>
                  <a:lnTo>
                    <a:pt x="1735" y="3336"/>
                  </a:lnTo>
                  <a:cubicBezTo>
                    <a:pt x="1668" y="3470"/>
                    <a:pt x="1668" y="3570"/>
                    <a:pt x="1635" y="3703"/>
                  </a:cubicBezTo>
                  <a:cubicBezTo>
                    <a:pt x="1635" y="3770"/>
                    <a:pt x="1601" y="3837"/>
                    <a:pt x="1601" y="3903"/>
                  </a:cubicBezTo>
                  <a:cubicBezTo>
                    <a:pt x="1535" y="4404"/>
                    <a:pt x="1468" y="4904"/>
                    <a:pt x="1301" y="5405"/>
                  </a:cubicBezTo>
                  <a:cubicBezTo>
                    <a:pt x="1235" y="5671"/>
                    <a:pt x="1168" y="5905"/>
                    <a:pt x="1068" y="6138"/>
                  </a:cubicBezTo>
                  <a:cubicBezTo>
                    <a:pt x="934" y="6439"/>
                    <a:pt x="768" y="6739"/>
                    <a:pt x="701" y="7072"/>
                  </a:cubicBezTo>
                  <a:cubicBezTo>
                    <a:pt x="701" y="7172"/>
                    <a:pt x="701" y="7306"/>
                    <a:pt x="701" y="7406"/>
                  </a:cubicBezTo>
                  <a:lnTo>
                    <a:pt x="901" y="7906"/>
                  </a:lnTo>
                  <a:lnTo>
                    <a:pt x="934" y="8006"/>
                  </a:lnTo>
                  <a:cubicBezTo>
                    <a:pt x="1034" y="8207"/>
                    <a:pt x="1134" y="8407"/>
                    <a:pt x="1201" y="8607"/>
                  </a:cubicBezTo>
                  <a:cubicBezTo>
                    <a:pt x="1268" y="8740"/>
                    <a:pt x="1335" y="8874"/>
                    <a:pt x="1401" y="9007"/>
                  </a:cubicBezTo>
                  <a:cubicBezTo>
                    <a:pt x="1435" y="9107"/>
                    <a:pt x="1468" y="9174"/>
                    <a:pt x="1501" y="9274"/>
                  </a:cubicBezTo>
                  <a:cubicBezTo>
                    <a:pt x="1601" y="9474"/>
                    <a:pt x="1668" y="9708"/>
                    <a:pt x="1802" y="9908"/>
                  </a:cubicBezTo>
                  <a:cubicBezTo>
                    <a:pt x="2135" y="10608"/>
                    <a:pt x="2469" y="11209"/>
                    <a:pt x="2769" y="11709"/>
                  </a:cubicBezTo>
                  <a:cubicBezTo>
                    <a:pt x="2802" y="11776"/>
                    <a:pt x="2836" y="11809"/>
                    <a:pt x="2869" y="11876"/>
                  </a:cubicBezTo>
                  <a:cubicBezTo>
                    <a:pt x="2869" y="11576"/>
                    <a:pt x="2869" y="11275"/>
                    <a:pt x="2902" y="11009"/>
                  </a:cubicBezTo>
                  <a:cubicBezTo>
                    <a:pt x="2936" y="11275"/>
                    <a:pt x="3002" y="11576"/>
                    <a:pt x="3036" y="11843"/>
                  </a:cubicBezTo>
                  <a:cubicBezTo>
                    <a:pt x="3036" y="11976"/>
                    <a:pt x="3069" y="12076"/>
                    <a:pt x="3069" y="12176"/>
                  </a:cubicBezTo>
                  <a:cubicBezTo>
                    <a:pt x="3369" y="12676"/>
                    <a:pt x="3636" y="13077"/>
                    <a:pt x="3903" y="13510"/>
                  </a:cubicBezTo>
                  <a:cubicBezTo>
                    <a:pt x="4037" y="13677"/>
                    <a:pt x="4170" y="13844"/>
                    <a:pt x="4270" y="14011"/>
                  </a:cubicBezTo>
                  <a:cubicBezTo>
                    <a:pt x="4303" y="14011"/>
                    <a:pt x="4303" y="13977"/>
                    <a:pt x="4303" y="13977"/>
                  </a:cubicBezTo>
                  <a:cubicBezTo>
                    <a:pt x="4337" y="13911"/>
                    <a:pt x="4403" y="13811"/>
                    <a:pt x="4437" y="13744"/>
                  </a:cubicBezTo>
                  <a:cubicBezTo>
                    <a:pt x="4470" y="13711"/>
                    <a:pt x="4504" y="13677"/>
                    <a:pt x="4537" y="13644"/>
                  </a:cubicBezTo>
                  <a:cubicBezTo>
                    <a:pt x="4537" y="13644"/>
                    <a:pt x="4570" y="13644"/>
                    <a:pt x="4570" y="13610"/>
                  </a:cubicBezTo>
                  <a:cubicBezTo>
                    <a:pt x="4637" y="13610"/>
                    <a:pt x="4670" y="13577"/>
                    <a:pt x="4704" y="13577"/>
                  </a:cubicBezTo>
                  <a:lnTo>
                    <a:pt x="4737" y="13577"/>
                  </a:lnTo>
                  <a:cubicBezTo>
                    <a:pt x="4837" y="13610"/>
                    <a:pt x="4937" y="13711"/>
                    <a:pt x="4971" y="13811"/>
                  </a:cubicBezTo>
                  <a:cubicBezTo>
                    <a:pt x="5071" y="14011"/>
                    <a:pt x="5137" y="14211"/>
                    <a:pt x="5171" y="14411"/>
                  </a:cubicBezTo>
                  <a:cubicBezTo>
                    <a:pt x="5204" y="14645"/>
                    <a:pt x="5237" y="14911"/>
                    <a:pt x="5271" y="15145"/>
                  </a:cubicBezTo>
                  <a:cubicBezTo>
                    <a:pt x="5271" y="15212"/>
                    <a:pt x="5271" y="15278"/>
                    <a:pt x="5271" y="15312"/>
                  </a:cubicBezTo>
                  <a:cubicBezTo>
                    <a:pt x="5271" y="15345"/>
                    <a:pt x="5304" y="15345"/>
                    <a:pt x="5304" y="15378"/>
                  </a:cubicBezTo>
                  <a:cubicBezTo>
                    <a:pt x="5671" y="15812"/>
                    <a:pt x="6105" y="16246"/>
                    <a:pt x="6505" y="16646"/>
                  </a:cubicBezTo>
                  <a:lnTo>
                    <a:pt x="6638" y="16779"/>
                  </a:lnTo>
                  <a:cubicBezTo>
                    <a:pt x="6718" y="16859"/>
                    <a:pt x="6796" y="16937"/>
                    <a:pt x="6872" y="17013"/>
                  </a:cubicBezTo>
                  <a:lnTo>
                    <a:pt x="6872" y="17013"/>
                  </a:lnTo>
                  <a:cubicBezTo>
                    <a:pt x="6905" y="16946"/>
                    <a:pt x="6905" y="16879"/>
                    <a:pt x="6939" y="16813"/>
                  </a:cubicBezTo>
                  <a:cubicBezTo>
                    <a:pt x="6972" y="16779"/>
                    <a:pt x="6972" y="16713"/>
                    <a:pt x="7039" y="16713"/>
                  </a:cubicBezTo>
                  <a:cubicBezTo>
                    <a:pt x="7039" y="16679"/>
                    <a:pt x="7072" y="16679"/>
                    <a:pt x="7105" y="16679"/>
                  </a:cubicBezTo>
                  <a:cubicBezTo>
                    <a:pt x="7239" y="16679"/>
                    <a:pt x="7339" y="16779"/>
                    <a:pt x="7406" y="16846"/>
                  </a:cubicBezTo>
                  <a:cubicBezTo>
                    <a:pt x="7472" y="16980"/>
                    <a:pt x="7539" y="17080"/>
                    <a:pt x="7572" y="17213"/>
                  </a:cubicBezTo>
                  <a:cubicBezTo>
                    <a:pt x="7672" y="17447"/>
                    <a:pt x="7739" y="17680"/>
                    <a:pt x="7806" y="17914"/>
                  </a:cubicBezTo>
                  <a:cubicBezTo>
                    <a:pt x="7939" y="18047"/>
                    <a:pt x="8073" y="18180"/>
                    <a:pt x="8206" y="18280"/>
                  </a:cubicBezTo>
                  <a:cubicBezTo>
                    <a:pt x="8506" y="18547"/>
                    <a:pt x="8773" y="18781"/>
                    <a:pt x="9040" y="18981"/>
                  </a:cubicBezTo>
                  <a:cubicBezTo>
                    <a:pt x="9040" y="18914"/>
                    <a:pt x="9040" y="18848"/>
                    <a:pt x="9007" y="18781"/>
                  </a:cubicBezTo>
                  <a:cubicBezTo>
                    <a:pt x="9007" y="18647"/>
                    <a:pt x="9007" y="18514"/>
                    <a:pt x="9040" y="18414"/>
                  </a:cubicBezTo>
                  <a:cubicBezTo>
                    <a:pt x="9040" y="18314"/>
                    <a:pt x="9073" y="18247"/>
                    <a:pt x="9107" y="18180"/>
                  </a:cubicBezTo>
                  <a:lnTo>
                    <a:pt x="9107" y="18180"/>
                  </a:lnTo>
                  <a:cubicBezTo>
                    <a:pt x="9073" y="18280"/>
                    <a:pt x="9073" y="18381"/>
                    <a:pt x="9073" y="18481"/>
                  </a:cubicBezTo>
                  <a:cubicBezTo>
                    <a:pt x="9107" y="18647"/>
                    <a:pt x="9140" y="18814"/>
                    <a:pt x="9174" y="18981"/>
                  </a:cubicBezTo>
                  <a:cubicBezTo>
                    <a:pt x="9174" y="19014"/>
                    <a:pt x="9174" y="19048"/>
                    <a:pt x="9174" y="19081"/>
                  </a:cubicBezTo>
                  <a:cubicBezTo>
                    <a:pt x="9440" y="19281"/>
                    <a:pt x="9707" y="19481"/>
                    <a:pt x="9974" y="19681"/>
                  </a:cubicBezTo>
                  <a:cubicBezTo>
                    <a:pt x="10007" y="19548"/>
                    <a:pt x="10041" y="19415"/>
                    <a:pt x="10141" y="19281"/>
                  </a:cubicBezTo>
                  <a:cubicBezTo>
                    <a:pt x="10241" y="19181"/>
                    <a:pt x="10341" y="19114"/>
                    <a:pt x="10441" y="19014"/>
                  </a:cubicBezTo>
                  <a:lnTo>
                    <a:pt x="10441" y="19014"/>
                  </a:lnTo>
                  <a:cubicBezTo>
                    <a:pt x="10408" y="19081"/>
                    <a:pt x="10341" y="19148"/>
                    <a:pt x="10308" y="19181"/>
                  </a:cubicBezTo>
                  <a:cubicBezTo>
                    <a:pt x="10241" y="19281"/>
                    <a:pt x="10174" y="19348"/>
                    <a:pt x="10141" y="19448"/>
                  </a:cubicBezTo>
                  <a:cubicBezTo>
                    <a:pt x="10074" y="19515"/>
                    <a:pt x="10041" y="19615"/>
                    <a:pt x="9974" y="19681"/>
                  </a:cubicBezTo>
                  <a:cubicBezTo>
                    <a:pt x="10007" y="19715"/>
                    <a:pt x="10007" y="19715"/>
                    <a:pt x="10007" y="19715"/>
                  </a:cubicBezTo>
                  <a:cubicBezTo>
                    <a:pt x="10274" y="19882"/>
                    <a:pt x="10541" y="20082"/>
                    <a:pt x="10908" y="20282"/>
                  </a:cubicBezTo>
                  <a:cubicBezTo>
                    <a:pt x="11208" y="20449"/>
                    <a:pt x="11509" y="20582"/>
                    <a:pt x="11809" y="20749"/>
                  </a:cubicBezTo>
                  <a:cubicBezTo>
                    <a:pt x="11842" y="20682"/>
                    <a:pt x="11842" y="20649"/>
                    <a:pt x="11875" y="20615"/>
                  </a:cubicBezTo>
                  <a:cubicBezTo>
                    <a:pt x="11909" y="20582"/>
                    <a:pt x="11909" y="20582"/>
                    <a:pt x="11942" y="20582"/>
                  </a:cubicBezTo>
                  <a:cubicBezTo>
                    <a:pt x="11942" y="20549"/>
                    <a:pt x="11976" y="20549"/>
                    <a:pt x="11976" y="20549"/>
                  </a:cubicBezTo>
                  <a:lnTo>
                    <a:pt x="12042" y="20549"/>
                  </a:lnTo>
                  <a:cubicBezTo>
                    <a:pt x="12076" y="20549"/>
                    <a:pt x="12142" y="20549"/>
                    <a:pt x="12176" y="20582"/>
                  </a:cubicBezTo>
                  <a:cubicBezTo>
                    <a:pt x="12242" y="20615"/>
                    <a:pt x="12276" y="20649"/>
                    <a:pt x="12342" y="20682"/>
                  </a:cubicBezTo>
                  <a:cubicBezTo>
                    <a:pt x="12476" y="20782"/>
                    <a:pt x="12609" y="20916"/>
                    <a:pt x="12709" y="21049"/>
                  </a:cubicBezTo>
                  <a:cubicBezTo>
                    <a:pt x="12743" y="21116"/>
                    <a:pt x="12809" y="21149"/>
                    <a:pt x="12843" y="21216"/>
                  </a:cubicBezTo>
                  <a:cubicBezTo>
                    <a:pt x="13243" y="21383"/>
                    <a:pt x="13643" y="21516"/>
                    <a:pt x="14010" y="21650"/>
                  </a:cubicBezTo>
                  <a:cubicBezTo>
                    <a:pt x="14144" y="21683"/>
                    <a:pt x="14277" y="21750"/>
                    <a:pt x="14411" y="21783"/>
                  </a:cubicBezTo>
                  <a:cubicBezTo>
                    <a:pt x="14511" y="21816"/>
                    <a:pt x="14611" y="21850"/>
                    <a:pt x="14711" y="21883"/>
                  </a:cubicBezTo>
                  <a:cubicBezTo>
                    <a:pt x="14778" y="21816"/>
                    <a:pt x="14811" y="21750"/>
                    <a:pt x="14878" y="21683"/>
                  </a:cubicBezTo>
                  <a:cubicBezTo>
                    <a:pt x="14911" y="21616"/>
                    <a:pt x="14978" y="21583"/>
                    <a:pt x="15044" y="21583"/>
                  </a:cubicBezTo>
                  <a:lnTo>
                    <a:pt x="15144" y="21583"/>
                  </a:lnTo>
                  <a:cubicBezTo>
                    <a:pt x="15245" y="21683"/>
                    <a:pt x="15278" y="21783"/>
                    <a:pt x="15345" y="21883"/>
                  </a:cubicBezTo>
                  <a:cubicBezTo>
                    <a:pt x="15278" y="21816"/>
                    <a:pt x="15245" y="21750"/>
                    <a:pt x="15178" y="21716"/>
                  </a:cubicBezTo>
                  <a:cubicBezTo>
                    <a:pt x="15144" y="21683"/>
                    <a:pt x="15111" y="21683"/>
                    <a:pt x="15111" y="21650"/>
                  </a:cubicBezTo>
                  <a:lnTo>
                    <a:pt x="15011" y="21650"/>
                  </a:lnTo>
                  <a:cubicBezTo>
                    <a:pt x="14944" y="21716"/>
                    <a:pt x="14911" y="21750"/>
                    <a:pt x="14878" y="21816"/>
                  </a:cubicBezTo>
                  <a:cubicBezTo>
                    <a:pt x="14844" y="21850"/>
                    <a:pt x="14811" y="21883"/>
                    <a:pt x="14778" y="21916"/>
                  </a:cubicBezTo>
                  <a:cubicBezTo>
                    <a:pt x="15144" y="22050"/>
                    <a:pt x="15545" y="22183"/>
                    <a:pt x="15945" y="22283"/>
                  </a:cubicBezTo>
                  <a:cubicBezTo>
                    <a:pt x="16512" y="22417"/>
                    <a:pt x="17079" y="22550"/>
                    <a:pt x="17646" y="22650"/>
                  </a:cubicBezTo>
                  <a:cubicBezTo>
                    <a:pt x="18147" y="22750"/>
                    <a:pt x="18647" y="22817"/>
                    <a:pt x="19181" y="22850"/>
                  </a:cubicBezTo>
                  <a:cubicBezTo>
                    <a:pt x="19214" y="22784"/>
                    <a:pt x="19247" y="22750"/>
                    <a:pt x="19281" y="22684"/>
                  </a:cubicBezTo>
                  <a:cubicBezTo>
                    <a:pt x="19314" y="22617"/>
                    <a:pt x="19381" y="22550"/>
                    <a:pt x="19448" y="22517"/>
                  </a:cubicBezTo>
                  <a:cubicBezTo>
                    <a:pt x="19481" y="22483"/>
                    <a:pt x="19548" y="22450"/>
                    <a:pt x="19614" y="22450"/>
                  </a:cubicBezTo>
                  <a:cubicBezTo>
                    <a:pt x="19781" y="22450"/>
                    <a:pt x="19915" y="22517"/>
                    <a:pt x="20015" y="22617"/>
                  </a:cubicBezTo>
                  <a:cubicBezTo>
                    <a:pt x="20115" y="22717"/>
                    <a:pt x="20181" y="22784"/>
                    <a:pt x="20248" y="22884"/>
                  </a:cubicBezTo>
                  <a:cubicBezTo>
                    <a:pt x="20582" y="22884"/>
                    <a:pt x="20915" y="22884"/>
                    <a:pt x="21282" y="22850"/>
                  </a:cubicBezTo>
                  <a:cubicBezTo>
                    <a:pt x="21349" y="22750"/>
                    <a:pt x="21449" y="22684"/>
                    <a:pt x="21516" y="22584"/>
                  </a:cubicBezTo>
                  <a:cubicBezTo>
                    <a:pt x="21582" y="22550"/>
                    <a:pt x="21649" y="22483"/>
                    <a:pt x="21716" y="22450"/>
                  </a:cubicBezTo>
                  <a:cubicBezTo>
                    <a:pt x="21749" y="22417"/>
                    <a:pt x="21816" y="22383"/>
                    <a:pt x="21883" y="22383"/>
                  </a:cubicBezTo>
                  <a:lnTo>
                    <a:pt x="22016" y="22383"/>
                  </a:lnTo>
                  <a:cubicBezTo>
                    <a:pt x="21983" y="22383"/>
                    <a:pt x="21916" y="22383"/>
                    <a:pt x="21883" y="22417"/>
                  </a:cubicBezTo>
                  <a:cubicBezTo>
                    <a:pt x="21849" y="22417"/>
                    <a:pt x="21849" y="22417"/>
                    <a:pt x="21816" y="22450"/>
                  </a:cubicBezTo>
                  <a:cubicBezTo>
                    <a:pt x="21783" y="22483"/>
                    <a:pt x="21749" y="22483"/>
                    <a:pt x="21716" y="22517"/>
                  </a:cubicBezTo>
                  <a:cubicBezTo>
                    <a:pt x="21649" y="22617"/>
                    <a:pt x="21582" y="22717"/>
                    <a:pt x="21516" y="22817"/>
                  </a:cubicBezTo>
                  <a:cubicBezTo>
                    <a:pt x="21916" y="22784"/>
                    <a:pt x="22283" y="22750"/>
                    <a:pt x="22650" y="22717"/>
                  </a:cubicBezTo>
                  <a:cubicBezTo>
                    <a:pt x="22850" y="22684"/>
                    <a:pt x="23083" y="22650"/>
                    <a:pt x="23284" y="22650"/>
                  </a:cubicBezTo>
                  <a:cubicBezTo>
                    <a:pt x="23317" y="22517"/>
                    <a:pt x="23384" y="22383"/>
                    <a:pt x="23450" y="22250"/>
                  </a:cubicBezTo>
                  <a:lnTo>
                    <a:pt x="23450" y="22250"/>
                  </a:lnTo>
                  <a:cubicBezTo>
                    <a:pt x="23450" y="22317"/>
                    <a:pt x="23417" y="22383"/>
                    <a:pt x="23417" y="22450"/>
                  </a:cubicBezTo>
                  <a:cubicBezTo>
                    <a:pt x="23384" y="22483"/>
                    <a:pt x="23384" y="22550"/>
                    <a:pt x="23384" y="22584"/>
                  </a:cubicBezTo>
                  <a:cubicBezTo>
                    <a:pt x="23384" y="22584"/>
                    <a:pt x="23384" y="22617"/>
                    <a:pt x="23384" y="22617"/>
                  </a:cubicBezTo>
                  <a:lnTo>
                    <a:pt x="23450" y="22617"/>
                  </a:lnTo>
                  <a:cubicBezTo>
                    <a:pt x="23717" y="22584"/>
                    <a:pt x="24017" y="22584"/>
                    <a:pt x="24318" y="22550"/>
                  </a:cubicBezTo>
                  <a:cubicBezTo>
                    <a:pt x="24618" y="22517"/>
                    <a:pt x="24918" y="22483"/>
                    <a:pt x="25218" y="22450"/>
                  </a:cubicBezTo>
                  <a:cubicBezTo>
                    <a:pt x="25218" y="22350"/>
                    <a:pt x="25218" y="22250"/>
                    <a:pt x="25218" y="22183"/>
                  </a:cubicBezTo>
                  <a:cubicBezTo>
                    <a:pt x="25218" y="22083"/>
                    <a:pt x="25218" y="21950"/>
                    <a:pt x="25218" y="21850"/>
                  </a:cubicBezTo>
                  <a:cubicBezTo>
                    <a:pt x="25218" y="21783"/>
                    <a:pt x="25252" y="21683"/>
                    <a:pt x="25252" y="21616"/>
                  </a:cubicBezTo>
                  <a:cubicBezTo>
                    <a:pt x="25285" y="21549"/>
                    <a:pt x="25352" y="21516"/>
                    <a:pt x="25418" y="21516"/>
                  </a:cubicBezTo>
                  <a:lnTo>
                    <a:pt x="25452" y="21516"/>
                  </a:lnTo>
                  <a:cubicBezTo>
                    <a:pt x="25585" y="21583"/>
                    <a:pt x="25685" y="21683"/>
                    <a:pt x="25785" y="21750"/>
                  </a:cubicBezTo>
                  <a:lnTo>
                    <a:pt x="25885" y="21916"/>
                  </a:lnTo>
                  <a:cubicBezTo>
                    <a:pt x="25952" y="21983"/>
                    <a:pt x="26019" y="22083"/>
                    <a:pt x="26086" y="22150"/>
                  </a:cubicBezTo>
                  <a:cubicBezTo>
                    <a:pt x="26086" y="22183"/>
                    <a:pt x="26119" y="22217"/>
                    <a:pt x="26119" y="22250"/>
                  </a:cubicBezTo>
                  <a:cubicBezTo>
                    <a:pt x="26286" y="22217"/>
                    <a:pt x="26453" y="22183"/>
                    <a:pt x="26619" y="22150"/>
                  </a:cubicBezTo>
                  <a:cubicBezTo>
                    <a:pt x="26886" y="22083"/>
                    <a:pt x="27186" y="22016"/>
                    <a:pt x="27553" y="21883"/>
                  </a:cubicBezTo>
                  <a:lnTo>
                    <a:pt x="27753" y="21850"/>
                  </a:lnTo>
                  <a:cubicBezTo>
                    <a:pt x="27787" y="21783"/>
                    <a:pt x="27820" y="21750"/>
                    <a:pt x="27854" y="21683"/>
                  </a:cubicBezTo>
                  <a:cubicBezTo>
                    <a:pt x="27887" y="21650"/>
                    <a:pt x="27954" y="21650"/>
                    <a:pt x="28020" y="21650"/>
                  </a:cubicBezTo>
                  <a:lnTo>
                    <a:pt x="28054" y="21650"/>
                  </a:lnTo>
                  <a:cubicBezTo>
                    <a:pt x="28120" y="21650"/>
                    <a:pt x="28154" y="21683"/>
                    <a:pt x="28220" y="21716"/>
                  </a:cubicBezTo>
                  <a:cubicBezTo>
                    <a:pt x="28321" y="21683"/>
                    <a:pt x="28454" y="21650"/>
                    <a:pt x="28554" y="21616"/>
                  </a:cubicBezTo>
                  <a:lnTo>
                    <a:pt x="28621" y="21583"/>
                  </a:lnTo>
                  <a:cubicBezTo>
                    <a:pt x="28988" y="21483"/>
                    <a:pt x="29355" y="21349"/>
                    <a:pt x="29688" y="21183"/>
                  </a:cubicBezTo>
                  <a:cubicBezTo>
                    <a:pt x="29988" y="21049"/>
                    <a:pt x="30289" y="20882"/>
                    <a:pt x="30589" y="20682"/>
                  </a:cubicBezTo>
                  <a:cubicBezTo>
                    <a:pt x="30889" y="20515"/>
                    <a:pt x="31156" y="20315"/>
                    <a:pt x="31423" y="20115"/>
                  </a:cubicBezTo>
                  <a:lnTo>
                    <a:pt x="31623" y="19948"/>
                  </a:lnTo>
                  <a:cubicBezTo>
                    <a:pt x="32757" y="19114"/>
                    <a:pt x="33858" y="18180"/>
                    <a:pt x="34558" y="16946"/>
                  </a:cubicBezTo>
                  <a:cubicBezTo>
                    <a:pt x="34758" y="16579"/>
                    <a:pt x="34959" y="16212"/>
                    <a:pt x="35059" y="15812"/>
                  </a:cubicBezTo>
                  <a:cubicBezTo>
                    <a:pt x="35159" y="15512"/>
                    <a:pt x="35259" y="15212"/>
                    <a:pt x="35292" y="14945"/>
                  </a:cubicBezTo>
                  <a:cubicBezTo>
                    <a:pt x="35192" y="14711"/>
                    <a:pt x="35059" y="14544"/>
                    <a:pt x="34959" y="14378"/>
                  </a:cubicBezTo>
                  <a:cubicBezTo>
                    <a:pt x="34925" y="14311"/>
                    <a:pt x="34859" y="14244"/>
                    <a:pt x="34825" y="14211"/>
                  </a:cubicBezTo>
                  <a:lnTo>
                    <a:pt x="34859" y="14211"/>
                  </a:lnTo>
                  <a:cubicBezTo>
                    <a:pt x="34758" y="14111"/>
                    <a:pt x="34658" y="13977"/>
                    <a:pt x="34558" y="13877"/>
                  </a:cubicBezTo>
                  <a:cubicBezTo>
                    <a:pt x="34458" y="13744"/>
                    <a:pt x="34358" y="13577"/>
                    <a:pt x="34291" y="13410"/>
                  </a:cubicBezTo>
                  <a:cubicBezTo>
                    <a:pt x="34242" y="13288"/>
                    <a:pt x="34211" y="13165"/>
                    <a:pt x="34185" y="13043"/>
                  </a:cubicBezTo>
                  <a:lnTo>
                    <a:pt x="34185" y="13043"/>
                  </a:lnTo>
                  <a:cubicBezTo>
                    <a:pt x="34243" y="13180"/>
                    <a:pt x="34305" y="13295"/>
                    <a:pt x="34392" y="13410"/>
                  </a:cubicBezTo>
                  <a:cubicBezTo>
                    <a:pt x="34458" y="13510"/>
                    <a:pt x="34525" y="13577"/>
                    <a:pt x="34592" y="13644"/>
                  </a:cubicBezTo>
                  <a:cubicBezTo>
                    <a:pt x="34658" y="13711"/>
                    <a:pt x="34692" y="13777"/>
                    <a:pt x="34758" y="13811"/>
                  </a:cubicBezTo>
                  <a:cubicBezTo>
                    <a:pt x="34825" y="13877"/>
                    <a:pt x="34892" y="13944"/>
                    <a:pt x="34959" y="13977"/>
                  </a:cubicBezTo>
                  <a:lnTo>
                    <a:pt x="34992" y="14044"/>
                  </a:lnTo>
                  <a:cubicBezTo>
                    <a:pt x="34992" y="14011"/>
                    <a:pt x="34992" y="13977"/>
                    <a:pt x="34992" y="13911"/>
                  </a:cubicBezTo>
                  <a:cubicBezTo>
                    <a:pt x="34992" y="13811"/>
                    <a:pt x="34992" y="13677"/>
                    <a:pt x="35025" y="13577"/>
                  </a:cubicBezTo>
                  <a:cubicBezTo>
                    <a:pt x="35025" y="13410"/>
                    <a:pt x="35059" y="13277"/>
                    <a:pt x="35059" y="13143"/>
                  </a:cubicBezTo>
                  <a:cubicBezTo>
                    <a:pt x="35059" y="13010"/>
                    <a:pt x="35059" y="12843"/>
                    <a:pt x="35059" y="12710"/>
                  </a:cubicBezTo>
                  <a:cubicBezTo>
                    <a:pt x="35059" y="12443"/>
                    <a:pt x="35025" y="12176"/>
                    <a:pt x="35025" y="11876"/>
                  </a:cubicBezTo>
                  <a:cubicBezTo>
                    <a:pt x="35025" y="11709"/>
                    <a:pt x="35059" y="11542"/>
                    <a:pt x="35059" y="11342"/>
                  </a:cubicBezTo>
                  <a:cubicBezTo>
                    <a:pt x="34959" y="11175"/>
                    <a:pt x="34792" y="10975"/>
                    <a:pt x="34625" y="10775"/>
                  </a:cubicBezTo>
                  <a:cubicBezTo>
                    <a:pt x="34458" y="10575"/>
                    <a:pt x="34225" y="10375"/>
                    <a:pt x="34025" y="10208"/>
                  </a:cubicBezTo>
                  <a:cubicBezTo>
                    <a:pt x="33958" y="10141"/>
                    <a:pt x="33891" y="10075"/>
                    <a:pt x="33824" y="10041"/>
                  </a:cubicBezTo>
                  <a:lnTo>
                    <a:pt x="33824" y="10041"/>
                  </a:lnTo>
                  <a:cubicBezTo>
                    <a:pt x="33858" y="10108"/>
                    <a:pt x="33891" y="10208"/>
                    <a:pt x="33925" y="10308"/>
                  </a:cubicBezTo>
                  <a:cubicBezTo>
                    <a:pt x="34058" y="10608"/>
                    <a:pt x="34125" y="10942"/>
                    <a:pt x="34158" y="11275"/>
                  </a:cubicBezTo>
                  <a:cubicBezTo>
                    <a:pt x="34158" y="11576"/>
                    <a:pt x="34158" y="11843"/>
                    <a:pt x="34158" y="12109"/>
                  </a:cubicBezTo>
                  <a:cubicBezTo>
                    <a:pt x="34091" y="11876"/>
                    <a:pt x="34058" y="11676"/>
                    <a:pt x="34025" y="11442"/>
                  </a:cubicBezTo>
                  <a:cubicBezTo>
                    <a:pt x="33991" y="11209"/>
                    <a:pt x="33958" y="11009"/>
                    <a:pt x="33925" y="10808"/>
                  </a:cubicBezTo>
                  <a:cubicBezTo>
                    <a:pt x="33858" y="10508"/>
                    <a:pt x="33758" y="10241"/>
                    <a:pt x="33658" y="9941"/>
                  </a:cubicBezTo>
                  <a:cubicBezTo>
                    <a:pt x="33658" y="9941"/>
                    <a:pt x="33624" y="9908"/>
                    <a:pt x="33624" y="9908"/>
                  </a:cubicBezTo>
                  <a:cubicBezTo>
                    <a:pt x="33591" y="9874"/>
                    <a:pt x="33558" y="9841"/>
                    <a:pt x="33491" y="9808"/>
                  </a:cubicBezTo>
                  <a:cubicBezTo>
                    <a:pt x="33091" y="9574"/>
                    <a:pt x="32690" y="9374"/>
                    <a:pt x="32357" y="9207"/>
                  </a:cubicBezTo>
                  <a:cubicBezTo>
                    <a:pt x="32090" y="9107"/>
                    <a:pt x="31790" y="8974"/>
                    <a:pt x="31456" y="8874"/>
                  </a:cubicBezTo>
                  <a:cubicBezTo>
                    <a:pt x="31189" y="8774"/>
                    <a:pt x="30889" y="8707"/>
                    <a:pt x="30489" y="8640"/>
                  </a:cubicBezTo>
                  <a:cubicBezTo>
                    <a:pt x="30189" y="8573"/>
                    <a:pt x="29888" y="8507"/>
                    <a:pt x="29588" y="8473"/>
                  </a:cubicBezTo>
                  <a:lnTo>
                    <a:pt x="29588" y="8473"/>
                  </a:lnTo>
                  <a:cubicBezTo>
                    <a:pt x="29621" y="8507"/>
                    <a:pt x="29655" y="8540"/>
                    <a:pt x="29688" y="8573"/>
                  </a:cubicBezTo>
                  <a:cubicBezTo>
                    <a:pt x="29722" y="8640"/>
                    <a:pt x="29788" y="8740"/>
                    <a:pt x="29855" y="8840"/>
                  </a:cubicBezTo>
                  <a:cubicBezTo>
                    <a:pt x="29988" y="9074"/>
                    <a:pt x="30088" y="9341"/>
                    <a:pt x="30189" y="9574"/>
                  </a:cubicBezTo>
                  <a:cubicBezTo>
                    <a:pt x="30055" y="9407"/>
                    <a:pt x="29922" y="9241"/>
                    <a:pt x="29788" y="9074"/>
                  </a:cubicBezTo>
                  <a:cubicBezTo>
                    <a:pt x="29755" y="9007"/>
                    <a:pt x="29722" y="8940"/>
                    <a:pt x="29688" y="8907"/>
                  </a:cubicBezTo>
                  <a:cubicBezTo>
                    <a:pt x="29621" y="8840"/>
                    <a:pt x="29588" y="8740"/>
                    <a:pt x="29521" y="8674"/>
                  </a:cubicBezTo>
                  <a:cubicBezTo>
                    <a:pt x="29488" y="8640"/>
                    <a:pt x="29455" y="8573"/>
                    <a:pt x="29388" y="8540"/>
                  </a:cubicBezTo>
                  <a:cubicBezTo>
                    <a:pt x="29388" y="8507"/>
                    <a:pt x="29321" y="8440"/>
                    <a:pt x="29321" y="8407"/>
                  </a:cubicBezTo>
                  <a:cubicBezTo>
                    <a:pt x="28287" y="8240"/>
                    <a:pt x="27253" y="8140"/>
                    <a:pt x="26152" y="8040"/>
                  </a:cubicBezTo>
                  <a:cubicBezTo>
                    <a:pt x="25719" y="8006"/>
                    <a:pt x="25318" y="8006"/>
                    <a:pt x="24918" y="8006"/>
                  </a:cubicBezTo>
                  <a:lnTo>
                    <a:pt x="24851" y="8006"/>
                  </a:lnTo>
                  <a:cubicBezTo>
                    <a:pt x="24885" y="8040"/>
                    <a:pt x="24918" y="8073"/>
                    <a:pt x="24951" y="8106"/>
                  </a:cubicBezTo>
                  <a:cubicBezTo>
                    <a:pt x="25018" y="8240"/>
                    <a:pt x="25118" y="8340"/>
                    <a:pt x="25185" y="8440"/>
                  </a:cubicBezTo>
                  <a:cubicBezTo>
                    <a:pt x="25285" y="8540"/>
                    <a:pt x="25352" y="8640"/>
                    <a:pt x="25452" y="8740"/>
                  </a:cubicBezTo>
                  <a:cubicBezTo>
                    <a:pt x="25619" y="8974"/>
                    <a:pt x="25719" y="9207"/>
                    <a:pt x="25852" y="9441"/>
                  </a:cubicBezTo>
                  <a:cubicBezTo>
                    <a:pt x="26152" y="9941"/>
                    <a:pt x="26453" y="10408"/>
                    <a:pt x="26719" y="10909"/>
                  </a:cubicBezTo>
                  <a:cubicBezTo>
                    <a:pt x="26653" y="10842"/>
                    <a:pt x="26586" y="10775"/>
                    <a:pt x="26553" y="10742"/>
                  </a:cubicBezTo>
                  <a:cubicBezTo>
                    <a:pt x="26186" y="10308"/>
                    <a:pt x="25819" y="9874"/>
                    <a:pt x="25519" y="9374"/>
                  </a:cubicBezTo>
                  <a:cubicBezTo>
                    <a:pt x="25485" y="9307"/>
                    <a:pt x="25452" y="9241"/>
                    <a:pt x="25418" y="9174"/>
                  </a:cubicBezTo>
                  <a:cubicBezTo>
                    <a:pt x="25385" y="9107"/>
                    <a:pt x="25352" y="9040"/>
                    <a:pt x="25318" y="8974"/>
                  </a:cubicBezTo>
                  <a:cubicBezTo>
                    <a:pt x="25218" y="8874"/>
                    <a:pt x="25152" y="8740"/>
                    <a:pt x="25052" y="8607"/>
                  </a:cubicBezTo>
                  <a:cubicBezTo>
                    <a:pt x="24985" y="8507"/>
                    <a:pt x="24918" y="8373"/>
                    <a:pt x="24851" y="8273"/>
                  </a:cubicBezTo>
                  <a:cubicBezTo>
                    <a:pt x="24818" y="8173"/>
                    <a:pt x="24751" y="8106"/>
                    <a:pt x="24718" y="8006"/>
                  </a:cubicBezTo>
                  <a:cubicBezTo>
                    <a:pt x="24184" y="8006"/>
                    <a:pt x="23617" y="8073"/>
                    <a:pt x="22917" y="8207"/>
                  </a:cubicBezTo>
                  <a:lnTo>
                    <a:pt x="22883" y="8207"/>
                  </a:lnTo>
                  <a:cubicBezTo>
                    <a:pt x="22850" y="8240"/>
                    <a:pt x="22783" y="8240"/>
                    <a:pt x="22750" y="8240"/>
                  </a:cubicBezTo>
                  <a:lnTo>
                    <a:pt x="22750" y="8273"/>
                  </a:lnTo>
                  <a:cubicBezTo>
                    <a:pt x="22783" y="8340"/>
                    <a:pt x="22783" y="8440"/>
                    <a:pt x="22817" y="8507"/>
                  </a:cubicBezTo>
                  <a:cubicBezTo>
                    <a:pt x="22950" y="8840"/>
                    <a:pt x="23117" y="9107"/>
                    <a:pt x="23284" y="9407"/>
                  </a:cubicBezTo>
                  <a:cubicBezTo>
                    <a:pt x="23350" y="9574"/>
                    <a:pt x="23450" y="9708"/>
                    <a:pt x="23517" y="9841"/>
                  </a:cubicBezTo>
                  <a:cubicBezTo>
                    <a:pt x="23584" y="10041"/>
                    <a:pt x="23651" y="10208"/>
                    <a:pt x="23684" y="10375"/>
                  </a:cubicBezTo>
                  <a:cubicBezTo>
                    <a:pt x="23684" y="10508"/>
                    <a:pt x="23717" y="10642"/>
                    <a:pt x="23717" y="10775"/>
                  </a:cubicBezTo>
                  <a:cubicBezTo>
                    <a:pt x="23717" y="10875"/>
                    <a:pt x="23717" y="11009"/>
                    <a:pt x="23684" y="11109"/>
                  </a:cubicBezTo>
                  <a:cubicBezTo>
                    <a:pt x="23684" y="11342"/>
                    <a:pt x="23651" y="11576"/>
                    <a:pt x="23617" y="11843"/>
                  </a:cubicBezTo>
                  <a:cubicBezTo>
                    <a:pt x="23617" y="11943"/>
                    <a:pt x="23584" y="12076"/>
                    <a:pt x="23584" y="12176"/>
                  </a:cubicBezTo>
                  <a:cubicBezTo>
                    <a:pt x="23584" y="12310"/>
                    <a:pt x="23584" y="12443"/>
                    <a:pt x="23584" y="12543"/>
                  </a:cubicBezTo>
                  <a:cubicBezTo>
                    <a:pt x="23550" y="12777"/>
                    <a:pt x="23584" y="13010"/>
                    <a:pt x="23584" y="13244"/>
                  </a:cubicBezTo>
                  <a:cubicBezTo>
                    <a:pt x="23617" y="13544"/>
                    <a:pt x="23651" y="13811"/>
                    <a:pt x="23717" y="14111"/>
                  </a:cubicBezTo>
                  <a:cubicBezTo>
                    <a:pt x="23751" y="14244"/>
                    <a:pt x="23784" y="14411"/>
                    <a:pt x="23851" y="14544"/>
                  </a:cubicBezTo>
                  <a:cubicBezTo>
                    <a:pt x="23884" y="14711"/>
                    <a:pt x="23951" y="14878"/>
                    <a:pt x="24017" y="15045"/>
                  </a:cubicBezTo>
                  <a:cubicBezTo>
                    <a:pt x="23917" y="14878"/>
                    <a:pt x="23851" y="14745"/>
                    <a:pt x="23784" y="14578"/>
                  </a:cubicBezTo>
                  <a:cubicBezTo>
                    <a:pt x="23751" y="14511"/>
                    <a:pt x="23717" y="14444"/>
                    <a:pt x="23684" y="14344"/>
                  </a:cubicBezTo>
                  <a:cubicBezTo>
                    <a:pt x="23651" y="14278"/>
                    <a:pt x="23617" y="14211"/>
                    <a:pt x="23584" y="14111"/>
                  </a:cubicBezTo>
                  <a:cubicBezTo>
                    <a:pt x="23584" y="14111"/>
                    <a:pt x="23584" y="14111"/>
                    <a:pt x="23584" y="14144"/>
                  </a:cubicBezTo>
                  <a:cubicBezTo>
                    <a:pt x="23484" y="13877"/>
                    <a:pt x="23417" y="13610"/>
                    <a:pt x="23350" y="13377"/>
                  </a:cubicBezTo>
                  <a:cubicBezTo>
                    <a:pt x="23250" y="12910"/>
                    <a:pt x="23184" y="12410"/>
                    <a:pt x="23184" y="11943"/>
                  </a:cubicBezTo>
                  <a:cubicBezTo>
                    <a:pt x="23184" y="11676"/>
                    <a:pt x="23184" y="11442"/>
                    <a:pt x="23217" y="11209"/>
                  </a:cubicBezTo>
                  <a:cubicBezTo>
                    <a:pt x="23217" y="11075"/>
                    <a:pt x="23217" y="10975"/>
                    <a:pt x="23217" y="10875"/>
                  </a:cubicBezTo>
                  <a:cubicBezTo>
                    <a:pt x="23250" y="10775"/>
                    <a:pt x="23217" y="10675"/>
                    <a:pt x="23217" y="10575"/>
                  </a:cubicBezTo>
                  <a:cubicBezTo>
                    <a:pt x="23217" y="10442"/>
                    <a:pt x="23184" y="10308"/>
                    <a:pt x="23150" y="10175"/>
                  </a:cubicBezTo>
                  <a:cubicBezTo>
                    <a:pt x="23117" y="10075"/>
                    <a:pt x="23083" y="9974"/>
                    <a:pt x="23050" y="9841"/>
                  </a:cubicBezTo>
                  <a:cubicBezTo>
                    <a:pt x="22917" y="9507"/>
                    <a:pt x="22750" y="9174"/>
                    <a:pt x="22650" y="8807"/>
                  </a:cubicBezTo>
                  <a:cubicBezTo>
                    <a:pt x="22583" y="8674"/>
                    <a:pt x="22550" y="8540"/>
                    <a:pt x="22550" y="8407"/>
                  </a:cubicBezTo>
                  <a:cubicBezTo>
                    <a:pt x="22550" y="8373"/>
                    <a:pt x="22550" y="8307"/>
                    <a:pt x="22550" y="8273"/>
                  </a:cubicBezTo>
                  <a:cubicBezTo>
                    <a:pt x="22283" y="8340"/>
                    <a:pt x="22016" y="8373"/>
                    <a:pt x="21749" y="8440"/>
                  </a:cubicBezTo>
                  <a:cubicBezTo>
                    <a:pt x="21749" y="8507"/>
                    <a:pt x="21783" y="8540"/>
                    <a:pt x="21783" y="8607"/>
                  </a:cubicBezTo>
                  <a:cubicBezTo>
                    <a:pt x="21816" y="8707"/>
                    <a:pt x="21849" y="8840"/>
                    <a:pt x="21849" y="8940"/>
                  </a:cubicBezTo>
                  <a:lnTo>
                    <a:pt x="21883" y="9307"/>
                  </a:lnTo>
                  <a:cubicBezTo>
                    <a:pt x="21916" y="9407"/>
                    <a:pt x="21916" y="9541"/>
                    <a:pt x="21916" y="9641"/>
                  </a:cubicBezTo>
                  <a:cubicBezTo>
                    <a:pt x="21916" y="9808"/>
                    <a:pt x="21916" y="9941"/>
                    <a:pt x="21883" y="10108"/>
                  </a:cubicBezTo>
                  <a:cubicBezTo>
                    <a:pt x="21883" y="10241"/>
                    <a:pt x="21883" y="10408"/>
                    <a:pt x="21849" y="10575"/>
                  </a:cubicBezTo>
                  <a:cubicBezTo>
                    <a:pt x="21816" y="10742"/>
                    <a:pt x="21816" y="10942"/>
                    <a:pt x="21783" y="11109"/>
                  </a:cubicBezTo>
                  <a:cubicBezTo>
                    <a:pt x="21749" y="11275"/>
                    <a:pt x="21682" y="11442"/>
                    <a:pt x="21649" y="11576"/>
                  </a:cubicBezTo>
                  <a:cubicBezTo>
                    <a:pt x="21616" y="11742"/>
                    <a:pt x="21549" y="11876"/>
                    <a:pt x="21482" y="12009"/>
                  </a:cubicBezTo>
                  <a:cubicBezTo>
                    <a:pt x="21416" y="12143"/>
                    <a:pt x="21382" y="12276"/>
                    <a:pt x="21316" y="12410"/>
                  </a:cubicBezTo>
                  <a:cubicBezTo>
                    <a:pt x="21282" y="12543"/>
                    <a:pt x="21215" y="12710"/>
                    <a:pt x="21149" y="12843"/>
                  </a:cubicBezTo>
                  <a:cubicBezTo>
                    <a:pt x="21082" y="13043"/>
                    <a:pt x="21015" y="13244"/>
                    <a:pt x="20949" y="13444"/>
                  </a:cubicBezTo>
                  <a:cubicBezTo>
                    <a:pt x="20982" y="13244"/>
                    <a:pt x="21015" y="13043"/>
                    <a:pt x="21049" y="12843"/>
                  </a:cubicBezTo>
                  <a:cubicBezTo>
                    <a:pt x="21049" y="12676"/>
                    <a:pt x="21082" y="12510"/>
                    <a:pt x="21115" y="12343"/>
                  </a:cubicBezTo>
                  <a:cubicBezTo>
                    <a:pt x="21182" y="12076"/>
                    <a:pt x="21249" y="11776"/>
                    <a:pt x="21316" y="11509"/>
                  </a:cubicBezTo>
                  <a:cubicBezTo>
                    <a:pt x="21349" y="11442"/>
                    <a:pt x="21349" y="11376"/>
                    <a:pt x="21349" y="11309"/>
                  </a:cubicBezTo>
                  <a:cubicBezTo>
                    <a:pt x="21382" y="11042"/>
                    <a:pt x="21416" y="10808"/>
                    <a:pt x="21416" y="10542"/>
                  </a:cubicBezTo>
                  <a:cubicBezTo>
                    <a:pt x="21449" y="10275"/>
                    <a:pt x="21449" y="10008"/>
                    <a:pt x="21482" y="9741"/>
                  </a:cubicBezTo>
                  <a:cubicBezTo>
                    <a:pt x="21516" y="9307"/>
                    <a:pt x="21482" y="8907"/>
                    <a:pt x="21482" y="8507"/>
                  </a:cubicBezTo>
                  <a:lnTo>
                    <a:pt x="21416" y="8507"/>
                  </a:lnTo>
                  <a:cubicBezTo>
                    <a:pt x="21249" y="8540"/>
                    <a:pt x="21049" y="8573"/>
                    <a:pt x="20815" y="8607"/>
                  </a:cubicBezTo>
                  <a:cubicBezTo>
                    <a:pt x="20849" y="8640"/>
                    <a:pt x="20849" y="8674"/>
                    <a:pt x="20849" y="8740"/>
                  </a:cubicBezTo>
                  <a:cubicBezTo>
                    <a:pt x="20882" y="8907"/>
                    <a:pt x="20815" y="9107"/>
                    <a:pt x="20782" y="9307"/>
                  </a:cubicBezTo>
                  <a:cubicBezTo>
                    <a:pt x="20782" y="9407"/>
                    <a:pt x="20748" y="9507"/>
                    <a:pt x="20715" y="9608"/>
                  </a:cubicBezTo>
                  <a:cubicBezTo>
                    <a:pt x="20682" y="9808"/>
                    <a:pt x="20615" y="10008"/>
                    <a:pt x="20582" y="10241"/>
                  </a:cubicBezTo>
                  <a:cubicBezTo>
                    <a:pt x="20582" y="10008"/>
                    <a:pt x="20615" y="9808"/>
                    <a:pt x="20648" y="9608"/>
                  </a:cubicBezTo>
                  <a:cubicBezTo>
                    <a:pt x="20648" y="9507"/>
                    <a:pt x="20682" y="9407"/>
                    <a:pt x="20682" y="9307"/>
                  </a:cubicBezTo>
                  <a:cubicBezTo>
                    <a:pt x="20682" y="9107"/>
                    <a:pt x="20715" y="8940"/>
                    <a:pt x="20715" y="8740"/>
                  </a:cubicBezTo>
                  <a:cubicBezTo>
                    <a:pt x="20715" y="8707"/>
                    <a:pt x="20682" y="8674"/>
                    <a:pt x="20682" y="8640"/>
                  </a:cubicBezTo>
                  <a:cubicBezTo>
                    <a:pt x="20482" y="8640"/>
                    <a:pt x="20281" y="8674"/>
                    <a:pt x="20081" y="8707"/>
                  </a:cubicBezTo>
                  <a:lnTo>
                    <a:pt x="20048" y="8707"/>
                  </a:lnTo>
                  <a:cubicBezTo>
                    <a:pt x="19814" y="8740"/>
                    <a:pt x="19581" y="8740"/>
                    <a:pt x="19347" y="8740"/>
                  </a:cubicBezTo>
                  <a:cubicBezTo>
                    <a:pt x="19314" y="8840"/>
                    <a:pt x="19314" y="8940"/>
                    <a:pt x="19314" y="9074"/>
                  </a:cubicBezTo>
                  <a:cubicBezTo>
                    <a:pt x="19281" y="9307"/>
                    <a:pt x="19214" y="9541"/>
                    <a:pt x="19181" y="9774"/>
                  </a:cubicBezTo>
                  <a:cubicBezTo>
                    <a:pt x="19147" y="10008"/>
                    <a:pt x="19081" y="10208"/>
                    <a:pt x="19014" y="10408"/>
                  </a:cubicBezTo>
                  <a:cubicBezTo>
                    <a:pt x="18981" y="10542"/>
                    <a:pt x="18947" y="10675"/>
                    <a:pt x="18914" y="10775"/>
                  </a:cubicBezTo>
                  <a:cubicBezTo>
                    <a:pt x="18880" y="10875"/>
                    <a:pt x="18814" y="11009"/>
                    <a:pt x="18814" y="11109"/>
                  </a:cubicBezTo>
                  <a:cubicBezTo>
                    <a:pt x="18780" y="11209"/>
                    <a:pt x="18747" y="11342"/>
                    <a:pt x="18714" y="11442"/>
                  </a:cubicBezTo>
                  <a:cubicBezTo>
                    <a:pt x="18680" y="11542"/>
                    <a:pt x="18647" y="11642"/>
                    <a:pt x="18647" y="11776"/>
                  </a:cubicBezTo>
                  <a:cubicBezTo>
                    <a:pt x="18614" y="11976"/>
                    <a:pt x="18580" y="12143"/>
                    <a:pt x="18547" y="12343"/>
                  </a:cubicBezTo>
                  <a:cubicBezTo>
                    <a:pt x="18547" y="12476"/>
                    <a:pt x="18514" y="12610"/>
                    <a:pt x="18514" y="12710"/>
                  </a:cubicBezTo>
                  <a:cubicBezTo>
                    <a:pt x="18480" y="12843"/>
                    <a:pt x="18480" y="12943"/>
                    <a:pt x="18480" y="13077"/>
                  </a:cubicBezTo>
                  <a:cubicBezTo>
                    <a:pt x="18447" y="13110"/>
                    <a:pt x="18447" y="13143"/>
                    <a:pt x="18447" y="13210"/>
                  </a:cubicBezTo>
                  <a:cubicBezTo>
                    <a:pt x="18447" y="13244"/>
                    <a:pt x="18447" y="13310"/>
                    <a:pt x="18447" y="13377"/>
                  </a:cubicBezTo>
                  <a:cubicBezTo>
                    <a:pt x="18447" y="13477"/>
                    <a:pt x="18447" y="13577"/>
                    <a:pt x="18447" y="13677"/>
                  </a:cubicBezTo>
                  <a:cubicBezTo>
                    <a:pt x="18447" y="13911"/>
                    <a:pt x="18447" y="14111"/>
                    <a:pt x="18480" y="14344"/>
                  </a:cubicBezTo>
                  <a:cubicBezTo>
                    <a:pt x="18514" y="14645"/>
                    <a:pt x="18547" y="14945"/>
                    <a:pt x="18580" y="15245"/>
                  </a:cubicBezTo>
                  <a:cubicBezTo>
                    <a:pt x="18611" y="15553"/>
                    <a:pt x="18670" y="15833"/>
                    <a:pt x="18732" y="16137"/>
                  </a:cubicBezTo>
                  <a:lnTo>
                    <a:pt x="18732" y="16137"/>
                  </a:lnTo>
                  <a:cubicBezTo>
                    <a:pt x="18723" y="16114"/>
                    <a:pt x="18714" y="16097"/>
                    <a:pt x="18714" y="16079"/>
                  </a:cubicBezTo>
                  <a:cubicBezTo>
                    <a:pt x="18680" y="15945"/>
                    <a:pt x="18647" y="15845"/>
                    <a:pt x="18614" y="15745"/>
                  </a:cubicBezTo>
                  <a:cubicBezTo>
                    <a:pt x="18580" y="15612"/>
                    <a:pt x="18547" y="15512"/>
                    <a:pt x="18514" y="15412"/>
                  </a:cubicBezTo>
                  <a:cubicBezTo>
                    <a:pt x="18480" y="15145"/>
                    <a:pt x="18413" y="14911"/>
                    <a:pt x="18380" y="14645"/>
                  </a:cubicBezTo>
                  <a:cubicBezTo>
                    <a:pt x="18313" y="14444"/>
                    <a:pt x="18280" y="14211"/>
                    <a:pt x="18247" y="13977"/>
                  </a:cubicBezTo>
                  <a:cubicBezTo>
                    <a:pt x="18213" y="13777"/>
                    <a:pt x="18180" y="13544"/>
                    <a:pt x="18180" y="13310"/>
                  </a:cubicBezTo>
                  <a:cubicBezTo>
                    <a:pt x="18147" y="13177"/>
                    <a:pt x="18147" y="13077"/>
                    <a:pt x="18147" y="12943"/>
                  </a:cubicBezTo>
                  <a:cubicBezTo>
                    <a:pt x="18147" y="12843"/>
                    <a:pt x="18147" y="12710"/>
                    <a:pt x="18147" y="12610"/>
                  </a:cubicBezTo>
                  <a:cubicBezTo>
                    <a:pt x="18180" y="12343"/>
                    <a:pt x="18180" y="12109"/>
                    <a:pt x="18213" y="11876"/>
                  </a:cubicBezTo>
                  <a:cubicBezTo>
                    <a:pt x="18247" y="11642"/>
                    <a:pt x="18280" y="11376"/>
                    <a:pt x="18347" y="11142"/>
                  </a:cubicBezTo>
                  <a:cubicBezTo>
                    <a:pt x="18380" y="11042"/>
                    <a:pt x="18413" y="10909"/>
                    <a:pt x="18447" y="10775"/>
                  </a:cubicBezTo>
                  <a:cubicBezTo>
                    <a:pt x="18480" y="10675"/>
                    <a:pt x="18514" y="10608"/>
                    <a:pt x="18547" y="10508"/>
                  </a:cubicBezTo>
                  <a:cubicBezTo>
                    <a:pt x="18647" y="10275"/>
                    <a:pt x="18747" y="10041"/>
                    <a:pt x="18814" y="9808"/>
                  </a:cubicBezTo>
                  <a:cubicBezTo>
                    <a:pt x="18880" y="9574"/>
                    <a:pt x="18947" y="9341"/>
                    <a:pt x="19014" y="9141"/>
                  </a:cubicBezTo>
                  <a:cubicBezTo>
                    <a:pt x="19047" y="9007"/>
                    <a:pt x="19081" y="8874"/>
                    <a:pt x="19114" y="8740"/>
                  </a:cubicBezTo>
                  <a:lnTo>
                    <a:pt x="19047" y="8740"/>
                  </a:lnTo>
                  <a:cubicBezTo>
                    <a:pt x="18747" y="8740"/>
                    <a:pt x="18413" y="8707"/>
                    <a:pt x="18147" y="8674"/>
                  </a:cubicBezTo>
                  <a:cubicBezTo>
                    <a:pt x="17746" y="8573"/>
                    <a:pt x="17346" y="8473"/>
                    <a:pt x="16912" y="8307"/>
                  </a:cubicBezTo>
                  <a:lnTo>
                    <a:pt x="16912" y="8307"/>
                  </a:lnTo>
                  <a:cubicBezTo>
                    <a:pt x="16912" y="8373"/>
                    <a:pt x="16946" y="8407"/>
                    <a:pt x="16946" y="8473"/>
                  </a:cubicBezTo>
                  <a:cubicBezTo>
                    <a:pt x="16946" y="8573"/>
                    <a:pt x="16979" y="8674"/>
                    <a:pt x="16946" y="8774"/>
                  </a:cubicBezTo>
                  <a:cubicBezTo>
                    <a:pt x="16946" y="8840"/>
                    <a:pt x="16912" y="8940"/>
                    <a:pt x="16879" y="9040"/>
                  </a:cubicBezTo>
                  <a:cubicBezTo>
                    <a:pt x="16812" y="9207"/>
                    <a:pt x="16712" y="9407"/>
                    <a:pt x="16646" y="9574"/>
                  </a:cubicBezTo>
                  <a:cubicBezTo>
                    <a:pt x="16612" y="9641"/>
                    <a:pt x="16612" y="9741"/>
                    <a:pt x="16579" y="9808"/>
                  </a:cubicBezTo>
                  <a:cubicBezTo>
                    <a:pt x="16512" y="9974"/>
                    <a:pt x="16479" y="10141"/>
                    <a:pt x="16445" y="10308"/>
                  </a:cubicBezTo>
                  <a:cubicBezTo>
                    <a:pt x="16379" y="10675"/>
                    <a:pt x="16379" y="11042"/>
                    <a:pt x="16345" y="11409"/>
                  </a:cubicBezTo>
                  <a:cubicBezTo>
                    <a:pt x="16312" y="11542"/>
                    <a:pt x="16312" y="11676"/>
                    <a:pt x="16279" y="11809"/>
                  </a:cubicBezTo>
                  <a:cubicBezTo>
                    <a:pt x="16279" y="12143"/>
                    <a:pt x="16279" y="12443"/>
                    <a:pt x="16279" y="12743"/>
                  </a:cubicBezTo>
                  <a:cubicBezTo>
                    <a:pt x="16312" y="13110"/>
                    <a:pt x="16379" y="13477"/>
                    <a:pt x="16412" y="13844"/>
                  </a:cubicBezTo>
                  <a:cubicBezTo>
                    <a:pt x="16479" y="14178"/>
                    <a:pt x="16512" y="14544"/>
                    <a:pt x="16579" y="14878"/>
                  </a:cubicBezTo>
                  <a:cubicBezTo>
                    <a:pt x="16412" y="14444"/>
                    <a:pt x="16279" y="14044"/>
                    <a:pt x="16145" y="13610"/>
                  </a:cubicBezTo>
                  <a:cubicBezTo>
                    <a:pt x="16045" y="13210"/>
                    <a:pt x="15912" y="12810"/>
                    <a:pt x="15878" y="12376"/>
                  </a:cubicBezTo>
                  <a:cubicBezTo>
                    <a:pt x="15812" y="11976"/>
                    <a:pt x="15845" y="11542"/>
                    <a:pt x="15878" y="11142"/>
                  </a:cubicBezTo>
                  <a:cubicBezTo>
                    <a:pt x="15878" y="10975"/>
                    <a:pt x="15912" y="10842"/>
                    <a:pt x="15945" y="10708"/>
                  </a:cubicBezTo>
                  <a:cubicBezTo>
                    <a:pt x="15978" y="10375"/>
                    <a:pt x="16045" y="10041"/>
                    <a:pt x="16212" y="9741"/>
                  </a:cubicBezTo>
                  <a:cubicBezTo>
                    <a:pt x="16279" y="9574"/>
                    <a:pt x="16345" y="9441"/>
                    <a:pt x="16412" y="9307"/>
                  </a:cubicBezTo>
                  <a:cubicBezTo>
                    <a:pt x="16512" y="9141"/>
                    <a:pt x="16612" y="8974"/>
                    <a:pt x="16712" y="8807"/>
                  </a:cubicBezTo>
                  <a:cubicBezTo>
                    <a:pt x="16746" y="8740"/>
                    <a:pt x="16746" y="8707"/>
                    <a:pt x="16779" y="8640"/>
                  </a:cubicBezTo>
                  <a:cubicBezTo>
                    <a:pt x="16779" y="8540"/>
                    <a:pt x="16779" y="8440"/>
                    <a:pt x="16779" y="8340"/>
                  </a:cubicBezTo>
                  <a:cubicBezTo>
                    <a:pt x="16779" y="8307"/>
                    <a:pt x="16779" y="8273"/>
                    <a:pt x="16779" y="8240"/>
                  </a:cubicBezTo>
                  <a:cubicBezTo>
                    <a:pt x="16612" y="8173"/>
                    <a:pt x="16412" y="8106"/>
                    <a:pt x="16212" y="8006"/>
                  </a:cubicBezTo>
                  <a:cubicBezTo>
                    <a:pt x="15912" y="7873"/>
                    <a:pt x="15645" y="7706"/>
                    <a:pt x="15411" y="7573"/>
                  </a:cubicBezTo>
                  <a:cubicBezTo>
                    <a:pt x="15411" y="7673"/>
                    <a:pt x="15378" y="7740"/>
                    <a:pt x="15345" y="7840"/>
                  </a:cubicBezTo>
                  <a:cubicBezTo>
                    <a:pt x="15311" y="7906"/>
                    <a:pt x="15311" y="7973"/>
                    <a:pt x="15278" y="8040"/>
                  </a:cubicBezTo>
                  <a:cubicBezTo>
                    <a:pt x="15211" y="8173"/>
                    <a:pt x="15178" y="8273"/>
                    <a:pt x="15111" y="8407"/>
                  </a:cubicBezTo>
                  <a:cubicBezTo>
                    <a:pt x="15011" y="8507"/>
                    <a:pt x="14944" y="8640"/>
                    <a:pt x="14878" y="8774"/>
                  </a:cubicBezTo>
                  <a:cubicBezTo>
                    <a:pt x="14677" y="9274"/>
                    <a:pt x="14511" y="9774"/>
                    <a:pt x="14411" y="10308"/>
                  </a:cubicBezTo>
                  <a:cubicBezTo>
                    <a:pt x="14344" y="10608"/>
                    <a:pt x="14344" y="10909"/>
                    <a:pt x="14344" y="11209"/>
                  </a:cubicBezTo>
                  <a:cubicBezTo>
                    <a:pt x="14311" y="11509"/>
                    <a:pt x="14344" y="11809"/>
                    <a:pt x="14344" y="12109"/>
                  </a:cubicBezTo>
                  <a:cubicBezTo>
                    <a:pt x="14377" y="12176"/>
                    <a:pt x="14377" y="12276"/>
                    <a:pt x="14377" y="12343"/>
                  </a:cubicBezTo>
                  <a:cubicBezTo>
                    <a:pt x="14277" y="12076"/>
                    <a:pt x="14210" y="11809"/>
                    <a:pt x="14144" y="11542"/>
                  </a:cubicBezTo>
                  <a:cubicBezTo>
                    <a:pt x="14077" y="11209"/>
                    <a:pt x="14044" y="10875"/>
                    <a:pt x="14044" y="10575"/>
                  </a:cubicBezTo>
                  <a:cubicBezTo>
                    <a:pt x="14010" y="10408"/>
                    <a:pt x="14044" y="10275"/>
                    <a:pt x="14044" y="10108"/>
                  </a:cubicBezTo>
                  <a:cubicBezTo>
                    <a:pt x="14077" y="9974"/>
                    <a:pt x="14077" y="9808"/>
                    <a:pt x="14110" y="9641"/>
                  </a:cubicBezTo>
                  <a:cubicBezTo>
                    <a:pt x="14210" y="9307"/>
                    <a:pt x="14311" y="9007"/>
                    <a:pt x="14444" y="8707"/>
                  </a:cubicBezTo>
                  <a:cubicBezTo>
                    <a:pt x="14544" y="8540"/>
                    <a:pt x="14611" y="8407"/>
                    <a:pt x="14711" y="8273"/>
                  </a:cubicBezTo>
                  <a:cubicBezTo>
                    <a:pt x="14778" y="8173"/>
                    <a:pt x="14844" y="8106"/>
                    <a:pt x="14878" y="8006"/>
                  </a:cubicBezTo>
                  <a:cubicBezTo>
                    <a:pt x="14944" y="7940"/>
                    <a:pt x="14978" y="7840"/>
                    <a:pt x="15011" y="7773"/>
                  </a:cubicBezTo>
                  <a:cubicBezTo>
                    <a:pt x="15044" y="7706"/>
                    <a:pt x="15078" y="7639"/>
                    <a:pt x="15111" y="7573"/>
                  </a:cubicBezTo>
                  <a:cubicBezTo>
                    <a:pt x="15144" y="7539"/>
                    <a:pt x="15144" y="7473"/>
                    <a:pt x="15178" y="7406"/>
                  </a:cubicBezTo>
                  <a:lnTo>
                    <a:pt x="15144" y="7406"/>
                  </a:lnTo>
                  <a:cubicBezTo>
                    <a:pt x="14778" y="7172"/>
                    <a:pt x="14477" y="6906"/>
                    <a:pt x="14077" y="6605"/>
                  </a:cubicBezTo>
                  <a:cubicBezTo>
                    <a:pt x="13910" y="6439"/>
                    <a:pt x="13743" y="6305"/>
                    <a:pt x="13577" y="6172"/>
                  </a:cubicBezTo>
                  <a:cubicBezTo>
                    <a:pt x="13443" y="6405"/>
                    <a:pt x="13276" y="6605"/>
                    <a:pt x="13176" y="6872"/>
                  </a:cubicBezTo>
                  <a:cubicBezTo>
                    <a:pt x="13110" y="6972"/>
                    <a:pt x="13076" y="7106"/>
                    <a:pt x="13010" y="7239"/>
                  </a:cubicBezTo>
                  <a:cubicBezTo>
                    <a:pt x="12976" y="7306"/>
                    <a:pt x="12943" y="7406"/>
                    <a:pt x="12910" y="7506"/>
                  </a:cubicBezTo>
                  <a:cubicBezTo>
                    <a:pt x="12843" y="7706"/>
                    <a:pt x="12809" y="7873"/>
                    <a:pt x="12743" y="8073"/>
                  </a:cubicBezTo>
                  <a:cubicBezTo>
                    <a:pt x="12676" y="8373"/>
                    <a:pt x="12576" y="8607"/>
                    <a:pt x="12443" y="8874"/>
                  </a:cubicBezTo>
                  <a:cubicBezTo>
                    <a:pt x="12342" y="9074"/>
                    <a:pt x="12242" y="9274"/>
                    <a:pt x="12142" y="9507"/>
                  </a:cubicBezTo>
                  <a:cubicBezTo>
                    <a:pt x="12209" y="9307"/>
                    <a:pt x="12309" y="9107"/>
                    <a:pt x="12342" y="8907"/>
                  </a:cubicBezTo>
                  <a:cubicBezTo>
                    <a:pt x="12443" y="8674"/>
                    <a:pt x="12509" y="8440"/>
                    <a:pt x="12543" y="8207"/>
                  </a:cubicBezTo>
                  <a:lnTo>
                    <a:pt x="12543" y="8173"/>
                  </a:lnTo>
                  <a:cubicBezTo>
                    <a:pt x="12576" y="8073"/>
                    <a:pt x="12576" y="7940"/>
                    <a:pt x="12609" y="7806"/>
                  </a:cubicBezTo>
                  <a:cubicBezTo>
                    <a:pt x="12609" y="7706"/>
                    <a:pt x="12643" y="7639"/>
                    <a:pt x="12643" y="7539"/>
                  </a:cubicBezTo>
                  <a:cubicBezTo>
                    <a:pt x="12643" y="7406"/>
                    <a:pt x="12676" y="7306"/>
                    <a:pt x="12709" y="7206"/>
                  </a:cubicBezTo>
                  <a:cubicBezTo>
                    <a:pt x="12743" y="7106"/>
                    <a:pt x="12743" y="7039"/>
                    <a:pt x="12776" y="6939"/>
                  </a:cubicBezTo>
                  <a:cubicBezTo>
                    <a:pt x="12876" y="6672"/>
                    <a:pt x="12976" y="6439"/>
                    <a:pt x="13110" y="6205"/>
                  </a:cubicBezTo>
                  <a:cubicBezTo>
                    <a:pt x="13176" y="6105"/>
                    <a:pt x="13243" y="6038"/>
                    <a:pt x="13310" y="5938"/>
                  </a:cubicBezTo>
                  <a:lnTo>
                    <a:pt x="13076" y="5738"/>
                  </a:lnTo>
                  <a:cubicBezTo>
                    <a:pt x="12976" y="5872"/>
                    <a:pt x="12876" y="5972"/>
                    <a:pt x="12776" y="6105"/>
                  </a:cubicBezTo>
                  <a:cubicBezTo>
                    <a:pt x="12609" y="6305"/>
                    <a:pt x="12443" y="6505"/>
                    <a:pt x="12276" y="6739"/>
                  </a:cubicBezTo>
                  <a:cubicBezTo>
                    <a:pt x="12209" y="6839"/>
                    <a:pt x="12142" y="6939"/>
                    <a:pt x="12076" y="7072"/>
                  </a:cubicBezTo>
                  <a:cubicBezTo>
                    <a:pt x="12009" y="7206"/>
                    <a:pt x="11942" y="7306"/>
                    <a:pt x="11875" y="7439"/>
                  </a:cubicBezTo>
                  <a:cubicBezTo>
                    <a:pt x="11809" y="7573"/>
                    <a:pt x="11742" y="7740"/>
                    <a:pt x="11709" y="7873"/>
                  </a:cubicBezTo>
                  <a:cubicBezTo>
                    <a:pt x="11642" y="8040"/>
                    <a:pt x="11609" y="8240"/>
                    <a:pt x="11542" y="8407"/>
                  </a:cubicBezTo>
                  <a:cubicBezTo>
                    <a:pt x="11475" y="8674"/>
                    <a:pt x="11408" y="8907"/>
                    <a:pt x="11342" y="9174"/>
                  </a:cubicBezTo>
                  <a:cubicBezTo>
                    <a:pt x="11275" y="9407"/>
                    <a:pt x="11175" y="9641"/>
                    <a:pt x="11075" y="9874"/>
                  </a:cubicBezTo>
                  <a:cubicBezTo>
                    <a:pt x="10908" y="10341"/>
                    <a:pt x="10608" y="10775"/>
                    <a:pt x="10408" y="11209"/>
                  </a:cubicBezTo>
                  <a:cubicBezTo>
                    <a:pt x="10408" y="11209"/>
                    <a:pt x="10374" y="11242"/>
                    <a:pt x="10374" y="11242"/>
                  </a:cubicBezTo>
                  <a:lnTo>
                    <a:pt x="10408" y="11242"/>
                  </a:lnTo>
                  <a:cubicBezTo>
                    <a:pt x="10575" y="11175"/>
                    <a:pt x="10708" y="11075"/>
                    <a:pt x="10875" y="10975"/>
                  </a:cubicBezTo>
                  <a:lnTo>
                    <a:pt x="10875" y="10975"/>
                  </a:lnTo>
                  <a:cubicBezTo>
                    <a:pt x="10741" y="11075"/>
                    <a:pt x="10641" y="11175"/>
                    <a:pt x="10508" y="11275"/>
                  </a:cubicBezTo>
                  <a:cubicBezTo>
                    <a:pt x="10474" y="11309"/>
                    <a:pt x="10408" y="11342"/>
                    <a:pt x="10341" y="11342"/>
                  </a:cubicBezTo>
                  <a:lnTo>
                    <a:pt x="10274" y="11342"/>
                  </a:lnTo>
                  <a:cubicBezTo>
                    <a:pt x="10241" y="11275"/>
                    <a:pt x="10274" y="11175"/>
                    <a:pt x="10274" y="11142"/>
                  </a:cubicBezTo>
                  <a:cubicBezTo>
                    <a:pt x="10308" y="10909"/>
                    <a:pt x="10374" y="10742"/>
                    <a:pt x="10441" y="10542"/>
                  </a:cubicBezTo>
                  <a:cubicBezTo>
                    <a:pt x="10541" y="10275"/>
                    <a:pt x="10641" y="10041"/>
                    <a:pt x="10708" y="9774"/>
                  </a:cubicBezTo>
                  <a:cubicBezTo>
                    <a:pt x="10775" y="9541"/>
                    <a:pt x="10841" y="9307"/>
                    <a:pt x="10908" y="9040"/>
                  </a:cubicBezTo>
                  <a:cubicBezTo>
                    <a:pt x="10975" y="8807"/>
                    <a:pt x="11008" y="8540"/>
                    <a:pt x="11075" y="8307"/>
                  </a:cubicBezTo>
                  <a:cubicBezTo>
                    <a:pt x="11142" y="8040"/>
                    <a:pt x="11242" y="7806"/>
                    <a:pt x="11342" y="7573"/>
                  </a:cubicBezTo>
                  <a:cubicBezTo>
                    <a:pt x="11375" y="7439"/>
                    <a:pt x="11442" y="7339"/>
                    <a:pt x="11542" y="7239"/>
                  </a:cubicBezTo>
                  <a:cubicBezTo>
                    <a:pt x="11609" y="7106"/>
                    <a:pt x="11675" y="7006"/>
                    <a:pt x="11775" y="6872"/>
                  </a:cubicBezTo>
                  <a:cubicBezTo>
                    <a:pt x="11842" y="6772"/>
                    <a:pt x="11942" y="6672"/>
                    <a:pt x="12009" y="6572"/>
                  </a:cubicBezTo>
                  <a:cubicBezTo>
                    <a:pt x="12109" y="6472"/>
                    <a:pt x="12176" y="6372"/>
                    <a:pt x="12276" y="6305"/>
                  </a:cubicBezTo>
                  <a:cubicBezTo>
                    <a:pt x="12476" y="6105"/>
                    <a:pt x="12643" y="5938"/>
                    <a:pt x="12843" y="5771"/>
                  </a:cubicBezTo>
                  <a:cubicBezTo>
                    <a:pt x="12910" y="5738"/>
                    <a:pt x="12943" y="5705"/>
                    <a:pt x="12976" y="5671"/>
                  </a:cubicBezTo>
                  <a:lnTo>
                    <a:pt x="12876" y="5571"/>
                  </a:lnTo>
                  <a:lnTo>
                    <a:pt x="12176" y="4971"/>
                  </a:lnTo>
                  <a:cubicBezTo>
                    <a:pt x="12009" y="4837"/>
                    <a:pt x="11842" y="4704"/>
                    <a:pt x="11675" y="4537"/>
                  </a:cubicBezTo>
                  <a:cubicBezTo>
                    <a:pt x="11408" y="4771"/>
                    <a:pt x="11142" y="5004"/>
                    <a:pt x="10908" y="5271"/>
                  </a:cubicBezTo>
                  <a:cubicBezTo>
                    <a:pt x="10775" y="5438"/>
                    <a:pt x="10608" y="5638"/>
                    <a:pt x="10508" y="5872"/>
                  </a:cubicBezTo>
                  <a:cubicBezTo>
                    <a:pt x="10441" y="5938"/>
                    <a:pt x="10408" y="6038"/>
                    <a:pt x="10374" y="6138"/>
                  </a:cubicBezTo>
                  <a:cubicBezTo>
                    <a:pt x="10341" y="6172"/>
                    <a:pt x="10308" y="6205"/>
                    <a:pt x="10308" y="6272"/>
                  </a:cubicBezTo>
                  <a:cubicBezTo>
                    <a:pt x="10274" y="6305"/>
                    <a:pt x="10274" y="6339"/>
                    <a:pt x="10241" y="6372"/>
                  </a:cubicBezTo>
                  <a:cubicBezTo>
                    <a:pt x="10274" y="6172"/>
                    <a:pt x="10308" y="5972"/>
                    <a:pt x="10408" y="5771"/>
                  </a:cubicBezTo>
                  <a:cubicBezTo>
                    <a:pt x="10541" y="5371"/>
                    <a:pt x="10775" y="5004"/>
                    <a:pt x="11075" y="4704"/>
                  </a:cubicBezTo>
                  <a:cubicBezTo>
                    <a:pt x="11208" y="4604"/>
                    <a:pt x="11342" y="4504"/>
                    <a:pt x="11475" y="4404"/>
                  </a:cubicBezTo>
                  <a:cubicBezTo>
                    <a:pt x="11408" y="4337"/>
                    <a:pt x="11375" y="4304"/>
                    <a:pt x="11308" y="4237"/>
                  </a:cubicBezTo>
                  <a:cubicBezTo>
                    <a:pt x="10875" y="3903"/>
                    <a:pt x="10474" y="3537"/>
                    <a:pt x="10041" y="3203"/>
                  </a:cubicBezTo>
                  <a:cubicBezTo>
                    <a:pt x="9907" y="3136"/>
                    <a:pt x="9807" y="3070"/>
                    <a:pt x="9707" y="2969"/>
                  </a:cubicBezTo>
                  <a:cubicBezTo>
                    <a:pt x="9674" y="3003"/>
                    <a:pt x="9607" y="3036"/>
                    <a:pt x="9574" y="3036"/>
                  </a:cubicBezTo>
                  <a:cubicBezTo>
                    <a:pt x="9407" y="3170"/>
                    <a:pt x="9207" y="3303"/>
                    <a:pt x="9007" y="3436"/>
                  </a:cubicBezTo>
                  <a:cubicBezTo>
                    <a:pt x="8807" y="3570"/>
                    <a:pt x="8640" y="3737"/>
                    <a:pt x="8473" y="3937"/>
                  </a:cubicBezTo>
                  <a:cubicBezTo>
                    <a:pt x="8406" y="4004"/>
                    <a:pt x="8340" y="4070"/>
                    <a:pt x="8306" y="4137"/>
                  </a:cubicBezTo>
                  <a:cubicBezTo>
                    <a:pt x="7973" y="4537"/>
                    <a:pt x="7639" y="4971"/>
                    <a:pt x="7306" y="5371"/>
                  </a:cubicBezTo>
                  <a:cubicBezTo>
                    <a:pt x="7005" y="5805"/>
                    <a:pt x="6672" y="6205"/>
                    <a:pt x="6372" y="6639"/>
                  </a:cubicBezTo>
                  <a:cubicBezTo>
                    <a:pt x="6505" y="6372"/>
                    <a:pt x="6605" y="6105"/>
                    <a:pt x="6738" y="5872"/>
                  </a:cubicBezTo>
                  <a:cubicBezTo>
                    <a:pt x="6872" y="5571"/>
                    <a:pt x="7005" y="5271"/>
                    <a:pt x="7172" y="5004"/>
                  </a:cubicBezTo>
                  <a:cubicBezTo>
                    <a:pt x="7372" y="4704"/>
                    <a:pt x="7539" y="4437"/>
                    <a:pt x="7773" y="4137"/>
                  </a:cubicBezTo>
                  <a:cubicBezTo>
                    <a:pt x="8039" y="3737"/>
                    <a:pt x="8406" y="3370"/>
                    <a:pt x="8873" y="3136"/>
                  </a:cubicBezTo>
                  <a:cubicBezTo>
                    <a:pt x="9040" y="3036"/>
                    <a:pt x="9174" y="2969"/>
                    <a:pt x="9340" y="2903"/>
                  </a:cubicBezTo>
                  <a:cubicBezTo>
                    <a:pt x="9407" y="2903"/>
                    <a:pt x="9440" y="2869"/>
                    <a:pt x="9474" y="2836"/>
                  </a:cubicBezTo>
                  <a:cubicBezTo>
                    <a:pt x="9407" y="2803"/>
                    <a:pt x="9340" y="2769"/>
                    <a:pt x="9240" y="2703"/>
                  </a:cubicBezTo>
                  <a:lnTo>
                    <a:pt x="9073" y="2603"/>
                  </a:lnTo>
                  <a:cubicBezTo>
                    <a:pt x="8907" y="2502"/>
                    <a:pt x="8740" y="2402"/>
                    <a:pt x="8540" y="2302"/>
                  </a:cubicBezTo>
                  <a:cubicBezTo>
                    <a:pt x="8540" y="2302"/>
                    <a:pt x="8506" y="2269"/>
                    <a:pt x="8506" y="2269"/>
                  </a:cubicBezTo>
                  <a:lnTo>
                    <a:pt x="8306" y="2502"/>
                  </a:lnTo>
                  <a:cubicBezTo>
                    <a:pt x="8006" y="2836"/>
                    <a:pt x="7672" y="3170"/>
                    <a:pt x="7339" y="3470"/>
                  </a:cubicBezTo>
                  <a:cubicBezTo>
                    <a:pt x="7172" y="3637"/>
                    <a:pt x="7005" y="3803"/>
                    <a:pt x="6872" y="3970"/>
                  </a:cubicBezTo>
                  <a:cubicBezTo>
                    <a:pt x="6705" y="4170"/>
                    <a:pt x="6505" y="4337"/>
                    <a:pt x="6338" y="4537"/>
                  </a:cubicBezTo>
                  <a:cubicBezTo>
                    <a:pt x="6405" y="4437"/>
                    <a:pt x="6472" y="4337"/>
                    <a:pt x="6538" y="4237"/>
                  </a:cubicBezTo>
                  <a:cubicBezTo>
                    <a:pt x="6605" y="4170"/>
                    <a:pt x="6638" y="4104"/>
                    <a:pt x="6705" y="4037"/>
                  </a:cubicBezTo>
                  <a:cubicBezTo>
                    <a:pt x="6805" y="3903"/>
                    <a:pt x="6872" y="3803"/>
                    <a:pt x="6972" y="3670"/>
                  </a:cubicBezTo>
                  <a:cubicBezTo>
                    <a:pt x="7139" y="3470"/>
                    <a:pt x="7306" y="3303"/>
                    <a:pt x="7472" y="3103"/>
                  </a:cubicBezTo>
                  <a:cubicBezTo>
                    <a:pt x="7606" y="2936"/>
                    <a:pt x="7773" y="2769"/>
                    <a:pt x="7939" y="2603"/>
                  </a:cubicBezTo>
                  <a:cubicBezTo>
                    <a:pt x="8106" y="2469"/>
                    <a:pt x="8240" y="2336"/>
                    <a:pt x="8373" y="2202"/>
                  </a:cubicBezTo>
                  <a:cubicBezTo>
                    <a:pt x="7973" y="2002"/>
                    <a:pt x="7572" y="1802"/>
                    <a:pt x="7172" y="1635"/>
                  </a:cubicBezTo>
                  <a:lnTo>
                    <a:pt x="6905" y="1535"/>
                  </a:lnTo>
                  <a:cubicBezTo>
                    <a:pt x="6738" y="1435"/>
                    <a:pt x="6538" y="1335"/>
                    <a:pt x="6372" y="1268"/>
                  </a:cubicBezTo>
                  <a:cubicBezTo>
                    <a:pt x="6171" y="1168"/>
                    <a:pt x="5971" y="1035"/>
                    <a:pt x="5771" y="935"/>
                  </a:cubicBezTo>
                  <a:cubicBezTo>
                    <a:pt x="5538" y="835"/>
                    <a:pt x="5337" y="735"/>
                    <a:pt x="5104" y="668"/>
                  </a:cubicBezTo>
                  <a:cubicBezTo>
                    <a:pt x="5004" y="735"/>
                    <a:pt x="4870" y="801"/>
                    <a:pt x="4737" y="868"/>
                  </a:cubicBezTo>
                  <a:cubicBezTo>
                    <a:pt x="4604" y="968"/>
                    <a:pt x="4470" y="1101"/>
                    <a:pt x="4337" y="1202"/>
                  </a:cubicBezTo>
                  <a:cubicBezTo>
                    <a:pt x="4203" y="1335"/>
                    <a:pt x="4070" y="1468"/>
                    <a:pt x="3936" y="1635"/>
                  </a:cubicBezTo>
                  <a:cubicBezTo>
                    <a:pt x="3770" y="1835"/>
                    <a:pt x="3636" y="2035"/>
                    <a:pt x="3536" y="2269"/>
                  </a:cubicBezTo>
                  <a:cubicBezTo>
                    <a:pt x="3469" y="2436"/>
                    <a:pt x="3403" y="2569"/>
                    <a:pt x="3336" y="2736"/>
                  </a:cubicBezTo>
                  <a:cubicBezTo>
                    <a:pt x="3436" y="2336"/>
                    <a:pt x="3536" y="1935"/>
                    <a:pt x="3770" y="1602"/>
                  </a:cubicBezTo>
                  <a:cubicBezTo>
                    <a:pt x="3870" y="1435"/>
                    <a:pt x="3970" y="1302"/>
                    <a:pt x="4103" y="1168"/>
                  </a:cubicBezTo>
                  <a:cubicBezTo>
                    <a:pt x="4170" y="1135"/>
                    <a:pt x="4237" y="1068"/>
                    <a:pt x="4303" y="1001"/>
                  </a:cubicBezTo>
                  <a:cubicBezTo>
                    <a:pt x="4537" y="835"/>
                    <a:pt x="4770" y="701"/>
                    <a:pt x="5004" y="634"/>
                  </a:cubicBezTo>
                  <a:cubicBezTo>
                    <a:pt x="4737" y="501"/>
                    <a:pt x="4437" y="401"/>
                    <a:pt x="4170" y="268"/>
                  </a:cubicBezTo>
                  <a:lnTo>
                    <a:pt x="3836" y="167"/>
                  </a:lnTo>
                  <a:cubicBezTo>
                    <a:pt x="3770" y="134"/>
                    <a:pt x="3703" y="134"/>
                    <a:pt x="3636" y="101"/>
                  </a:cubicBezTo>
                  <a:cubicBezTo>
                    <a:pt x="3636" y="234"/>
                    <a:pt x="3603" y="334"/>
                    <a:pt x="3603" y="434"/>
                  </a:cubicBezTo>
                  <a:cubicBezTo>
                    <a:pt x="3570" y="534"/>
                    <a:pt x="3536" y="668"/>
                    <a:pt x="3503" y="768"/>
                  </a:cubicBezTo>
                  <a:cubicBezTo>
                    <a:pt x="3403" y="1001"/>
                    <a:pt x="3236" y="1168"/>
                    <a:pt x="3036" y="1302"/>
                  </a:cubicBezTo>
                  <a:cubicBezTo>
                    <a:pt x="2969" y="1368"/>
                    <a:pt x="2869" y="1435"/>
                    <a:pt x="2769" y="1502"/>
                  </a:cubicBezTo>
                  <a:cubicBezTo>
                    <a:pt x="2702" y="1568"/>
                    <a:pt x="2636" y="1602"/>
                    <a:pt x="2569" y="1669"/>
                  </a:cubicBezTo>
                  <a:cubicBezTo>
                    <a:pt x="2502" y="1735"/>
                    <a:pt x="2402" y="1802"/>
                    <a:pt x="2335" y="1869"/>
                  </a:cubicBezTo>
                  <a:cubicBezTo>
                    <a:pt x="2269" y="1935"/>
                    <a:pt x="2202" y="2002"/>
                    <a:pt x="2135" y="2069"/>
                  </a:cubicBezTo>
                  <a:cubicBezTo>
                    <a:pt x="2068" y="2169"/>
                    <a:pt x="2002" y="2236"/>
                    <a:pt x="1935" y="2336"/>
                  </a:cubicBezTo>
                  <a:cubicBezTo>
                    <a:pt x="1835" y="2469"/>
                    <a:pt x="1735" y="2636"/>
                    <a:pt x="1668" y="2769"/>
                  </a:cubicBezTo>
                  <a:cubicBezTo>
                    <a:pt x="1702" y="2536"/>
                    <a:pt x="1802" y="2336"/>
                    <a:pt x="1902" y="2136"/>
                  </a:cubicBezTo>
                  <a:cubicBezTo>
                    <a:pt x="1968" y="1969"/>
                    <a:pt x="2068" y="1802"/>
                    <a:pt x="2202" y="1669"/>
                  </a:cubicBezTo>
                  <a:cubicBezTo>
                    <a:pt x="2302" y="1535"/>
                    <a:pt x="2435" y="1402"/>
                    <a:pt x="2569" y="1302"/>
                  </a:cubicBezTo>
                  <a:cubicBezTo>
                    <a:pt x="2636" y="1235"/>
                    <a:pt x="2702" y="1168"/>
                    <a:pt x="2769" y="1135"/>
                  </a:cubicBezTo>
                  <a:cubicBezTo>
                    <a:pt x="2902" y="1001"/>
                    <a:pt x="3069" y="901"/>
                    <a:pt x="3169" y="801"/>
                  </a:cubicBezTo>
                  <a:cubicBezTo>
                    <a:pt x="3203" y="735"/>
                    <a:pt x="3236" y="668"/>
                    <a:pt x="3269" y="634"/>
                  </a:cubicBezTo>
                  <a:cubicBezTo>
                    <a:pt x="3369" y="434"/>
                    <a:pt x="3403" y="268"/>
                    <a:pt x="3469" y="67"/>
                  </a:cubicBezTo>
                  <a:cubicBezTo>
                    <a:pt x="3369" y="67"/>
                    <a:pt x="3269" y="34"/>
                    <a:pt x="3203" y="34"/>
                  </a:cubicBezTo>
                  <a:lnTo>
                    <a:pt x="3169" y="34"/>
                  </a:lnTo>
                  <a:cubicBezTo>
                    <a:pt x="3103" y="1"/>
                    <a:pt x="3002" y="1"/>
                    <a:pt x="290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58"/>
            <p:cNvSpPr/>
            <p:nvPr/>
          </p:nvSpPr>
          <p:spPr>
            <a:xfrm>
              <a:off x="7112199" y="2706066"/>
              <a:ext cx="1251" cy="37"/>
            </a:xfrm>
            <a:custGeom>
              <a:avLst/>
              <a:gdLst/>
              <a:ahLst/>
              <a:cxnLst/>
              <a:rect l="l" t="t" r="r" b="b"/>
              <a:pathLst>
                <a:path w="34" h="1" extrusionOk="0">
                  <a:moveTo>
                    <a:pt x="1" y="1"/>
                  </a:moveTo>
                  <a:lnTo>
                    <a:pt x="1" y="1"/>
                  </a:lnTo>
                  <a:lnTo>
                    <a:pt x="3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58"/>
            <p:cNvSpPr/>
            <p:nvPr/>
          </p:nvSpPr>
          <p:spPr>
            <a:xfrm>
              <a:off x="7000496" y="2663115"/>
              <a:ext cx="24586" cy="14759"/>
            </a:xfrm>
            <a:custGeom>
              <a:avLst/>
              <a:gdLst/>
              <a:ahLst/>
              <a:cxnLst/>
              <a:rect l="l" t="t" r="r" b="b"/>
              <a:pathLst>
                <a:path w="668" h="401" extrusionOk="0">
                  <a:moveTo>
                    <a:pt x="134" y="0"/>
                  </a:moveTo>
                  <a:cubicBezTo>
                    <a:pt x="100" y="34"/>
                    <a:pt x="67" y="34"/>
                    <a:pt x="33" y="67"/>
                  </a:cubicBezTo>
                  <a:cubicBezTo>
                    <a:pt x="33" y="101"/>
                    <a:pt x="33" y="101"/>
                    <a:pt x="0" y="101"/>
                  </a:cubicBezTo>
                  <a:lnTo>
                    <a:pt x="33" y="101"/>
                  </a:lnTo>
                  <a:lnTo>
                    <a:pt x="234" y="201"/>
                  </a:lnTo>
                  <a:cubicBezTo>
                    <a:pt x="367" y="267"/>
                    <a:pt x="500" y="334"/>
                    <a:pt x="667" y="401"/>
                  </a:cubicBezTo>
                  <a:cubicBezTo>
                    <a:pt x="534" y="301"/>
                    <a:pt x="467" y="167"/>
                    <a:pt x="334" y="67"/>
                  </a:cubicBezTo>
                  <a:cubicBezTo>
                    <a:pt x="300" y="34"/>
                    <a:pt x="267" y="34"/>
                    <a:pt x="2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58"/>
            <p:cNvSpPr/>
            <p:nvPr/>
          </p:nvSpPr>
          <p:spPr>
            <a:xfrm>
              <a:off x="7006606" y="2663115"/>
              <a:ext cx="37" cy="37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58"/>
            <p:cNvSpPr/>
            <p:nvPr/>
          </p:nvSpPr>
          <p:spPr>
            <a:xfrm>
              <a:off x="6725488" y="2411443"/>
              <a:ext cx="23334" cy="42988"/>
            </a:xfrm>
            <a:custGeom>
              <a:avLst/>
              <a:gdLst/>
              <a:ahLst/>
              <a:cxnLst/>
              <a:rect l="l" t="t" r="r" b="b"/>
              <a:pathLst>
                <a:path w="634" h="1168" extrusionOk="0">
                  <a:moveTo>
                    <a:pt x="300" y="0"/>
                  </a:moveTo>
                  <a:cubicBezTo>
                    <a:pt x="234" y="67"/>
                    <a:pt x="167" y="134"/>
                    <a:pt x="134" y="200"/>
                  </a:cubicBezTo>
                  <a:lnTo>
                    <a:pt x="0" y="334"/>
                  </a:lnTo>
                  <a:cubicBezTo>
                    <a:pt x="200" y="601"/>
                    <a:pt x="400" y="901"/>
                    <a:pt x="634" y="1168"/>
                  </a:cubicBezTo>
                  <a:cubicBezTo>
                    <a:pt x="601" y="1034"/>
                    <a:pt x="567" y="934"/>
                    <a:pt x="567" y="801"/>
                  </a:cubicBezTo>
                  <a:cubicBezTo>
                    <a:pt x="534" y="734"/>
                    <a:pt x="534" y="634"/>
                    <a:pt x="500" y="567"/>
                  </a:cubicBezTo>
                  <a:cubicBezTo>
                    <a:pt x="467" y="401"/>
                    <a:pt x="434" y="267"/>
                    <a:pt x="400" y="134"/>
                  </a:cubicBezTo>
                  <a:cubicBezTo>
                    <a:pt x="367" y="100"/>
                    <a:pt x="367" y="67"/>
                    <a:pt x="334" y="34"/>
                  </a:cubicBezTo>
                  <a:cubicBezTo>
                    <a:pt x="334" y="34"/>
                    <a:pt x="334" y="34"/>
                    <a:pt x="3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58"/>
            <p:cNvSpPr/>
            <p:nvPr/>
          </p:nvSpPr>
          <p:spPr>
            <a:xfrm>
              <a:off x="7005391" y="2577175"/>
              <a:ext cx="37" cy="37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58"/>
            <p:cNvSpPr/>
            <p:nvPr/>
          </p:nvSpPr>
          <p:spPr>
            <a:xfrm>
              <a:off x="7005391" y="2577175"/>
              <a:ext cx="37" cy="37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58"/>
            <p:cNvSpPr/>
            <p:nvPr/>
          </p:nvSpPr>
          <p:spPr>
            <a:xfrm>
              <a:off x="7005391" y="2577175"/>
              <a:ext cx="37" cy="37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58"/>
            <p:cNvSpPr/>
            <p:nvPr/>
          </p:nvSpPr>
          <p:spPr>
            <a:xfrm>
              <a:off x="6829831" y="2337760"/>
              <a:ext cx="6183" cy="16010"/>
            </a:xfrm>
            <a:custGeom>
              <a:avLst/>
              <a:gdLst/>
              <a:ahLst/>
              <a:cxnLst/>
              <a:rect l="l" t="t" r="r" b="b"/>
              <a:pathLst>
                <a:path w="168" h="435" extrusionOk="0">
                  <a:moveTo>
                    <a:pt x="167" y="1"/>
                  </a:moveTo>
                  <a:cubicBezTo>
                    <a:pt x="134" y="34"/>
                    <a:pt x="134" y="68"/>
                    <a:pt x="101" y="101"/>
                  </a:cubicBezTo>
                  <a:cubicBezTo>
                    <a:pt x="67" y="201"/>
                    <a:pt x="34" y="301"/>
                    <a:pt x="0" y="434"/>
                  </a:cubicBezTo>
                  <a:cubicBezTo>
                    <a:pt x="34" y="368"/>
                    <a:pt x="67" y="334"/>
                    <a:pt x="101" y="268"/>
                  </a:cubicBezTo>
                  <a:cubicBezTo>
                    <a:pt x="134" y="201"/>
                    <a:pt x="167" y="101"/>
                    <a:pt x="167" y="34"/>
                  </a:cubicBezTo>
                  <a:lnTo>
                    <a:pt x="16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58"/>
            <p:cNvSpPr/>
            <p:nvPr/>
          </p:nvSpPr>
          <p:spPr>
            <a:xfrm>
              <a:off x="6578157" y="1904382"/>
              <a:ext cx="77364" cy="88442"/>
            </a:xfrm>
            <a:custGeom>
              <a:avLst/>
              <a:gdLst/>
              <a:ahLst/>
              <a:cxnLst/>
              <a:rect l="l" t="t" r="r" b="b"/>
              <a:pathLst>
                <a:path w="2102" h="2403" extrusionOk="0">
                  <a:moveTo>
                    <a:pt x="2102" y="1"/>
                  </a:moveTo>
                  <a:lnTo>
                    <a:pt x="2102" y="1"/>
                  </a:lnTo>
                  <a:cubicBezTo>
                    <a:pt x="2068" y="34"/>
                    <a:pt x="2002" y="34"/>
                    <a:pt x="1968" y="34"/>
                  </a:cubicBezTo>
                  <a:cubicBezTo>
                    <a:pt x="1668" y="67"/>
                    <a:pt x="1435" y="167"/>
                    <a:pt x="1201" y="268"/>
                  </a:cubicBezTo>
                  <a:cubicBezTo>
                    <a:pt x="1034" y="368"/>
                    <a:pt x="868" y="468"/>
                    <a:pt x="667" y="668"/>
                  </a:cubicBezTo>
                  <a:cubicBezTo>
                    <a:pt x="534" y="801"/>
                    <a:pt x="401" y="1001"/>
                    <a:pt x="300" y="1168"/>
                  </a:cubicBezTo>
                  <a:lnTo>
                    <a:pt x="267" y="1235"/>
                  </a:lnTo>
                  <a:cubicBezTo>
                    <a:pt x="200" y="1402"/>
                    <a:pt x="100" y="1535"/>
                    <a:pt x="67" y="1702"/>
                  </a:cubicBezTo>
                  <a:cubicBezTo>
                    <a:pt x="67" y="1769"/>
                    <a:pt x="67" y="1802"/>
                    <a:pt x="67" y="1869"/>
                  </a:cubicBezTo>
                  <a:cubicBezTo>
                    <a:pt x="34" y="1969"/>
                    <a:pt x="0" y="2102"/>
                    <a:pt x="0" y="2202"/>
                  </a:cubicBezTo>
                  <a:cubicBezTo>
                    <a:pt x="0" y="2269"/>
                    <a:pt x="0" y="2336"/>
                    <a:pt x="0" y="2402"/>
                  </a:cubicBezTo>
                  <a:cubicBezTo>
                    <a:pt x="134" y="2136"/>
                    <a:pt x="300" y="1869"/>
                    <a:pt x="501" y="1635"/>
                  </a:cubicBezTo>
                  <a:cubicBezTo>
                    <a:pt x="701" y="1368"/>
                    <a:pt x="901" y="1135"/>
                    <a:pt x="1134" y="935"/>
                  </a:cubicBezTo>
                  <a:cubicBezTo>
                    <a:pt x="1234" y="835"/>
                    <a:pt x="1335" y="768"/>
                    <a:pt x="1435" y="668"/>
                  </a:cubicBezTo>
                  <a:cubicBezTo>
                    <a:pt x="1501" y="601"/>
                    <a:pt x="1601" y="534"/>
                    <a:pt x="1668" y="468"/>
                  </a:cubicBezTo>
                  <a:cubicBezTo>
                    <a:pt x="1735" y="401"/>
                    <a:pt x="1768" y="368"/>
                    <a:pt x="1835" y="301"/>
                  </a:cubicBezTo>
                  <a:cubicBezTo>
                    <a:pt x="1868" y="268"/>
                    <a:pt x="1902" y="234"/>
                    <a:pt x="1935" y="201"/>
                  </a:cubicBezTo>
                  <a:lnTo>
                    <a:pt x="210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58"/>
            <p:cNvSpPr/>
            <p:nvPr/>
          </p:nvSpPr>
          <p:spPr>
            <a:xfrm>
              <a:off x="7026259" y="2207618"/>
              <a:ext cx="37" cy="37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58"/>
            <p:cNvSpPr/>
            <p:nvPr/>
          </p:nvSpPr>
          <p:spPr>
            <a:xfrm>
              <a:off x="7026259" y="2207618"/>
              <a:ext cx="37" cy="37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58"/>
            <p:cNvSpPr/>
            <p:nvPr/>
          </p:nvSpPr>
          <p:spPr>
            <a:xfrm>
              <a:off x="6969800" y="1545903"/>
              <a:ext cx="37" cy="37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58"/>
            <p:cNvSpPr/>
            <p:nvPr/>
          </p:nvSpPr>
          <p:spPr>
            <a:xfrm>
              <a:off x="7216542" y="1544688"/>
              <a:ext cx="37" cy="1251"/>
            </a:xfrm>
            <a:custGeom>
              <a:avLst/>
              <a:gdLst/>
              <a:ahLst/>
              <a:cxnLst/>
              <a:rect l="l" t="t" r="r" b="b"/>
              <a:pathLst>
                <a:path w="1" h="34" extrusionOk="0">
                  <a:moveTo>
                    <a:pt x="1" y="33"/>
                  </a:moveTo>
                  <a:cubicBezTo>
                    <a:pt x="1" y="33"/>
                    <a:pt x="1" y="33"/>
                    <a:pt x="1" y="33"/>
                  </a:cubicBezTo>
                  <a:cubicBezTo>
                    <a:pt x="1" y="33"/>
                    <a:pt x="1" y="33"/>
                    <a:pt x="1" y="0"/>
                  </a:cubicBezTo>
                  <a:cubicBezTo>
                    <a:pt x="1" y="33"/>
                    <a:pt x="1" y="33"/>
                    <a:pt x="1" y="3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58"/>
            <p:cNvSpPr/>
            <p:nvPr/>
          </p:nvSpPr>
          <p:spPr>
            <a:xfrm>
              <a:off x="7210432" y="1898236"/>
              <a:ext cx="37" cy="37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58"/>
            <p:cNvSpPr/>
            <p:nvPr/>
          </p:nvSpPr>
          <p:spPr>
            <a:xfrm>
              <a:off x="6985737" y="1689552"/>
              <a:ext cx="37" cy="37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58"/>
            <p:cNvSpPr/>
            <p:nvPr/>
          </p:nvSpPr>
          <p:spPr>
            <a:xfrm>
              <a:off x="6726703" y="1408400"/>
              <a:ext cx="1213019" cy="784535"/>
            </a:xfrm>
            <a:custGeom>
              <a:avLst/>
              <a:gdLst/>
              <a:ahLst/>
              <a:cxnLst/>
              <a:rect l="l" t="t" r="r" b="b"/>
              <a:pathLst>
                <a:path w="32958" h="21316" extrusionOk="0">
                  <a:moveTo>
                    <a:pt x="8540" y="5704"/>
                  </a:moveTo>
                  <a:cubicBezTo>
                    <a:pt x="8573" y="6005"/>
                    <a:pt x="8607" y="6338"/>
                    <a:pt x="8573" y="6638"/>
                  </a:cubicBezTo>
                  <a:cubicBezTo>
                    <a:pt x="8573" y="6972"/>
                    <a:pt x="8540" y="7272"/>
                    <a:pt x="8507" y="7606"/>
                  </a:cubicBezTo>
                  <a:cubicBezTo>
                    <a:pt x="8507" y="7272"/>
                    <a:pt x="8507" y="6939"/>
                    <a:pt x="8540" y="6638"/>
                  </a:cubicBezTo>
                  <a:cubicBezTo>
                    <a:pt x="8540" y="6305"/>
                    <a:pt x="8540" y="6005"/>
                    <a:pt x="8540" y="5704"/>
                  </a:cubicBezTo>
                  <a:close/>
                  <a:moveTo>
                    <a:pt x="7372" y="6038"/>
                  </a:moveTo>
                  <a:lnTo>
                    <a:pt x="7372" y="6038"/>
                  </a:lnTo>
                  <a:cubicBezTo>
                    <a:pt x="7339" y="6272"/>
                    <a:pt x="7272" y="6505"/>
                    <a:pt x="7206" y="6739"/>
                  </a:cubicBezTo>
                  <a:cubicBezTo>
                    <a:pt x="7172" y="6839"/>
                    <a:pt x="7139" y="6972"/>
                    <a:pt x="7106" y="7072"/>
                  </a:cubicBezTo>
                  <a:cubicBezTo>
                    <a:pt x="7072" y="7139"/>
                    <a:pt x="7072" y="7206"/>
                    <a:pt x="7039" y="7272"/>
                  </a:cubicBezTo>
                  <a:cubicBezTo>
                    <a:pt x="7039" y="7272"/>
                    <a:pt x="7039" y="7306"/>
                    <a:pt x="7039" y="7339"/>
                  </a:cubicBezTo>
                  <a:cubicBezTo>
                    <a:pt x="7005" y="7372"/>
                    <a:pt x="7005" y="7439"/>
                    <a:pt x="6972" y="7472"/>
                  </a:cubicBezTo>
                  <a:cubicBezTo>
                    <a:pt x="6972" y="7472"/>
                    <a:pt x="6972" y="7506"/>
                    <a:pt x="6972" y="7506"/>
                  </a:cubicBezTo>
                  <a:cubicBezTo>
                    <a:pt x="6972" y="7539"/>
                    <a:pt x="6972" y="7572"/>
                    <a:pt x="7005" y="7572"/>
                  </a:cubicBezTo>
                  <a:cubicBezTo>
                    <a:pt x="7005" y="7606"/>
                    <a:pt x="7005" y="7606"/>
                    <a:pt x="7005" y="7606"/>
                  </a:cubicBezTo>
                  <a:cubicBezTo>
                    <a:pt x="7005" y="7606"/>
                    <a:pt x="7005" y="7623"/>
                    <a:pt x="7005" y="7632"/>
                  </a:cubicBezTo>
                  <a:lnTo>
                    <a:pt x="7005" y="7632"/>
                  </a:lnTo>
                  <a:cubicBezTo>
                    <a:pt x="6993" y="7624"/>
                    <a:pt x="6981" y="7615"/>
                    <a:pt x="6972" y="7606"/>
                  </a:cubicBezTo>
                  <a:cubicBezTo>
                    <a:pt x="6972" y="7539"/>
                    <a:pt x="6939" y="7506"/>
                    <a:pt x="6972" y="7439"/>
                  </a:cubicBezTo>
                  <a:cubicBezTo>
                    <a:pt x="6972" y="7406"/>
                    <a:pt x="7005" y="7339"/>
                    <a:pt x="7005" y="7306"/>
                  </a:cubicBezTo>
                  <a:lnTo>
                    <a:pt x="7039" y="7206"/>
                  </a:lnTo>
                  <a:cubicBezTo>
                    <a:pt x="7072" y="7072"/>
                    <a:pt x="7106" y="6972"/>
                    <a:pt x="7139" y="6839"/>
                  </a:cubicBezTo>
                  <a:cubicBezTo>
                    <a:pt x="7206" y="6572"/>
                    <a:pt x="7306" y="6305"/>
                    <a:pt x="7372" y="6038"/>
                  </a:cubicBezTo>
                  <a:close/>
                  <a:moveTo>
                    <a:pt x="7039" y="7639"/>
                  </a:moveTo>
                  <a:cubicBezTo>
                    <a:pt x="7072" y="7639"/>
                    <a:pt x="7106" y="7639"/>
                    <a:pt x="7139" y="7673"/>
                  </a:cubicBezTo>
                  <a:lnTo>
                    <a:pt x="7106" y="7673"/>
                  </a:lnTo>
                  <a:cubicBezTo>
                    <a:pt x="7084" y="7673"/>
                    <a:pt x="7048" y="7658"/>
                    <a:pt x="7016" y="7639"/>
                  </a:cubicBezTo>
                  <a:close/>
                  <a:moveTo>
                    <a:pt x="24618" y="9240"/>
                  </a:moveTo>
                  <a:lnTo>
                    <a:pt x="24618" y="9240"/>
                  </a:lnTo>
                  <a:cubicBezTo>
                    <a:pt x="24585" y="9541"/>
                    <a:pt x="24551" y="9841"/>
                    <a:pt x="24485" y="10141"/>
                  </a:cubicBezTo>
                  <a:cubicBezTo>
                    <a:pt x="24418" y="10441"/>
                    <a:pt x="24351" y="10708"/>
                    <a:pt x="24284" y="10975"/>
                  </a:cubicBezTo>
                  <a:cubicBezTo>
                    <a:pt x="24318" y="10708"/>
                    <a:pt x="24351" y="10408"/>
                    <a:pt x="24418" y="10141"/>
                  </a:cubicBezTo>
                  <a:cubicBezTo>
                    <a:pt x="24451" y="9841"/>
                    <a:pt x="24518" y="9541"/>
                    <a:pt x="24618" y="9240"/>
                  </a:cubicBezTo>
                  <a:close/>
                  <a:moveTo>
                    <a:pt x="25786" y="10308"/>
                  </a:moveTo>
                  <a:cubicBezTo>
                    <a:pt x="25786" y="10541"/>
                    <a:pt x="25786" y="10775"/>
                    <a:pt x="25752" y="11008"/>
                  </a:cubicBezTo>
                  <a:cubicBezTo>
                    <a:pt x="25719" y="11242"/>
                    <a:pt x="25685" y="11442"/>
                    <a:pt x="25652" y="11642"/>
                  </a:cubicBezTo>
                  <a:cubicBezTo>
                    <a:pt x="25652" y="11409"/>
                    <a:pt x="25652" y="11208"/>
                    <a:pt x="25685" y="10975"/>
                  </a:cubicBezTo>
                  <a:cubicBezTo>
                    <a:pt x="25719" y="10741"/>
                    <a:pt x="25752" y="10541"/>
                    <a:pt x="25786" y="10308"/>
                  </a:cubicBezTo>
                  <a:close/>
                  <a:moveTo>
                    <a:pt x="2569" y="8206"/>
                  </a:moveTo>
                  <a:cubicBezTo>
                    <a:pt x="2569" y="8306"/>
                    <a:pt x="2569" y="8440"/>
                    <a:pt x="2569" y="8540"/>
                  </a:cubicBezTo>
                  <a:cubicBezTo>
                    <a:pt x="2536" y="8673"/>
                    <a:pt x="2536" y="8807"/>
                    <a:pt x="2536" y="8907"/>
                  </a:cubicBezTo>
                  <a:cubicBezTo>
                    <a:pt x="2536" y="9074"/>
                    <a:pt x="2502" y="9240"/>
                    <a:pt x="2502" y="9374"/>
                  </a:cubicBezTo>
                  <a:cubicBezTo>
                    <a:pt x="2502" y="9541"/>
                    <a:pt x="2469" y="9741"/>
                    <a:pt x="2469" y="9907"/>
                  </a:cubicBezTo>
                  <a:cubicBezTo>
                    <a:pt x="2469" y="10074"/>
                    <a:pt x="2436" y="10241"/>
                    <a:pt x="2436" y="10374"/>
                  </a:cubicBezTo>
                  <a:cubicBezTo>
                    <a:pt x="2402" y="10875"/>
                    <a:pt x="2302" y="11375"/>
                    <a:pt x="2069" y="11809"/>
                  </a:cubicBezTo>
                  <a:cubicBezTo>
                    <a:pt x="2002" y="11942"/>
                    <a:pt x="1935" y="12076"/>
                    <a:pt x="1868" y="12209"/>
                  </a:cubicBezTo>
                  <a:cubicBezTo>
                    <a:pt x="1768" y="12376"/>
                    <a:pt x="1635" y="12576"/>
                    <a:pt x="1502" y="12776"/>
                  </a:cubicBezTo>
                  <a:cubicBezTo>
                    <a:pt x="1702" y="12242"/>
                    <a:pt x="1935" y="11742"/>
                    <a:pt x="2035" y="11175"/>
                  </a:cubicBezTo>
                  <a:cubicBezTo>
                    <a:pt x="2069" y="10908"/>
                    <a:pt x="2102" y="10608"/>
                    <a:pt x="2135" y="10341"/>
                  </a:cubicBezTo>
                  <a:cubicBezTo>
                    <a:pt x="2169" y="10074"/>
                    <a:pt x="2202" y="9841"/>
                    <a:pt x="2235" y="9607"/>
                  </a:cubicBezTo>
                  <a:cubicBezTo>
                    <a:pt x="2335" y="9140"/>
                    <a:pt x="2436" y="8673"/>
                    <a:pt x="2569" y="8206"/>
                  </a:cubicBezTo>
                  <a:close/>
                  <a:moveTo>
                    <a:pt x="30556" y="11742"/>
                  </a:moveTo>
                  <a:cubicBezTo>
                    <a:pt x="30556" y="11742"/>
                    <a:pt x="30556" y="11742"/>
                    <a:pt x="30556" y="11775"/>
                  </a:cubicBezTo>
                  <a:cubicBezTo>
                    <a:pt x="30522" y="11842"/>
                    <a:pt x="30489" y="11909"/>
                    <a:pt x="30456" y="11976"/>
                  </a:cubicBezTo>
                  <a:cubicBezTo>
                    <a:pt x="30389" y="12109"/>
                    <a:pt x="30322" y="12242"/>
                    <a:pt x="30255" y="12343"/>
                  </a:cubicBezTo>
                  <a:cubicBezTo>
                    <a:pt x="30155" y="12509"/>
                    <a:pt x="30089" y="12676"/>
                    <a:pt x="29989" y="12810"/>
                  </a:cubicBezTo>
                  <a:cubicBezTo>
                    <a:pt x="30055" y="12609"/>
                    <a:pt x="30122" y="12443"/>
                    <a:pt x="30222" y="12242"/>
                  </a:cubicBezTo>
                  <a:cubicBezTo>
                    <a:pt x="30322" y="12076"/>
                    <a:pt x="30456" y="11909"/>
                    <a:pt x="30556" y="11742"/>
                  </a:cubicBezTo>
                  <a:close/>
                  <a:moveTo>
                    <a:pt x="30789" y="13910"/>
                  </a:moveTo>
                  <a:lnTo>
                    <a:pt x="30789" y="13910"/>
                  </a:lnTo>
                  <a:cubicBezTo>
                    <a:pt x="30689" y="14077"/>
                    <a:pt x="30622" y="14211"/>
                    <a:pt x="30522" y="14344"/>
                  </a:cubicBezTo>
                  <a:cubicBezTo>
                    <a:pt x="30589" y="14211"/>
                    <a:pt x="30689" y="14044"/>
                    <a:pt x="30789" y="13910"/>
                  </a:cubicBezTo>
                  <a:close/>
                  <a:moveTo>
                    <a:pt x="27687" y="12543"/>
                  </a:moveTo>
                  <a:cubicBezTo>
                    <a:pt x="27720" y="12876"/>
                    <a:pt x="27754" y="13210"/>
                    <a:pt x="27720" y="13543"/>
                  </a:cubicBezTo>
                  <a:cubicBezTo>
                    <a:pt x="27687" y="13910"/>
                    <a:pt x="27654" y="14244"/>
                    <a:pt x="27587" y="14577"/>
                  </a:cubicBezTo>
                  <a:cubicBezTo>
                    <a:pt x="27553" y="14244"/>
                    <a:pt x="27553" y="13877"/>
                    <a:pt x="27553" y="13543"/>
                  </a:cubicBezTo>
                  <a:cubicBezTo>
                    <a:pt x="27587" y="13210"/>
                    <a:pt x="27620" y="12876"/>
                    <a:pt x="27687" y="12543"/>
                  </a:cubicBezTo>
                  <a:close/>
                  <a:moveTo>
                    <a:pt x="22116" y="13944"/>
                  </a:moveTo>
                  <a:cubicBezTo>
                    <a:pt x="22083" y="14344"/>
                    <a:pt x="22050" y="14711"/>
                    <a:pt x="21949" y="15078"/>
                  </a:cubicBezTo>
                  <a:cubicBezTo>
                    <a:pt x="21883" y="15445"/>
                    <a:pt x="21749" y="15778"/>
                    <a:pt x="21649" y="16112"/>
                  </a:cubicBezTo>
                  <a:cubicBezTo>
                    <a:pt x="21683" y="15778"/>
                    <a:pt x="21716" y="15411"/>
                    <a:pt x="21816" y="15044"/>
                  </a:cubicBezTo>
                  <a:cubicBezTo>
                    <a:pt x="21849" y="14878"/>
                    <a:pt x="21916" y="14678"/>
                    <a:pt x="21949" y="14511"/>
                  </a:cubicBezTo>
                  <a:cubicBezTo>
                    <a:pt x="22016" y="14344"/>
                    <a:pt x="22050" y="14144"/>
                    <a:pt x="22116" y="13944"/>
                  </a:cubicBezTo>
                  <a:close/>
                  <a:moveTo>
                    <a:pt x="27187" y="18480"/>
                  </a:moveTo>
                  <a:cubicBezTo>
                    <a:pt x="27187" y="18647"/>
                    <a:pt x="27153" y="18847"/>
                    <a:pt x="27120" y="19014"/>
                  </a:cubicBezTo>
                  <a:cubicBezTo>
                    <a:pt x="27086" y="19214"/>
                    <a:pt x="27053" y="19381"/>
                    <a:pt x="27020" y="19548"/>
                  </a:cubicBezTo>
                  <a:lnTo>
                    <a:pt x="26986" y="19548"/>
                  </a:lnTo>
                  <a:cubicBezTo>
                    <a:pt x="27020" y="19381"/>
                    <a:pt x="27053" y="19214"/>
                    <a:pt x="27086" y="19047"/>
                  </a:cubicBezTo>
                  <a:cubicBezTo>
                    <a:pt x="27120" y="18847"/>
                    <a:pt x="27153" y="18647"/>
                    <a:pt x="27187" y="18480"/>
                  </a:cubicBezTo>
                  <a:close/>
                  <a:moveTo>
                    <a:pt x="12009" y="0"/>
                  </a:moveTo>
                  <a:cubicBezTo>
                    <a:pt x="11776" y="0"/>
                    <a:pt x="11542" y="34"/>
                    <a:pt x="11309" y="67"/>
                  </a:cubicBezTo>
                  <a:lnTo>
                    <a:pt x="11208" y="67"/>
                  </a:lnTo>
                  <a:cubicBezTo>
                    <a:pt x="11008" y="100"/>
                    <a:pt x="10842" y="134"/>
                    <a:pt x="10675" y="167"/>
                  </a:cubicBezTo>
                  <a:cubicBezTo>
                    <a:pt x="10441" y="234"/>
                    <a:pt x="10241" y="334"/>
                    <a:pt x="9974" y="434"/>
                  </a:cubicBezTo>
                  <a:cubicBezTo>
                    <a:pt x="9941" y="601"/>
                    <a:pt x="9941" y="801"/>
                    <a:pt x="9908" y="1001"/>
                  </a:cubicBezTo>
                  <a:cubicBezTo>
                    <a:pt x="9908" y="834"/>
                    <a:pt x="9941" y="634"/>
                    <a:pt x="9941" y="467"/>
                  </a:cubicBezTo>
                  <a:cubicBezTo>
                    <a:pt x="9941" y="434"/>
                    <a:pt x="9941" y="434"/>
                    <a:pt x="9941" y="434"/>
                  </a:cubicBezTo>
                  <a:cubicBezTo>
                    <a:pt x="9774" y="501"/>
                    <a:pt x="9574" y="601"/>
                    <a:pt x="9340" y="701"/>
                  </a:cubicBezTo>
                  <a:cubicBezTo>
                    <a:pt x="8607" y="1034"/>
                    <a:pt x="8006" y="1335"/>
                    <a:pt x="7472" y="1668"/>
                  </a:cubicBezTo>
                  <a:cubicBezTo>
                    <a:pt x="7239" y="1835"/>
                    <a:pt x="6972" y="2002"/>
                    <a:pt x="6739" y="2202"/>
                  </a:cubicBezTo>
                  <a:cubicBezTo>
                    <a:pt x="6739" y="2302"/>
                    <a:pt x="6739" y="2435"/>
                    <a:pt x="6739" y="2536"/>
                  </a:cubicBezTo>
                  <a:cubicBezTo>
                    <a:pt x="6739" y="2936"/>
                    <a:pt x="6672" y="3336"/>
                    <a:pt x="6605" y="3736"/>
                  </a:cubicBezTo>
                  <a:cubicBezTo>
                    <a:pt x="6572" y="3937"/>
                    <a:pt x="6538" y="4137"/>
                    <a:pt x="6538" y="4370"/>
                  </a:cubicBezTo>
                  <a:lnTo>
                    <a:pt x="6505" y="4704"/>
                  </a:lnTo>
                  <a:cubicBezTo>
                    <a:pt x="6505" y="4904"/>
                    <a:pt x="6505" y="5071"/>
                    <a:pt x="6505" y="5271"/>
                  </a:cubicBezTo>
                  <a:cubicBezTo>
                    <a:pt x="6472" y="5104"/>
                    <a:pt x="6438" y="4904"/>
                    <a:pt x="6405" y="4704"/>
                  </a:cubicBezTo>
                  <a:cubicBezTo>
                    <a:pt x="6405" y="4437"/>
                    <a:pt x="6372" y="4170"/>
                    <a:pt x="6372" y="3903"/>
                  </a:cubicBezTo>
                  <a:cubicBezTo>
                    <a:pt x="6405" y="3636"/>
                    <a:pt x="6438" y="3403"/>
                    <a:pt x="6472" y="3136"/>
                  </a:cubicBezTo>
                  <a:cubicBezTo>
                    <a:pt x="6505" y="3036"/>
                    <a:pt x="6505" y="2936"/>
                    <a:pt x="6538" y="2802"/>
                  </a:cubicBezTo>
                  <a:cubicBezTo>
                    <a:pt x="6538" y="2669"/>
                    <a:pt x="6572" y="2569"/>
                    <a:pt x="6572" y="2435"/>
                  </a:cubicBezTo>
                  <a:lnTo>
                    <a:pt x="6572" y="2302"/>
                  </a:lnTo>
                  <a:cubicBezTo>
                    <a:pt x="6538" y="2302"/>
                    <a:pt x="6538" y="2335"/>
                    <a:pt x="6505" y="2335"/>
                  </a:cubicBezTo>
                  <a:lnTo>
                    <a:pt x="6338" y="2469"/>
                  </a:lnTo>
                  <a:cubicBezTo>
                    <a:pt x="6038" y="2669"/>
                    <a:pt x="5771" y="2869"/>
                    <a:pt x="5538" y="3069"/>
                  </a:cubicBezTo>
                  <a:cubicBezTo>
                    <a:pt x="5238" y="3336"/>
                    <a:pt x="4937" y="3603"/>
                    <a:pt x="4670" y="3870"/>
                  </a:cubicBezTo>
                  <a:cubicBezTo>
                    <a:pt x="4670" y="3903"/>
                    <a:pt x="4670" y="3937"/>
                    <a:pt x="4670" y="3970"/>
                  </a:cubicBezTo>
                  <a:cubicBezTo>
                    <a:pt x="4670" y="4070"/>
                    <a:pt x="4704" y="4203"/>
                    <a:pt x="4704" y="4303"/>
                  </a:cubicBezTo>
                  <a:cubicBezTo>
                    <a:pt x="4704" y="4437"/>
                    <a:pt x="4704" y="4570"/>
                    <a:pt x="4704" y="4704"/>
                  </a:cubicBezTo>
                  <a:cubicBezTo>
                    <a:pt x="4704" y="5037"/>
                    <a:pt x="4604" y="5338"/>
                    <a:pt x="4504" y="5638"/>
                  </a:cubicBezTo>
                  <a:cubicBezTo>
                    <a:pt x="4437" y="5871"/>
                    <a:pt x="4337" y="6071"/>
                    <a:pt x="4270" y="6272"/>
                  </a:cubicBezTo>
                  <a:cubicBezTo>
                    <a:pt x="4304" y="6071"/>
                    <a:pt x="4337" y="5871"/>
                    <a:pt x="4404" y="5671"/>
                  </a:cubicBezTo>
                  <a:cubicBezTo>
                    <a:pt x="4404" y="5604"/>
                    <a:pt x="4404" y="5538"/>
                    <a:pt x="4437" y="5438"/>
                  </a:cubicBezTo>
                  <a:lnTo>
                    <a:pt x="4437" y="5471"/>
                  </a:lnTo>
                  <a:cubicBezTo>
                    <a:pt x="4470" y="5304"/>
                    <a:pt x="4470" y="5171"/>
                    <a:pt x="4504" y="5037"/>
                  </a:cubicBezTo>
                  <a:cubicBezTo>
                    <a:pt x="4570" y="4704"/>
                    <a:pt x="4570" y="4370"/>
                    <a:pt x="4570" y="4037"/>
                  </a:cubicBezTo>
                  <a:cubicBezTo>
                    <a:pt x="4570" y="4003"/>
                    <a:pt x="4570" y="4003"/>
                    <a:pt x="4570" y="3970"/>
                  </a:cubicBezTo>
                  <a:cubicBezTo>
                    <a:pt x="4404" y="4170"/>
                    <a:pt x="4237" y="4337"/>
                    <a:pt x="4070" y="4537"/>
                  </a:cubicBezTo>
                  <a:cubicBezTo>
                    <a:pt x="3570" y="5071"/>
                    <a:pt x="3136" y="5504"/>
                    <a:pt x="2669" y="5871"/>
                  </a:cubicBezTo>
                  <a:cubicBezTo>
                    <a:pt x="2402" y="6105"/>
                    <a:pt x="2102" y="6338"/>
                    <a:pt x="1802" y="6538"/>
                  </a:cubicBezTo>
                  <a:cubicBezTo>
                    <a:pt x="1635" y="6672"/>
                    <a:pt x="1468" y="6805"/>
                    <a:pt x="1301" y="6905"/>
                  </a:cubicBezTo>
                  <a:cubicBezTo>
                    <a:pt x="1301" y="7005"/>
                    <a:pt x="1301" y="7072"/>
                    <a:pt x="1301" y="7139"/>
                  </a:cubicBezTo>
                  <a:cubicBezTo>
                    <a:pt x="1268" y="7239"/>
                    <a:pt x="1268" y="7339"/>
                    <a:pt x="1268" y="7406"/>
                  </a:cubicBezTo>
                  <a:cubicBezTo>
                    <a:pt x="1268" y="7506"/>
                    <a:pt x="1268" y="7606"/>
                    <a:pt x="1268" y="7706"/>
                  </a:cubicBezTo>
                  <a:cubicBezTo>
                    <a:pt x="1268" y="7773"/>
                    <a:pt x="1301" y="7806"/>
                    <a:pt x="1301" y="7839"/>
                  </a:cubicBezTo>
                  <a:cubicBezTo>
                    <a:pt x="1301" y="7906"/>
                    <a:pt x="1301" y="7973"/>
                    <a:pt x="1301" y="8039"/>
                  </a:cubicBezTo>
                  <a:cubicBezTo>
                    <a:pt x="1301" y="8173"/>
                    <a:pt x="1268" y="8340"/>
                    <a:pt x="1268" y="8506"/>
                  </a:cubicBezTo>
                  <a:lnTo>
                    <a:pt x="1235" y="8740"/>
                  </a:lnTo>
                  <a:cubicBezTo>
                    <a:pt x="1201" y="8907"/>
                    <a:pt x="1168" y="9074"/>
                    <a:pt x="1135" y="9274"/>
                  </a:cubicBezTo>
                  <a:cubicBezTo>
                    <a:pt x="1135" y="9440"/>
                    <a:pt x="1068" y="9607"/>
                    <a:pt x="1035" y="9741"/>
                  </a:cubicBezTo>
                  <a:cubicBezTo>
                    <a:pt x="1001" y="9841"/>
                    <a:pt x="1001" y="9941"/>
                    <a:pt x="968" y="10008"/>
                  </a:cubicBezTo>
                  <a:cubicBezTo>
                    <a:pt x="934" y="10108"/>
                    <a:pt x="934" y="10174"/>
                    <a:pt x="901" y="10274"/>
                  </a:cubicBezTo>
                  <a:cubicBezTo>
                    <a:pt x="868" y="10374"/>
                    <a:pt x="834" y="10441"/>
                    <a:pt x="801" y="10541"/>
                  </a:cubicBezTo>
                  <a:cubicBezTo>
                    <a:pt x="768" y="10608"/>
                    <a:pt x="768" y="10708"/>
                    <a:pt x="734" y="10775"/>
                  </a:cubicBezTo>
                  <a:cubicBezTo>
                    <a:pt x="634" y="10942"/>
                    <a:pt x="568" y="11108"/>
                    <a:pt x="501" y="11275"/>
                  </a:cubicBezTo>
                  <a:cubicBezTo>
                    <a:pt x="401" y="11442"/>
                    <a:pt x="334" y="11575"/>
                    <a:pt x="234" y="11742"/>
                  </a:cubicBezTo>
                  <a:cubicBezTo>
                    <a:pt x="201" y="11809"/>
                    <a:pt x="167" y="11876"/>
                    <a:pt x="101" y="11976"/>
                  </a:cubicBezTo>
                  <a:cubicBezTo>
                    <a:pt x="67" y="12009"/>
                    <a:pt x="34" y="12076"/>
                    <a:pt x="0" y="12109"/>
                  </a:cubicBezTo>
                  <a:cubicBezTo>
                    <a:pt x="201" y="12309"/>
                    <a:pt x="401" y="12476"/>
                    <a:pt x="668" y="12643"/>
                  </a:cubicBezTo>
                  <a:cubicBezTo>
                    <a:pt x="1101" y="12910"/>
                    <a:pt x="1568" y="13110"/>
                    <a:pt x="1935" y="13243"/>
                  </a:cubicBezTo>
                  <a:cubicBezTo>
                    <a:pt x="2169" y="13310"/>
                    <a:pt x="2369" y="13377"/>
                    <a:pt x="2536" y="13410"/>
                  </a:cubicBezTo>
                  <a:cubicBezTo>
                    <a:pt x="2969" y="13510"/>
                    <a:pt x="3336" y="13610"/>
                    <a:pt x="3703" y="13643"/>
                  </a:cubicBezTo>
                  <a:cubicBezTo>
                    <a:pt x="3770" y="13677"/>
                    <a:pt x="3837" y="13677"/>
                    <a:pt x="3903" y="13677"/>
                  </a:cubicBezTo>
                  <a:cubicBezTo>
                    <a:pt x="3937" y="13410"/>
                    <a:pt x="4037" y="13176"/>
                    <a:pt x="4137" y="12910"/>
                  </a:cubicBezTo>
                  <a:cubicBezTo>
                    <a:pt x="4170" y="12776"/>
                    <a:pt x="4237" y="12643"/>
                    <a:pt x="4337" y="12543"/>
                  </a:cubicBezTo>
                  <a:cubicBezTo>
                    <a:pt x="4437" y="12409"/>
                    <a:pt x="4537" y="12309"/>
                    <a:pt x="4637" y="12209"/>
                  </a:cubicBezTo>
                  <a:cubicBezTo>
                    <a:pt x="4804" y="12076"/>
                    <a:pt x="4971" y="11976"/>
                    <a:pt x="5137" y="11876"/>
                  </a:cubicBezTo>
                  <a:cubicBezTo>
                    <a:pt x="5238" y="11809"/>
                    <a:pt x="5338" y="11742"/>
                    <a:pt x="5438" y="11675"/>
                  </a:cubicBezTo>
                  <a:lnTo>
                    <a:pt x="5438" y="11675"/>
                  </a:lnTo>
                  <a:cubicBezTo>
                    <a:pt x="5338" y="11775"/>
                    <a:pt x="5204" y="11876"/>
                    <a:pt x="5104" y="11976"/>
                  </a:cubicBezTo>
                  <a:lnTo>
                    <a:pt x="4904" y="12176"/>
                  </a:lnTo>
                  <a:cubicBezTo>
                    <a:pt x="4771" y="12276"/>
                    <a:pt x="4670" y="12409"/>
                    <a:pt x="4570" y="12543"/>
                  </a:cubicBezTo>
                  <a:cubicBezTo>
                    <a:pt x="4370" y="12776"/>
                    <a:pt x="4203" y="13076"/>
                    <a:pt x="4070" y="13343"/>
                  </a:cubicBezTo>
                  <a:cubicBezTo>
                    <a:pt x="4070" y="13343"/>
                    <a:pt x="4070" y="13343"/>
                    <a:pt x="4070" y="13377"/>
                  </a:cubicBezTo>
                  <a:cubicBezTo>
                    <a:pt x="4037" y="13477"/>
                    <a:pt x="3970" y="13577"/>
                    <a:pt x="3937" y="13710"/>
                  </a:cubicBezTo>
                  <a:cubicBezTo>
                    <a:pt x="4837" y="13844"/>
                    <a:pt x="5738" y="13910"/>
                    <a:pt x="6639" y="14010"/>
                  </a:cubicBezTo>
                  <a:cubicBezTo>
                    <a:pt x="6772" y="14010"/>
                    <a:pt x="6905" y="14044"/>
                    <a:pt x="7039" y="14044"/>
                  </a:cubicBezTo>
                  <a:cubicBezTo>
                    <a:pt x="7072" y="13910"/>
                    <a:pt x="7106" y="13744"/>
                    <a:pt x="7139" y="13577"/>
                  </a:cubicBezTo>
                  <a:cubicBezTo>
                    <a:pt x="7139" y="13510"/>
                    <a:pt x="7139" y="13410"/>
                    <a:pt x="7172" y="13310"/>
                  </a:cubicBezTo>
                  <a:cubicBezTo>
                    <a:pt x="7206" y="13176"/>
                    <a:pt x="7206" y="13010"/>
                    <a:pt x="7239" y="12843"/>
                  </a:cubicBezTo>
                  <a:cubicBezTo>
                    <a:pt x="7272" y="12676"/>
                    <a:pt x="7306" y="12476"/>
                    <a:pt x="7339" y="12309"/>
                  </a:cubicBezTo>
                  <a:cubicBezTo>
                    <a:pt x="7372" y="12242"/>
                    <a:pt x="7406" y="12176"/>
                    <a:pt x="7406" y="12076"/>
                  </a:cubicBezTo>
                  <a:cubicBezTo>
                    <a:pt x="7439" y="12042"/>
                    <a:pt x="7472" y="11976"/>
                    <a:pt x="7472" y="11909"/>
                  </a:cubicBezTo>
                  <a:cubicBezTo>
                    <a:pt x="7573" y="11742"/>
                    <a:pt x="7639" y="11575"/>
                    <a:pt x="7706" y="11409"/>
                  </a:cubicBezTo>
                  <a:cubicBezTo>
                    <a:pt x="7773" y="11375"/>
                    <a:pt x="7806" y="11275"/>
                    <a:pt x="7839" y="11242"/>
                  </a:cubicBezTo>
                  <a:cubicBezTo>
                    <a:pt x="7873" y="11142"/>
                    <a:pt x="7939" y="11075"/>
                    <a:pt x="8006" y="10975"/>
                  </a:cubicBezTo>
                  <a:cubicBezTo>
                    <a:pt x="8040" y="10942"/>
                    <a:pt x="8106" y="10875"/>
                    <a:pt x="8140" y="10808"/>
                  </a:cubicBezTo>
                  <a:cubicBezTo>
                    <a:pt x="8173" y="10775"/>
                    <a:pt x="8240" y="10708"/>
                    <a:pt x="8273" y="10641"/>
                  </a:cubicBezTo>
                  <a:cubicBezTo>
                    <a:pt x="8406" y="10508"/>
                    <a:pt x="8540" y="10408"/>
                    <a:pt x="8673" y="10274"/>
                  </a:cubicBezTo>
                  <a:cubicBezTo>
                    <a:pt x="8773" y="10141"/>
                    <a:pt x="8907" y="10041"/>
                    <a:pt x="9040" y="9941"/>
                  </a:cubicBezTo>
                  <a:lnTo>
                    <a:pt x="9040" y="9941"/>
                  </a:lnTo>
                  <a:cubicBezTo>
                    <a:pt x="8840" y="10174"/>
                    <a:pt x="8673" y="10441"/>
                    <a:pt x="8507" y="10675"/>
                  </a:cubicBezTo>
                  <a:cubicBezTo>
                    <a:pt x="8440" y="10808"/>
                    <a:pt x="8340" y="10942"/>
                    <a:pt x="8273" y="11075"/>
                  </a:cubicBezTo>
                  <a:cubicBezTo>
                    <a:pt x="8206" y="11175"/>
                    <a:pt x="8173" y="11308"/>
                    <a:pt x="8106" y="11409"/>
                  </a:cubicBezTo>
                  <a:cubicBezTo>
                    <a:pt x="8040" y="11542"/>
                    <a:pt x="7973" y="11642"/>
                    <a:pt x="7939" y="11775"/>
                  </a:cubicBezTo>
                  <a:cubicBezTo>
                    <a:pt x="7906" y="11909"/>
                    <a:pt x="7839" y="12042"/>
                    <a:pt x="7773" y="12176"/>
                  </a:cubicBezTo>
                  <a:cubicBezTo>
                    <a:pt x="7773" y="12242"/>
                    <a:pt x="7739" y="12343"/>
                    <a:pt x="7706" y="12409"/>
                  </a:cubicBezTo>
                  <a:cubicBezTo>
                    <a:pt x="7706" y="12476"/>
                    <a:pt x="7673" y="12576"/>
                    <a:pt x="7639" y="12643"/>
                  </a:cubicBezTo>
                  <a:cubicBezTo>
                    <a:pt x="7606" y="12743"/>
                    <a:pt x="7573" y="12876"/>
                    <a:pt x="7539" y="13010"/>
                  </a:cubicBezTo>
                  <a:cubicBezTo>
                    <a:pt x="7472" y="13277"/>
                    <a:pt x="7372" y="13577"/>
                    <a:pt x="7272" y="13844"/>
                  </a:cubicBezTo>
                  <a:cubicBezTo>
                    <a:pt x="7239" y="13944"/>
                    <a:pt x="7206" y="14010"/>
                    <a:pt x="7172" y="14077"/>
                  </a:cubicBezTo>
                  <a:cubicBezTo>
                    <a:pt x="7406" y="14110"/>
                    <a:pt x="7639" y="14110"/>
                    <a:pt x="7873" y="14144"/>
                  </a:cubicBezTo>
                  <a:cubicBezTo>
                    <a:pt x="8406" y="14211"/>
                    <a:pt x="8940" y="14277"/>
                    <a:pt x="9474" y="14311"/>
                  </a:cubicBezTo>
                  <a:cubicBezTo>
                    <a:pt x="9474" y="14177"/>
                    <a:pt x="9474" y="14044"/>
                    <a:pt x="9441" y="13910"/>
                  </a:cubicBezTo>
                  <a:cubicBezTo>
                    <a:pt x="9441" y="13710"/>
                    <a:pt x="9407" y="13543"/>
                    <a:pt x="9407" y="13343"/>
                  </a:cubicBezTo>
                  <a:cubicBezTo>
                    <a:pt x="9407" y="13176"/>
                    <a:pt x="9407" y="12976"/>
                    <a:pt x="9441" y="12810"/>
                  </a:cubicBezTo>
                  <a:cubicBezTo>
                    <a:pt x="9474" y="12643"/>
                    <a:pt x="9541" y="12443"/>
                    <a:pt x="9607" y="12276"/>
                  </a:cubicBezTo>
                  <a:cubicBezTo>
                    <a:pt x="9707" y="12142"/>
                    <a:pt x="9807" y="11976"/>
                    <a:pt x="9908" y="11842"/>
                  </a:cubicBezTo>
                  <a:cubicBezTo>
                    <a:pt x="10141" y="11542"/>
                    <a:pt x="10408" y="11275"/>
                    <a:pt x="10675" y="11008"/>
                  </a:cubicBezTo>
                  <a:lnTo>
                    <a:pt x="10675" y="11008"/>
                  </a:lnTo>
                  <a:cubicBezTo>
                    <a:pt x="10575" y="11175"/>
                    <a:pt x="10475" y="11342"/>
                    <a:pt x="10375" y="11509"/>
                  </a:cubicBezTo>
                  <a:cubicBezTo>
                    <a:pt x="10208" y="11809"/>
                    <a:pt x="10008" y="12109"/>
                    <a:pt x="9841" y="12409"/>
                  </a:cubicBezTo>
                  <a:cubicBezTo>
                    <a:pt x="9774" y="12609"/>
                    <a:pt x="9707" y="12810"/>
                    <a:pt x="9674" y="12976"/>
                  </a:cubicBezTo>
                  <a:cubicBezTo>
                    <a:pt x="9641" y="13210"/>
                    <a:pt x="9641" y="13443"/>
                    <a:pt x="9641" y="13677"/>
                  </a:cubicBezTo>
                  <a:cubicBezTo>
                    <a:pt x="9641" y="13810"/>
                    <a:pt x="9607" y="13910"/>
                    <a:pt x="9607" y="14044"/>
                  </a:cubicBezTo>
                  <a:cubicBezTo>
                    <a:pt x="9607" y="14144"/>
                    <a:pt x="9574" y="14244"/>
                    <a:pt x="9574" y="14344"/>
                  </a:cubicBezTo>
                  <a:cubicBezTo>
                    <a:pt x="10274" y="14411"/>
                    <a:pt x="11008" y="14477"/>
                    <a:pt x="11709" y="14577"/>
                  </a:cubicBezTo>
                  <a:cubicBezTo>
                    <a:pt x="11709" y="14444"/>
                    <a:pt x="11675" y="14277"/>
                    <a:pt x="11675" y="14144"/>
                  </a:cubicBezTo>
                  <a:cubicBezTo>
                    <a:pt x="11642" y="13744"/>
                    <a:pt x="11642" y="13377"/>
                    <a:pt x="11609" y="13010"/>
                  </a:cubicBezTo>
                  <a:cubicBezTo>
                    <a:pt x="11575" y="12776"/>
                    <a:pt x="11542" y="12576"/>
                    <a:pt x="11509" y="12343"/>
                  </a:cubicBezTo>
                  <a:cubicBezTo>
                    <a:pt x="11509" y="12109"/>
                    <a:pt x="11475" y="11909"/>
                    <a:pt x="11542" y="11675"/>
                  </a:cubicBezTo>
                  <a:cubicBezTo>
                    <a:pt x="11642" y="11475"/>
                    <a:pt x="11742" y="11308"/>
                    <a:pt x="11842" y="11142"/>
                  </a:cubicBezTo>
                  <a:cubicBezTo>
                    <a:pt x="11942" y="10942"/>
                    <a:pt x="12042" y="10775"/>
                    <a:pt x="12142" y="10575"/>
                  </a:cubicBezTo>
                  <a:cubicBezTo>
                    <a:pt x="12276" y="10341"/>
                    <a:pt x="12409" y="10141"/>
                    <a:pt x="12543" y="9907"/>
                  </a:cubicBezTo>
                  <a:lnTo>
                    <a:pt x="12543" y="9907"/>
                  </a:lnTo>
                  <a:cubicBezTo>
                    <a:pt x="12409" y="10208"/>
                    <a:pt x="12309" y="10508"/>
                    <a:pt x="12209" y="10808"/>
                  </a:cubicBezTo>
                  <a:cubicBezTo>
                    <a:pt x="12176" y="10908"/>
                    <a:pt x="12109" y="11042"/>
                    <a:pt x="12042" y="11175"/>
                  </a:cubicBezTo>
                  <a:cubicBezTo>
                    <a:pt x="11976" y="11375"/>
                    <a:pt x="11876" y="11575"/>
                    <a:pt x="11842" y="11775"/>
                  </a:cubicBezTo>
                  <a:cubicBezTo>
                    <a:pt x="11809" y="11876"/>
                    <a:pt x="11809" y="11976"/>
                    <a:pt x="11809" y="12076"/>
                  </a:cubicBezTo>
                  <a:cubicBezTo>
                    <a:pt x="11842" y="12242"/>
                    <a:pt x="11842" y="12376"/>
                    <a:pt x="11876" y="12509"/>
                  </a:cubicBezTo>
                  <a:cubicBezTo>
                    <a:pt x="11909" y="12643"/>
                    <a:pt x="11909" y="12776"/>
                    <a:pt x="11942" y="12910"/>
                  </a:cubicBezTo>
                  <a:cubicBezTo>
                    <a:pt x="11942" y="13176"/>
                    <a:pt x="11942" y="13443"/>
                    <a:pt x="11942" y="13710"/>
                  </a:cubicBezTo>
                  <a:cubicBezTo>
                    <a:pt x="11909" y="13977"/>
                    <a:pt x="11876" y="14244"/>
                    <a:pt x="11842" y="14511"/>
                  </a:cubicBezTo>
                  <a:cubicBezTo>
                    <a:pt x="11842" y="14544"/>
                    <a:pt x="11842" y="14544"/>
                    <a:pt x="11842" y="14577"/>
                  </a:cubicBezTo>
                  <a:cubicBezTo>
                    <a:pt x="11909" y="14577"/>
                    <a:pt x="11976" y="14611"/>
                    <a:pt x="12042" y="14611"/>
                  </a:cubicBezTo>
                  <a:cubicBezTo>
                    <a:pt x="12443" y="14644"/>
                    <a:pt x="12843" y="14711"/>
                    <a:pt x="13243" y="14778"/>
                  </a:cubicBezTo>
                  <a:cubicBezTo>
                    <a:pt x="13177" y="14444"/>
                    <a:pt x="13110" y="14144"/>
                    <a:pt x="13076" y="13810"/>
                  </a:cubicBezTo>
                  <a:cubicBezTo>
                    <a:pt x="13043" y="13677"/>
                    <a:pt x="13043" y="13510"/>
                    <a:pt x="13043" y="13343"/>
                  </a:cubicBezTo>
                  <a:cubicBezTo>
                    <a:pt x="13076" y="13176"/>
                    <a:pt x="13110" y="13010"/>
                    <a:pt x="13143" y="12876"/>
                  </a:cubicBezTo>
                  <a:cubicBezTo>
                    <a:pt x="13143" y="13010"/>
                    <a:pt x="13143" y="13176"/>
                    <a:pt x="13143" y="13310"/>
                  </a:cubicBezTo>
                  <a:cubicBezTo>
                    <a:pt x="13177" y="13443"/>
                    <a:pt x="13177" y="13577"/>
                    <a:pt x="13210" y="13710"/>
                  </a:cubicBezTo>
                  <a:cubicBezTo>
                    <a:pt x="13210" y="13810"/>
                    <a:pt x="13243" y="13910"/>
                    <a:pt x="13243" y="14010"/>
                  </a:cubicBezTo>
                  <a:cubicBezTo>
                    <a:pt x="13277" y="14277"/>
                    <a:pt x="13277" y="14511"/>
                    <a:pt x="13277" y="14778"/>
                  </a:cubicBezTo>
                  <a:cubicBezTo>
                    <a:pt x="14010" y="14878"/>
                    <a:pt x="14711" y="14978"/>
                    <a:pt x="15411" y="15078"/>
                  </a:cubicBezTo>
                  <a:cubicBezTo>
                    <a:pt x="15378" y="14811"/>
                    <a:pt x="15278" y="14544"/>
                    <a:pt x="15211" y="14277"/>
                  </a:cubicBezTo>
                  <a:cubicBezTo>
                    <a:pt x="15145" y="14044"/>
                    <a:pt x="15111" y="13810"/>
                    <a:pt x="15078" y="13610"/>
                  </a:cubicBezTo>
                  <a:cubicBezTo>
                    <a:pt x="15078" y="13510"/>
                    <a:pt x="15078" y="13443"/>
                    <a:pt x="15045" y="13377"/>
                  </a:cubicBezTo>
                  <a:cubicBezTo>
                    <a:pt x="15045" y="13310"/>
                    <a:pt x="15045" y="13277"/>
                    <a:pt x="15045" y="13210"/>
                  </a:cubicBezTo>
                  <a:cubicBezTo>
                    <a:pt x="15045" y="13076"/>
                    <a:pt x="15045" y="12943"/>
                    <a:pt x="15045" y="12810"/>
                  </a:cubicBezTo>
                  <a:cubicBezTo>
                    <a:pt x="15078" y="12576"/>
                    <a:pt x="15111" y="12309"/>
                    <a:pt x="15211" y="12076"/>
                  </a:cubicBezTo>
                  <a:cubicBezTo>
                    <a:pt x="15278" y="11876"/>
                    <a:pt x="15378" y="11709"/>
                    <a:pt x="15478" y="11542"/>
                  </a:cubicBezTo>
                  <a:lnTo>
                    <a:pt x="15478" y="11575"/>
                  </a:lnTo>
                  <a:cubicBezTo>
                    <a:pt x="15411" y="11742"/>
                    <a:pt x="15345" y="11976"/>
                    <a:pt x="15311" y="12176"/>
                  </a:cubicBezTo>
                  <a:cubicBezTo>
                    <a:pt x="15278" y="12409"/>
                    <a:pt x="15278" y="12643"/>
                    <a:pt x="15278" y="12876"/>
                  </a:cubicBezTo>
                  <a:cubicBezTo>
                    <a:pt x="15278" y="12976"/>
                    <a:pt x="15278" y="13110"/>
                    <a:pt x="15311" y="13210"/>
                  </a:cubicBezTo>
                  <a:cubicBezTo>
                    <a:pt x="15311" y="13343"/>
                    <a:pt x="15311" y="13477"/>
                    <a:pt x="15345" y="13610"/>
                  </a:cubicBezTo>
                  <a:cubicBezTo>
                    <a:pt x="15345" y="13744"/>
                    <a:pt x="15345" y="13844"/>
                    <a:pt x="15378" y="13977"/>
                  </a:cubicBezTo>
                  <a:cubicBezTo>
                    <a:pt x="15411" y="14144"/>
                    <a:pt x="15411" y="14277"/>
                    <a:pt x="15445" y="14411"/>
                  </a:cubicBezTo>
                  <a:cubicBezTo>
                    <a:pt x="15478" y="14544"/>
                    <a:pt x="15478" y="14678"/>
                    <a:pt x="15512" y="14811"/>
                  </a:cubicBezTo>
                  <a:cubicBezTo>
                    <a:pt x="15512" y="14911"/>
                    <a:pt x="15512" y="15011"/>
                    <a:pt x="15512" y="15111"/>
                  </a:cubicBezTo>
                  <a:lnTo>
                    <a:pt x="15645" y="15111"/>
                  </a:lnTo>
                  <a:lnTo>
                    <a:pt x="16279" y="15211"/>
                  </a:lnTo>
                  <a:cubicBezTo>
                    <a:pt x="16412" y="15245"/>
                    <a:pt x="16512" y="15245"/>
                    <a:pt x="16646" y="15278"/>
                  </a:cubicBezTo>
                  <a:cubicBezTo>
                    <a:pt x="16646" y="15211"/>
                    <a:pt x="16646" y="15145"/>
                    <a:pt x="16679" y="15078"/>
                  </a:cubicBezTo>
                  <a:cubicBezTo>
                    <a:pt x="16679" y="15011"/>
                    <a:pt x="16679" y="14911"/>
                    <a:pt x="16679" y="14844"/>
                  </a:cubicBezTo>
                  <a:cubicBezTo>
                    <a:pt x="16712" y="14678"/>
                    <a:pt x="16679" y="14544"/>
                    <a:pt x="16679" y="14377"/>
                  </a:cubicBezTo>
                  <a:cubicBezTo>
                    <a:pt x="16679" y="14344"/>
                    <a:pt x="16679" y="14277"/>
                    <a:pt x="16679" y="14244"/>
                  </a:cubicBezTo>
                  <a:cubicBezTo>
                    <a:pt x="16646" y="14110"/>
                    <a:pt x="16646" y="14010"/>
                    <a:pt x="16612" y="13877"/>
                  </a:cubicBezTo>
                  <a:cubicBezTo>
                    <a:pt x="16579" y="13744"/>
                    <a:pt x="16546" y="13643"/>
                    <a:pt x="16512" y="13510"/>
                  </a:cubicBezTo>
                  <a:cubicBezTo>
                    <a:pt x="16412" y="13277"/>
                    <a:pt x="16345" y="13043"/>
                    <a:pt x="16279" y="12810"/>
                  </a:cubicBezTo>
                  <a:cubicBezTo>
                    <a:pt x="16179" y="12276"/>
                    <a:pt x="16079" y="11742"/>
                    <a:pt x="16112" y="11242"/>
                  </a:cubicBezTo>
                  <a:cubicBezTo>
                    <a:pt x="16145" y="10975"/>
                    <a:pt x="16179" y="10675"/>
                    <a:pt x="16245" y="10408"/>
                  </a:cubicBezTo>
                  <a:cubicBezTo>
                    <a:pt x="16312" y="10174"/>
                    <a:pt x="16379" y="9941"/>
                    <a:pt x="16479" y="9674"/>
                  </a:cubicBezTo>
                  <a:cubicBezTo>
                    <a:pt x="16579" y="9440"/>
                    <a:pt x="16679" y="9207"/>
                    <a:pt x="16779" y="9007"/>
                  </a:cubicBezTo>
                  <a:cubicBezTo>
                    <a:pt x="16846" y="8873"/>
                    <a:pt x="16913" y="8773"/>
                    <a:pt x="16946" y="8640"/>
                  </a:cubicBezTo>
                  <a:cubicBezTo>
                    <a:pt x="17046" y="8506"/>
                    <a:pt x="17113" y="8373"/>
                    <a:pt x="17246" y="8273"/>
                  </a:cubicBezTo>
                  <a:cubicBezTo>
                    <a:pt x="17346" y="8173"/>
                    <a:pt x="17480" y="8106"/>
                    <a:pt x="17580" y="8039"/>
                  </a:cubicBezTo>
                  <a:cubicBezTo>
                    <a:pt x="17580" y="8039"/>
                    <a:pt x="17580" y="8039"/>
                    <a:pt x="17580" y="8073"/>
                  </a:cubicBezTo>
                  <a:cubicBezTo>
                    <a:pt x="17480" y="8140"/>
                    <a:pt x="17413" y="8206"/>
                    <a:pt x="17313" y="8306"/>
                  </a:cubicBezTo>
                  <a:cubicBezTo>
                    <a:pt x="17279" y="8373"/>
                    <a:pt x="17246" y="8406"/>
                    <a:pt x="17213" y="8473"/>
                  </a:cubicBezTo>
                  <a:cubicBezTo>
                    <a:pt x="17113" y="8673"/>
                    <a:pt x="17046" y="8873"/>
                    <a:pt x="17013" y="9107"/>
                  </a:cubicBezTo>
                  <a:cubicBezTo>
                    <a:pt x="16946" y="9240"/>
                    <a:pt x="16913" y="9374"/>
                    <a:pt x="16879" y="9507"/>
                  </a:cubicBezTo>
                  <a:cubicBezTo>
                    <a:pt x="16846" y="9674"/>
                    <a:pt x="16779" y="9807"/>
                    <a:pt x="16746" y="9974"/>
                  </a:cubicBezTo>
                  <a:cubicBezTo>
                    <a:pt x="16746" y="10108"/>
                    <a:pt x="16712" y="10274"/>
                    <a:pt x="16679" y="10408"/>
                  </a:cubicBezTo>
                  <a:cubicBezTo>
                    <a:pt x="16646" y="10541"/>
                    <a:pt x="16646" y="10641"/>
                    <a:pt x="16612" y="10775"/>
                  </a:cubicBezTo>
                  <a:cubicBezTo>
                    <a:pt x="16612" y="10808"/>
                    <a:pt x="16612" y="10875"/>
                    <a:pt x="16612" y="10908"/>
                  </a:cubicBezTo>
                  <a:cubicBezTo>
                    <a:pt x="16612" y="10975"/>
                    <a:pt x="16612" y="11042"/>
                    <a:pt x="16612" y="11108"/>
                  </a:cubicBezTo>
                  <a:cubicBezTo>
                    <a:pt x="16612" y="11242"/>
                    <a:pt x="16612" y="11375"/>
                    <a:pt x="16612" y="11475"/>
                  </a:cubicBezTo>
                  <a:cubicBezTo>
                    <a:pt x="16612" y="11609"/>
                    <a:pt x="16612" y="11709"/>
                    <a:pt x="16612" y="11842"/>
                  </a:cubicBezTo>
                  <a:cubicBezTo>
                    <a:pt x="16646" y="11976"/>
                    <a:pt x="16646" y="12109"/>
                    <a:pt x="16679" y="12209"/>
                  </a:cubicBezTo>
                  <a:cubicBezTo>
                    <a:pt x="16679" y="12376"/>
                    <a:pt x="16712" y="12543"/>
                    <a:pt x="16746" y="12676"/>
                  </a:cubicBezTo>
                  <a:cubicBezTo>
                    <a:pt x="16746" y="12843"/>
                    <a:pt x="16779" y="13010"/>
                    <a:pt x="16812" y="13176"/>
                  </a:cubicBezTo>
                  <a:cubicBezTo>
                    <a:pt x="16846" y="13310"/>
                    <a:pt x="16879" y="13477"/>
                    <a:pt x="16913" y="13610"/>
                  </a:cubicBezTo>
                  <a:cubicBezTo>
                    <a:pt x="16946" y="13877"/>
                    <a:pt x="16946" y="14110"/>
                    <a:pt x="16946" y="14377"/>
                  </a:cubicBezTo>
                  <a:cubicBezTo>
                    <a:pt x="16913" y="14511"/>
                    <a:pt x="16913" y="14644"/>
                    <a:pt x="16879" y="14744"/>
                  </a:cubicBezTo>
                  <a:cubicBezTo>
                    <a:pt x="16879" y="14878"/>
                    <a:pt x="16846" y="14978"/>
                    <a:pt x="16812" y="15078"/>
                  </a:cubicBezTo>
                  <a:cubicBezTo>
                    <a:pt x="16812" y="15145"/>
                    <a:pt x="16779" y="15211"/>
                    <a:pt x="16746" y="15278"/>
                  </a:cubicBezTo>
                  <a:cubicBezTo>
                    <a:pt x="17146" y="15345"/>
                    <a:pt x="17513" y="15411"/>
                    <a:pt x="17913" y="15478"/>
                  </a:cubicBezTo>
                  <a:cubicBezTo>
                    <a:pt x="18247" y="15545"/>
                    <a:pt x="18580" y="15612"/>
                    <a:pt x="18881" y="15678"/>
                  </a:cubicBezTo>
                  <a:lnTo>
                    <a:pt x="18881" y="15345"/>
                  </a:lnTo>
                  <a:cubicBezTo>
                    <a:pt x="18881" y="15245"/>
                    <a:pt x="18881" y="15145"/>
                    <a:pt x="18881" y="15044"/>
                  </a:cubicBezTo>
                  <a:cubicBezTo>
                    <a:pt x="18881" y="14911"/>
                    <a:pt x="18881" y="14811"/>
                    <a:pt x="18881" y="14711"/>
                  </a:cubicBezTo>
                  <a:cubicBezTo>
                    <a:pt x="18881" y="14277"/>
                    <a:pt x="18914" y="13877"/>
                    <a:pt x="18947" y="13443"/>
                  </a:cubicBezTo>
                  <a:cubicBezTo>
                    <a:pt x="18947" y="13510"/>
                    <a:pt x="18947" y="13577"/>
                    <a:pt x="18947" y="13643"/>
                  </a:cubicBezTo>
                  <a:cubicBezTo>
                    <a:pt x="18981" y="14044"/>
                    <a:pt x="19014" y="14411"/>
                    <a:pt x="19014" y="14811"/>
                  </a:cubicBezTo>
                  <a:cubicBezTo>
                    <a:pt x="19014" y="15044"/>
                    <a:pt x="18981" y="15245"/>
                    <a:pt x="18981" y="15478"/>
                  </a:cubicBezTo>
                  <a:cubicBezTo>
                    <a:pt x="18981" y="15545"/>
                    <a:pt x="18947" y="15612"/>
                    <a:pt x="18947" y="15712"/>
                  </a:cubicBezTo>
                  <a:cubicBezTo>
                    <a:pt x="19214" y="15778"/>
                    <a:pt x="19481" y="15845"/>
                    <a:pt x="19748" y="15912"/>
                  </a:cubicBezTo>
                  <a:cubicBezTo>
                    <a:pt x="19848" y="15778"/>
                    <a:pt x="19915" y="15645"/>
                    <a:pt x="19981" y="15511"/>
                  </a:cubicBezTo>
                  <a:cubicBezTo>
                    <a:pt x="20182" y="15078"/>
                    <a:pt x="20348" y="14644"/>
                    <a:pt x="20548" y="14211"/>
                  </a:cubicBezTo>
                  <a:cubicBezTo>
                    <a:pt x="20582" y="14110"/>
                    <a:pt x="20615" y="14044"/>
                    <a:pt x="20649" y="13977"/>
                  </a:cubicBezTo>
                  <a:cubicBezTo>
                    <a:pt x="20749" y="13777"/>
                    <a:pt x="20849" y="13543"/>
                    <a:pt x="20949" y="13343"/>
                  </a:cubicBezTo>
                  <a:cubicBezTo>
                    <a:pt x="21082" y="13010"/>
                    <a:pt x="21216" y="12709"/>
                    <a:pt x="21282" y="12343"/>
                  </a:cubicBezTo>
                  <a:cubicBezTo>
                    <a:pt x="21316" y="12276"/>
                    <a:pt x="21316" y="12209"/>
                    <a:pt x="21316" y="12142"/>
                  </a:cubicBezTo>
                  <a:cubicBezTo>
                    <a:pt x="21316" y="12309"/>
                    <a:pt x="21349" y="12443"/>
                    <a:pt x="21316" y="12576"/>
                  </a:cubicBezTo>
                  <a:cubicBezTo>
                    <a:pt x="21316" y="12709"/>
                    <a:pt x="21316" y="12810"/>
                    <a:pt x="21282" y="12910"/>
                  </a:cubicBezTo>
                  <a:cubicBezTo>
                    <a:pt x="21149" y="13477"/>
                    <a:pt x="20982" y="14077"/>
                    <a:pt x="20715" y="14577"/>
                  </a:cubicBezTo>
                  <a:cubicBezTo>
                    <a:pt x="20548" y="14844"/>
                    <a:pt x="20415" y="15111"/>
                    <a:pt x="20282" y="15378"/>
                  </a:cubicBezTo>
                  <a:cubicBezTo>
                    <a:pt x="20148" y="15578"/>
                    <a:pt x="20015" y="15778"/>
                    <a:pt x="19848" y="15945"/>
                  </a:cubicBezTo>
                  <a:cubicBezTo>
                    <a:pt x="20348" y="16112"/>
                    <a:pt x="20849" y="16279"/>
                    <a:pt x="21282" y="16479"/>
                  </a:cubicBezTo>
                  <a:cubicBezTo>
                    <a:pt x="21916" y="16779"/>
                    <a:pt x="22517" y="17079"/>
                    <a:pt x="23084" y="17346"/>
                  </a:cubicBezTo>
                  <a:cubicBezTo>
                    <a:pt x="23317" y="17046"/>
                    <a:pt x="23551" y="16746"/>
                    <a:pt x="23717" y="16412"/>
                  </a:cubicBezTo>
                  <a:cubicBezTo>
                    <a:pt x="23751" y="16345"/>
                    <a:pt x="23784" y="16279"/>
                    <a:pt x="23784" y="16179"/>
                  </a:cubicBezTo>
                  <a:cubicBezTo>
                    <a:pt x="23817" y="15945"/>
                    <a:pt x="23817" y="15712"/>
                    <a:pt x="23851" y="15478"/>
                  </a:cubicBezTo>
                  <a:cubicBezTo>
                    <a:pt x="23851" y="15245"/>
                    <a:pt x="23884" y="15044"/>
                    <a:pt x="23918" y="14811"/>
                  </a:cubicBezTo>
                  <a:cubicBezTo>
                    <a:pt x="23918" y="14711"/>
                    <a:pt x="23918" y="14611"/>
                    <a:pt x="23951" y="14511"/>
                  </a:cubicBezTo>
                  <a:cubicBezTo>
                    <a:pt x="23984" y="14344"/>
                    <a:pt x="24018" y="14177"/>
                    <a:pt x="24084" y="14010"/>
                  </a:cubicBezTo>
                  <a:cubicBezTo>
                    <a:pt x="24151" y="13744"/>
                    <a:pt x="24318" y="13510"/>
                    <a:pt x="24551" y="13310"/>
                  </a:cubicBezTo>
                  <a:cubicBezTo>
                    <a:pt x="24685" y="13210"/>
                    <a:pt x="24818" y="13110"/>
                    <a:pt x="24985" y="13010"/>
                  </a:cubicBezTo>
                  <a:lnTo>
                    <a:pt x="24985" y="13010"/>
                  </a:lnTo>
                  <a:cubicBezTo>
                    <a:pt x="24885" y="13143"/>
                    <a:pt x="24751" y="13243"/>
                    <a:pt x="24651" y="13343"/>
                  </a:cubicBezTo>
                  <a:cubicBezTo>
                    <a:pt x="24585" y="13477"/>
                    <a:pt x="24485" y="13577"/>
                    <a:pt x="24451" y="13710"/>
                  </a:cubicBezTo>
                  <a:cubicBezTo>
                    <a:pt x="24385" y="13810"/>
                    <a:pt x="24351" y="13910"/>
                    <a:pt x="24351" y="14044"/>
                  </a:cubicBezTo>
                  <a:cubicBezTo>
                    <a:pt x="24284" y="14344"/>
                    <a:pt x="24251" y="14678"/>
                    <a:pt x="24251" y="14978"/>
                  </a:cubicBezTo>
                  <a:cubicBezTo>
                    <a:pt x="24218" y="15211"/>
                    <a:pt x="24184" y="15478"/>
                    <a:pt x="24184" y="15712"/>
                  </a:cubicBezTo>
                  <a:cubicBezTo>
                    <a:pt x="24151" y="15845"/>
                    <a:pt x="24151" y="16012"/>
                    <a:pt x="24118" y="16145"/>
                  </a:cubicBezTo>
                  <a:cubicBezTo>
                    <a:pt x="24051" y="16312"/>
                    <a:pt x="23984" y="16445"/>
                    <a:pt x="23884" y="16612"/>
                  </a:cubicBezTo>
                  <a:cubicBezTo>
                    <a:pt x="23817" y="16679"/>
                    <a:pt x="23751" y="16779"/>
                    <a:pt x="23684" y="16846"/>
                  </a:cubicBezTo>
                  <a:cubicBezTo>
                    <a:pt x="23584" y="16946"/>
                    <a:pt x="23517" y="17046"/>
                    <a:pt x="23417" y="17113"/>
                  </a:cubicBezTo>
                  <a:lnTo>
                    <a:pt x="23117" y="17346"/>
                  </a:lnTo>
                  <a:cubicBezTo>
                    <a:pt x="23484" y="17513"/>
                    <a:pt x="23817" y="17680"/>
                    <a:pt x="24151" y="17846"/>
                  </a:cubicBezTo>
                  <a:cubicBezTo>
                    <a:pt x="24351" y="17947"/>
                    <a:pt x="24518" y="18013"/>
                    <a:pt x="24685" y="18113"/>
                  </a:cubicBezTo>
                  <a:cubicBezTo>
                    <a:pt x="24751" y="18013"/>
                    <a:pt x="24818" y="17913"/>
                    <a:pt x="24885" y="17813"/>
                  </a:cubicBezTo>
                  <a:cubicBezTo>
                    <a:pt x="24952" y="17713"/>
                    <a:pt x="25018" y="17613"/>
                    <a:pt x="25085" y="17480"/>
                  </a:cubicBezTo>
                  <a:cubicBezTo>
                    <a:pt x="25118" y="17446"/>
                    <a:pt x="25152" y="17379"/>
                    <a:pt x="25185" y="17313"/>
                  </a:cubicBezTo>
                  <a:cubicBezTo>
                    <a:pt x="25218" y="17279"/>
                    <a:pt x="25252" y="17213"/>
                    <a:pt x="25252" y="17146"/>
                  </a:cubicBezTo>
                  <a:cubicBezTo>
                    <a:pt x="25419" y="16812"/>
                    <a:pt x="25552" y="16445"/>
                    <a:pt x="25685" y="16079"/>
                  </a:cubicBezTo>
                  <a:lnTo>
                    <a:pt x="25685" y="16079"/>
                  </a:lnTo>
                  <a:cubicBezTo>
                    <a:pt x="25619" y="16379"/>
                    <a:pt x="25552" y="16679"/>
                    <a:pt x="25485" y="16946"/>
                  </a:cubicBezTo>
                  <a:cubicBezTo>
                    <a:pt x="25419" y="17179"/>
                    <a:pt x="25352" y="17413"/>
                    <a:pt x="25252" y="17646"/>
                  </a:cubicBezTo>
                  <a:cubicBezTo>
                    <a:pt x="25152" y="17846"/>
                    <a:pt x="25052" y="18047"/>
                    <a:pt x="24985" y="18247"/>
                  </a:cubicBezTo>
                  <a:cubicBezTo>
                    <a:pt x="25152" y="18347"/>
                    <a:pt x="25319" y="18447"/>
                    <a:pt x="25519" y="18580"/>
                  </a:cubicBezTo>
                  <a:cubicBezTo>
                    <a:pt x="25552" y="18547"/>
                    <a:pt x="25585" y="18480"/>
                    <a:pt x="25619" y="18447"/>
                  </a:cubicBezTo>
                  <a:cubicBezTo>
                    <a:pt x="25886" y="18113"/>
                    <a:pt x="26119" y="17780"/>
                    <a:pt x="26386" y="17446"/>
                  </a:cubicBezTo>
                  <a:lnTo>
                    <a:pt x="26386" y="17446"/>
                  </a:lnTo>
                  <a:cubicBezTo>
                    <a:pt x="26219" y="17813"/>
                    <a:pt x="26052" y="18213"/>
                    <a:pt x="25819" y="18547"/>
                  </a:cubicBezTo>
                  <a:cubicBezTo>
                    <a:pt x="25786" y="18614"/>
                    <a:pt x="25752" y="18647"/>
                    <a:pt x="25719" y="18714"/>
                  </a:cubicBezTo>
                  <a:cubicBezTo>
                    <a:pt x="25752" y="18747"/>
                    <a:pt x="25786" y="18747"/>
                    <a:pt x="25786" y="18780"/>
                  </a:cubicBezTo>
                  <a:cubicBezTo>
                    <a:pt x="26353" y="19147"/>
                    <a:pt x="26886" y="19514"/>
                    <a:pt x="27387" y="19881"/>
                  </a:cubicBezTo>
                  <a:lnTo>
                    <a:pt x="27453" y="19915"/>
                  </a:lnTo>
                  <a:cubicBezTo>
                    <a:pt x="27587" y="20015"/>
                    <a:pt x="27687" y="20081"/>
                    <a:pt x="27820" y="20181"/>
                  </a:cubicBezTo>
                  <a:cubicBezTo>
                    <a:pt x="27854" y="20115"/>
                    <a:pt x="27854" y="20081"/>
                    <a:pt x="27887" y="20015"/>
                  </a:cubicBezTo>
                  <a:cubicBezTo>
                    <a:pt x="27987" y="19848"/>
                    <a:pt x="28020" y="19681"/>
                    <a:pt x="28054" y="19514"/>
                  </a:cubicBezTo>
                  <a:cubicBezTo>
                    <a:pt x="28121" y="19081"/>
                    <a:pt x="28154" y="18614"/>
                    <a:pt x="28221" y="18180"/>
                  </a:cubicBezTo>
                  <a:cubicBezTo>
                    <a:pt x="28287" y="17880"/>
                    <a:pt x="28321" y="17580"/>
                    <a:pt x="28387" y="17313"/>
                  </a:cubicBezTo>
                  <a:lnTo>
                    <a:pt x="28387" y="17313"/>
                  </a:lnTo>
                  <a:cubicBezTo>
                    <a:pt x="28354" y="17646"/>
                    <a:pt x="28354" y="17980"/>
                    <a:pt x="28354" y="18347"/>
                  </a:cubicBezTo>
                  <a:cubicBezTo>
                    <a:pt x="28321" y="18614"/>
                    <a:pt x="28321" y="18914"/>
                    <a:pt x="28254" y="19181"/>
                  </a:cubicBezTo>
                  <a:cubicBezTo>
                    <a:pt x="28221" y="19281"/>
                    <a:pt x="28187" y="19414"/>
                    <a:pt x="28154" y="19514"/>
                  </a:cubicBezTo>
                  <a:cubicBezTo>
                    <a:pt x="28154" y="19614"/>
                    <a:pt x="28121" y="19714"/>
                    <a:pt x="28054" y="19815"/>
                  </a:cubicBezTo>
                  <a:cubicBezTo>
                    <a:pt x="27987" y="19948"/>
                    <a:pt x="27920" y="20081"/>
                    <a:pt x="27820" y="20181"/>
                  </a:cubicBezTo>
                  <a:cubicBezTo>
                    <a:pt x="28321" y="20548"/>
                    <a:pt x="28854" y="20882"/>
                    <a:pt x="29421" y="21082"/>
                  </a:cubicBezTo>
                  <a:cubicBezTo>
                    <a:pt x="29555" y="21149"/>
                    <a:pt x="29688" y="21182"/>
                    <a:pt x="29788" y="21216"/>
                  </a:cubicBezTo>
                  <a:cubicBezTo>
                    <a:pt x="30022" y="21249"/>
                    <a:pt x="30189" y="21282"/>
                    <a:pt x="30355" y="21282"/>
                  </a:cubicBezTo>
                  <a:cubicBezTo>
                    <a:pt x="30389" y="21282"/>
                    <a:pt x="30422" y="21316"/>
                    <a:pt x="30422" y="21316"/>
                  </a:cubicBezTo>
                  <a:cubicBezTo>
                    <a:pt x="30556" y="21316"/>
                    <a:pt x="30656" y="21282"/>
                    <a:pt x="30756" y="21282"/>
                  </a:cubicBezTo>
                  <a:cubicBezTo>
                    <a:pt x="30822" y="21249"/>
                    <a:pt x="30856" y="21249"/>
                    <a:pt x="30923" y="21249"/>
                  </a:cubicBezTo>
                  <a:cubicBezTo>
                    <a:pt x="30956" y="21249"/>
                    <a:pt x="31023" y="21249"/>
                    <a:pt x="31089" y="21216"/>
                  </a:cubicBezTo>
                  <a:cubicBezTo>
                    <a:pt x="31156" y="21015"/>
                    <a:pt x="31223" y="20849"/>
                    <a:pt x="31289" y="20648"/>
                  </a:cubicBezTo>
                  <a:cubicBezTo>
                    <a:pt x="31356" y="20415"/>
                    <a:pt x="31490" y="20215"/>
                    <a:pt x="31590" y="20015"/>
                  </a:cubicBezTo>
                  <a:cubicBezTo>
                    <a:pt x="31656" y="19881"/>
                    <a:pt x="31723" y="19748"/>
                    <a:pt x="31823" y="19614"/>
                  </a:cubicBezTo>
                  <a:cubicBezTo>
                    <a:pt x="31890" y="19514"/>
                    <a:pt x="31957" y="19414"/>
                    <a:pt x="32057" y="19314"/>
                  </a:cubicBezTo>
                  <a:cubicBezTo>
                    <a:pt x="32223" y="19081"/>
                    <a:pt x="32424" y="18847"/>
                    <a:pt x="32590" y="18614"/>
                  </a:cubicBezTo>
                  <a:cubicBezTo>
                    <a:pt x="32724" y="18447"/>
                    <a:pt x="32857" y="18247"/>
                    <a:pt x="32957" y="18047"/>
                  </a:cubicBezTo>
                  <a:cubicBezTo>
                    <a:pt x="32957" y="17846"/>
                    <a:pt x="32957" y="17613"/>
                    <a:pt x="32924" y="17379"/>
                  </a:cubicBezTo>
                  <a:cubicBezTo>
                    <a:pt x="32891" y="17046"/>
                    <a:pt x="32824" y="16712"/>
                    <a:pt x="32724" y="16379"/>
                  </a:cubicBezTo>
                  <a:lnTo>
                    <a:pt x="32724" y="16345"/>
                  </a:lnTo>
                  <a:cubicBezTo>
                    <a:pt x="32690" y="16379"/>
                    <a:pt x="32624" y="16379"/>
                    <a:pt x="32590" y="16412"/>
                  </a:cubicBezTo>
                  <a:cubicBezTo>
                    <a:pt x="32524" y="16479"/>
                    <a:pt x="32490" y="16512"/>
                    <a:pt x="32457" y="16579"/>
                  </a:cubicBezTo>
                  <a:cubicBezTo>
                    <a:pt x="32290" y="16746"/>
                    <a:pt x="32190" y="16946"/>
                    <a:pt x="32057" y="17146"/>
                  </a:cubicBezTo>
                  <a:cubicBezTo>
                    <a:pt x="31957" y="17346"/>
                    <a:pt x="31823" y="17513"/>
                    <a:pt x="31690" y="17680"/>
                  </a:cubicBezTo>
                  <a:cubicBezTo>
                    <a:pt x="31590" y="17846"/>
                    <a:pt x="31456" y="18013"/>
                    <a:pt x="31323" y="18180"/>
                  </a:cubicBezTo>
                  <a:cubicBezTo>
                    <a:pt x="31256" y="18313"/>
                    <a:pt x="31156" y="18447"/>
                    <a:pt x="31056" y="18547"/>
                  </a:cubicBezTo>
                  <a:cubicBezTo>
                    <a:pt x="30923" y="18780"/>
                    <a:pt x="30789" y="19014"/>
                    <a:pt x="30656" y="19247"/>
                  </a:cubicBezTo>
                  <a:cubicBezTo>
                    <a:pt x="30556" y="19481"/>
                    <a:pt x="30456" y="19748"/>
                    <a:pt x="30355" y="19981"/>
                  </a:cubicBezTo>
                  <a:cubicBezTo>
                    <a:pt x="30289" y="20148"/>
                    <a:pt x="30222" y="20282"/>
                    <a:pt x="30122" y="20448"/>
                  </a:cubicBezTo>
                  <a:cubicBezTo>
                    <a:pt x="30022" y="20582"/>
                    <a:pt x="29955" y="20715"/>
                    <a:pt x="29822" y="20815"/>
                  </a:cubicBezTo>
                  <a:cubicBezTo>
                    <a:pt x="29788" y="20849"/>
                    <a:pt x="29755" y="20915"/>
                    <a:pt x="29688" y="20949"/>
                  </a:cubicBezTo>
                  <a:cubicBezTo>
                    <a:pt x="29622" y="20949"/>
                    <a:pt x="29588" y="20982"/>
                    <a:pt x="29522" y="21015"/>
                  </a:cubicBezTo>
                  <a:cubicBezTo>
                    <a:pt x="29522" y="20982"/>
                    <a:pt x="29522" y="20982"/>
                    <a:pt x="29555" y="20982"/>
                  </a:cubicBezTo>
                  <a:cubicBezTo>
                    <a:pt x="29622" y="20949"/>
                    <a:pt x="29688" y="20882"/>
                    <a:pt x="29722" y="20849"/>
                  </a:cubicBezTo>
                  <a:cubicBezTo>
                    <a:pt x="29788" y="20715"/>
                    <a:pt x="29888" y="20615"/>
                    <a:pt x="29922" y="20482"/>
                  </a:cubicBezTo>
                  <a:cubicBezTo>
                    <a:pt x="30022" y="20315"/>
                    <a:pt x="30089" y="20115"/>
                    <a:pt x="30155" y="19915"/>
                  </a:cubicBezTo>
                  <a:cubicBezTo>
                    <a:pt x="30222" y="19548"/>
                    <a:pt x="30322" y="19181"/>
                    <a:pt x="30456" y="18847"/>
                  </a:cubicBezTo>
                  <a:cubicBezTo>
                    <a:pt x="30556" y="18680"/>
                    <a:pt x="30656" y="18480"/>
                    <a:pt x="30789" y="18313"/>
                  </a:cubicBezTo>
                  <a:cubicBezTo>
                    <a:pt x="30822" y="18247"/>
                    <a:pt x="30889" y="18180"/>
                    <a:pt x="30956" y="18080"/>
                  </a:cubicBezTo>
                  <a:cubicBezTo>
                    <a:pt x="31056" y="17947"/>
                    <a:pt x="31156" y="17813"/>
                    <a:pt x="31289" y="17713"/>
                  </a:cubicBezTo>
                  <a:cubicBezTo>
                    <a:pt x="31456" y="17480"/>
                    <a:pt x="31656" y="17279"/>
                    <a:pt x="31823" y="17046"/>
                  </a:cubicBezTo>
                  <a:cubicBezTo>
                    <a:pt x="31923" y="16946"/>
                    <a:pt x="32057" y="16812"/>
                    <a:pt x="32157" y="16712"/>
                  </a:cubicBezTo>
                  <a:cubicBezTo>
                    <a:pt x="32223" y="16646"/>
                    <a:pt x="32290" y="16579"/>
                    <a:pt x="32357" y="16546"/>
                  </a:cubicBezTo>
                  <a:cubicBezTo>
                    <a:pt x="32390" y="16479"/>
                    <a:pt x="32457" y="16445"/>
                    <a:pt x="32524" y="16412"/>
                  </a:cubicBezTo>
                  <a:cubicBezTo>
                    <a:pt x="32590" y="16379"/>
                    <a:pt x="32657" y="16345"/>
                    <a:pt x="32724" y="16345"/>
                  </a:cubicBezTo>
                  <a:lnTo>
                    <a:pt x="32724" y="16312"/>
                  </a:lnTo>
                  <a:cubicBezTo>
                    <a:pt x="32657" y="15978"/>
                    <a:pt x="32557" y="15645"/>
                    <a:pt x="32457" y="15278"/>
                  </a:cubicBezTo>
                  <a:cubicBezTo>
                    <a:pt x="32290" y="14611"/>
                    <a:pt x="32023" y="13910"/>
                    <a:pt x="31623" y="13043"/>
                  </a:cubicBezTo>
                  <a:cubicBezTo>
                    <a:pt x="31323" y="12443"/>
                    <a:pt x="31023" y="11842"/>
                    <a:pt x="30722" y="11275"/>
                  </a:cubicBezTo>
                  <a:lnTo>
                    <a:pt x="30689" y="11208"/>
                  </a:lnTo>
                  <a:cubicBezTo>
                    <a:pt x="30389" y="10608"/>
                    <a:pt x="30089" y="10008"/>
                    <a:pt x="29688" y="9407"/>
                  </a:cubicBezTo>
                  <a:cubicBezTo>
                    <a:pt x="29622" y="9274"/>
                    <a:pt x="29555" y="9174"/>
                    <a:pt x="29488" y="9074"/>
                  </a:cubicBezTo>
                  <a:cubicBezTo>
                    <a:pt x="29388" y="9207"/>
                    <a:pt x="29321" y="9374"/>
                    <a:pt x="29221" y="9507"/>
                  </a:cubicBezTo>
                  <a:cubicBezTo>
                    <a:pt x="29055" y="9841"/>
                    <a:pt x="28854" y="10174"/>
                    <a:pt x="28621" y="10475"/>
                  </a:cubicBezTo>
                  <a:cubicBezTo>
                    <a:pt x="28688" y="10341"/>
                    <a:pt x="28754" y="10208"/>
                    <a:pt x="28788" y="10074"/>
                  </a:cubicBezTo>
                  <a:lnTo>
                    <a:pt x="28821" y="10074"/>
                  </a:lnTo>
                  <a:cubicBezTo>
                    <a:pt x="28921" y="9807"/>
                    <a:pt x="29055" y="9541"/>
                    <a:pt x="29188" y="9307"/>
                  </a:cubicBezTo>
                  <a:cubicBezTo>
                    <a:pt x="29255" y="9207"/>
                    <a:pt x="29355" y="9074"/>
                    <a:pt x="29421" y="8973"/>
                  </a:cubicBezTo>
                  <a:cubicBezTo>
                    <a:pt x="29088" y="8473"/>
                    <a:pt x="28721" y="8006"/>
                    <a:pt x="28421" y="7572"/>
                  </a:cubicBezTo>
                  <a:lnTo>
                    <a:pt x="28387" y="7572"/>
                  </a:lnTo>
                  <a:cubicBezTo>
                    <a:pt x="28287" y="7839"/>
                    <a:pt x="28121" y="8106"/>
                    <a:pt x="27987" y="8406"/>
                  </a:cubicBezTo>
                  <a:cubicBezTo>
                    <a:pt x="27920" y="8540"/>
                    <a:pt x="27887" y="8673"/>
                    <a:pt x="27820" y="8807"/>
                  </a:cubicBezTo>
                  <a:cubicBezTo>
                    <a:pt x="27787" y="8873"/>
                    <a:pt x="27754" y="8940"/>
                    <a:pt x="27720" y="9007"/>
                  </a:cubicBezTo>
                  <a:cubicBezTo>
                    <a:pt x="27654" y="9107"/>
                    <a:pt x="27620" y="9174"/>
                    <a:pt x="27587" y="9240"/>
                  </a:cubicBezTo>
                  <a:cubicBezTo>
                    <a:pt x="27553" y="9307"/>
                    <a:pt x="27520" y="9374"/>
                    <a:pt x="27520" y="9440"/>
                  </a:cubicBezTo>
                  <a:cubicBezTo>
                    <a:pt x="27520" y="9374"/>
                    <a:pt x="27520" y="9307"/>
                    <a:pt x="27520" y="9240"/>
                  </a:cubicBezTo>
                  <a:cubicBezTo>
                    <a:pt x="27553" y="9174"/>
                    <a:pt x="27553" y="9140"/>
                    <a:pt x="27587" y="9107"/>
                  </a:cubicBezTo>
                  <a:lnTo>
                    <a:pt x="27620" y="8940"/>
                  </a:lnTo>
                  <a:cubicBezTo>
                    <a:pt x="27654" y="8807"/>
                    <a:pt x="27687" y="8707"/>
                    <a:pt x="27720" y="8573"/>
                  </a:cubicBezTo>
                  <a:cubicBezTo>
                    <a:pt x="27754" y="8473"/>
                    <a:pt x="27754" y="8373"/>
                    <a:pt x="27820" y="8240"/>
                  </a:cubicBezTo>
                  <a:cubicBezTo>
                    <a:pt x="27854" y="8140"/>
                    <a:pt x="27920" y="8039"/>
                    <a:pt x="27954" y="7939"/>
                  </a:cubicBezTo>
                  <a:cubicBezTo>
                    <a:pt x="27954" y="7939"/>
                    <a:pt x="27954" y="7939"/>
                    <a:pt x="27954" y="7973"/>
                  </a:cubicBezTo>
                  <a:cubicBezTo>
                    <a:pt x="28020" y="7806"/>
                    <a:pt x="28087" y="7639"/>
                    <a:pt x="28187" y="7472"/>
                  </a:cubicBezTo>
                  <a:cubicBezTo>
                    <a:pt x="28187" y="7439"/>
                    <a:pt x="28221" y="7372"/>
                    <a:pt x="28221" y="7339"/>
                  </a:cubicBezTo>
                  <a:cubicBezTo>
                    <a:pt x="27887" y="6872"/>
                    <a:pt x="27520" y="6405"/>
                    <a:pt x="27086" y="6038"/>
                  </a:cubicBezTo>
                  <a:cubicBezTo>
                    <a:pt x="26753" y="5738"/>
                    <a:pt x="26419" y="5438"/>
                    <a:pt x="26052" y="5237"/>
                  </a:cubicBezTo>
                  <a:cubicBezTo>
                    <a:pt x="25952" y="5204"/>
                    <a:pt x="25886" y="5137"/>
                    <a:pt x="25819" y="5104"/>
                  </a:cubicBezTo>
                  <a:cubicBezTo>
                    <a:pt x="25819" y="5237"/>
                    <a:pt x="25786" y="5404"/>
                    <a:pt x="25786" y="5538"/>
                  </a:cubicBezTo>
                  <a:cubicBezTo>
                    <a:pt x="25786" y="5671"/>
                    <a:pt x="25786" y="5838"/>
                    <a:pt x="25786" y="6005"/>
                  </a:cubicBezTo>
                  <a:cubicBezTo>
                    <a:pt x="25752" y="5838"/>
                    <a:pt x="25752" y="5671"/>
                    <a:pt x="25752" y="5504"/>
                  </a:cubicBezTo>
                  <a:cubicBezTo>
                    <a:pt x="25752" y="5371"/>
                    <a:pt x="25752" y="5237"/>
                    <a:pt x="25752" y="5104"/>
                  </a:cubicBezTo>
                  <a:lnTo>
                    <a:pt x="25752" y="5071"/>
                  </a:lnTo>
                  <a:cubicBezTo>
                    <a:pt x="25452" y="4904"/>
                    <a:pt x="25118" y="4737"/>
                    <a:pt x="24818" y="4637"/>
                  </a:cubicBezTo>
                  <a:cubicBezTo>
                    <a:pt x="24251" y="4437"/>
                    <a:pt x="23751" y="4337"/>
                    <a:pt x="23250" y="4303"/>
                  </a:cubicBezTo>
                  <a:lnTo>
                    <a:pt x="23250" y="4303"/>
                  </a:lnTo>
                  <a:lnTo>
                    <a:pt x="23317" y="4537"/>
                  </a:lnTo>
                  <a:cubicBezTo>
                    <a:pt x="23317" y="4604"/>
                    <a:pt x="23317" y="4670"/>
                    <a:pt x="23317" y="4770"/>
                  </a:cubicBezTo>
                  <a:cubicBezTo>
                    <a:pt x="23317" y="4871"/>
                    <a:pt x="23317" y="4971"/>
                    <a:pt x="23284" y="5071"/>
                  </a:cubicBezTo>
                  <a:cubicBezTo>
                    <a:pt x="23150" y="5404"/>
                    <a:pt x="22984" y="5671"/>
                    <a:pt x="22917" y="6038"/>
                  </a:cubicBezTo>
                  <a:cubicBezTo>
                    <a:pt x="22883" y="6205"/>
                    <a:pt x="22883" y="6372"/>
                    <a:pt x="22850" y="6572"/>
                  </a:cubicBezTo>
                  <a:cubicBezTo>
                    <a:pt x="22850" y="6672"/>
                    <a:pt x="22850" y="6772"/>
                    <a:pt x="22850" y="6872"/>
                  </a:cubicBezTo>
                  <a:cubicBezTo>
                    <a:pt x="22817" y="6739"/>
                    <a:pt x="22783" y="6605"/>
                    <a:pt x="22783" y="6472"/>
                  </a:cubicBezTo>
                  <a:cubicBezTo>
                    <a:pt x="22750" y="6272"/>
                    <a:pt x="22750" y="6071"/>
                    <a:pt x="22750" y="5871"/>
                  </a:cubicBezTo>
                  <a:cubicBezTo>
                    <a:pt x="22783" y="5671"/>
                    <a:pt x="22883" y="5504"/>
                    <a:pt x="22950" y="5304"/>
                  </a:cubicBezTo>
                  <a:cubicBezTo>
                    <a:pt x="23017" y="5137"/>
                    <a:pt x="23117" y="4971"/>
                    <a:pt x="23150" y="4804"/>
                  </a:cubicBezTo>
                  <a:lnTo>
                    <a:pt x="23150" y="4770"/>
                  </a:lnTo>
                  <a:cubicBezTo>
                    <a:pt x="23184" y="4670"/>
                    <a:pt x="23184" y="4537"/>
                    <a:pt x="23184" y="4437"/>
                  </a:cubicBezTo>
                  <a:cubicBezTo>
                    <a:pt x="23184" y="4370"/>
                    <a:pt x="23184" y="4337"/>
                    <a:pt x="23184" y="4303"/>
                  </a:cubicBezTo>
                  <a:lnTo>
                    <a:pt x="22883" y="4303"/>
                  </a:lnTo>
                  <a:cubicBezTo>
                    <a:pt x="22316" y="4303"/>
                    <a:pt x="21783" y="4370"/>
                    <a:pt x="21249" y="4537"/>
                  </a:cubicBezTo>
                  <a:cubicBezTo>
                    <a:pt x="20882" y="4670"/>
                    <a:pt x="20515" y="4804"/>
                    <a:pt x="20182" y="4937"/>
                  </a:cubicBezTo>
                  <a:cubicBezTo>
                    <a:pt x="20248" y="5071"/>
                    <a:pt x="20282" y="5204"/>
                    <a:pt x="20315" y="5338"/>
                  </a:cubicBezTo>
                  <a:cubicBezTo>
                    <a:pt x="20382" y="5538"/>
                    <a:pt x="20415" y="5771"/>
                    <a:pt x="20448" y="5971"/>
                  </a:cubicBezTo>
                  <a:cubicBezTo>
                    <a:pt x="20448" y="6138"/>
                    <a:pt x="20482" y="6305"/>
                    <a:pt x="20482" y="6472"/>
                  </a:cubicBezTo>
                  <a:cubicBezTo>
                    <a:pt x="20482" y="6772"/>
                    <a:pt x="20482" y="7072"/>
                    <a:pt x="20515" y="7406"/>
                  </a:cubicBezTo>
                  <a:cubicBezTo>
                    <a:pt x="20448" y="7105"/>
                    <a:pt x="20382" y="6839"/>
                    <a:pt x="20348" y="6572"/>
                  </a:cubicBezTo>
                  <a:cubicBezTo>
                    <a:pt x="20348" y="6438"/>
                    <a:pt x="20315" y="6305"/>
                    <a:pt x="20315" y="6205"/>
                  </a:cubicBezTo>
                  <a:cubicBezTo>
                    <a:pt x="20282" y="6005"/>
                    <a:pt x="20282" y="5771"/>
                    <a:pt x="20248" y="5571"/>
                  </a:cubicBezTo>
                  <a:cubicBezTo>
                    <a:pt x="20248" y="5371"/>
                    <a:pt x="20182" y="5171"/>
                    <a:pt x="20148" y="4971"/>
                  </a:cubicBezTo>
                  <a:cubicBezTo>
                    <a:pt x="20048" y="5004"/>
                    <a:pt x="19915" y="5037"/>
                    <a:pt x="19815" y="5104"/>
                  </a:cubicBezTo>
                  <a:cubicBezTo>
                    <a:pt x="19648" y="5171"/>
                    <a:pt x="19481" y="5237"/>
                    <a:pt x="19314" y="5304"/>
                  </a:cubicBezTo>
                  <a:cubicBezTo>
                    <a:pt x="19114" y="5371"/>
                    <a:pt x="18981" y="5404"/>
                    <a:pt x="18814" y="5438"/>
                  </a:cubicBezTo>
                  <a:lnTo>
                    <a:pt x="18747" y="5438"/>
                  </a:lnTo>
                  <a:cubicBezTo>
                    <a:pt x="18714" y="5438"/>
                    <a:pt x="18680" y="5404"/>
                    <a:pt x="18647" y="5404"/>
                  </a:cubicBezTo>
                  <a:cubicBezTo>
                    <a:pt x="18580" y="5371"/>
                    <a:pt x="18547" y="5338"/>
                    <a:pt x="18514" y="5304"/>
                  </a:cubicBezTo>
                  <a:cubicBezTo>
                    <a:pt x="18380" y="5171"/>
                    <a:pt x="18247" y="5037"/>
                    <a:pt x="18113" y="4904"/>
                  </a:cubicBezTo>
                  <a:cubicBezTo>
                    <a:pt x="18113" y="4971"/>
                    <a:pt x="18113" y="5037"/>
                    <a:pt x="18113" y="5104"/>
                  </a:cubicBezTo>
                  <a:cubicBezTo>
                    <a:pt x="18113" y="5204"/>
                    <a:pt x="18147" y="5304"/>
                    <a:pt x="18180" y="5404"/>
                  </a:cubicBezTo>
                  <a:cubicBezTo>
                    <a:pt x="18247" y="5538"/>
                    <a:pt x="18314" y="5638"/>
                    <a:pt x="18380" y="5738"/>
                  </a:cubicBezTo>
                  <a:cubicBezTo>
                    <a:pt x="18480" y="5871"/>
                    <a:pt x="18614" y="6038"/>
                    <a:pt x="18714" y="6205"/>
                  </a:cubicBezTo>
                  <a:cubicBezTo>
                    <a:pt x="18781" y="6272"/>
                    <a:pt x="18814" y="6372"/>
                    <a:pt x="18847" y="6438"/>
                  </a:cubicBezTo>
                  <a:cubicBezTo>
                    <a:pt x="18914" y="6538"/>
                    <a:pt x="18947" y="6638"/>
                    <a:pt x="18981" y="6739"/>
                  </a:cubicBezTo>
                  <a:cubicBezTo>
                    <a:pt x="19014" y="6939"/>
                    <a:pt x="19014" y="7172"/>
                    <a:pt x="18947" y="7372"/>
                  </a:cubicBezTo>
                  <a:cubicBezTo>
                    <a:pt x="18947" y="7472"/>
                    <a:pt x="18914" y="7539"/>
                    <a:pt x="18914" y="7639"/>
                  </a:cubicBezTo>
                  <a:cubicBezTo>
                    <a:pt x="18881" y="7739"/>
                    <a:pt x="18847" y="7839"/>
                    <a:pt x="18814" y="7939"/>
                  </a:cubicBezTo>
                  <a:cubicBezTo>
                    <a:pt x="18781" y="8039"/>
                    <a:pt x="18747" y="8140"/>
                    <a:pt x="18714" y="8240"/>
                  </a:cubicBezTo>
                  <a:cubicBezTo>
                    <a:pt x="18714" y="8306"/>
                    <a:pt x="18714" y="8340"/>
                    <a:pt x="18714" y="8373"/>
                  </a:cubicBezTo>
                  <a:cubicBezTo>
                    <a:pt x="18747" y="8440"/>
                    <a:pt x="18747" y="8506"/>
                    <a:pt x="18781" y="8607"/>
                  </a:cubicBezTo>
                  <a:cubicBezTo>
                    <a:pt x="18747" y="8540"/>
                    <a:pt x="18714" y="8473"/>
                    <a:pt x="18680" y="8440"/>
                  </a:cubicBezTo>
                  <a:cubicBezTo>
                    <a:pt x="18647" y="8373"/>
                    <a:pt x="18647" y="8306"/>
                    <a:pt x="18647" y="8240"/>
                  </a:cubicBezTo>
                  <a:cubicBezTo>
                    <a:pt x="18647" y="8173"/>
                    <a:pt x="18647" y="8106"/>
                    <a:pt x="18647" y="8039"/>
                  </a:cubicBezTo>
                  <a:cubicBezTo>
                    <a:pt x="18647" y="7939"/>
                    <a:pt x="18647" y="7873"/>
                    <a:pt x="18680" y="7773"/>
                  </a:cubicBezTo>
                  <a:cubicBezTo>
                    <a:pt x="18680" y="7539"/>
                    <a:pt x="18714" y="7339"/>
                    <a:pt x="18714" y="7105"/>
                  </a:cubicBezTo>
                  <a:cubicBezTo>
                    <a:pt x="18680" y="7005"/>
                    <a:pt x="18680" y="6905"/>
                    <a:pt x="18647" y="6839"/>
                  </a:cubicBezTo>
                  <a:cubicBezTo>
                    <a:pt x="18647" y="6805"/>
                    <a:pt x="18647" y="6805"/>
                    <a:pt x="18614" y="6772"/>
                  </a:cubicBezTo>
                  <a:cubicBezTo>
                    <a:pt x="18580" y="6705"/>
                    <a:pt x="18547" y="6638"/>
                    <a:pt x="18514" y="6538"/>
                  </a:cubicBezTo>
                  <a:cubicBezTo>
                    <a:pt x="18480" y="6505"/>
                    <a:pt x="18447" y="6438"/>
                    <a:pt x="18414" y="6372"/>
                  </a:cubicBezTo>
                  <a:lnTo>
                    <a:pt x="18280" y="6238"/>
                  </a:lnTo>
                  <a:cubicBezTo>
                    <a:pt x="18213" y="6138"/>
                    <a:pt x="18113" y="6038"/>
                    <a:pt x="18047" y="5905"/>
                  </a:cubicBezTo>
                  <a:cubicBezTo>
                    <a:pt x="17980" y="5805"/>
                    <a:pt x="17913" y="5671"/>
                    <a:pt x="17880" y="5538"/>
                  </a:cubicBezTo>
                  <a:cubicBezTo>
                    <a:pt x="17880" y="5471"/>
                    <a:pt x="17847" y="5404"/>
                    <a:pt x="17847" y="5338"/>
                  </a:cubicBezTo>
                  <a:cubicBezTo>
                    <a:pt x="17813" y="5237"/>
                    <a:pt x="17813" y="5171"/>
                    <a:pt x="17813" y="5104"/>
                  </a:cubicBezTo>
                  <a:cubicBezTo>
                    <a:pt x="17847" y="4937"/>
                    <a:pt x="17847" y="4804"/>
                    <a:pt x="17913" y="4637"/>
                  </a:cubicBezTo>
                  <a:cubicBezTo>
                    <a:pt x="17880" y="4604"/>
                    <a:pt x="17813" y="4537"/>
                    <a:pt x="17780" y="4504"/>
                  </a:cubicBezTo>
                  <a:cubicBezTo>
                    <a:pt x="17580" y="4237"/>
                    <a:pt x="17380" y="3970"/>
                    <a:pt x="17179" y="3736"/>
                  </a:cubicBezTo>
                  <a:cubicBezTo>
                    <a:pt x="17113" y="3636"/>
                    <a:pt x="17013" y="3536"/>
                    <a:pt x="16946" y="3436"/>
                  </a:cubicBezTo>
                  <a:cubicBezTo>
                    <a:pt x="16879" y="3636"/>
                    <a:pt x="16812" y="3836"/>
                    <a:pt x="16746" y="4003"/>
                  </a:cubicBezTo>
                  <a:cubicBezTo>
                    <a:pt x="16679" y="4237"/>
                    <a:pt x="16579" y="4437"/>
                    <a:pt x="16512" y="4637"/>
                  </a:cubicBezTo>
                  <a:cubicBezTo>
                    <a:pt x="16479" y="4737"/>
                    <a:pt x="16446" y="4837"/>
                    <a:pt x="16412" y="4904"/>
                  </a:cubicBezTo>
                  <a:cubicBezTo>
                    <a:pt x="16412" y="4971"/>
                    <a:pt x="16379" y="5037"/>
                    <a:pt x="16379" y="5104"/>
                  </a:cubicBezTo>
                  <a:cubicBezTo>
                    <a:pt x="16345" y="5204"/>
                    <a:pt x="16312" y="5338"/>
                    <a:pt x="16279" y="5438"/>
                  </a:cubicBezTo>
                  <a:cubicBezTo>
                    <a:pt x="16245" y="5638"/>
                    <a:pt x="16212" y="5871"/>
                    <a:pt x="16179" y="6071"/>
                  </a:cubicBezTo>
                  <a:cubicBezTo>
                    <a:pt x="16179" y="6272"/>
                    <a:pt x="16145" y="6438"/>
                    <a:pt x="16112" y="6638"/>
                  </a:cubicBezTo>
                  <a:cubicBezTo>
                    <a:pt x="16079" y="6372"/>
                    <a:pt x="16079" y="6105"/>
                    <a:pt x="16079" y="5838"/>
                  </a:cubicBezTo>
                  <a:cubicBezTo>
                    <a:pt x="16079" y="5571"/>
                    <a:pt x="16079" y="5304"/>
                    <a:pt x="16145" y="5071"/>
                  </a:cubicBezTo>
                  <a:cubicBezTo>
                    <a:pt x="16179" y="4937"/>
                    <a:pt x="16179" y="4837"/>
                    <a:pt x="16245" y="4737"/>
                  </a:cubicBezTo>
                  <a:cubicBezTo>
                    <a:pt x="16379" y="4303"/>
                    <a:pt x="16612" y="3903"/>
                    <a:pt x="16812" y="3470"/>
                  </a:cubicBezTo>
                  <a:lnTo>
                    <a:pt x="16812" y="3470"/>
                  </a:lnTo>
                  <a:cubicBezTo>
                    <a:pt x="16812" y="3470"/>
                    <a:pt x="16779" y="3503"/>
                    <a:pt x="16779" y="3503"/>
                  </a:cubicBezTo>
                  <a:cubicBezTo>
                    <a:pt x="16812" y="3436"/>
                    <a:pt x="16846" y="3403"/>
                    <a:pt x="16879" y="3336"/>
                  </a:cubicBezTo>
                  <a:cubicBezTo>
                    <a:pt x="16579" y="2969"/>
                    <a:pt x="16279" y="2602"/>
                    <a:pt x="15979" y="2235"/>
                  </a:cubicBezTo>
                  <a:lnTo>
                    <a:pt x="15945" y="2169"/>
                  </a:lnTo>
                  <a:lnTo>
                    <a:pt x="15878" y="2102"/>
                  </a:lnTo>
                  <a:cubicBezTo>
                    <a:pt x="15745" y="1935"/>
                    <a:pt x="15612" y="1768"/>
                    <a:pt x="15478" y="1602"/>
                  </a:cubicBezTo>
                  <a:cubicBezTo>
                    <a:pt x="15478" y="1768"/>
                    <a:pt x="15478" y="1935"/>
                    <a:pt x="15445" y="2102"/>
                  </a:cubicBezTo>
                  <a:cubicBezTo>
                    <a:pt x="15445" y="2269"/>
                    <a:pt x="15445" y="2402"/>
                    <a:pt x="15411" y="2569"/>
                  </a:cubicBezTo>
                  <a:cubicBezTo>
                    <a:pt x="15378" y="2936"/>
                    <a:pt x="15278" y="3269"/>
                    <a:pt x="15211" y="3636"/>
                  </a:cubicBezTo>
                  <a:cubicBezTo>
                    <a:pt x="15211" y="3269"/>
                    <a:pt x="15211" y="2902"/>
                    <a:pt x="15245" y="2536"/>
                  </a:cubicBezTo>
                  <a:cubicBezTo>
                    <a:pt x="15278" y="2202"/>
                    <a:pt x="15345" y="1868"/>
                    <a:pt x="15411" y="1568"/>
                  </a:cubicBezTo>
                  <a:cubicBezTo>
                    <a:pt x="15378" y="1501"/>
                    <a:pt x="15345" y="1468"/>
                    <a:pt x="15311" y="1435"/>
                  </a:cubicBezTo>
                  <a:cubicBezTo>
                    <a:pt x="15111" y="1201"/>
                    <a:pt x="14878" y="1034"/>
                    <a:pt x="14644" y="868"/>
                  </a:cubicBezTo>
                  <a:cubicBezTo>
                    <a:pt x="14444" y="701"/>
                    <a:pt x="14244" y="601"/>
                    <a:pt x="14044" y="501"/>
                  </a:cubicBezTo>
                  <a:cubicBezTo>
                    <a:pt x="14044" y="801"/>
                    <a:pt x="14044" y="1068"/>
                    <a:pt x="14010" y="1368"/>
                  </a:cubicBezTo>
                  <a:cubicBezTo>
                    <a:pt x="13977" y="1568"/>
                    <a:pt x="13910" y="1768"/>
                    <a:pt x="13844" y="1968"/>
                  </a:cubicBezTo>
                  <a:lnTo>
                    <a:pt x="13777" y="2169"/>
                  </a:lnTo>
                  <a:cubicBezTo>
                    <a:pt x="13710" y="2302"/>
                    <a:pt x="13644" y="2435"/>
                    <a:pt x="13610" y="2569"/>
                  </a:cubicBezTo>
                  <a:cubicBezTo>
                    <a:pt x="13543" y="2769"/>
                    <a:pt x="13443" y="2969"/>
                    <a:pt x="13410" y="3169"/>
                  </a:cubicBezTo>
                  <a:cubicBezTo>
                    <a:pt x="13343" y="3336"/>
                    <a:pt x="13310" y="3536"/>
                    <a:pt x="13277" y="3736"/>
                  </a:cubicBezTo>
                  <a:cubicBezTo>
                    <a:pt x="13243" y="3937"/>
                    <a:pt x="13210" y="4137"/>
                    <a:pt x="13210" y="4337"/>
                  </a:cubicBezTo>
                  <a:cubicBezTo>
                    <a:pt x="13210" y="4537"/>
                    <a:pt x="13210" y="4737"/>
                    <a:pt x="13243" y="4937"/>
                  </a:cubicBezTo>
                  <a:cubicBezTo>
                    <a:pt x="13243" y="5071"/>
                    <a:pt x="13243" y="5237"/>
                    <a:pt x="13277" y="5371"/>
                  </a:cubicBezTo>
                  <a:cubicBezTo>
                    <a:pt x="13277" y="5404"/>
                    <a:pt x="13277" y="5438"/>
                    <a:pt x="13277" y="5504"/>
                  </a:cubicBezTo>
                  <a:cubicBezTo>
                    <a:pt x="13210" y="5304"/>
                    <a:pt x="13177" y="5071"/>
                    <a:pt x="13143" y="4871"/>
                  </a:cubicBezTo>
                  <a:cubicBezTo>
                    <a:pt x="13076" y="4670"/>
                    <a:pt x="13043" y="4437"/>
                    <a:pt x="13043" y="4203"/>
                  </a:cubicBezTo>
                  <a:cubicBezTo>
                    <a:pt x="13043" y="3970"/>
                    <a:pt x="13043" y="3736"/>
                    <a:pt x="13076" y="3503"/>
                  </a:cubicBezTo>
                  <a:cubicBezTo>
                    <a:pt x="13110" y="3269"/>
                    <a:pt x="13177" y="3003"/>
                    <a:pt x="13277" y="2769"/>
                  </a:cubicBezTo>
                  <a:cubicBezTo>
                    <a:pt x="13310" y="2636"/>
                    <a:pt x="13377" y="2469"/>
                    <a:pt x="13443" y="2335"/>
                  </a:cubicBezTo>
                  <a:lnTo>
                    <a:pt x="13677" y="1868"/>
                  </a:lnTo>
                  <a:cubicBezTo>
                    <a:pt x="13744" y="1735"/>
                    <a:pt x="13777" y="1602"/>
                    <a:pt x="13844" y="1468"/>
                  </a:cubicBezTo>
                  <a:cubicBezTo>
                    <a:pt x="13877" y="1335"/>
                    <a:pt x="13910" y="1201"/>
                    <a:pt x="13944" y="1068"/>
                  </a:cubicBezTo>
                  <a:lnTo>
                    <a:pt x="13944" y="1034"/>
                  </a:lnTo>
                  <a:cubicBezTo>
                    <a:pt x="13977" y="868"/>
                    <a:pt x="13977" y="668"/>
                    <a:pt x="13977" y="467"/>
                  </a:cubicBezTo>
                  <a:cubicBezTo>
                    <a:pt x="13844" y="401"/>
                    <a:pt x="13710" y="367"/>
                    <a:pt x="13577" y="301"/>
                  </a:cubicBezTo>
                  <a:cubicBezTo>
                    <a:pt x="13377" y="234"/>
                    <a:pt x="13210" y="167"/>
                    <a:pt x="13043" y="134"/>
                  </a:cubicBezTo>
                  <a:cubicBezTo>
                    <a:pt x="12710" y="67"/>
                    <a:pt x="12409" y="34"/>
                    <a:pt x="121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58"/>
            <p:cNvSpPr/>
            <p:nvPr/>
          </p:nvSpPr>
          <p:spPr>
            <a:xfrm>
              <a:off x="6983308" y="1683406"/>
              <a:ext cx="1251" cy="37"/>
            </a:xfrm>
            <a:custGeom>
              <a:avLst/>
              <a:gdLst/>
              <a:ahLst/>
              <a:cxnLst/>
              <a:rect l="l" t="t" r="r" b="b"/>
              <a:pathLst>
                <a:path w="34" h="1" extrusionOk="0">
                  <a:moveTo>
                    <a:pt x="0" y="0"/>
                  </a:moveTo>
                  <a:lnTo>
                    <a:pt x="33" y="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58"/>
            <p:cNvSpPr/>
            <p:nvPr/>
          </p:nvSpPr>
          <p:spPr>
            <a:xfrm>
              <a:off x="6983308" y="1684621"/>
              <a:ext cx="37" cy="37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58"/>
            <p:cNvSpPr/>
            <p:nvPr/>
          </p:nvSpPr>
          <p:spPr>
            <a:xfrm>
              <a:off x="6984522" y="1687086"/>
              <a:ext cx="37" cy="37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58"/>
            <p:cNvSpPr/>
            <p:nvPr/>
          </p:nvSpPr>
          <p:spPr>
            <a:xfrm>
              <a:off x="6698473" y="1665004"/>
              <a:ext cx="73684" cy="180492"/>
            </a:xfrm>
            <a:custGeom>
              <a:avLst/>
              <a:gdLst/>
              <a:ahLst/>
              <a:cxnLst/>
              <a:rect l="l" t="t" r="r" b="b"/>
              <a:pathLst>
                <a:path w="2002" h="4904" extrusionOk="0">
                  <a:moveTo>
                    <a:pt x="2002" y="0"/>
                  </a:moveTo>
                  <a:cubicBezTo>
                    <a:pt x="1935" y="67"/>
                    <a:pt x="1835" y="167"/>
                    <a:pt x="1768" y="234"/>
                  </a:cubicBezTo>
                  <a:cubicBezTo>
                    <a:pt x="1368" y="567"/>
                    <a:pt x="1001" y="934"/>
                    <a:pt x="701" y="1334"/>
                  </a:cubicBezTo>
                  <a:cubicBezTo>
                    <a:pt x="567" y="1534"/>
                    <a:pt x="467" y="1701"/>
                    <a:pt x="401" y="1868"/>
                  </a:cubicBezTo>
                  <a:cubicBezTo>
                    <a:pt x="401" y="1868"/>
                    <a:pt x="401" y="1901"/>
                    <a:pt x="367" y="1901"/>
                  </a:cubicBezTo>
                  <a:cubicBezTo>
                    <a:pt x="334" y="2001"/>
                    <a:pt x="267" y="2135"/>
                    <a:pt x="234" y="2235"/>
                  </a:cubicBezTo>
                  <a:cubicBezTo>
                    <a:pt x="167" y="2368"/>
                    <a:pt x="167" y="2468"/>
                    <a:pt x="134" y="2635"/>
                  </a:cubicBezTo>
                  <a:cubicBezTo>
                    <a:pt x="100" y="2702"/>
                    <a:pt x="100" y="2735"/>
                    <a:pt x="67" y="2802"/>
                  </a:cubicBezTo>
                  <a:cubicBezTo>
                    <a:pt x="34" y="3036"/>
                    <a:pt x="0" y="3269"/>
                    <a:pt x="34" y="3536"/>
                  </a:cubicBezTo>
                  <a:cubicBezTo>
                    <a:pt x="67" y="3903"/>
                    <a:pt x="167" y="4270"/>
                    <a:pt x="300" y="4537"/>
                  </a:cubicBezTo>
                  <a:cubicBezTo>
                    <a:pt x="300" y="4503"/>
                    <a:pt x="300" y="4437"/>
                    <a:pt x="300" y="4370"/>
                  </a:cubicBezTo>
                  <a:cubicBezTo>
                    <a:pt x="300" y="4303"/>
                    <a:pt x="334" y="4270"/>
                    <a:pt x="334" y="4203"/>
                  </a:cubicBezTo>
                  <a:cubicBezTo>
                    <a:pt x="334" y="4070"/>
                    <a:pt x="367" y="3970"/>
                    <a:pt x="367" y="3836"/>
                  </a:cubicBezTo>
                  <a:cubicBezTo>
                    <a:pt x="401" y="3636"/>
                    <a:pt x="467" y="3402"/>
                    <a:pt x="567" y="3202"/>
                  </a:cubicBezTo>
                  <a:cubicBezTo>
                    <a:pt x="601" y="3036"/>
                    <a:pt x="667" y="2902"/>
                    <a:pt x="767" y="2769"/>
                  </a:cubicBezTo>
                  <a:cubicBezTo>
                    <a:pt x="834" y="2602"/>
                    <a:pt x="934" y="2468"/>
                    <a:pt x="1001" y="2302"/>
                  </a:cubicBezTo>
                  <a:cubicBezTo>
                    <a:pt x="1234" y="1968"/>
                    <a:pt x="1435" y="1635"/>
                    <a:pt x="1635" y="1268"/>
                  </a:cubicBezTo>
                  <a:lnTo>
                    <a:pt x="1635" y="1268"/>
                  </a:lnTo>
                  <a:cubicBezTo>
                    <a:pt x="1468" y="1635"/>
                    <a:pt x="1335" y="1968"/>
                    <a:pt x="1168" y="2335"/>
                  </a:cubicBezTo>
                  <a:cubicBezTo>
                    <a:pt x="1101" y="2468"/>
                    <a:pt x="1034" y="2635"/>
                    <a:pt x="968" y="2769"/>
                  </a:cubicBezTo>
                  <a:cubicBezTo>
                    <a:pt x="834" y="3102"/>
                    <a:pt x="701" y="3436"/>
                    <a:pt x="634" y="3769"/>
                  </a:cubicBezTo>
                  <a:cubicBezTo>
                    <a:pt x="634" y="3869"/>
                    <a:pt x="634" y="3970"/>
                    <a:pt x="601" y="4070"/>
                  </a:cubicBezTo>
                  <a:cubicBezTo>
                    <a:pt x="601" y="4170"/>
                    <a:pt x="601" y="4236"/>
                    <a:pt x="601" y="4336"/>
                  </a:cubicBezTo>
                  <a:cubicBezTo>
                    <a:pt x="567" y="4403"/>
                    <a:pt x="567" y="4503"/>
                    <a:pt x="567" y="4570"/>
                  </a:cubicBezTo>
                  <a:cubicBezTo>
                    <a:pt x="567" y="4703"/>
                    <a:pt x="567" y="4803"/>
                    <a:pt x="567" y="4904"/>
                  </a:cubicBezTo>
                  <a:cubicBezTo>
                    <a:pt x="601" y="4837"/>
                    <a:pt x="667" y="4737"/>
                    <a:pt x="701" y="4670"/>
                  </a:cubicBezTo>
                  <a:cubicBezTo>
                    <a:pt x="767" y="4570"/>
                    <a:pt x="801" y="4503"/>
                    <a:pt x="868" y="4403"/>
                  </a:cubicBezTo>
                  <a:cubicBezTo>
                    <a:pt x="901" y="4303"/>
                    <a:pt x="934" y="4236"/>
                    <a:pt x="1001" y="4136"/>
                  </a:cubicBezTo>
                  <a:cubicBezTo>
                    <a:pt x="1034" y="4003"/>
                    <a:pt x="1101" y="3869"/>
                    <a:pt x="1168" y="3703"/>
                  </a:cubicBezTo>
                  <a:cubicBezTo>
                    <a:pt x="1201" y="3636"/>
                    <a:pt x="1234" y="3569"/>
                    <a:pt x="1234" y="3503"/>
                  </a:cubicBezTo>
                  <a:cubicBezTo>
                    <a:pt x="1268" y="3436"/>
                    <a:pt x="1301" y="3369"/>
                    <a:pt x="1301" y="3302"/>
                  </a:cubicBezTo>
                  <a:cubicBezTo>
                    <a:pt x="1401" y="2969"/>
                    <a:pt x="1501" y="2635"/>
                    <a:pt x="1601" y="2335"/>
                  </a:cubicBezTo>
                  <a:cubicBezTo>
                    <a:pt x="1635" y="2235"/>
                    <a:pt x="1635" y="2168"/>
                    <a:pt x="1668" y="2068"/>
                  </a:cubicBezTo>
                  <a:cubicBezTo>
                    <a:pt x="1701" y="1968"/>
                    <a:pt x="1735" y="1901"/>
                    <a:pt x="1735" y="1835"/>
                  </a:cubicBezTo>
                  <a:cubicBezTo>
                    <a:pt x="1802" y="1635"/>
                    <a:pt x="1835" y="1468"/>
                    <a:pt x="1868" y="1268"/>
                  </a:cubicBezTo>
                  <a:cubicBezTo>
                    <a:pt x="1902" y="1168"/>
                    <a:pt x="1902" y="1067"/>
                    <a:pt x="1902" y="967"/>
                  </a:cubicBezTo>
                  <a:cubicBezTo>
                    <a:pt x="1902" y="934"/>
                    <a:pt x="1902" y="867"/>
                    <a:pt x="1902" y="834"/>
                  </a:cubicBezTo>
                  <a:cubicBezTo>
                    <a:pt x="1902" y="801"/>
                    <a:pt x="1902" y="767"/>
                    <a:pt x="1902" y="734"/>
                  </a:cubicBezTo>
                  <a:cubicBezTo>
                    <a:pt x="1902" y="667"/>
                    <a:pt x="1935" y="600"/>
                    <a:pt x="1935" y="534"/>
                  </a:cubicBezTo>
                  <a:cubicBezTo>
                    <a:pt x="1935" y="400"/>
                    <a:pt x="1968" y="267"/>
                    <a:pt x="2002" y="133"/>
                  </a:cubicBezTo>
                  <a:cubicBezTo>
                    <a:pt x="2002" y="100"/>
                    <a:pt x="2002" y="67"/>
                    <a:pt x="200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8" name="Google Shape;938;p58"/>
          <p:cNvSpPr/>
          <p:nvPr/>
        </p:nvSpPr>
        <p:spPr>
          <a:xfrm>
            <a:off x="7558650" y="536499"/>
            <a:ext cx="824685" cy="655506"/>
          </a:xfrm>
          <a:custGeom>
            <a:avLst/>
            <a:gdLst/>
            <a:ahLst/>
            <a:cxnLst/>
            <a:rect l="l" t="t" r="r" b="b"/>
            <a:pathLst>
              <a:path w="8477" h="6738" extrusionOk="0">
                <a:moveTo>
                  <a:pt x="3135" y="0"/>
                </a:moveTo>
                <a:cubicBezTo>
                  <a:pt x="2788" y="0"/>
                  <a:pt x="2453" y="367"/>
                  <a:pt x="2661" y="782"/>
                </a:cubicBezTo>
                <a:cubicBezTo>
                  <a:pt x="3094" y="1583"/>
                  <a:pt x="3495" y="2350"/>
                  <a:pt x="3928" y="3151"/>
                </a:cubicBezTo>
                <a:cubicBezTo>
                  <a:pt x="2861" y="3751"/>
                  <a:pt x="1760" y="4218"/>
                  <a:pt x="526" y="4585"/>
                </a:cubicBezTo>
                <a:cubicBezTo>
                  <a:pt x="1" y="4739"/>
                  <a:pt x="162" y="5467"/>
                  <a:pt x="640" y="5467"/>
                </a:cubicBezTo>
                <a:cubicBezTo>
                  <a:pt x="678" y="5467"/>
                  <a:pt x="718" y="5462"/>
                  <a:pt x="759" y="5452"/>
                </a:cubicBezTo>
                <a:cubicBezTo>
                  <a:pt x="2027" y="5152"/>
                  <a:pt x="3295" y="4718"/>
                  <a:pt x="4462" y="4151"/>
                </a:cubicBezTo>
                <a:cubicBezTo>
                  <a:pt x="4896" y="4919"/>
                  <a:pt x="5329" y="5686"/>
                  <a:pt x="5763" y="6420"/>
                </a:cubicBezTo>
                <a:cubicBezTo>
                  <a:pt x="5906" y="6645"/>
                  <a:pt x="6112" y="6738"/>
                  <a:pt x="6316" y="6738"/>
                </a:cubicBezTo>
                <a:cubicBezTo>
                  <a:pt x="6778" y="6738"/>
                  <a:pt x="7231" y="6261"/>
                  <a:pt x="6930" y="5752"/>
                </a:cubicBezTo>
                <a:cubicBezTo>
                  <a:pt x="6497" y="4985"/>
                  <a:pt x="6063" y="4251"/>
                  <a:pt x="5596" y="3518"/>
                </a:cubicBezTo>
                <a:cubicBezTo>
                  <a:pt x="6463" y="2984"/>
                  <a:pt x="7297" y="2383"/>
                  <a:pt x="8031" y="1683"/>
                </a:cubicBezTo>
                <a:cubicBezTo>
                  <a:pt x="8476" y="1238"/>
                  <a:pt x="8038" y="629"/>
                  <a:pt x="7555" y="629"/>
                </a:cubicBezTo>
                <a:cubicBezTo>
                  <a:pt x="7422" y="629"/>
                  <a:pt x="7286" y="675"/>
                  <a:pt x="7164" y="782"/>
                </a:cubicBezTo>
                <a:cubicBezTo>
                  <a:pt x="6463" y="1416"/>
                  <a:pt x="5730" y="1983"/>
                  <a:pt x="4996" y="2483"/>
                </a:cubicBezTo>
                <a:cubicBezTo>
                  <a:pt x="4529" y="1750"/>
                  <a:pt x="4028" y="982"/>
                  <a:pt x="3561" y="249"/>
                </a:cubicBezTo>
                <a:cubicBezTo>
                  <a:pt x="3448" y="73"/>
                  <a:pt x="3290" y="0"/>
                  <a:pt x="313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9" name="Google Shape;939;p58"/>
          <p:cNvSpPr/>
          <p:nvPr/>
        </p:nvSpPr>
        <p:spPr>
          <a:xfrm>
            <a:off x="7558650" y="892288"/>
            <a:ext cx="340950" cy="295130"/>
          </a:xfrm>
          <a:custGeom>
            <a:avLst/>
            <a:gdLst/>
            <a:ahLst/>
            <a:cxnLst/>
            <a:rect l="l" t="t" r="r" b="b"/>
            <a:pathLst>
              <a:path w="7907" h="6844" extrusionOk="0">
                <a:moveTo>
                  <a:pt x="3695" y="1308"/>
                </a:moveTo>
                <a:cubicBezTo>
                  <a:pt x="4238" y="1308"/>
                  <a:pt x="4789" y="1500"/>
                  <a:pt x="5171" y="1906"/>
                </a:cubicBezTo>
                <a:cubicBezTo>
                  <a:pt x="6072" y="2906"/>
                  <a:pt x="6139" y="4474"/>
                  <a:pt x="4938" y="5208"/>
                </a:cubicBezTo>
                <a:cubicBezTo>
                  <a:pt x="4536" y="5449"/>
                  <a:pt x="4058" y="5577"/>
                  <a:pt x="3588" y="5577"/>
                </a:cubicBezTo>
                <a:cubicBezTo>
                  <a:pt x="2887" y="5577"/>
                  <a:pt x="2201" y="5293"/>
                  <a:pt x="1802" y="4674"/>
                </a:cubicBezTo>
                <a:cubicBezTo>
                  <a:pt x="1669" y="4408"/>
                  <a:pt x="1569" y="4141"/>
                  <a:pt x="1535" y="3874"/>
                </a:cubicBezTo>
                <a:cubicBezTo>
                  <a:pt x="1769" y="3774"/>
                  <a:pt x="1969" y="3540"/>
                  <a:pt x="1902" y="3207"/>
                </a:cubicBezTo>
                <a:cubicBezTo>
                  <a:pt x="1685" y="1987"/>
                  <a:pt x="2675" y="1308"/>
                  <a:pt x="3695" y="1308"/>
                </a:cubicBezTo>
                <a:close/>
                <a:moveTo>
                  <a:pt x="3813" y="1"/>
                </a:moveTo>
                <a:cubicBezTo>
                  <a:pt x="2836" y="1"/>
                  <a:pt x="1873" y="467"/>
                  <a:pt x="1302" y="1205"/>
                </a:cubicBezTo>
                <a:cubicBezTo>
                  <a:pt x="201" y="2373"/>
                  <a:pt x="1" y="4341"/>
                  <a:pt x="1035" y="5642"/>
                </a:cubicBezTo>
                <a:cubicBezTo>
                  <a:pt x="1672" y="6458"/>
                  <a:pt x="2645" y="6843"/>
                  <a:pt x="3628" y="6843"/>
                </a:cubicBezTo>
                <a:cubicBezTo>
                  <a:pt x="4654" y="6843"/>
                  <a:pt x="5691" y="6425"/>
                  <a:pt x="6372" y="5642"/>
                </a:cubicBezTo>
                <a:cubicBezTo>
                  <a:pt x="7907" y="3907"/>
                  <a:pt x="6973" y="1105"/>
                  <a:pt x="4971" y="238"/>
                </a:cubicBezTo>
                <a:cubicBezTo>
                  <a:pt x="4599" y="76"/>
                  <a:pt x="4205" y="1"/>
                  <a:pt x="3813" y="1"/>
                </a:cubicBezTo>
                <a:close/>
              </a:path>
            </a:pathLst>
          </a:custGeom>
          <a:solidFill>
            <a:schemeClr val="dk1">
              <a:alpha val="47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0" name="Google Shape;940;p58"/>
          <p:cNvSpPr/>
          <p:nvPr/>
        </p:nvSpPr>
        <p:spPr>
          <a:xfrm>
            <a:off x="6328675" y="556550"/>
            <a:ext cx="1458575" cy="310600"/>
          </a:xfrm>
          <a:custGeom>
            <a:avLst/>
            <a:gdLst/>
            <a:ahLst/>
            <a:cxnLst/>
            <a:rect l="l" t="t" r="r" b="b"/>
            <a:pathLst>
              <a:path w="58343" h="12424" extrusionOk="0">
                <a:moveTo>
                  <a:pt x="18298" y="0"/>
                </a:moveTo>
                <a:cubicBezTo>
                  <a:pt x="18228" y="0"/>
                  <a:pt x="18155" y="5"/>
                  <a:pt x="18080" y="16"/>
                </a:cubicBezTo>
                <a:cubicBezTo>
                  <a:pt x="17180" y="149"/>
                  <a:pt x="16713" y="1016"/>
                  <a:pt x="16479" y="1783"/>
                </a:cubicBezTo>
                <a:cubicBezTo>
                  <a:pt x="15879" y="3551"/>
                  <a:pt x="15545" y="5486"/>
                  <a:pt x="15212" y="7354"/>
                </a:cubicBezTo>
                <a:cubicBezTo>
                  <a:pt x="14544" y="5086"/>
                  <a:pt x="14878" y="1750"/>
                  <a:pt x="11943" y="1550"/>
                </a:cubicBezTo>
                <a:cubicBezTo>
                  <a:pt x="11899" y="1548"/>
                  <a:pt x="11857" y="1546"/>
                  <a:pt x="11815" y="1546"/>
                </a:cubicBezTo>
                <a:cubicBezTo>
                  <a:pt x="10662" y="1546"/>
                  <a:pt x="10024" y="2417"/>
                  <a:pt x="9541" y="3318"/>
                </a:cubicBezTo>
                <a:cubicBezTo>
                  <a:pt x="8674" y="4919"/>
                  <a:pt x="7906" y="6554"/>
                  <a:pt x="7172" y="8221"/>
                </a:cubicBezTo>
                <a:cubicBezTo>
                  <a:pt x="6872" y="5953"/>
                  <a:pt x="6339" y="3752"/>
                  <a:pt x="5538" y="1583"/>
                </a:cubicBezTo>
                <a:cubicBezTo>
                  <a:pt x="5440" y="1314"/>
                  <a:pt x="5163" y="1081"/>
                  <a:pt x="4864" y="1081"/>
                </a:cubicBezTo>
                <a:cubicBezTo>
                  <a:pt x="4755" y="1081"/>
                  <a:pt x="4644" y="1112"/>
                  <a:pt x="4537" y="1183"/>
                </a:cubicBezTo>
                <a:cubicBezTo>
                  <a:pt x="1435" y="3485"/>
                  <a:pt x="1" y="7254"/>
                  <a:pt x="868" y="11023"/>
                </a:cubicBezTo>
                <a:cubicBezTo>
                  <a:pt x="934" y="11276"/>
                  <a:pt x="1123" y="11386"/>
                  <a:pt x="1318" y="11386"/>
                </a:cubicBezTo>
                <a:cubicBezTo>
                  <a:pt x="1610" y="11386"/>
                  <a:pt x="1915" y="11137"/>
                  <a:pt x="1835" y="10757"/>
                </a:cubicBezTo>
                <a:cubicBezTo>
                  <a:pt x="1302" y="7788"/>
                  <a:pt x="2302" y="4819"/>
                  <a:pt x="4571" y="2851"/>
                </a:cubicBezTo>
                <a:cubicBezTo>
                  <a:pt x="5405" y="5453"/>
                  <a:pt x="5905" y="8055"/>
                  <a:pt x="6005" y="10790"/>
                </a:cubicBezTo>
                <a:cubicBezTo>
                  <a:pt x="6026" y="11192"/>
                  <a:pt x="6410" y="11487"/>
                  <a:pt x="6764" y="11487"/>
                </a:cubicBezTo>
                <a:cubicBezTo>
                  <a:pt x="6968" y="11487"/>
                  <a:pt x="7163" y="11389"/>
                  <a:pt x="7273" y="11157"/>
                </a:cubicBezTo>
                <a:cubicBezTo>
                  <a:pt x="7973" y="9723"/>
                  <a:pt x="8674" y="8288"/>
                  <a:pt x="9341" y="6887"/>
                </a:cubicBezTo>
                <a:cubicBezTo>
                  <a:pt x="9796" y="5951"/>
                  <a:pt x="10674" y="3307"/>
                  <a:pt x="11872" y="3307"/>
                </a:cubicBezTo>
                <a:cubicBezTo>
                  <a:pt x="12253" y="3307"/>
                  <a:pt x="12667" y="3575"/>
                  <a:pt x="13110" y="4252"/>
                </a:cubicBezTo>
                <a:cubicBezTo>
                  <a:pt x="13710" y="5153"/>
                  <a:pt x="13477" y="6620"/>
                  <a:pt x="13710" y="7688"/>
                </a:cubicBezTo>
                <a:cubicBezTo>
                  <a:pt x="13911" y="8622"/>
                  <a:pt x="14278" y="9356"/>
                  <a:pt x="15011" y="9989"/>
                </a:cubicBezTo>
                <a:cubicBezTo>
                  <a:pt x="15163" y="10116"/>
                  <a:pt x="15363" y="10180"/>
                  <a:pt x="15560" y="10180"/>
                </a:cubicBezTo>
                <a:cubicBezTo>
                  <a:pt x="15882" y="10180"/>
                  <a:pt x="16196" y="10008"/>
                  <a:pt x="16279" y="9656"/>
                </a:cubicBezTo>
                <a:cubicBezTo>
                  <a:pt x="16613" y="8188"/>
                  <a:pt x="16946" y="6720"/>
                  <a:pt x="17280" y="5219"/>
                </a:cubicBezTo>
                <a:cubicBezTo>
                  <a:pt x="17446" y="4552"/>
                  <a:pt x="17580" y="3885"/>
                  <a:pt x="17747" y="3218"/>
                </a:cubicBezTo>
                <a:cubicBezTo>
                  <a:pt x="17780" y="2818"/>
                  <a:pt x="17913" y="2451"/>
                  <a:pt x="18047" y="2084"/>
                </a:cubicBezTo>
                <a:cubicBezTo>
                  <a:pt x="18064" y="1858"/>
                  <a:pt x="18118" y="1750"/>
                  <a:pt x="18203" y="1750"/>
                </a:cubicBezTo>
                <a:cubicBezTo>
                  <a:pt x="18281" y="1750"/>
                  <a:pt x="18386" y="1841"/>
                  <a:pt x="18514" y="2017"/>
                </a:cubicBezTo>
                <a:cubicBezTo>
                  <a:pt x="19114" y="2217"/>
                  <a:pt x="20082" y="5119"/>
                  <a:pt x="20382" y="5686"/>
                </a:cubicBezTo>
                <a:lnTo>
                  <a:pt x="22583" y="10123"/>
                </a:lnTo>
                <a:cubicBezTo>
                  <a:pt x="22716" y="10389"/>
                  <a:pt x="22999" y="10517"/>
                  <a:pt x="23285" y="10517"/>
                </a:cubicBezTo>
                <a:cubicBezTo>
                  <a:pt x="23646" y="10517"/>
                  <a:pt x="24010" y="10313"/>
                  <a:pt x="24085" y="9923"/>
                </a:cubicBezTo>
                <a:cubicBezTo>
                  <a:pt x="24518" y="7554"/>
                  <a:pt x="25419" y="5453"/>
                  <a:pt x="26820" y="3551"/>
                </a:cubicBezTo>
                <a:cubicBezTo>
                  <a:pt x="27654" y="6253"/>
                  <a:pt x="28488" y="8955"/>
                  <a:pt x="29288" y="11657"/>
                </a:cubicBezTo>
                <a:cubicBezTo>
                  <a:pt x="29418" y="12062"/>
                  <a:pt x="29724" y="12241"/>
                  <a:pt x="30039" y="12241"/>
                </a:cubicBezTo>
                <a:cubicBezTo>
                  <a:pt x="30451" y="12241"/>
                  <a:pt x="30880" y="11934"/>
                  <a:pt x="30956" y="11424"/>
                </a:cubicBezTo>
                <a:cubicBezTo>
                  <a:pt x="31290" y="8622"/>
                  <a:pt x="32090" y="5953"/>
                  <a:pt x="33358" y="3451"/>
                </a:cubicBezTo>
                <a:cubicBezTo>
                  <a:pt x="34826" y="5686"/>
                  <a:pt x="36093" y="8021"/>
                  <a:pt x="37094" y="10490"/>
                </a:cubicBezTo>
                <a:cubicBezTo>
                  <a:pt x="37265" y="10893"/>
                  <a:pt x="37652" y="11102"/>
                  <a:pt x="38018" y="11102"/>
                </a:cubicBezTo>
                <a:cubicBezTo>
                  <a:pt x="38438" y="11102"/>
                  <a:pt x="38828" y="10827"/>
                  <a:pt x="38828" y="10256"/>
                </a:cubicBezTo>
                <a:cubicBezTo>
                  <a:pt x="38828" y="8955"/>
                  <a:pt x="38995" y="7654"/>
                  <a:pt x="39395" y="6387"/>
                </a:cubicBezTo>
                <a:cubicBezTo>
                  <a:pt x="39596" y="5853"/>
                  <a:pt x="39896" y="4752"/>
                  <a:pt x="40329" y="4385"/>
                </a:cubicBezTo>
                <a:cubicBezTo>
                  <a:pt x="40546" y="4203"/>
                  <a:pt x="40696" y="4122"/>
                  <a:pt x="40817" y="4122"/>
                </a:cubicBezTo>
                <a:cubicBezTo>
                  <a:pt x="41052" y="4122"/>
                  <a:pt x="41178" y="4424"/>
                  <a:pt x="41464" y="4886"/>
                </a:cubicBezTo>
                <a:cubicBezTo>
                  <a:pt x="42798" y="6987"/>
                  <a:pt x="43598" y="9622"/>
                  <a:pt x="44633" y="11891"/>
                </a:cubicBezTo>
                <a:cubicBezTo>
                  <a:pt x="44771" y="12196"/>
                  <a:pt x="45048" y="12328"/>
                  <a:pt x="45339" y="12328"/>
                </a:cubicBezTo>
                <a:cubicBezTo>
                  <a:pt x="45747" y="12328"/>
                  <a:pt x="46183" y="12067"/>
                  <a:pt x="46300" y="11657"/>
                </a:cubicBezTo>
                <a:cubicBezTo>
                  <a:pt x="47068" y="8889"/>
                  <a:pt x="48202" y="6253"/>
                  <a:pt x="49669" y="3785"/>
                </a:cubicBezTo>
                <a:cubicBezTo>
                  <a:pt x="50937" y="6320"/>
                  <a:pt x="51938" y="8955"/>
                  <a:pt x="52638" y="11757"/>
                </a:cubicBezTo>
                <a:cubicBezTo>
                  <a:pt x="52755" y="12191"/>
                  <a:pt x="53147" y="12408"/>
                  <a:pt x="53539" y="12408"/>
                </a:cubicBezTo>
                <a:cubicBezTo>
                  <a:pt x="53931" y="12408"/>
                  <a:pt x="54323" y="12191"/>
                  <a:pt x="54440" y="11757"/>
                </a:cubicBezTo>
                <a:cubicBezTo>
                  <a:pt x="54907" y="9756"/>
                  <a:pt x="55374" y="7788"/>
                  <a:pt x="55841" y="5820"/>
                </a:cubicBezTo>
                <a:cubicBezTo>
                  <a:pt x="56241" y="7588"/>
                  <a:pt x="56274" y="9422"/>
                  <a:pt x="55941" y="11290"/>
                </a:cubicBezTo>
                <a:cubicBezTo>
                  <a:pt x="55820" y="11971"/>
                  <a:pt x="56410" y="12424"/>
                  <a:pt x="56944" y="12424"/>
                </a:cubicBezTo>
                <a:cubicBezTo>
                  <a:pt x="57298" y="12424"/>
                  <a:pt x="57629" y="12224"/>
                  <a:pt x="57709" y="11757"/>
                </a:cubicBezTo>
                <a:cubicBezTo>
                  <a:pt x="58342" y="8388"/>
                  <a:pt x="57942" y="5153"/>
                  <a:pt x="56508" y="2017"/>
                </a:cubicBezTo>
                <a:cubicBezTo>
                  <a:pt x="56353" y="1707"/>
                  <a:pt x="56055" y="1570"/>
                  <a:pt x="55750" y="1570"/>
                </a:cubicBezTo>
                <a:cubicBezTo>
                  <a:pt x="55333" y="1570"/>
                  <a:pt x="54903" y="1827"/>
                  <a:pt x="54806" y="2250"/>
                </a:cubicBezTo>
                <a:cubicBezTo>
                  <a:pt x="54339" y="4152"/>
                  <a:pt x="53906" y="6053"/>
                  <a:pt x="53439" y="7955"/>
                </a:cubicBezTo>
                <a:cubicBezTo>
                  <a:pt x="52672" y="5720"/>
                  <a:pt x="51671" y="3585"/>
                  <a:pt x="50503" y="1483"/>
                </a:cubicBezTo>
                <a:cubicBezTo>
                  <a:pt x="50341" y="1192"/>
                  <a:pt x="50054" y="1058"/>
                  <a:pt x="49759" y="1058"/>
                </a:cubicBezTo>
                <a:cubicBezTo>
                  <a:pt x="49446" y="1058"/>
                  <a:pt x="49124" y="1209"/>
                  <a:pt x="48936" y="1483"/>
                </a:cubicBezTo>
                <a:cubicBezTo>
                  <a:pt x="47401" y="3818"/>
                  <a:pt x="46167" y="6287"/>
                  <a:pt x="45266" y="8889"/>
                </a:cubicBezTo>
                <a:cubicBezTo>
                  <a:pt x="44633" y="7488"/>
                  <a:pt x="43999" y="6087"/>
                  <a:pt x="43332" y="4686"/>
                </a:cubicBezTo>
                <a:cubicBezTo>
                  <a:pt x="42841" y="3540"/>
                  <a:pt x="42382" y="1882"/>
                  <a:pt x="40885" y="1882"/>
                </a:cubicBezTo>
                <a:cubicBezTo>
                  <a:pt x="40856" y="1882"/>
                  <a:pt x="40826" y="1882"/>
                  <a:pt x="40796" y="1884"/>
                </a:cubicBezTo>
                <a:cubicBezTo>
                  <a:pt x="38828" y="1984"/>
                  <a:pt x="37828" y="4552"/>
                  <a:pt x="37394" y="6954"/>
                </a:cubicBezTo>
                <a:cubicBezTo>
                  <a:pt x="36427" y="4986"/>
                  <a:pt x="35293" y="3151"/>
                  <a:pt x="34025" y="1350"/>
                </a:cubicBezTo>
                <a:cubicBezTo>
                  <a:pt x="33833" y="1088"/>
                  <a:pt x="33523" y="936"/>
                  <a:pt x="33223" y="936"/>
                </a:cubicBezTo>
                <a:cubicBezTo>
                  <a:pt x="32949" y="936"/>
                  <a:pt x="32683" y="1063"/>
                  <a:pt x="32524" y="1350"/>
                </a:cubicBezTo>
                <a:cubicBezTo>
                  <a:pt x="31323" y="3451"/>
                  <a:pt x="30489" y="5653"/>
                  <a:pt x="29922" y="7955"/>
                </a:cubicBezTo>
                <a:cubicBezTo>
                  <a:pt x="29255" y="5820"/>
                  <a:pt x="28621" y="3718"/>
                  <a:pt x="27954" y="1617"/>
                </a:cubicBezTo>
                <a:cubicBezTo>
                  <a:pt x="27846" y="1251"/>
                  <a:pt x="27490" y="1010"/>
                  <a:pt x="27133" y="1010"/>
                </a:cubicBezTo>
                <a:cubicBezTo>
                  <a:pt x="26937" y="1010"/>
                  <a:pt x="26740" y="1084"/>
                  <a:pt x="26586" y="1250"/>
                </a:cubicBezTo>
                <a:cubicBezTo>
                  <a:pt x="24952" y="3084"/>
                  <a:pt x="23751" y="5119"/>
                  <a:pt x="23050" y="7354"/>
                </a:cubicBezTo>
                <a:cubicBezTo>
                  <a:pt x="22250" y="5820"/>
                  <a:pt x="21449" y="4252"/>
                  <a:pt x="20682" y="2684"/>
                </a:cubicBezTo>
                <a:cubicBezTo>
                  <a:pt x="20176" y="1703"/>
                  <a:pt x="19609" y="0"/>
                  <a:pt x="182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1" name="Google Shape;941;p58"/>
          <p:cNvSpPr/>
          <p:nvPr/>
        </p:nvSpPr>
        <p:spPr>
          <a:xfrm>
            <a:off x="6481075" y="632750"/>
            <a:ext cx="1458575" cy="310600"/>
          </a:xfrm>
          <a:custGeom>
            <a:avLst/>
            <a:gdLst/>
            <a:ahLst/>
            <a:cxnLst/>
            <a:rect l="l" t="t" r="r" b="b"/>
            <a:pathLst>
              <a:path w="58343" h="12424" extrusionOk="0">
                <a:moveTo>
                  <a:pt x="18298" y="0"/>
                </a:moveTo>
                <a:cubicBezTo>
                  <a:pt x="18228" y="0"/>
                  <a:pt x="18155" y="5"/>
                  <a:pt x="18080" y="16"/>
                </a:cubicBezTo>
                <a:cubicBezTo>
                  <a:pt x="17180" y="149"/>
                  <a:pt x="16713" y="1016"/>
                  <a:pt x="16479" y="1783"/>
                </a:cubicBezTo>
                <a:cubicBezTo>
                  <a:pt x="15879" y="3551"/>
                  <a:pt x="15545" y="5486"/>
                  <a:pt x="15212" y="7354"/>
                </a:cubicBezTo>
                <a:cubicBezTo>
                  <a:pt x="14544" y="5086"/>
                  <a:pt x="14878" y="1750"/>
                  <a:pt x="11943" y="1550"/>
                </a:cubicBezTo>
                <a:cubicBezTo>
                  <a:pt x="11899" y="1548"/>
                  <a:pt x="11857" y="1546"/>
                  <a:pt x="11815" y="1546"/>
                </a:cubicBezTo>
                <a:cubicBezTo>
                  <a:pt x="10662" y="1546"/>
                  <a:pt x="10024" y="2417"/>
                  <a:pt x="9541" y="3318"/>
                </a:cubicBezTo>
                <a:cubicBezTo>
                  <a:pt x="8674" y="4919"/>
                  <a:pt x="7906" y="6554"/>
                  <a:pt x="7172" y="8221"/>
                </a:cubicBezTo>
                <a:cubicBezTo>
                  <a:pt x="6872" y="5953"/>
                  <a:pt x="6339" y="3752"/>
                  <a:pt x="5538" y="1583"/>
                </a:cubicBezTo>
                <a:cubicBezTo>
                  <a:pt x="5440" y="1314"/>
                  <a:pt x="5163" y="1081"/>
                  <a:pt x="4864" y="1081"/>
                </a:cubicBezTo>
                <a:cubicBezTo>
                  <a:pt x="4755" y="1081"/>
                  <a:pt x="4644" y="1112"/>
                  <a:pt x="4537" y="1183"/>
                </a:cubicBezTo>
                <a:cubicBezTo>
                  <a:pt x="1435" y="3485"/>
                  <a:pt x="1" y="7254"/>
                  <a:pt x="868" y="11023"/>
                </a:cubicBezTo>
                <a:cubicBezTo>
                  <a:pt x="934" y="11276"/>
                  <a:pt x="1123" y="11386"/>
                  <a:pt x="1318" y="11386"/>
                </a:cubicBezTo>
                <a:cubicBezTo>
                  <a:pt x="1610" y="11386"/>
                  <a:pt x="1915" y="11137"/>
                  <a:pt x="1835" y="10757"/>
                </a:cubicBezTo>
                <a:cubicBezTo>
                  <a:pt x="1302" y="7788"/>
                  <a:pt x="2302" y="4819"/>
                  <a:pt x="4571" y="2851"/>
                </a:cubicBezTo>
                <a:cubicBezTo>
                  <a:pt x="5405" y="5453"/>
                  <a:pt x="5905" y="8055"/>
                  <a:pt x="6005" y="10790"/>
                </a:cubicBezTo>
                <a:cubicBezTo>
                  <a:pt x="6026" y="11192"/>
                  <a:pt x="6410" y="11487"/>
                  <a:pt x="6764" y="11487"/>
                </a:cubicBezTo>
                <a:cubicBezTo>
                  <a:pt x="6968" y="11487"/>
                  <a:pt x="7163" y="11389"/>
                  <a:pt x="7273" y="11157"/>
                </a:cubicBezTo>
                <a:cubicBezTo>
                  <a:pt x="7973" y="9723"/>
                  <a:pt x="8674" y="8288"/>
                  <a:pt x="9341" y="6887"/>
                </a:cubicBezTo>
                <a:cubicBezTo>
                  <a:pt x="9796" y="5951"/>
                  <a:pt x="10674" y="3307"/>
                  <a:pt x="11872" y="3307"/>
                </a:cubicBezTo>
                <a:cubicBezTo>
                  <a:pt x="12253" y="3307"/>
                  <a:pt x="12667" y="3575"/>
                  <a:pt x="13110" y="4252"/>
                </a:cubicBezTo>
                <a:cubicBezTo>
                  <a:pt x="13710" y="5153"/>
                  <a:pt x="13477" y="6620"/>
                  <a:pt x="13710" y="7688"/>
                </a:cubicBezTo>
                <a:cubicBezTo>
                  <a:pt x="13911" y="8622"/>
                  <a:pt x="14278" y="9356"/>
                  <a:pt x="15011" y="9989"/>
                </a:cubicBezTo>
                <a:cubicBezTo>
                  <a:pt x="15163" y="10116"/>
                  <a:pt x="15363" y="10180"/>
                  <a:pt x="15560" y="10180"/>
                </a:cubicBezTo>
                <a:cubicBezTo>
                  <a:pt x="15882" y="10180"/>
                  <a:pt x="16196" y="10008"/>
                  <a:pt x="16279" y="9656"/>
                </a:cubicBezTo>
                <a:cubicBezTo>
                  <a:pt x="16613" y="8188"/>
                  <a:pt x="16946" y="6720"/>
                  <a:pt x="17280" y="5219"/>
                </a:cubicBezTo>
                <a:cubicBezTo>
                  <a:pt x="17446" y="4552"/>
                  <a:pt x="17580" y="3885"/>
                  <a:pt x="17747" y="3218"/>
                </a:cubicBezTo>
                <a:cubicBezTo>
                  <a:pt x="17780" y="2818"/>
                  <a:pt x="17913" y="2451"/>
                  <a:pt x="18047" y="2084"/>
                </a:cubicBezTo>
                <a:cubicBezTo>
                  <a:pt x="18064" y="1858"/>
                  <a:pt x="18118" y="1750"/>
                  <a:pt x="18203" y="1750"/>
                </a:cubicBezTo>
                <a:cubicBezTo>
                  <a:pt x="18281" y="1750"/>
                  <a:pt x="18386" y="1841"/>
                  <a:pt x="18514" y="2017"/>
                </a:cubicBezTo>
                <a:cubicBezTo>
                  <a:pt x="19114" y="2217"/>
                  <a:pt x="20082" y="5119"/>
                  <a:pt x="20382" y="5686"/>
                </a:cubicBezTo>
                <a:lnTo>
                  <a:pt x="22583" y="10123"/>
                </a:lnTo>
                <a:cubicBezTo>
                  <a:pt x="22716" y="10389"/>
                  <a:pt x="22999" y="10517"/>
                  <a:pt x="23285" y="10517"/>
                </a:cubicBezTo>
                <a:cubicBezTo>
                  <a:pt x="23646" y="10517"/>
                  <a:pt x="24010" y="10313"/>
                  <a:pt x="24085" y="9923"/>
                </a:cubicBezTo>
                <a:cubicBezTo>
                  <a:pt x="24518" y="7554"/>
                  <a:pt x="25419" y="5453"/>
                  <a:pt x="26820" y="3551"/>
                </a:cubicBezTo>
                <a:cubicBezTo>
                  <a:pt x="27654" y="6253"/>
                  <a:pt x="28488" y="8955"/>
                  <a:pt x="29288" y="11657"/>
                </a:cubicBezTo>
                <a:cubicBezTo>
                  <a:pt x="29418" y="12062"/>
                  <a:pt x="29724" y="12241"/>
                  <a:pt x="30039" y="12241"/>
                </a:cubicBezTo>
                <a:cubicBezTo>
                  <a:pt x="30451" y="12241"/>
                  <a:pt x="30880" y="11934"/>
                  <a:pt x="30956" y="11424"/>
                </a:cubicBezTo>
                <a:cubicBezTo>
                  <a:pt x="31290" y="8622"/>
                  <a:pt x="32090" y="5953"/>
                  <a:pt x="33358" y="3451"/>
                </a:cubicBezTo>
                <a:cubicBezTo>
                  <a:pt x="34826" y="5686"/>
                  <a:pt x="36093" y="8021"/>
                  <a:pt x="37094" y="10490"/>
                </a:cubicBezTo>
                <a:cubicBezTo>
                  <a:pt x="37265" y="10893"/>
                  <a:pt x="37652" y="11102"/>
                  <a:pt x="38018" y="11102"/>
                </a:cubicBezTo>
                <a:cubicBezTo>
                  <a:pt x="38438" y="11102"/>
                  <a:pt x="38828" y="10827"/>
                  <a:pt x="38828" y="10256"/>
                </a:cubicBezTo>
                <a:cubicBezTo>
                  <a:pt x="38828" y="8955"/>
                  <a:pt x="38995" y="7654"/>
                  <a:pt x="39395" y="6387"/>
                </a:cubicBezTo>
                <a:cubicBezTo>
                  <a:pt x="39596" y="5853"/>
                  <a:pt x="39896" y="4752"/>
                  <a:pt x="40329" y="4385"/>
                </a:cubicBezTo>
                <a:cubicBezTo>
                  <a:pt x="40546" y="4203"/>
                  <a:pt x="40696" y="4122"/>
                  <a:pt x="40817" y="4122"/>
                </a:cubicBezTo>
                <a:cubicBezTo>
                  <a:pt x="41052" y="4122"/>
                  <a:pt x="41178" y="4424"/>
                  <a:pt x="41464" y="4886"/>
                </a:cubicBezTo>
                <a:cubicBezTo>
                  <a:pt x="42798" y="6987"/>
                  <a:pt x="43598" y="9622"/>
                  <a:pt x="44633" y="11891"/>
                </a:cubicBezTo>
                <a:cubicBezTo>
                  <a:pt x="44771" y="12196"/>
                  <a:pt x="45048" y="12328"/>
                  <a:pt x="45339" y="12328"/>
                </a:cubicBezTo>
                <a:cubicBezTo>
                  <a:pt x="45747" y="12328"/>
                  <a:pt x="46183" y="12067"/>
                  <a:pt x="46300" y="11657"/>
                </a:cubicBezTo>
                <a:cubicBezTo>
                  <a:pt x="47068" y="8889"/>
                  <a:pt x="48202" y="6253"/>
                  <a:pt x="49669" y="3785"/>
                </a:cubicBezTo>
                <a:cubicBezTo>
                  <a:pt x="50937" y="6320"/>
                  <a:pt x="51938" y="8955"/>
                  <a:pt x="52638" y="11757"/>
                </a:cubicBezTo>
                <a:cubicBezTo>
                  <a:pt x="52755" y="12191"/>
                  <a:pt x="53147" y="12408"/>
                  <a:pt x="53539" y="12408"/>
                </a:cubicBezTo>
                <a:cubicBezTo>
                  <a:pt x="53931" y="12408"/>
                  <a:pt x="54323" y="12191"/>
                  <a:pt x="54440" y="11757"/>
                </a:cubicBezTo>
                <a:cubicBezTo>
                  <a:pt x="54907" y="9756"/>
                  <a:pt x="55374" y="7788"/>
                  <a:pt x="55841" y="5820"/>
                </a:cubicBezTo>
                <a:cubicBezTo>
                  <a:pt x="56241" y="7588"/>
                  <a:pt x="56274" y="9422"/>
                  <a:pt x="55941" y="11290"/>
                </a:cubicBezTo>
                <a:cubicBezTo>
                  <a:pt x="55820" y="11971"/>
                  <a:pt x="56410" y="12424"/>
                  <a:pt x="56944" y="12424"/>
                </a:cubicBezTo>
                <a:cubicBezTo>
                  <a:pt x="57298" y="12424"/>
                  <a:pt x="57629" y="12224"/>
                  <a:pt x="57709" y="11757"/>
                </a:cubicBezTo>
                <a:cubicBezTo>
                  <a:pt x="58342" y="8388"/>
                  <a:pt x="57942" y="5153"/>
                  <a:pt x="56508" y="2017"/>
                </a:cubicBezTo>
                <a:cubicBezTo>
                  <a:pt x="56353" y="1707"/>
                  <a:pt x="56055" y="1570"/>
                  <a:pt x="55750" y="1570"/>
                </a:cubicBezTo>
                <a:cubicBezTo>
                  <a:pt x="55333" y="1570"/>
                  <a:pt x="54903" y="1827"/>
                  <a:pt x="54806" y="2250"/>
                </a:cubicBezTo>
                <a:cubicBezTo>
                  <a:pt x="54339" y="4152"/>
                  <a:pt x="53906" y="6053"/>
                  <a:pt x="53439" y="7955"/>
                </a:cubicBezTo>
                <a:cubicBezTo>
                  <a:pt x="52672" y="5720"/>
                  <a:pt x="51671" y="3585"/>
                  <a:pt x="50503" y="1483"/>
                </a:cubicBezTo>
                <a:cubicBezTo>
                  <a:pt x="50341" y="1192"/>
                  <a:pt x="50054" y="1058"/>
                  <a:pt x="49759" y="1058"/>
                </a:cubicBezTo>
                <a:cubicBezTo>
                  <a:pt x="49446" y="1058"/>
                  <a:pt x="49124" y="1209"/>
                  <a:pt x="48936" y="1483"/>
                </a:cubicBezTo>
                <a:cubicBezTo>
                  <a:pt x="47401" y="3818"/>
                  <a:pt x="46167" y="6287"/>
                  <a:pt x="45266" y="8889"/>
                </a:cubicBezTo>
                <a:cubicBezTo>
                  <a:pt x="44633" y="7488"/>
                  <a:pt x="43999" y="6087"/>
                  <a:pt x="43332" y="4686"/>
                </a:cubicBezTo>
                <a:cubicBezTo>
                  <a:pt x="42841" y="3540"/>
                  <a:pt x="42382" y="1882"/>
                  <a:pt x="40885" y="1882"/>
                </a:cubicBezTo>
                <a:cubicBezTo>
                  <a:pt x="40856" y="1882"/>
                  <a:pt x="40826" y="1882"/>
                  <a:pt x="40796" y="1884"/>
                </a:cubicBezTo>
                <a:cubicBezTo>
                  <a:pt x="38828" y="1984"/>
                  <a:pt x="37828" y="4552"/>
                  <a:pt x="37394" y="6954"/>
                </a:cubicBezTo>
                <a:cubicBezTo>
                  <a:pt x="36427" y="4986"/>
                  <a:pt x="35293" y="3151"/>
                  <a:pt x="34025" y="1350"/>
                </a:cubicBezTo>
                <a:cubicBezTo>
                  <a:pt x="33833" y="1088"/>
                  <a:pt x="33523" y="936"/>
                  <a:pt x="33223" y="936"/>
                </a:cubicBezTo>
                <a:cubicBezTo>
                  <a:pt x="32949" y="936"/>
                  <a:pt x="32683" y="1063"/>
                  <a:pt x="32524" y="1350"/>
                </a:cubicBezTo>
                <a:cubicBezTo>
                  <a:pt x="31323" y="3451"/>
                  <a:pt x="30489" y="5653"/>
                  <a:pt x="29922" y="7955"/>
                </a:cubicBezTo>
                <a:cubicBezTo>
                  <a:pt x="29255" y="5820"/>
                  <a:pt x="28621" y="3718"/>
                  <a:pt x="27954" y="1617"/>
                </a:cubicBezTo>
                <a:cubicBezTo>
                  <a:pt x="27846" y="1251"/>
                  <a:pt x="27490" y="1010"/>
                  <a:pt x="27133" y="1010"/>
                </a:cubicBezTo>
                <a:cubicBezTo>
                  <a:pt x="26937" y="1010"/>
                  <a:pt x="26740" y="1084"/>
                  <a:pt x="26586" y="1250"/>
                </a:cubicBezTo>
                <a:cubicBezTo>
                  <a:pt x="24952" y="3084"/>
                  <a:pt x="23751" y="5119"/>
                  <a:pt x="23050" y="7354"/>
                </a:cubicBezTo>
                <a:cubicBezTo>
                  <a:pt x="22250" y="5820"/>
                  <a:pt x="21449" y="4252"/>
                  <a:pt x="20682" y="2684"/>
                </a:cubicBezTo>
                <a:cubicBezTo>
                  <a:pt x="20176" y="1703"/>
                  <a:pt x="19609" y="0"/>
                  <a:pt x="18298" y="0"/>
                </a:cubicBezTo>
                <a:close/>
              </a:path>
            </a:pathLst>
          </a:custGeom>
          <a:solidFill>
            <a:schemeClr val="dk1">
              <a:alpha val="47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2" name="Google Shape;942;p58"/>
          <p:cNvSpPr/>
          <p:nvPr/>
        </p:nvSpPr>
        <p:spPr>
          <a:xfrm rot="-413297">
            <a:off x="723259" y="4159613"/>
            <a:ext cx="722096" cy="537101"/>
          </a:xfrm>
          <a:custGeom>
            <a:avLst/>
            <a:gdLst/>
            <a:ahLst/>
            <a:cxnLst/>
            <a:rect l="l" t="t" r="r" b="b"/>
            <a:pathLst>
              <a:path w="10012" h="7447" extrusionOk="0">
                <a:moveTo>
                  <a:pt x="6227" y="0"/>
                </a:moveTo>
                <a:cubicBezTo>
                  <a:pt x="6143" y="0"/>
                  <a:pt x="6058" y="9"/>
                  <a:pt x="5975" y="28"/>
                </a:cubicBezTo>
                <a:cubicBezTo>
                  <a:pt x="5675" y="94"/>
                  <a:pt x="5508" y="361"/>
                  <a:pt x="5442" y="661"/>
                </a:cubicBezTo>
                <a:cubicBezTo>
                  <a:pt x="4741" y="762"/>
                  <a:pt x="3907" y="728"/>
                  <a:pt x="3374" y="795"/>
                </a:cubicBezTo>
                <a:cubicBezTo>
                  <a:pt x="2540" y="895"/>
                  <a:pt x="2273" y="2062"/>
                  <a:pt x="3173" y="2329"/>
                </a:cubicBezTo>
                <a:cubicBezTo>
                  <a:pt x="3874" y="2529"/>
                  <a:pt x="4574" y="2763"/>
                  <a:pt x="5275" y="2963"/>
                </a:cubicBezTo>
                <a:cubicBezTo>
                  <a:pt x="4731" y="3061"/>
                  <a:pt x="4176" y="3106"/>
                  <a:pt x="3616" y="3106"/>
                </a:cubicBezTo>
                <a:cubicBezTo>
                  <a:pt x="2836" y="3106"/>
                  <a:pt x="2049" y="3018"/>
                  <a:pt x="1272" y="2863"/>
                </a:cubicBezTo>
                <a:cubicBezTo>
                  <a:pt x="1207" y="2849"/>
                  <a:pt x="1144" y="2843"/>
                  <a:pt x="1084" y="2843"/>
                </a:cubicBezTo>
                <a:cubicBezTo>
                  <a:pt x="261" y="2843"/>
                  <a:pt x="1" y="4051"/>
                  <a:pt x="872" y="4331"/>
                </a:cubicBezTo>
                <a:cubicBezTo>
                  <a:pt x="2373" y="4831"/>
                  <a:pt x="3874" y="5365"/>
                  <a:pt x="5375" y="5865"/>
                </a:cubicBezTo>
                <a:cubicBezTo>
                  <a:pt x="3841" y="5965"/>
                  <a:pt x="2339" y="6132"/>
                  <a:pt x="938" y="6566"/>
                </a:cubicBezTo>
                <a:cubicBezTo>
                  <a:pt x="605" y="6666"/>
                  <a:pt x="538" y="7233"/>
                  <a:pt x="938" y="7300"/>
                </a:cubicBezTo>
                <a:cubicBezTo>
                  <a:pt x="1631" y="7406"/>
                  <a:pt x="2342" y="7446"/>
                  <a:pt x="3063" y="7446"/>
                </a:cubicBezTo>
                <a:cubicBezTo>
                  <a:pt x="5051" y="7446"/>
                  <a:pt x="7110" y="7139"/>
                  <a:pt x="9044" y="7066"/>
                </a:cubicBezTo>
                <a:cubicBezTo>
                  <a:pt x="9878" y="6999"/>
                  <a:pt x="10012" y="5899"/>
                  <a:pt x="9244" y="5632"/>
                </a:cubicBezTo>
                <a:cubicBezTo>
                  <a:pt x="8077" y="5198"/>
                  <a:pt x="6909" y="4798"/>
                  <a:pt x="5742" y="4397"/>
                </a:cubicBezTo>
                <a:cubicBezTo>
                  <a:pt x="6643" y="4231"/>
                  <a:pt x="7510" y="3964"/>
                  <a:pt x="8377" y="3597"/>
                </a:cubicBezTo>
                <a:cubicBezTo>
                  <a:pt x="9011" y="3330"/>
                  <a:pt x="8744" y="2363"/>
                  <a:pt x="8177" y="2196"/>
                </a:cubicBezTo>
                <a:cubicBezTo>
                  <a:pt x="7777" y="2062"/>
                  <a:pt x="7376" y="1929"/>
                  <a:pt x="6943" y="1829"/>
                </a:cubicBezTo>
                <a:cubicBezTo>
                  <a:pt x="6976" y="1796"/>
                  <a:pt x="7009" y="1796"/>
                  <a:pt x="7009" y="1796"/>
                </a:cubicBezTo>
                <a:cubicBezTo>
                  <a:pt x="7343" y="1629"/>
                  <a:pt x="7443" y="1262"/>
                  <a:pt x="7376" y="895"/>
                </a:cubicBezTo>
                <a:cubicBezTo>
                  <a:pt x="7290" y="348"/>
                  <a:pt x="6757" y="0"/>
                  <a:pt x="622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3" name="Google Shape;943;p58"/>
          <p:cNvSpPr/>
          <p:nvPr/>
        </p:nvSpPr>
        <p:spPr>
          <a:xfrm rot="1429665">
            <a:off x="966872" y="4088796"/>
            <a:ext cx="870251" cy="431909"/>
          </a:xfrm>
          <a:custGeom>
            <a:avLst/>
            <a:gdLst/>
            <a:ahLst/>
            <a:cxnLst/>
            <a:rect l="l" t="t" r="r" b="b"/>
            <a:pathLst>
              <a:path w="9183" h="5657" extrusionOk="0">
                <a:moveTo>
                  <a:pt x="8195" y="0"/>
                </a:moveTo>
                <a:cubicBezTo>
                  <a:pt x="8104" y="0"/>
                  <a:pt x="8009" y="20"/>
                  <a:pt x="7912" y="64"/>
                </a:cubicBezTo>
                <a:cubicBezTo>
                  <a:pt x="6778" y="598"/>
                  <a:pt x="5644" y="1131"/>
                  <a:pt x="4543" y="1698"/>
                </a:cubicBezTo>
                <a:cubicBezTo>
                  <a:pt x="3809" y="1098"/>
                  <a:pt x="3042" y="564"/>
                  <a:pt x="2241" y="64"/>
                </a:cubicBezTo>
                <a:cubicBezTo>
                  <a:pt x="2177" y="21"/>
                  <a:pt x="2109" y="2"/>
                  <a:pt x="2042" y="2"/>
                </a:cubicBezTo>
                <a:cubicBezTo>
                  <a:pt x="1693" y="2"/>
                  <a:pt x="1372" y="512"/>
                  <a:pt x="1707" y="764"/>
                </a:cubicBezTo>
                <a:cubicBezTo>
                  <a:pt x="2308" y="1265"/>
                  <a:pt x="2908" y="1732"/>
                  <a:pt x="3475" y="2265"/>
                </a:cubicBezTo>
                <a:cubicBezTo>
                  <a:pt x="2475" y="2799"/>
                  <a:pt x="1441" y="3333"/>
                  <a:pt x="440" y="3867"/>
                </a:cubicBezTo>
                <a:cubicBezTo>
                  <a:pt x="1" y="4101"/>
                  <a:pt x="281" y="4669"/>
                  <a:pt x="695" y="4669"/>
                </a:cubicBezTo>
                <a:cubicBezTo>
                  <a:pt x="752" y="4669"/>
                  <a:pt x="812" y="4658"/>
                  <a:pt x="874" y="4634"/>
                </a:cubicBezTo>
                <a:cubicBezTo>
                  <a:pt x="2041" y="4133"/>
                  <a:pt x="3209" y="3633"/>
                  <a:pt x="4376" y="3099"/>
                </a:cubicBezTo>
                <a:cubicBezTo>
                  <a:pt x="5110" y="3867"/>
                  <a:pt x="5677" y="4734"/>
                  <a:pt x="6411" y="5468"/>
                </a:cubicBezTo>
                <a:cubicBezTo>
                  <a:pt x="6551" y="5600"/>
                  <a:pt x="6716" y="5656"/>
                  <a:pt x="6879" y="5656"/>
                </a:cubicBezTo>
                <a:cubicBezTo>
                  <a:pt x="7371" y="5656"/>
                  <a:pt x="7838" y="5136"/>
                  <a:pt x="7512" y="4634"/>
                </a:cubicBezTo>
                <a:cubicBezTo>
                  <a:pt x="7011" y="3833"/>
                  <a:pt x="6277" y="3199"/>
                  <a:pt x="5544" y="2566"/>
                </a:cubicBezTo>
                <a:cubicBezTo>
                  <a:pt x="6578" y="2132"/>
                  <a:pt x="7578" y="1665"/>
                  <a:pt x="8546" y="1165"/>
                </a:cubicBezTo>
                <a:cubicBezTo>
                  <a:pt x="9183" y="846"/>
                  <a:pt x="8789" y="0"/>
                  <a:pt x="8195" y="0"/>
                </a:cubicBezTo>
                <a:close/>
              </a:path>
            </a:pathLst>
          </a:custGeom>
          <a:solidFill>
            <a:schemeClr val="dk1">
              <a:alpha val="47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4" name="Google Shape;944;p58"/>
          <p:cNvSpPr/>
          <p:nvPr/>
        </p:nvSpPr>
        <p:spPr>
          <a:xfrm>
            <a:off x="8249350" y="3163064"/>
            <a:ext cx="386252" cy="1432926"/>
          </a:xfrm>
          <a:custGeom>
            <a:avLst/>
            <a:gdLst/>
            <a:ahLst/>
            <a:cxnLst/>
            <a:rect l="l" t="t" r="r" b="b"/>
            <a:pathLst>
              <a:path w="10409" h="57553" extrusionOk="0">
                <a:moveTo>
                  <a:pt x="4867" y="0"/>
                </a:moveTo>
                <a:cubicBezTo>
                  <a:pt x="4041" y="0"/>
                  <a:pt x="3673" y="929"/>
                  <a:pt x="4137" y="1486"/>
                </a:cubicBezTo>
                <a:cubicBezTo>
                  <a:pt x="3203" y="1653"/>
                  <a:pt x="3136" y="2920"/>
                  <a:pt x="4037" y="3287"/>
                </a:cubicBezTo>
                <a:cubicBezTo>
                  <a:pt x="4671" y="3521"/>
                  <a:pt x="5171" y="3854"/>
                  <a:pt x="5605" y="4254"/>
                </a:cubicBezTo>
                <a:cubicBezTo>
                  <a:pt x="4037" y="4321"/>
                  <a:pt x="2469" y="4521"/>
                  <a:pt x="935" y="4855"/>
                </a:cubicBezTo>
                <a:cubicBezTo>
                  <a:pt x="1" y="5055"/>
                  <a:pt x="68" y="6423"/>
                  <a:pt x="935" y="6623"/>
                </a:cubicBezTo>
                <a:cubicBezTo>
                  <a:pt x="2369" y="7023"/>
                  <a:pt x="3737" y="7557"/>
                  <a:pt x="5038" y="8191"/>
                </a:cubicBezTo>
                <a:cubicBezTo>
                  <a:pt x="4070" y="8357"/>
                  <a:pt x="3136" y="8591"/>
                  <a:pt x="2202" y="8891"/>
                </a:cubicBezTo>
                <a:cubicBezTo>
                  <a:pt x="1435" y="9125"/>
                  <a:pt x="1268" y="10192"/>
                  <a:pt x="1969" y="10592"/>
                </a:cubicBezTo>
                <a:cubicBezTo>
                  <a:pt x="2703" y="10993"/>
                  <a:pt x="3370" y="11460"/>
                  <a:pt x="4037" y="11927"/>
                </a:cubicBezTo>
                <a:cubicBezTo>
                  <a:pt x="3303" y="12093"/>
                  <a:pt x="2569" y="12394"/>
                  <a:pt x="1835" y="12761"/>
                </a:cubicBezTo>
                <a:cubicBezTo>
                  <a:pt x="1102" y="13161"/>
                  <a:pt x="1335" y="14228"/>
                  <a:pt x="2069" y="14462"/>
                </a:cubicBezTo>
                <a:cubicBezTo>
                  <a:pt x="3170" y="14829"/>
                  <a:pt x="4237" y="15196"/>
                  <a:pt x="5338" y="15529"/>
                </a:cubicBezTo>
                <a:cubicBezTo>
                  <a:pt x="4838" y="15596"/>
                  <a:pt x="4337" y="15629"/>
                  <a:pt x="3837" y="15629"/>
                </a:cubicBezTo>
                <a:cubicBezTo>
                  <a:pt x="2803" y="15629"/>
                  <a:pt x="2569" y="17164"/>
                  <a:pt x="3570" y="17431"/>
                </a:cubicBezTo>
                <a:cubicBezTo>
                  <a:pt x="4404" y="17664"/>
                  <a:pt x="4938" y="18064"/>
                  <a:pt x="5305" y="18698"/>
                </a:cubicBezTo>
                <a:lnTo>
                  <a:pt x="2302" y="19065"/>
                </a:lnTo>
                <a:cubicBezTo>
                  <a:pt x="1502" y="19165"/>
                  <a:pt x="868" y="20366"/>
                  <a:pt x="1835" y="20800"/>
                </a:cubicBezTo>
                <a:lnTo>
                  <a:pt x="4604" y="22101"/>
                </a:lnTo>
                <a:cubicBezTo>
                  <a:pt x="4404" y="22134"/>
                  <a:pt x="4204" y="22134"/>
                  <a:pt x="4004" y="22167"/>
                </a:cubicBezTo>
                <a:cubicBezTo>
                  <a:pt x="3070" y="22334"/>
                  <a:pt x="3170" y="23735"/>
                  <a:pt x="4004" y="23969"/>
                </a:cubicBezTo>
                <a:cubicBezTo>
                  <a:pt x="5238" y="24302"/>
                  <a:pt x="6272" y="24803"/>
                  <a:pt x="7206" y="25470"/>
                </a:cubicBezTo>
                <a:cubicBezTo>
                  <a:pt x="5905" y="25670"/>
                  <a:pt x="4571" y="25903"/>
                  <a:pt x="3270" y="26103"/>
                </a:cubicBezTo>
                <a:cubicBezTo>
                  <a:pt x="2269" y="26270"/>
                  <a:pt x="2536" y="27605"/>
                  <a:pt x="3270" y="27905"/>
                </a:cubicBezTo>
                <a:cubicBezTo>
                  <a:pt x="3970" y="28172"/>
                  <a:pt x="4637" y="28505"/>
                  <a:pt x="5271" y="28872"/>
                </a:cubicBezTo>
                <a:cubicBezTo>
                  <a:pt x="4838" y="28972"/>
                  <a:pt x="4404" y="29072"/>
                  <a:pt x="3937" y="29272"/>
                </a:cubicBezTo>
                <a:cubicBezTo>
                  <a:pt x="3103" y="29573"/>
                  <a:pt x="3036" y="30740"/>
                  <a:pt x="3937" y="31040"/>
                </a:cubicBezTo>
                <a:cubicBezTo>
                  <a:pt x="4504" y="31240"/>
                  <a:pt x="4938" y="31474"/>
                  <a:pt x="5338" y="31774"/>
                </a:cubicBezTo>
                <a:cubicBezTo>
                  <a:pt x="4004" y="31841"/>
                  <a:pt x="2703" y="32008"/>
                  <a:pt x="1402" y="32308"/>
                </a:cubicBezTo>
                <a:cubicBezTo>
                  <a:pt x="434" y="32508"/>
                  <a:pt x="635" y="33776"/>
                  <a:pt x="1402" y="34076"/>
                </a:cubicBezTo>
                <a:cubicBezTo>
                  <a:pt x="2769" y="34610"/>
                  <a:pt x="4037" y="35310"/>
                  <a:pt x="5238" y="36144"/>
                </a:cubicBezTo>
                <a:cubicBezTo>
                  <a:pt x="4504" y="36311"/>
                  <a:pt x="3737" y="36377"/>
                  <a:pt x="2903" y="36377"/>
                </a:cubicBezTo>
                <a:cubicBezTo>
                  <a:pt x="2892" y="36377"/>
                  <a:pt x="2882" y="36377"/>
                  <a:pt x="2871" y="36377"/>
                </a:cubicBezTo>
                <a:cubicBezTo>
                  <a:pt x="1864" y="36377"/>
                  <a:pt x="1646" y="37948"/>
                  <a:pt x="2669" y="38212"/>
                </a:cubicBezTo>
                <a:cubicBezTo>
                  <a:pt x="3804" y="38479"/>
                  <a:pt x="4838" y="38879"/>
                  <a:pt x="5805" y="39446"/>
                </a:cubicBezTo>
                <a:cubicBezTo>
                  <a:pt x="4938" y="39546"/>
                  <a:pt x="4104" y="39646"/>
                  <a:pt x="3236" y="39780"/>
                </a:cubicBezTo>
                <a:cubicBezTo>
                  <a:pt x="2336" y="39880"/>
                  <a:pt x="1969" y="40947"/>
                  <a:pt x="2769" y="41514"/>
                </a:cubicBezTo>
                <a:cubicBezTo>
                  <a:pt x="2970" y="41648"/>
                  <a:pt x="3203" y="41781"/>
                  <a:pt x="3403" y="41948"/>
                </a:cubicBezTo>
                <a:cubicBezTo>
                  <a:pt x="3070" y="41981"/>
                  <a:pt x="2736" y="42015"/>
                  <a:pt x="2436" y="42048"/>
                </a:cubicBezTo>
                <a:cubicBezTo>
                  <a:pt x="1402" y="42148"/>
                  <a:pt x="1135" y="43516"/>
                  <a:pt x="2169" y="43883"/>
                </a:cubicBezTo>
                <a:cubicBezTo>
                  <a:pt x="3370" y="44250"/>
                  <a:pt x="4571" y="44650"/>
                  <a:pt x="5772" y="45050"/>
                </a:cubicBezTo>
                <a:cubicBezTo>
                  <a:pt x="5405" y="45084"/>
                  <a:pt x="5038" y="45117"/>
                  <a:pt x="4637" y="45117"/>
                </a:cubicBezTo>
                <a:cubicBezTo>
                  <a:pt x="3737" y="45117"/>
                  <a:pt x="3337" y="46418"/>
                  <a:pt x="4170" y="46852"/>
                </a:cubicBezTo>
                <a:cubicBezTo>
                  <a:pt x="4204" y="46885"/>
                  <a:pt x="4271" y="46885"/>
                  <a:pt x="4304" y="46918"/>
                </a:cubicBezTo>
                <a:cubicBezTo>
                  <a:pt x="3670" y="46952"/>
                  <a:pt x="3036" y="46985"/>
                  <a:pt x="2403" y="47018"/>
                </a:cubicBezTo>
                <a:cubicBezTo>
                  <a:pt x="1335" y="47085"/>
                  <a:pt x="1168" y="48486"/>
                  <a:pt x="2169" y="48853"/>
                </a:cubicBezTo>
                <a:cubicBezTo>
                  <a:pt x="2469" y="48953"/>
                  <a:pt x="2769" y="49087"/>
                  <a:pt x="3103" y="49187"/>
                </a:cubicBezTo>
                <a:cubicBezTo>
                  <a:pt x="2403" y="49287"/>
                  <a:pt x="1702" y="49387"/>
                  <a:pt x="1002" y="49487"/>
                </a:cubicBezTo>
                <a:cubicBezTo>
                  <a:pt x="101" y="49587"/>
                  <a:pt x="101" y="51155"/>
                  <a:pt x="1002" y="51255"/>
                </a:cubicBezTo>
                <a:cubicBezTo>
                  <a:pt x="1835" y="51388"/>
                  <a:pt x="2636" y="51588"/>
                  <a:pt x="3403" y="51855"/>
                </a:cubicBezTo>
                <a:lnTo>
                  <a:pt x="2469" y="51855"/>
                </a:lnTo>
                <a:cubicBezTo>
                  <a:pt x="1435" y="51889"/>
                  <a:pt x="1202" y="53390"/>
                  <a:pt x="2236" y="53656"/>
                </a:cubicBezTo>
                <a:cubicBezTo>
                  <a:pt x="2736" y="53790"/>
                  <a:pt x="3270" y="53923"/>
                  <a:pt x="3770" y="54057"/>
                </a:cubicBezTo>
                <a:cubicBezTo>
                  <a:pt x="3036" y="54257"/>
                  <a:pt x="2269" y="54424"/>
                  <a:pt x="1502" y="54590"/>
                </a:cubicBezTo>
                <a:cubicBezTo>
                  <a:pt x="468" y="54857"/>
                  <a:pt x="835" y="56192"/>
                  <a:pt x="1735" y="56325"/>
                </a:cubicBezTo>
                <a:cubicBezTo>
                  <a:pt x="3970" y="56592"/>
                  <a:pt x="6172" y="56992"/>
                  <a:pt x="8373" y="57526"/>
                </a:cubicBezTo>
                <a:cubicBezTo>
                  <a:pt x="8444" y="57544"/>
                  <a:pt x="8511" y="57553"/>
                  <a:pt x="8574" y="57553"/>
                </a:cubicBezTo>
                <a:cubicBezTo>
                  <a:pt x="9324" y="57553"/>
                  <a:pt x="9571" y="56374"/>
                  <a:pt x="8740" y="56158"/>
                </a:cubicBezTo>
                <a:cubicBezTo>
                  <a:pt x="7806" y="55858"/>
                  <a:pt x="6872" y="55625"/>
                  <a:pt x="5938" y="55391"/>
                </a:cubicBezTo>
                <a:cubicBezTo>
                  <a:pt x="6572" y="55258"/>
                  <a:pt x="7173" y="55124"/>
                  <a:pt x="7806" y="54957"/>
                </a:cubicBezTo>
                <a:cubicBezTo>
                  <a:pt x="8674" y="54757"/>
                  <a:pt x="8640" y="53456"/>
                  <a:pt x="7840" y="53223"/>
                </a:cubicBezTo>
                <a:cubicBezTo>
                  <a:pt x="8073" y="52823"/>
                  <a:pt x="8007" y="52222"/>
                  <a:pt x="7540" y="51889"/>
                </a:cubicBezTo>
                <a:cubicBezTo>
                  <a:pt x="6906" y="51422"/>
                  <a:pt x="6239" y="51055"/>
                  <a:pt x="5538" y="50721"/>
                </a:cubicBezTo>
                <a:lnTo>
                  <a:pt x="7139" y="50488"/>
                </a:lnTo>
                <a:cubicBezTo>
                  <a:pt x="8140" y="50354"/>
                  <a:pt x="7906" y="48953"/>
                  <a:pt x="7139" y="48686"/>
                </a:cubicBezTo>
                <a:cubicBezTo>
                  <a:pt x="7073" y="48653"/>
                  <a:pt x="7039" y="48653"/>
                  <a:pt x="6972" y="48620"/>
                </a:cubicBezTo>
                <a:cubicBezTo>
                  <a:pt x="7206" y="48620"/>
                  <a:pt x="7439" y="48586"/>
                  <a:pt x="7673" y="48586"/>
                </a:cubicBezTo>
                <a:cubicBezTo>
                  <a:pt x="8540" y="48519"/>
                  <a:pt x="9007" y="47319"/>
                  <a:pt x="8140" y="46852"/>
                </a:cubicBezTo>
                <a:cubicBezTo>
                  <a:pt x="7973" y="46752"/>
                  <a:pt x="7773" y="46651"/>
                  <a:pt x="7606" y="46551"/>
                </a:cubicBezTo>
                <a:cubicBezTo>
                  <a:pt x="8207" y="46385"/>
                  <a:pt x="8774" y="46184"/>
                  <a:pt x="9341" y="45884"/>
                </a:cubicBezTo>
                <a:cubicBezTo>
                  <a:pt x="10141" y="45517"/>
                  <a:pt x="9841" y="44417"/>
                  <a:pt x="9141" y="44183"/>
                </a:cubicBezTo>
                <a:cubicBezTo>
                  <a:pt x="8273" y="43916"/>
                  <a:pt x="7373" y="43616"/>
                  <a:pt x="6505" y="43316"/>
                </a:cubicBezTo>
                <a:cubicBezTo>
                  <a:pt x="7006" y="42982"/>
                  <a:pt x="7106" y="42215"/>
                  <a:pt x="6472" y="41781"/>
                </a:cubicBezTo>
                <a:cubicBezTo>
                  <a:pt x="6239" y="41615"/>
                  <a:pt x="6005" y="41481"/>
                  <a:pt x="5772" y="41314"/>
                </a:cubicBezTo>
                <a:cubicBezTo>
                  <a:pt x="6572" y="41214"/>
                  <a:pt x="7406" y="41081"/>
                  <a:pt x="8240" y="40981"/>
                </a:cubicBezTo>
                <a:cubicBezTo>
                  <a:pt x="8941" y="40914"/>
                  <a:pt x="9574" y="39980"/>
                  <a:pt x="8874" y="39413"/>
                </a:cubicBezTo>
                <a:cubicBezTo>
                  <a:pt x="8107" y="38746"/>
                  <a:pt x="7306" y="38179"/>
                  <a:pt x="6439" y="37678"/>
                </a:cubicBezTo>
                <a:cubicBezTo>
                  <a:pt x="6839" y="37545"/>
                  <a:pt x="7239" y="37412"/>
                  <a:pt x="7606" y="37211"/>
                </a:cubicBezTo>
                <a:cubicBezTo>
                  <a:pt x="8140" y="36978"/>
                  <a:pt x="8240" y="36111"/>
                  <a:pt x="7806" y="35777"/>
                </a:cubicBezTo>
                <a:cubicBezTo>
                  <a:pt x="6839" y="34976"/>
                  <a:pt x="5838" y="34276"/>
                  <a:pt x="4804" y="33676"/>
                </a:cubicBezTo>
                <a:cubicBezTo>
                  <a:pt x="5273" y="33636"/>
                  <a:pt x="5742" y="33620"/>
                  <a:pt x="6218" y="33620"/>
                </a:cubicBezTo>
                <a:cubicBezTo>
                  <a:pt x="6554" y="33620"/>
                  <a:pt x="6894" y="33628"/>
                  <a:pt x="7239" y="33642"/>
                </a:cubicBezTo>
                <a:cubicBezTo>
                  <a:pt x="7254" y="33643"/>
                  <a:pt x="7268" y="33643"/>
                  <a:pt x="7282" y="33643"/>
                </a:cubicBezTo>
                <a:cubicBezTo>
                  <a:pt x="7987" y="33643"/>
                  <a:pt x="8334" y="32830"/>
                  <a:pt x="8040" y="32241"/>
                </a:cubicBezTo>
                <a:cubicBezTo>
                  <a:pt x="7673" y="31574"/>
                  <a:pt x="7239" y="31007"/>
                  <a:pt x="6739" y="30540"/>
                </a:cubicBezTo>
                <a:cubicBezTo>
                  <a:pt x="7173" y="30540"/>
                  <a:pt x="7640" y="30540"/>
                  <a:pt x="8107" y="30607"/>
                </a:cubicBezTo>
                <a:cubicBezTo>
                  <a:pt x="8137" y="30611"/>
                  <a:pt x="8167" y="30613"/>
                  <a:pt x="8197" y="30613"/>
                </a:cubicBezTo>
                <a:cubicBezTo>
                  <a:pt x="8912" y="30613"/>
                  <a:pt x="9350" y="29487"/>
                  <a:pt x="8774" y="29039"/>
                </a:cubicBezTo>
                <a:cubicBezTo>
                  <a:pt x="8040" y="28438"/>
                  <a:pt x="7306" y="27905"/>
                  <a:pt x="6505" y="27438"/>
                </a:cubicBezTo>
                <a:cubicBezTo>
                  <a:pt x="7540" y="27304"/>
                  <a:pt x="8540" y="27138"/>
                  <a:pt x="9574" y="26971"/>
                </a:cubicBezTo>
                <a:cubicBezTo>
                  <a:pt x="10275" y="26837"/>
                  <a:pt x="10408" y="25870"/>
                  <a:pt x="9975" y="25403"/>
                </a:cubicBezTo>
                <a:cubicBezTo>
                  <a:pt x="9241" y="24669"/>
                  <a:pt x="8440" y="24035"/>
                  <a:pt x="7573" y="23502"/>
                </a:cubicBezTo>
                <a:cubicBezTo>
                  <a:pt x="7706" y="23468"/>
                  <a:pt x="7840" y="23468"/>
                  <a:pt x="7973" y="23435"/>
                </a:cubicBezTo>
                <a:cubicBezTo>
                  <a:pt x="8774" y="23335"/>
                  <a:pt x="8907" y="22067"/>
                  <a:pt x="8207" y="21734"/>
                </a:cubicBezTo>
                <a:cubicBezTo>
                  <a:pt x="7339" y="21333"/>
                  <a:pt x="6472" y="20933"/>
                  <a:pt x="5605" y="20533"/>
                </a:cubicBezTo>
                <a:cubicBezTo>
                  <a:pt x="5905" y="20466"/>
                  <a:pt x="6239" y="20433"/>
                  <a:pt x="6539" y="20399"/>
                </a:cubicBezTo>
                <a:cubicBezTo>
                  <a:pt x="7173" y="20333"/>
                  <a:pt x="7573" y="19866"/>
                  <a:pt x="7439" y="19232"/>
                </a:cubicBezTo>
                <a:cubicBezTo>
                  <a:pt x="7306" y="18465"/>
                  <a:pt x="7006" y="17797"/>
                  <a:pt x="6572" y="17264"/>
                </a:cubicBezTo>
                <a:cubicBezTo>
                  <a:pt x="7406" y="17097"/>
                  <a:pt x="8273" y="16897"/>
                  <a:pt x="9107" y="16630"/>
                </a:cubicBezTo>
                <a:cubicBezTo>
                  <a:pt x="9975" y="16330"/>
                  <a:pt x="9975" y="15129"/>
                  <a:pt x="9107" y="14829"/>
                </a:cubicBezTo>
                <a:cubicBezTo>
                  <a:pt x="7873" y="14428"/>
                  <a:pt x="6639" y="14028"/>
                  <a:pt x="5405" y="13628"/>
                </a:cubicBezTo>
                <a:cubicBezTo>
                  <a:pt x="5571" y="13611"/>
                  <a:pt x="5747" y="13603"/>
                  <a:pt x="5926" y="13603"/>
                </a:cubicBezTo>
                <a:cubicBezTo>
                  <a:pt x="6105" y="13603"/>
                  <a:pt x="6289" y="13611"/>
                  <a:pt x="6472" y="13628"/>
                </a:cubicBezTo>
                <a:cubicBezTo>
                  <a:pt x="6495" y="13630"/>
                  <a:pt x="6517" y="13631"/>
                  <a:pt x="6539" y="13631"/>
                </a:cubicBezTo>
                <a:cubicBezTo>
                  <a:pt x="7297" y="13631"/>
                  <a:pt x="7690" y="12545"/>
                  <a:pt x="7139" y="12027"/>
                </a:cubicBezTo>
                <a:cubicBezTo>
                  <a:pt x="6339" y="11360"/>
                  <a:pt x="5538" y="10726"/>
                  <a:pt x="4704" y="10159"/>
                </a:cubicBezTo>
                <a:cubicBezTo>
                  <a:pt x="5772" y="9925"/>
                  <a:pt x="6839" y="9825"/>
                  <a:pt x="7940" y="9792"/>
                </a:cubicBezTo>
                <a:cubicBezTo>
                  <a:pt x="8907" y="9758"/>
                  <a:pt x="9141" y="8558"/>
                  <a:pt x="8407" y="8057"/>
                </a:cubicBezTo>
                <a:cubicBezTo>
                  <a:pt x="7339" y="7323"/>
                  <a:pt x="6205" y="6690"/>
                  <a:pt x="5038" y="6156"/>
                </a:cubicBezTo>
                <a:cubicBezTo>
                  <a:pt x="5838" y="6089"/>
                  <a:pt x="6672" y="6056"/>
                  <a:pt x="7473" y="6056"/>
                </a:cubicBezTo>
                <a:cubicBezTo>
                  <a:pt x="7487" y="6056"/>
                  <a:pt x="7501" y="6057"/>
                  <a:pt x="7515" y="6057"/>
                </a:cubicBezTo>
                <a:cubicBezTo>
                  <a:pt x="8223" y="6057"/>
                  <a:pt x="8633" y="5243"/>
                  <a:pt x="8273" y="4655"/>
                </a:cubicBezTo>
                <a:cubicBezTo>
                  <a:pt x="7906" y="4021"/>
                  <a:pt x="7473" y="3487"/>
                  <a:pt x="6972" y="3020"/>
                </a:cubicBezTo>
                <a:cubicBezTo>
                  <a:pt x="7706" y="2853"/>
                  <a:pt x="8440" y="2687"/>
                  <a:pt x="9174" y="2453"/>
                </a:cubicBezTo>
                <a:cubicBezTo>
                  <a:pt x="9975" y="2186"/>
                  <a:pt x="10175" y="819"/>
                  <a:pt x="9174" y="652"/>
                </a:cubicBezTo>
                <a:lnTo>
                  <a:pt x="5071" y="18"/>
                </a:lnTo>
                <a:cubicBezTo>
                  <a:pt x="5000" y="6"/>
                  <a:pt x="4932" y="0"/>
                  <a:pt x="4867" y="0"/>
                </a:cubicBezTo>
                <a:close/>
              </a:path>
            </a:pathLst>
          </a:custGeom>
          <a:solidFill>
            <a:schemeClr val="dk1">
              <a:alpha val="47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5" name="Google Shape;945;p58"/>
          <p:cNvSpPr/>
          <p:nvPr/>
        </p:nvSpPr>
        <p:spPr>
          <a:xfrm>
            <a:off x="8320653" y="3259476"/>
            <a:ext cx="386252" cy="1432926"/>
          </a:xfrm>
          <a:custGeom>
            <a:avLst/>
            <a:gdLst/>
            <a:ahLst/>
            <a:cxnLst/>
            <a:rect l="l" t="t" r="r" b="b"/>
            <a:pathLst>
              <a:path w="10409" h="57553" extrusionOk="0">
                <a:moveTo>
                  <a:pt x="4867" y="0"/>
                </a:moveTo>
                <a:cubicBezTo>
                  <a:pt x="4041" y="0"/>
                  <a:pt x="3673" y="929"/>
                  <a:pt x="4137" y="1486"/>
                </a:cubicBezTo>
                <a:cubicBezTo>
                  <a:pt x="3203" y="1653"/>
                  <a:pt x="3136" y="2920"/>
                  <a:pt x="4037" y="3287"/>
                </a:cubicBezTo>
                <a:cubicBezTo>
                  <a:pt x="4671" y="3521"/>
                  <a:pt x="5171" y="3854"/>
                  <a:pt x="5605" y="4254"/>
                </a:cubicBezTo>
                <a:cubicBezTo>
                  <a:pt x="4037" y="4321"/>
                  <a:pt x="2469" y="4521"/>
                  <a:pt x="935" y="4855"/>
                </a:cubicBezTo>
                <a:cubicBezTo>
                  <a:pt x="1" y="5055"/>
                  <a:pt x="68" y="6423"/>
                  <a:pt x="935" y="6623"/>
                </a:cubicBezTo>
                <a:cubicBezTo>
                  <a:pt x="2369" y="7023"/>
                  <a:pt x="3737" y="7557"/>
                  <a:pt x="5038" y="8191"/>
                </a:cubicBezTo>
                <a:cubicBezTo>
                  <a:pt x="4070" y="8357"/>
                  <a:pt x="3136" y="8591"/>
                  <a:pt x="2202" y="8891"/>
                </a:cubicBezTo>
                <a:cubicBezTo>
                  <a:pt x="1435" y="9125"/>
                  <a:pt x="1268" y="10192"/>
                  <a:pt x="1969" y="10592"/>
                </a:cubicBezTo>
                <a:cubicBezTo>
                  <a:pt x="2703" y="10993"/>
                  <a:pt x="3370" y="11460"/>
                  <a:pt x="4037" y="11927"/>
                </a:cubicBezTo>
                <a:cubicBezTo>
                  <a:pt x="3303" y="12093"/>
                  <a:pt x="2569" y="12394"/>
                  <a:pt x="1835" y="12761"/>
                </a:cubicBezTo>
                <a:cubicBezTo>
                  <a:pt x="1102" y="13161"/>
                  <a:pt x="1335" y="14228"/>
                  <a:pt x="2069" y="14462"/>
                </a:cubicBezTo>
                <a:cubicBezTo>
                  <a:pt x="3170" y="14829"/>
                  <a:pt x="4237" y="15196"/>
                  <a:pt x="5338" y="15529"/>
                </a:cubicBezTo>
                <a:cubicBezTo>
                  <a:pt x="4838" y="15596"/>
                  <a:pt x="4337" y="15629"/>
                  <a:pt x="3837" y="15629"/>
                </a:cubicBezTo>
                <a:cubicBezTo>
                  <a:pt x="2803" y="15629"/>
                  <a:pt x="2569" y="17164"/>
                  <a:pt x="3570" y="17431"/>
                </a:cubicBezTo>
                <a:cubicBezTo>
                  <a:pt x="4404" y="17664"/>
                  <a:pt x="4938" y="18064"/>
                  <a:pt x="5305" y="18698"/>
                </a:cubicBezTo>
                <a:lnTo>
                  <a:pt x="2302" y="19065"/>
                </a:lnTo>
                <a:cubicBezTo>
                  <a:pt x="1502" y="19165"/>
                  <a:pt x="868" y="20366"/>
                  <a:pt x="1835" y="20800"/>
                </a:cubicBezTo>
                <a:lnTo>
                  <a:pt x="4604" y="22101"/>
                </a:lnTo>
                <a:cubicBezTo>
                  <a:pt x="4404" y="22134"/>
                  <a:pt x="4204" y="22134"/>
                  <a:pt x="4004" y="22167"/>
                </a:cubicBezTo>
                <a:cubicBezTo>
                  <a:pt x="3070" y="22334"/>
                  <a:pt x="3170" y="23735"/>
                  <a:pt x="4004" y="23969"/>
                </a:cubicBezTo>
                <a:cubicBezTo>
                  <a:pt x="5238" y="24302"/>
                  <a:pt x="6272" y="24803"/>
                  <a:pt x="7206" y="25470"/>
                </a:cubicBezTo>
                <a:cubicBezTo>
                  <a:pt x="5905" y="25670"/>
                  <a:pt x="4571" y="25903"/>
                  <a:pt x="3270" y="26103"/>
                </a:cubicBezTo>
                <a:cubicBezTo>
                  <a:pt x="2269" y="26270"/>
                  <a:pt x="2536" y="27605"/>
                  <a:pt x="3270" y="27905"/>
                </a:cubicBezTo>
                <a:cubicBezTo>
                  <a:pt x="3970" y="28172"/>
                  <a:pt x="4637" y="28505"/>
                  <a:pt x="5271" y="28872"/>
                </a:cubicBezTo>
                <a:cubicBezTo>
                  <a:pt x="4838" y="28972"/>
                  <a:pt x="4404" y="29072"/>
                  <a:pt x="3937" y="29272"/>
                </a:cubicBezTo>
                <a:cubicBezTo>
                  <a:pt x="3103" y="29573"/>
                  <a:pt x="3036" y="30740"/>
                  <a:pt x="3937" y="31040"/>
                </a:cubicBezTo>
                <a:cubicBezTo>
                  <a:pt x="4504" y="31240"/>
                  <a:pt x="4938" y="31474"/>
                  <a:pt x="5338" y="31774"/>
                </a:cubicBezTo>
                <a:cubicBezTo>
                  <a:pt x="4004" y="31841"/>
                  <a:pt x="2703" y="32008"/>
                  <a:pt x="1402" y="32308"/>
                </a:cubicBezTo>
                <a:cubicBezTo>
                  <a:pt x="434" y="32508"/>
                  <a:pt x="635" y="33776"/>
                  <a:pt x="1402" y="34076"/>
                </a:cubicBezTo>
                <a:cubicBezTo>
                  <a:pt x="2769" y="34610"/>
                  <a:pt x="4037" y="35310"/>
                  <a:pt x="5238" y="36144"/>
                </a:cubicBezTo>
                <a:cubicBezTo>
                  <a:pt x="4504" y="36311"/>
                  <a:pt x="3737" y="36377"/>
                  <a:pt x="2903" y="36377"/>
                </a:cubicBezTo>
                <a:cubicBezTo>
                  <a:pt x="2892" y="36377"/>
                  <a:pt x="2882" y="36377"/>
                  <a:pt x="2871" y="36377"/>
                </a:cubicBezTo>
                <a:cubicBezTo>
                  <a:pt x="1864" y="36377"/>
                  <a:pt x="1646" y="37948"/>
                  <a:pt x="2669" y="38212"/>
                </a:cubicBezTo>
                <a:cubicBezTo>
                  <a:pt x="3804" y="38479"/>
                  <a:pt x="4838" y="38879"/>
                  <a:pt x="5805" y="39446"/>
                </a:cubicBezTo>
                <a:cubicBezTo>
                  <a:pt x="4938" y="39546"/>
                  <a:pt x="4104" y="39646"/>
                  <a:pt x="3236" y="39780"/>
                </a:cubicBezTo>
                <a:cubicBezTo>
                  <a:pt x="2336" y="39880"/>
                  <a:pt x="1969" y="40947"/>
                  <a:pt x="2769" y="41514"/>
                </a:cubicBezTo>
                <a:cubicBezTo>
                  <a:pt x="2970" y="41648"/>
                  <a:pt x="3203" y="41781"/>
                  <a:pt x="3403" y="41948"/>
                </a:cubicBezTo>
                <a:cubicBezTo>
                  <a:pt x="3070" y="41981"/>
                  <a:pt x="2736" y="42015"/>
                  <a:pt x="2436" y="42048"/>
                </a:cubicBezTo>
                <a:cubicBezTo>
                  <a:pt x="1402" y="42148"/>
                  <a:pt x="1135" y="43516"/>
                  <a:pt x="2169" y="43883"/>
                </a:cubicBezTo>
                <a:cubicBezTo>
                  <a:pt x="3370" y="44250"/>
                  <a:pt x="4571" y="44650"/>
                  <a:pt x="5772" y="45050"/>
                </a:cubicBezTo>
                <a:cubicBezTo>
                  <a:pt x="5405" y="45084"/>
                  <a:pt x="5038" y="45117"/>
                  <a:pt x="4637" y="45117"/>
                </a:cubicBezTo>
                <a:cubicBezTo>
                  <a:pt x="3737" y="45117"/>
                  <a:pt x="3337" y="46418"/>
                  <a:pt x="4170" y="46852"/>
                </a:cubicBezTo>
                <a:cubicBezTo>
                  <a:pt x="4204" y="46885"/>
                  <a:pt x="4271" y="46885"/>
                  <a:pt x="4304" y="46918"/>
                </a:cubicBezTo>
                <a:cubicBezTo>
                  <a:pt x="3670" y="46952"/>
                  <a:pt x="3036" y="46985"/>
                  <a:pt x="2403" y="47018"/>
                </a:cubicBezTo>
                <a:cubicBezTo>
                  <a:pt x="1335" y="47085"/>
                  <a:pt x="1168" y="48486"/>
                  <a:pt x="2169" y="48853"/>
                </a:cubicBezTo>
                <a:cubicBezTo>
                  <a:pt x="2469" y="48953"/>
                  <a:pt x="2769" y="49087"/>
                  <a:pt x="3103" y="49187"/>
                </a:cubicBezTo>
                <a:cubicBezTo>
                  <a:pt x="2403" y="49287"/>
                  <a:pt x="1702" y="49387"/>
                  <a:pt x="1002" y="49487"/>
                </a:cubicBezTo>
                <a:cubicBezTo>
                  <a:pt x="101" y="49587"/>
                  <a:pt x="101" y="51155"/>
                  <a:pt x="1002" y="51255"/>
                </a:cubicBezTo>
                <a:cubicBezTo>
                  <a:pt x="1835" y="51388"/>
                  <a:pt x="2636" y="51588"/>
                  <a:pt x="3403" y="51855"/>
                </a:cubicBezTo>
                <a:lnTo>
                  <a:pt x="2469" y="51855"/>
                </a:lnTo>
                <a:cubicBezTo>
                  <a:pt x="1435" y="51889"/>
                  <a:pt x="1202" y="53390"/>
                  <a:pt x="2236" y="53656"/>
                </a:cubicBezTo>
                <a:cubicBezTo>
                  <a:pt x="2736" y="53790"/>
                  <a:pt x="3270" y="53923"/>
                  <a:pt x="3770" y="54057"/>
                </a:cubicBezTo>
                <a:cubicBezTo>
                  <a:pt x="3036" y="54257"/>
                  <a:pt x="2269" y="54424"/>
                  <a:pt x="1502" y="54590"/>
                </a:cubicBezTo>
                <a:cubicBezTo>
                  <a:pt x="468" y="54857"/>
                  <a:pt x="835" y="56192"/>
                  <a:pt x="1735" y="56325"/>
                </a:cubicBezTo>
                <a:cubicBezTo>
                  <a:pt x="3970" y="56592"/>
                  <a:pt x="6172" y="56992"/>
                  <a:pt x="8373" y="57526"/>
                </a:cubicBezTo>
                <a:cubicBezTo>
                  <a:pt x="8444" y="57544"/>
                  <a:pt x="8511" y="57553"/>
                  <a:pt x="8574" y="57553"/>
                </a:cubicBezTo>
                <a:cubicBezTo>
                  <a:pt x="9324" y="57553"/>
                  <a:pt x="9571" y="56374"/>
                  <a:pt x="8740" y="56158"/>
                </a:cubicBezTo>
                <a:cubicBezTo>
                  <a:pt x="7806" y="55858"/>
                  <a:pt x="6872" y="55625"/>
                  <a:pt x="5938" y="55391"/>
                </a:cubicBezTo>
                <a:cubicBezTo>
                  <a:pt x="6572" y="55258"/>
                  <a:pt x="7173" y="55124"/>
                  <a:pt x="7806" y="54957"/>
                </a:cubicBezTo>
                <a:cubicBezTo>
                  <a:pt x="8674" y="54757"/>
                  <a:pt x="8640" y="53456"/>
                  <a:pt x="7840" y="53223"/>
                </a:cubicBezTo>
                <a:cubicBezTo>
                  <a:pt x="8073" y="52823"/>
                  <a:pt x="8007" y="52222"/>
                  <a:pt x="7540" y="51889"/>
                </a:cubicBezTo>
                <a:cubicBezTo>
                  <a:pt x="6906" y="51422"/>
                  <a:pt x="6239" y="51055"/>
                  <a:pt x="5538" y="50721"/>
                </a:cubicBezTo>
                <a:lnTo>
                  <a:pt x="7139" y="50488"/>
                </a:lnTo>
                <a:cubicBezTo>
                  <a:pt x="8140" y="50354"/>
                  <a:pt x="7906" y="48953"/>
                  <a:pt x="7139" y="48686"/>
                </a:cubicBezTo>
                <a:cubicBezTo>
                  <a:pt x="7073" y="48653"/>
                  <a:pt x="7039" y="48653"/>
                  <a:pt x="6972" y="48620"/>
                </a:cubicBezTo>
                <a:cubicBezTo>
                  <a:pt x="7206" y="48620"/>
                  <a:pt x="7439" y="48586"/>
                  <a:pt x="7673" y="48586"/>
                </a:cubicBezTo>
                <a:cubicBezTo>
                  <a:pt x="8540" y="48519"/>
                  <a:pt x="9007" y="47319"/>
                  <a:pt x="8140" y="46852"/>
                </a:cubicBezTo>
                <a:cubicBezTo>
                  <a:pt x="7973" y="46752"/>
                  <a:pt x="7773" y="46651"/>
                  <a:pt x="7606" y="46551"/>
                </a:cubicBezTo>
                <a:cubicBezTo>
                  <a:pt x="8207" y="46385"/>
                  <a:pt x="8774" y="46184"/>
                  <a:pt x="9341" y="45884"/>
                </a:cubicBezTo>
                <a:cubicBezTo>
                  <a:pt x="10141" y="45517"/>
                  <a:pt x="9841" y="44417"/>
                  <a:pt x="9141" y="44183"/>
                </a:cubicBezTo>
                <a:cubicBezTo>
                  <a:pt x="8273" y="43916"/>
                  <a:pt x="7373" y="43616"/>
                  <a:pt x="6505" y="43316"/>
                </a:cubicBezTo>
                <a:cubicBezTo>
                  <a:pt x="7006" y="42982"/>
                  <a:pt x="7106" y="42215"/>
                  <a:pt x="6472" y="41781"/>
                </a:cubicBezTo>
                <a:cubicBezTo>
                  <a:pt x="6239" y="41615"/>
                  <a:pt x="6005" y="41481"/>
                  <a:pt x="5772" y="41314"/>
                </a:cubicBezTo>
                <a:cubicBezTo>
                  <a:pt x="6572" y="41214"/>
                  <a:pt x="7406" y="41081"/>
                  <a:pt x="8240" y="40981"/>
                </a:cubicBezTo>
                <a:cubicBezTo>
                  <a:pt x="8941" y="40914"/>
                  <a:pt x="9574" y="39980"/>
                  <a:pt x="8874" y="39413"/>
                </a:cubicBezTo>
                <a:cubicBezTo>
                  <a:pt x="8107" y="38746"/>
                  <a:pt x="7306" y="38179"/>
                  <a:pt x="6439" y="37678"/>
                </a:cubicBezTo>
                <a:cubicBezTo>
                  <a:pt x="6839" y="37545"/>
                  <a:pt x="7239" y="37412"/>
                  <a:pt x="7606" y="37211"/>
                </a:cubicBezTo>
                <a:cubicBezTo>
                  <a:pt x="8140" y="36978"/>
                  <a:pt x="8240" y="36111"/>
                  <a:pt x="7806" y="35777"/>
                </a:cubicBezTo>
                <a:cubicBezTo>
                  <a:pt x="6839" y="34976"/>
                  <a:pt x="5838" y="34276"/>
                  <a:pt x="4804" y="33676"/>
                </a:cubicBezTo>
                <a:cubicBezTo>
                  <a:pt x="5273" y="33636"/>
                  <a:pt x="5742" y="33620"/>
                  <a:pt x="6218" y="33620"/>
                </a:cubicBezTo>
                <a:cubicBezTo>
                  <a:pt x="6554" y="33620"/>
                  <a:pt x="6894" y="33628"/>
                  <a:pt x="7239" y="33642"/>
                </a:cubicBezTo>
                <a:cubicBezTo>
                  <a:pt x="7254" y="33643"/>
                  <a:pt x="7268" y="33643"/>
                  <a:pt x="7282" y="33643"/>
                </a:cubicBezTo>
                <a:cubicBezTo>
                  <a:pt x="7987" y="33643"/>
                  <a:pt x="8334" y="32830"/>
                  <a:pt x="8040" y="32241"/>
                </a:cubicBezTo>
                <a:cubicBezTo>
                  <a:pt x="7673" y="31574"/>
                  <a:pt x="7239" y="31007"/>
                  <a:pt x="6739" y="30540"/>
                </a:cubicBezTo>
                <a:cubicBezTo>
                  <a:pt x="7173" y="30540"/>
                  <a:pt x="7640" y="30540"/>
                  <a:pt x="8107" y="30607"/>
                </a:cubicBezTo>
                <a:cubicBezTo>
                  <a:pt x="8137" y="30611"/>
                  <a:pt x="8167" y="30613"/>
                  <a:pt x="8197" y="30613"/>
                </a:cubicBezTo>
                <a:cubicBezTo>
                  <a:pt x="8912" y="30613"/>
                  <a:pt x="9350" y="29487"/>
                  <a:pt x="8774" y="29039"/>
                </a:cubicBezTo>
                <a:cubicBezTo>
                  <a:pt x="8040" y="28438"/>
                  <a:pt x="7306" y="27905"/>
                  <a:pt x="6505" y="27438"/>
                </a:cubicBezTo>
                <a:cubicBezTo>
                  <a:pt x="7540" y="27304"/>
                  <a:pt x="8540" y="27138"/>
                  <a:pt x="9574" y="26971"/>
                </a:cubicBezTo>
                <a:cubicBezTo>
                  <a:pt x="10275" y="26837"/>
                  <a:pt x="10408" y="25870"/>
                  <a:pt x="9975" y="25403"/>
                </a:cubicBezTo>
                <a:cubicBezTo>
                  <a:pt x="9241" y="24669"/>
                  <a:pt x="8440" y="24035"/>
                  <a:pt x="7573" y="23502"/>
                </a:cubicBezTo>
                <a:cubicBezTo>
                  <a:pt x="7706" y="23468"/>
                  <a:pt x="7840" y="23468"/>
                  <a:pt x="7973" y="23435"/>
                </a:cubicBezTo>
                <a:cubicBezTo>
                  <a:pt x="8774" y="23335"/>
                  <a:pt x="8907" y="22067"/>
                  <a:pt x="8207" y="21734"/>
                </a:cubicBezTo>
                <a:cubicBezTo>
                  <a:pt x="7339" y="21333"/>
                  <a:pt x="6472" y="20933"/>
                  <a:pt x="5605" y="20533"/>
                </a:cubicBezTo>
                <a:cubicBezTo>
                  <a:pt x="5905" y="20466"/>
                  <a:pt x="6239" y="20433"/>
                  <a:pt x="6539" y="20399"/>
                </a:cubicBezTo>
                <a:cubicBezTo>
                  <a:pt x="7173" y="20333"/>
                  <a:pt x="7573" y="19866"/>
                  <a:pt x="7439" y="19232"/>
                </a:cubicBezTo>
                <a:cubicBezTo>
                  <a:pt x="7306" y="18465"/>
                  <a:pt x="7006" y="17797"/>
                  <a:pt x="6572" y="17264"/>
                </a:cubicBezTo>
                <a:cubicBezTo>
                  <a:pt x="7406" y="17097"/>
                  <a:pt x="8273" y="16897"/>
                  <a:pt x="9107" y="16630"/>
                </a:cubicBezTo>
                <a:cubicBezTo>
                  <a:pt x="9975" y="16330"/>
                  <a:pt x="9975" y="15129"/>
                  <a:pt x="9107" y="14829"/>
                </a:cubicBezTo>
                <a:cubicBezTo>
                  <a:pt x="7873" y="14428"/>
                  <a:pt x="6639" y="14028"/>
                  <a:pt x="5405" y="13628"/>
                </a:cubicBezTo>
                <a:cubicBezTo>
                  <a:pt x="5571" y="13611"/>
                  <a:pt x="5747" y="13603"/>
                  <a:pt x="5926" y="13603"/>
                </a:cubicBezTo>
                <a:cubicBezTo>
                  <a:pt x="6105" y="13603"/>
                  <a:pt x="6289" y="13611"/>
                  <a:pt x="6472" y="13628"/>
                </a:cubicBezTo>
                <a:cubicBezTo>
                  <a:pt x="6495" y="13630"/>
                  <a:pt x="6517" y="13631"/>
                  <a:pt x="6539" y="13631"/>
                </a:cubicBezTo>
                <a:cubicBezTo>
                  <a:pt x="7297" y="13631"/>
                  <a:pt x="7690" y="12545"/>
                  <a:pt x="7139" y="12027"/>
                </a:cubicBezTo>
                <a:cubicBezTo>
                  <a:pt x="6339" y="11360"/>
                  <a:pt x="5538" y="10726"/>
                  <a:pt x="4704" y="10159"/>
                </a:cubicBezTo>
                <a:cubicBezTo>
                  <a:pt x="5772" y="9925"/>
                  <a:pt x="6839" y="9825"/>
                  <a:pt x="7940" y="9792"/>
                </a:cubicBezTo>
                <a:cubicBezTo>
                  <a:pt x="8907" y="9758"/>
                  <a:pt x="9141" y="8558"/>
                  <a:pt x="8407" y="8057"/>
                </a:cubicBezTo>
                <a:cubicBezTo>
                  <a:pt x="7339" y="7323"/>
                  <a:pt x="6205" y="6690"/>
                  <a:pt x="5038" y="6156"/>
                </a:cubicBezTo>
                <a:cubicBezTo>
                  <a:pt x="5838" y="6089"/>
                  <a:pt x="6672" y="6056"/>
                  <a:pt x="7473" y="6056"/>
                </a:cubicBezTo>
                <a:cubicBezTo>
                  <a:pt x="7487" y="6056"/>
                  <a:pt x="7501" y="6057"/>
                  <a:pt x="7515" y="6057"/>
                </a:cubicBezTo>
                <a:cubicBezTo>
                  <a:pt x="8223" y="6057"/>
                  <a:pt x="8633" y="5243"/>
                  <a:pt x="8273" y="4655"/>
                </a:cubicBezTo>
                <a:cubicBezTo>
                  <a:pt x="7906" y="4021"/>
                  <a:pt x="7473" y="3487"/>
                  <a:pt x="6972" y="3020"/>
                </a:cubicBezTo>
                <a:cubicBezTo>
                  <a:pt x="7706" y="2853"/>
                  <a:pt x="8440" y="2687"/>
                  <a:pt x="9174" y="2453"/>
                </a:cubicBezTo>
                <a:cubicBezTo>
                  <a:pt x="9975" y="2186"/>
                  <a:pt x="10175" y="819"/>
                  <a:pt x="9174" y="652"/>
                </a:cubicBezTo>
                <a:lnTo>
                  <a:pt x="5071" y="18"/>
                </a:lnTo>
                <a:cubicBezTo>
                  <a:pt x="5000" y="6"/>
                  <a:pt x="4932" y="0"/>
                  <a:pt x="486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6" name="Google Shape;946;p58"/>
          <p:cNvSpPr/>
          <p:nvPr/>
        </p:nvSpPr>
        <p:spPr>
          <a:xfrm>
            <a:off x="8437675" y="3073423"/>
            <a:ext cx="355953" cy="308055"/>
          </a:xfrm>
          <a:custGeom>
            <a:avLst/>
            <a:gdLst/>
            <a:ahLst/>
            <a:cxnLst/>
            <a:rect l="l" t="t" r="r" b="b"/>
            <a:pathLst>
              <a:path w="7907" h="6843" extrusionOk="0">
                <a:moveTo>
                  <a:pt x="3696" y="1305"/>
                </a:moveTo>
                <a:cubicBezTo>
                  <a:pt x="4239" y="1305"/>
                  <a:pt x="4789" y="1501"/>
                  <a:pt x="5171" y="1918"/>
                </a:cubicBezTo>
                <a:cubicBezTo>
                  <a:pt x="6072" y="2885"/>
                  <a:pt x="6139" y="4453"/>
                  <a:pt x="4938" y="5220"/>
                </a:cubicBezTo>
                <a:cubicBezTo>
                  <a:pt x="4536" y="5461"/>
                  <a:pt x="4058" y="5589"/>
                  <a:pt x="3588" y="5589"/>
                </a:cubicBezTo>
                <a:cubicBezTo>
                  <a:pt x="2887" y="5589"/>
                  <a:pt x="2201" y="5305"/>
                  <a:pt x="1802" y="4686"/>
                </a:cubicBezTo>
                <a:cubicBezTo>
                  <a:pt x="1669" y="4419"/>
                  <a:pt x="1569" y="4153"/>
                  <a:pt x="1535" y="3852"/>
                </a:cubicBezTo>
                <a:cubicBezTo>
                  <a:pt x="1769" y="3786"/>
                  <a:pt x="1969" y="3552"/>
                  <a:pt x="1902" y="3219"/>
                </a:cubicBezTo>
                <a:cubicBezTo>
                  <a:pt x="1684" y="1999"/>
                  <a:pt x="2676" y="1305"/>
                  <a:pt x="3696" y="1305"/>
                </a:cubicBezTo>
                <a:close/>
                <a:moveTo>
                  <a:pt x="3852" y="0"/>
                </a:moveTo>
                <a:cubicBezTo>
                  <a:pt x="2862" y="0"/>
                  <a:pt x="1881" y="469"/>
                  <a:pt x="1302" y="1217"/>
                </a:cubicBezTo>
                <a:cubicBezTo>
                  <a:pt x="201" y="2351"/>
                  <a:pt x="1" y="4319"/>
                  <a:pt x="1035" y="5654"/>
                </a:cubicBezTo>
                <a:cubicBezTo>
                  <a:pt x="1675" y="6458"/>
                  <a:pt x="2655" y="6842"/>
                  <a:pt x="3643" y="6842"/>
                </a:cubicBezTo>
                <a:cubicBezTo>
                  <a:pt x="4664" y="6842"/>
                  <a:pt x="5694" y="6433"/>
                  <a:pt x="6372" y="5654"/>
                </a:cubicBezTo>
                <a:cubicBezTo>
                  <a:pt x="7907" y="3919"/>
                  <a:pt x="6973" y="1084"/>
                  <a:pt x="4971" y="216"/>
                </a:cubicBezTo>
                <a:cubicBezTo>
                  <a:pt x="4611" y="69"/>
                  <a:pt x="4231" y="0"/>
                  <a:pt x="385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8_1_1">
    <p:spTree>
      <p:nvGrpSpPr>
        <p:cNvPr id="1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59"/>
          <p:cNvSpPr/>
          <p:nvPr/>
        </p:nvSpPr>
        <p:spPr>
          <a:xfrm>
            <a:off x="-24325" y="0"/>
            <a:ext cx="9144000" cy="5143500"/>
          </a:xfrm>
          <a:prstGeom prst="rect">
            <a:avLst/>
          </a:prstGeom>
          <a:solidFill>
            <a:srgbClr val="FF3A94">
              <a:alpha val="3258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9" name="Google Shape;949;p59"/>
          <p:cNvSpPr/>
          <p:nvPr/>
        </p:nvSpPr>
        <p:spPr>
          <a:xfrm>
            <a:off x="607050" y="446475"/>
            <a:ext cx="7929900" cy="4254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50" name="Google Shape;950;p59"/>
          <p:cNvGrpSpPr/>
          <p:nvPr/>
        </p:nvGrpSpPr>
        <p:grpSpPr>
          <a:xfrm rot="-314087">
            <a:off x="6819645" y="2912416"/>
            <a:ext cx="2275315" cy="2198107"/>
            <a:chOff x="4025005" y="-349716"/>
            <a:chExt cx="2082177" cy="2011523"/>
          </a:xfrm>
        </p:grpSpPr>
        <p:sp>
          <p:nvSpPr>
            <p:cNvPr id="951" name="Google Shape;951;p59"/>
            <p:cNvSpPr/>
            <p:nvPr/>
          </p:nvSpPr>
          <p:spPr>
            <a:xfrm rot="-9887279">
              <a:off x="4217529" y="464150"/>
              <a:ext cx="1676772" cy="995105"/>
            </a:xfrm>
            <a:custGeom>
              <a:avLst/>
              <a:gdLst/>
              <a:ahLst/>
              <a:cxnLst/>
              <a:rect l="l" t="t" r="r" b="b"/>
              <a:pathLst>
                <a:path w="35960" h="21341" extrusionOk="0">
                  <a:moveTo>
                    <a:pt x="25914" y="478"/>
                  </a:moveTo>
                  <a:cubicBezTo>
                    <a:pt x="25939" y="478"/>
                    <a:pt x="25971" y="519"/>
                    <a:pt x="26019" y="599"/>
                  </a:cubicBezTo>
                  <a:cubicBezTo>
                    <a:pt x="26052" y="699"/>
                    <a:pt x="26019" y="766"/>
                    <a:pt x="25952" y="766"/>
                  </a:cubicBezTo>
                  <a:cubicBezTo>
                    <a:pt x="25937" y="774"/>
                    <a:pt x="25923" y="778"/>
                    <a:pt x="25911" y="778"/>
                  </a:cubicBezTo>
                  <a:cubicBezTo>
                    <a:pt x="25872" y="778"/>
                    <a:pt x="25852" y="734"/>
                    <a:pt x="25852" y="632"/>
                  </a:cubicBezTo>
                  <a:cubicBezTo>
                    <a:pt x="25870" y="528"/>
                    <a:pt x="25887" y="478"/>
                    <a:pt x="25914" y="478"/>
                  </a:cubicBezTo>
                  <a:close/>
                  <a:moveTo>
                    <a:pt x="25719" y="1066"/>
                  </a:moveTo>
                  <a:cubicBezTo>
                    <a:pt x="25786" y="1066"/>
                    <a:pt x="25819" y="1066"/>
                    <a:pt x="25852" y="1133"/>
                  </a:cubicBezTo>
                  <a:cubicBezTo>
                    <a:pt x="25886" y="1199"/>
                    <a:pt x="25919" y="1266"/>
                    <a:pt x="25886" y="1333"/>
                  </a:cubicBezTo>
                  <a:cubicBezTo>
                    <a:pt x="25873" y="1345"/>
                    <a:pt x="25857" y="1353"/>
                    <a:pt x="25839" y="1353"/>
                  </a:cubicBezTo>
                  <a:cubicBezTo>
                    <a:pt x="25808" y="1353"/>
                    <a:pt x="25773" y="1330"/>
                    <a:pt x="25752" y="1266"/>
                  </a:cubicBezTo>
                  <a:cubicBezTo>
                    <a:pt x="25685" y="1199"/>
                    <a:pt x="25685" y="1099"/>
                    <a:pt x="25719" y="1066"/>
                  </a:cubicBezTo>
                  <a:close/>
                  <a:moveTo>
                    <a:pt x="26226" y="1001"/>
                  </a:moveTo>
                  <a:cubicBezTo>
                    <a:pt x="26264" y="1001"/>
                    <a:pt x="26312" y="1044"/>
                    <a:pt x="26386" y="1133"/>
                  </a:cubicBezTo>
                  <a:cubicBezTo>
                    <a:pt x="26573" y="1346"/>
                    <a:pt x="26567" y="1496"/>
                    <a:pt x="26404" y="1496"/>
                  </a:cubicBezTo>
                  <a:cubicBezTo>
                    <a:pt x="26363" y="1496"/>
                    <a:pt x="26313" y="1486"/>
                    <a:pt x="26253" y="1466"/>
                  </a:cubicBezTo>
                  <a:cubicBezTo>
                    <a:pt x="26019" y="1400"/>
                    <a:pt x="26019" y="1400"/>
                    <a:pt x="26086" y="1199"/>
                  </a:cubicBezTo>
                  <a:cubicBezTo>
                    <a:pt x="26142" y="1069"/>
                    <a:pt x="26177" y="1001"/>
                    <a:pt x="26226" y="1001"/>
                  </a:cubicBezTo>
                  <a:close/>
                  <a:moveTo>
                    <a:pt x="26006" y="1611"/>
                  </a:moveTo>
                  <a:cubicBezTo>
                    <a:pt x="26035" y="1611"/>
                    <a:pt x="26066" y="1627"/>
                    <a:pt x="26086" y="1666"/>
                  </a:cubicBezTo>
                  <a:cubicBezTo>
                    <a:pt x="26086" y="1700"/>
                    <a:pt x="26086" y="1733"/>
                    <a:pt x="26052" y="1767"/>
                  </a:cubicBezTo>
                  <a:cubicBezTo>
                    <a:pt x="26043" y="1776"/>
                    <a:pt x="26030" y="1780"/>
                    <a:pt x="26016" y="1780"/>
                  </a:cubicBezTo>
                  <a:cubicBezTo>
                    <a:pt x="25983" y="1780"/>
                    <a:pt x="25943" y="1757"/>
                    <a:pt x="25919" y="1733"/>
                  </a:cubicBezTo>
                  <a:cubicBezTo>
                    <a:pt x="25919" y="1700"/>
                    <a:pt x="25919" y="1633"/>
                    <a:pt x="25952" y="1633"/>
                  </a:cubicBezTo>
                  <a:cubicBezTo>
                    <a:pt x="25966" y="1619"/>
                    <a:pt x="25986" y="1611"/>
                    <a:pt x="26006" y="1611"/>
                  </a:cubicBezTo>
                  <a:close/>
                  <a:moveTo>
                    <a:pt x="26086" y="1833"/>
                  </a:moveTo>
                  <a:cubicBezTo>
                    <a:pt x="26286" y="1833"/>
                    <a:pt x="26286" y="1833"/>
                    <a:pt x="26219" y="2000"/>
                  </a:cubicBezTo>
                  <a:cubicBezTo>
                    <a:pt x="26152" y="2167"/>
                    <a:pt x="26152" y="2167"/>
                    <a:pt x="26319" y="2167"/>
                  </a:cubicBezTo>
                  <a:cubicBezTo>
                    <a:pt x="26332" y="2160"/>
                    <a:pt x="26346" y="2158"/>
                    <a:pt x="26360" y="2158"/>
                  </a:cubicBezTo>
                  <a:cubicBezTo>
                    <a:pt x="26421" y="2158"/>
                    <a:pt x="26486" y="2207"/>
                    <a:pt x="26486" y="2234"/>
                  </a:cubicBezTo>
                  <a:cubicBezTo>
                    <a:pt x="26486" y="2300"/>
                    <a:pt x="26586" y="2367"/>
                    <a:pt x="26653" y="2367"/>
                  </a:cubicBezTo>
                  <a:cubicBezTo>
                    <a:pt x="26689" y="2376"/>
                    <a:pt x="26715" y="2380"/>
                    <a:pt x="26732" y="2380"/>
                  </a:cubicBezTo>
                  <a:cubicBezTo>
                    <a:pt x="26779" y="2380"/>
                    <a:pt x="26759" y="2349"/>
                    <a:pt x="26686" y="2300"/>
                  </a:cubicBezTo>
                  <a:cubicBezTo>
                    <a:pt x="26653" y="2234"/>
                    <a:pt x="26553" y="2133"/>
                    <a:pt x="26486" y="2067"/>
                  </a:cubicBezTo>
                  <a:cubicBezTo>
                    <a:pt x="26386" y="2000"/>
                    <a:pt x="26386" y="1967"/>
                    <a:pt x="26486" y="1900"/>
                  </a:cubicBezTo>
                  <a:cubicBezTo>
                    <a:pt x="26515" y="1881"/>
                    <a:pt x="26541" y="1870"/>
                    <a:pt x="26567" y="1870"/>
                  </a:cubicBezTo>
                  <a:cubicBezTo>
                    <a:pt x="26631" y="1870"/>
                    <a:pt x="26692" y="1935"/>
                    <a:pt x="26786" y="2100"/>
                  </a:cubicBezTo>
                  <a:cubicBezTo>
                    <a:pt x="26886" y="2234"/>
                    <a:pt x="27020" y="2434"/>
                    <a:pt x="27086" y="2534"/>
                  </a:cubicBezTo>
                  <a:cubicBezTo>
                    <a:pt x="27187" y="2634"/>
                    <a:pt x="27220" y="2701"/>
                    <a:pt x="27187" y="2734"/>
                  </a:cubicBezTo>
                  <a:cubicBezTo>
                    <a:pt x="27171" y="2745"/>
                    <a:pt x="27144" y="2749"/>
                    <a:pt x="27109" y="2749"/>
                  </a:cubicBezTo>
                  <a:cubicBezTo>
                    <a:pt x="26928" y="2749"/>
                    <a:pt x="26542" y="2618"/>
                    <a:pt x="26486" y="2534"/>
                  </a:cubicBezTo>
                  <a:cubicBezTo>
                    <a:pt x="26486" y="2467"/>
                    <a:pt x="26353" y="2400"/>
                    <a:pt x="26219" y="2400"/>
                  </a:cubicBezTo>
                  <a:cubicBezTo>
                    <a:pt x="26119" y="2367"/>
                    <a:pt x="25986" y="2300"/>
                    <a:pt x="25986" y="2234"/>
                  </a:cubicBezTo>
                  <a:cubicBezTo>
                    <a:pt x="25886" y="1833"/>
                    <a:pt x="25886" y="1833"/>
                    <a:pt x="26086" y="1833"/>
                  </a:cubicBezTo>
                  <a:close/>
                  <a:moveTo>
                    <a:pt x="14146" y="3020"/>
                  </a:moveTo>
                  <a:cubicBezTo>
                    <a:pt x="14177" y="3020"/>
                    <a:pt x="14211" y="3044"/>
                    <a:pt x="14211" y="3067"/>
                  </a:cubicBezTo>
                  <a:cubicBezTo>
                    <a:pt x="14244" y="3101"/>
                    <a:pt x="14244" y="3168"/>
                    <a:pt x="14211" y="3168"/>
                  </a:cubicBezTo>
                  <a:cubicBezTo>
                    <a:pt x="14177" y="3184"/>
                    <a:pt x="14152" y="3193"/>
                    <a:pt x="14131" y="3193"/>
                  </a:cubicBezTo>
                  <a:cubicBezTo>
                    <a:pt x="14111" y="3193"/>
                    <a:pt x="14094" y="3184"/>
                    <a:pt x="14077" y="3168"/>
                  </a:cubicBezTo>
                  <a:cubicBezTo>
                    <a:pt x="14044" y="3101"/>
                    <a:pt x="14077" y="3067"/>
                    <a:pt x="14111" y="3034"/>
                  </a:cubicBezTo>
                  <a:cubicBezTo>
                    <a:pt x="14120" y="3024"/>
                    <a:pt x="14133" y="3020"/>
                    <a:pt x="14146" y="3020"/>
                  </a:cubicBezTo>
                  <a:close/>
                  <a:moveTo>
                    <a:pt x="14461" y="3226"/>
                  </a:moveTo>
                  <a:cubicBezTo>
                    <a:pt x="14487" y="3226"/>
                    <a:pt x="14505" y="3291"/>
                    <a:pt x="14477" y="3401"/>
                  </a:cubicBezTo>
                  <a:cubicBezTo>
                    <a:pt x="14449" y="3517"/>
                    <a:pt x="14420" y="3608"/>
                    <a:pt x="14391" y="3608"/>
                  </a:cubicBezTo>
                  <a:cubicBezTo>
                    <a:pt x="14386" y="3608"/>
                    <a:pt x="14382" y="3606"/>
                    <a:pt x="14377" y="3601"/>
                  </a:cubicBezTo>
                  <a:cubicBezTo>
                    <a:pt x="14311" y="3601"/>
                    <a:pt x="14344" y="3301"/>
                    <a:pt x="14444" y="3234"/>
                  </a:cubicBezTo>
                  <a:cubicBezTo>
                    <a:pt x="14450" y="3229"/>
                    <a:pt x="14456" y="3226"/>
                    <a:pt x="14461" y="3226"/>
                  </a:cubicBezTo>
                  <a:close/>
                  <a:moveTo>
                    <a:pt x="14578" y="3668"/>
                  </a:moveTo>
                  <a:cubicBezTo>
                    <a:pt x="14611" y="3701"/>
                    <a:pt x="14578" y="3735"/>
                    <a:pt x="14578" y="3801"/>
                  </a:cubicBezTo>
                  <a:cubicBezTo>
                    <a:pt x="14561" y="3818"/>
                    <a:pt x="14544" y="3826"/>
                    <a:pt x="14528" y="3826"/>
                  </a:cubicBezTo>
                  <a:cubicBezTo>
                    <a:pt x="14511" y="3826"/>
                    <a:pt x="14494" y="3818"/>
                    <a:pt x="14477" y="3801"/>
                  </a:cubicBezTo>
                  <a:cubicBezTo>
                    <a:pt x="14444" y="3768"/>
                    <a:pt x="14444" y="3701"/>
                    <a:pt x="14511" y="3668"/>
                  </a:cubicBezTo>
                  <a:close/>
                  <a:moveTo>
                    <a:pt x="31698" y="3779"/>
                  </a:moveTo>
                  <a:cubicBezTo>
                    <a:pt x="31717" y="3779"/>
                    <a:pt x="31737" y="3796"/>
                    <a:pt x="31756" y="3835"/>
                  </a:cubicBezTo>
                  <a:cubicBezTo>
                    <a:pt x="31790" y="3868"/>
                    <a:pt x="31790" y="3901"/>
                    <a:pt x="31756" y="3901"/>
                  </a:cubicBezTo>
                  <a:cubicBezTo>
                    <a:pt x="31756" y="3913"/>
                    <a:pt x="31749" y="3916"/>
                    <a:pt x="31738" y="3916"/>
                  </a:cubicBezTo>
                  <a:cubicBezTo>
                    <a:pt x="31716" y="3916"/>
                    <a:pt x="31679" y="3901"/>
                    <a:pt x="31656" y="3901"/>
                  </a:cubicBezTo>
                  <a:cubicBezTo>
                    <a:pt x="31623" y="3868"/>
                    <a:pt x="31590" y="3835"/>
                    <a:pt x="31656" y="3801"/>
                  </a:cubicBezTo>
                  <a:cubicBezTo>
                    <a:pt x="31670" y="3788"/>
                    <a:pt x="31684" y="3779"/>
                    <a:pt x="31698" y="3779"/>
                  </a:cubicBezTo>
                  <a:close/>
                  <a:moveTo>
                    <a:pt x="19776" y="2975"/>
                  </a:moveTo>
                  <a:cubicBezTo>
                    <a:pt x="19832" y="2975"/>
                    <a:pt x="19956" y="3039"/>
                    <a:pt x="20148" y="3168"/>
                  </a:cubicBezTo>
                  <a:cubicBezTo>
                    <a:pt x="20381" y="3313"/>
                    <a:pt x="20588" y="3407"/>
                    <a:pt x="20659" y="3407"/>
                  </a:cubicBezTo>
                  <a:cubicBezTo>
                    <a:pt x="20670" y="3407"/>
                    <a:pt x="20678" y="3405"/>
                    <a:pt x="20682" y="3401"/>
                  </a:cubicBezTo>
                  <a:cubicBezTo>
                    <a:pt x="20693" y="3395"/>
                    <a:pt x="20706" y="3393"/>
                    <a:pt x="20720" y="3393"/>
                  </a:cubicBezTo>
                  <a:cubicBezTo>
                    <a:pt x="20867" y="3393"/>
                    <a:pt x="21141" y="3711"/>
                    <a:pt x="21416" y="4168"/>
                  </a:cubicBezTo>
                  <a:cubicBezTo>
                    <a:pt x="21573" y="4460"/>
                    <a:pt x="21639" y="4586"/>
                    <a:pt x="21615" y="4586"/>
                  </a:cubicBezTo>
                  <a:cubicBezTo>
                    <a:pt x="21603" y="4586"/>
                    <a:pt x="21570" y="4556"/>
                    <a:pt x="21516" y="4502"/>
                  </a:cubicBezTo>
                  <a:cubicBezTo>
                    <a:pt x="21416" y="4402"/>
                    <a:pt x="21216" y="4302"/>
                    <a:pt x="21082" y="4268"/>
                  </a:cubicBezTo>
                  <a:cubicBezTo>
                    <a:pt x="20949" y="4202"/>
                    <a:pt x="20815" y="4135"/>
                    <a:pt x="20782" y="4068"/>
                  </a:cubicBezTo>
                  <a:cubicBezTo>
                    <a:pt x="20749" y="4001"/>
                    <a:pt x="20682" y="4001"/>
                    <a:pt x="20649" y="4001"/>
                  </a:cubicBezTo>
                  <a:cubicBezTo>
                    <a:pt x="20636" y="4010"/>
                    <a:pt x="20620" y="4014"/>
                    <a:pt x="20603" y="4014"/>
                  </a:cubicBezTo>
                  <a:cubicBezTo>
                    <a:pt x="20481" y="4014"/>
                    <a:pt x="20248" y="3817"/>
                    <a:pt x="20015" y="3468"/>
                  </a:cubicBezTo>
                  <a:cubicBezTo>
                    <a:pt x="19768" y="3139"/>
                    <a:pt x="19686" y="2975"/>
                    <a:pt x="19776" y="2975"/>
                  </a:cubicBezTo>
                  <a:close/>
                  <a:moveTo>
                    <a:pt x="22072" y="4790"/>
                  </a:moveTo>
                  <a:cubicBezTo>
                    <a:pt x="22091" y="4790"/>
                    <a:pt x="22116" y="4794"/>
                    <a:pt x="22150" y="4802"/>
                  </a:cubicBezTo>
                  <a:cubicBezTo>
                    <a:pt x="22250" y="4835"/>
                    <a:pt x="22283" y="4869"/>
                    <a:pt x="22283" y="4935"/>
                  </a:cubicBezTo>
                  <a:cubicBezTo>
                    <a:pt x="22267" y="4998"/>
                    <a:pt x="22214" y="5032"/>
                    <a:pt x="22159" y="5032"/>
                  </a:cubicBezTo>
                  <a:cubicBezTo>
                    <a:pt x="22098" y="5032"/>
                    <a:pt x="22034" y="4990"/>
                    <a:pt x="22016" y="4902"/>
                  </a:cubicBezTo>
                  <a:cubicBezTo>
                    <a:pt x="22016" y="4827"/>
                    <a:pt x="22016" y="4790"/>
                    <a:pt x="22072" y="4790"/>
                  </a:cubicBezTo>
                  <a:close/>
                  <a:moveTo>
                    <a:pt x="12471" y="4593"/>
                  </a:moveTo>
                  <a:cubicBezTo>
                    <a:pt x="12508" y="4593"/>
                    <a:pt x="12504" y="4658"/>
                    <a:pt x="12476" y="4769"/>
                  </a:cubicBezTo>
                  <a:cubicBezTo>
                    <a:pt x="12443" y="4935"/>
                    <a:pt x="12443" y="4969"/>
                    <a:pt x="12609" y="4969"/>
                  </a:cubicBezTo>
                  <a:cubicBezTo>
                    <a:pt x="12810" y="4969"/>
                    <a:pt x="12810" y="5202"/>
                    <a:pt x="12609" y="5236"/>
                  </a:cubicBezTo>
                  <a:cubicBezTo>
                    <a:pt x="12543" y="5236"/>
                    <a:pt x="12543" y="5302"/>
                    <a:pt x="12676" y="5503"/>
                  </a:cubicBezTo>
                  <a:cubicBezTo>
                    <a:pt x="12769" y="5669"/>
                    <a:pt x="12789" y="5764"/>
                    <a:pt x="12755" y="5764"/>
                  </a:cubicBezTo>
                  <a:cubicBezTo>
                    <a:pt x="12728" y="5764"/>
                    <a:pt x="12665" y="5703"/>
                    <a:pt x="12576" y="5569"/>
                  </a:cubicBezTo>
                  <a:lnTo>
                    <a:pt x="12443" y="5369"/>
                  </a:lnTo>
                  <a:lnTo>
                    <a:pt x="12409" y="5603"/>
                  </a:lnTo>
                  <a:lnTo>
                    <a:pt x="12409" y="5836"/>
                  </a:lnTo>
                  <a:lnTo>
                    <a:pt x="12042" y="5803"/>
                  </a:lnTo>
                  <a:cubicBezTo>
                    <a:pt x="11542" y="5736"/>
                    <a:pt x="11242" y="5503"/>
                    <a:pt x="11309" y="5202"/>
                  </a:cubicBezTo>
                  <a:cubicBezTo>
                    <a:pt x="11370" y="5048"/>
                    <a:pt x="11661" y="4865"/>
                    <a:pt x="11836" y="4865"/>
                  </a:cubicBezTo>
                  <a:cubicBezTo>
                    <a:pt x="11850" y="4865"/>
                    <a:pt x="11863" y="4866"/>
                    <a:pt x="11876" y="4869"/>
                  </a:cubicBezTo>
                  <a:cubicBezTo>
                    <a:pt x="11942" y="4902"/>
                    <a:pt x="12042" y="5036"/>
                    <a:pt x="12076" y="5136"/>
                  </a:cubicBezTo>
                  <a:cubicBezTo>
                    <a:pt x="12111" y="5224"/>
                    <a:pt x="12128" y="5265"/>
                    <a:pt x="12140" y="5265"/>
                  </a:cubicBezTo>
                  <a:cubicBezTo>
                    <a:pt x="12152" y="5265"/>
                    <a:pt x="12160" y="5232"/>
                    <a:pt x="12176" y="5169"/>
                  </a:cubicBezTo>
                  <a:cubicBezTo>
                    <a:pt x="12176" y="5069"/>
                    <a:pt x="12109" y="4935"/>
                    <a:pt x="12076" y="4902"/>
                  </a:cubicBezTo>
                  <a:cubicBezTo>
                    <a:pt x="11965" y="4813"/>
                    <a:pt x="12002" y="4754"/>
                    <a:pt x="12098" y="4754"/>
                  </a:cubicBezTo>
                  <a:cubicBezTo>
                    <a:pt x="12146" y="4754"/>
                    <a:pt x="12209" y="4769"/>
                    <a:pt x="12276" y="4802"/>
                  </a:cubicBezTo>
                  <a:cubicBezTo>
                    <a:pt x="12331" y="4816"/>
                    <a:pt x="12369" y="4824"/>
                    <a:pt x="12393" y="4824"/>
                  </a:cubicBezTo>
                  <a:cubicBezTo>
                    <a:pt x="12426" y="4824"/>
                    <a:pt x="12429" y="4808"/>
                    <a:pt x="12409" y="4769"/>
                  </a:cubicBezTo>
                  <a:cubicBezTo>
                    <a:pt x="12376" y="4702"/>
                    <a:pt x="12409" y="4635"/>
                    <a:pt x="12443" y="4602"/>
                  </a:cubicBezTo>
                  <a:cubicBezTo>
                    <a:pt x="12454" y="4596"/>
                    <a:pt x="12464" y="4593"/>
                    <a:pt x="12471" y="4593"/>
                  </a:cubicBezTo>
                  <a:close/>
                  <a:moveTo>
                    <a:pt x="7641" y="6460"/>
                  </a:moveTo>
                  <a:cubicBezTo>
                    <a:pt x="7669" y="6460"/>
                    <a:pt x="7688" y="6495"/>
                    <a:pt x="7673" y="6570"/>
                  </a:cubicBezTo>
                  <a:cubicBezTo>
                    <a:pt x="7673" y="6637"/>
                    <a:pt x="7639" y="6703"/>
                    <a:pt x="7606" y="6737"/>
                  </a:cubicBezTo>
                  <a:cubicBezTo>
                    <a:pt x="7594" y="6743"/>
                    <a:pt x="7584" y="6745"/>
                    <a:pt x="7576" y="6745"/>
                  </a:cubicBezTo>
                  <a:cubicBezTo>
                    <a:pt x="7539" y="6745"/>
                    <a:pt x="7539" y="6686"/>
                    <a:pt x="7539" y="6603"/>
                  </a:cubicBezTo>
                  <a:cubicBezTo>
                    <a:pt x="7558" y="6512"/>
                    <a:pt x="7606" y="6460"/>
                    <a:pt x="7641" y="6460"/>
                  </a:cubicBezTo>
                  <a:close/>
                  <a:moveTo>
                    <a:pt x="32059" y="3921"/>
                  </a:moveTo>
                  <a:cubicBezTo>
                    <a:pt x="32081" y="3921"/>
                    <a:pt x="32104" y="3925"/>
                    <a:pt x="32123" y="3935"/>
                  </a:cubicBezTo>
                  <a:cubicBezTo>
                    <a:pt x="32223" y="3968"/>
                    <a:pt x="32257" y="4035"/>
                    <a:pt x="32223" y="4102"/>
                  </a:cubicBezTo>
                  <a:cubicBezTo>
                    <a:pt x="32200" y="4125"/>
                    <a:pt x="32160" y="4149"/>
                    <a:pt x="32114" y="4149"/>
                  </a:cubicBezTo>
                  <a:cubicBezTo>
                    <a:pt x="32096" y="4149"/>
                    <a:pt x="32076" y="4145"/>
                    <a:pt x="32057" y="4135"/>
                  </a:cubicBezTo>
                  <a:cubicBezTo>
                    <a:pt x="32020" y="4123"/>
                    <a:pt x="31997" y="4115"/>
                    <a:pt x="31982" y="4115"/>
                  </a:cubicBezTo>
                  <a:cubicBezTo>
                    <a:pt x="31957" y="4115"/>
                    <a:pt x="31957" y="4138"/>
                    <a:pt x="31957" y="4202"/>
                  </a:cubicBezTo>
                  <a:cubicBezTo>
                    <a:pt x="31957" y="4277"/>
                    <a:pt x="31975" y="4314"/>
                    <a:pt x="32013" y="4314"/>
                  </a:cubicBezTo>
                  <a:cubicBezTo>
                    <a:pt x="32025" y="4314"/>
                    <a:pt x="32040" y="4310"/>
                    <a:pt x="32057" y="4302"/>
                  </a:cubicBezTo>
                  <a:cubicBezTo>
                    <a:pt x="32090" y="4302"/>
                    <a:pt x="32190" y="4335"/>
                    <a:pt x="32223" y="4402"/>
                  </a:cubicBezTo>
                  <a:cubicBezTo>
                    <a:pt x="32257" y="4452"/>
                    <a:pt x="32274" y="4477"/>
                    <a:pt x="32282" y="4477"/>
                  </a:cubicBezTo>
                  <a:cubicBezTo>
                    <a:pt x="32290" y="4477"/>
                    <a:pt x="32290" y="4452"/>
                    <a:pt x="32290" y="4402"/>
                  </a:cubicBezTo>
                  <a:cubicBezTo>
                    <a:pt x="32290" y="4268"/>
                    <a:pt x="32357" y="4235"/>
                    <a:pt x="32524" y="4235"/>
                  </a:cubicBezTo>
                  <a:cubicBezTo>
                    <a:pt x="32624" y="4235"/>
                    <a:pt x="32690" y="4235"/>
                    <a:pt x="32657" y="4268"/>
                  </a:cubicBezTo>
                  <a:cubicBezTo>
                    <a:pt x="32590" y="4302"/>
                    <a:pt x="32624" y="4368"/>
                    <a:pt x="32757" y="4502"/>
                  </a:cubicBezTo>
                  <a:cubicBezTo>
                    <a:pt x="32924" y="4635"/>
                    <a:pt x="32957" y="4702"/>
                    <a:pt x="32957" y="4902"/>
                  </a:cubicBezTo>
                  <a:cubicBezTo>
                    <a:pt x="32957" y="5059"/>
                    <a:pt x="32978" y="5114"/>
                    <a:pt x="33019" y="5114"/>
                  </a:cubicBezTo>
                  <a:cubicBezTo>
                    <a:pt x="33030" y="5114"/>
                    <a:pt x="33043" y="5109"/>
                    <a:pt x="33057" y="5102"/>
                  </a:cubicBezTo>
                  <a:cubicBezTo>
                    <a:pt x="33065" y="5097"/>
                    <a:pt x="33071" y="5095"/>
                    <a:pt x="33076" y="5095"/>
                  </a:cubicBezTo>
                  <a:cubicBezTo>
                    <a:pt x="33137" y="5095"/>
                    <a:pt x="33014" y="5441"/>
                    <a:pt x="32891" y="5503"/>
                  </a:cubicBezTo>
                  <a:cubicBezTo>
                    <a:pt x="32757" y="5569"/>
                    <a:pt x="32490" y="6336"/>
                    <a:pt x="32557" y="6370"/>
                  </a:cubicBezTo>
                  <a:cubicBezTo>
                    <a:pt x="32624" y="6403"/>
                    <a:pt x="32590" y="6470"/>
                    <a:pt x="32524" y="6503"/>
                  </a:cubicBezTo>
                  <a:cubicBezTo>
                    <a:pt x="32457" y="6537"/>
                    <a:pt x="32357" y="6703"/>
                    <a:pt x="32324" y="6870"/>
                  </a:cubicBezTo>
                  <a:cubicBezTo>
                    <a:pt x="32273" y="7034"/>
                    <a:pt x="32227" y="7117"/>
                    <a:pt x="32187" y="7117"/>
                  </a:cubicBezTo>
                  <a:cubicBezTo>
                    <a:pt x="32119" y="7117"/>
                    <a:pt x="32065" y="6893"/>
                    <a:pt x="32023" y="6437"/>
                  </a:cubicBezTo>
                  <a:cubicBezTo>
                    <a:pt x="31990" y="5736"/>
                    <a:pt x="31756" y="4602"/>
                    <a:pt x="31623" y="4402"/>
                  </a:cubicBezTo>
                  <a:cubicBezTo>
                    <a:pt x="31530" y="4216"/>
                    <a:pt x="31581" y="4031"/>
                    <a:pt x="31721" y="4031"/>
                  </a:cubicBezTo>
                  <a:cubicBezTo>
                    <a:pt x="31732" y="4031"/>
                    <a:pt x="31744" y="4032"/>
                    <a:pt x="31756" y="4035"/>
                  </a:cubicBezTo>
                  <a:cubicBezTo>
                    <a:pt x="31823" y="4035"/>
                    <a:pt x="31923" y="4001"/>
                    <a:pt x="31923" y="3968"/>
                  </a:cubicBezTo>
                  <a:cubicBezTo>
                    <a:pt x="31947" y="3945"/>
                    <a:pt x="32004" y="3921"/>
                    <a:pt x="32059" y="3921"/>
                  </a:cubicBezTo>
                  <a:close/>
                  <a:moveTo>
                    <a:pt x="16079" y="6937"/>
                  </a:moveTo>
                  <a:cubicBezTo>
                    <a:pt x="16112" y="6937"/>
                    <a:pt x="16145" y="6937"/>
                    <a:pt x="16212" y="7004"/>
                  </a:cubicBezTo>
                  <a:cubicBezTo>
                    <a:pt x="16245" y="7070"/>
                    <a:pt x="16245" y="7137"/>
                    <a:pt x="16245" y="7137"/>
                  </a:cubicBezTo>
                  <a:cubicBezTo>
                    <a:pt x="16212" y="7137"/>
                    <a:pt x="16145" y="7104"/>
                    <a:pt x="16112" y="7070"/>
                  </a:cubicBezTo>
                  <a:cubicBezTo>
                    <a:pt x="16045" y="7037"/>
                    <a:pt x="16012" y="6970"/>
                    <a:pt x="16079" y="6937"/>
                  </a:cubicBezTo>
                  <a:close/>
                  <a:moveTo>
                    <a:pt x="28988" y="2687"/>
                  </a:moveTo>
                  <a:cubicBezTo>
                    <a:pt x="29024" y="2687"/>
                    <a:pt x="29072" y="2718"/>
                    <a:pt x="29121" y="2767"/>
                  </a:cubicBezTo>
                  <a:cubicBezTo>
                    <a:pt x="29255" y="2867"/>
                    <a:pt x="29255" y="2967"/>
                    <a:pt x="29155" y="3201"/>
                  </a:cubicBezTo>
                  <a:cubicBezTo>
                    <a:pt x="29041" y="3457"/>
                    <a:pt x="29048" y="3616"/>
                    <a:pt x="29136" y="3616"/>
                  </a:cubicBezTo>
                  <a:cubicBezTo>
                    <a:pt x="29151" y="3616"/>
                    <a:pt x="29168" y="3611"/>
                    <a:pt x="29188" y="3601"/>
                  </a:cubicBezTo>
                  <a:cubicBezTo>
                    <a:pt x="29221" y="3568"/>
                    <a:pt x="29221" y="3501"/>
                    <a:pt x="29221" y="3401"/>
                  </a:cubicBezTo>
                  <a:cubicBezTo>
                    <a:pt x="29183" y="3268"/>
                    <a:pt x="29265" y="3189"/>
                    <a:pt x="29354" y="3189"/>
                  </a:cubicBezTo>
                  <a:cubicBezTo>
                    <a:pt x="29421" y="3189"/>
                    <a:pt x="29493" y="3234"/>
                    <a:pt x="29522" y="3334"/>
                  </a:cubicBezTo>
                  <a:cubicBezTo>
                    <a:pt x="29555" y="3434"/>
                    <a:pt x="29588" y="3534"/>
                    <a:pt x="29555" y="3568"/>
                  </a:cubicBezTo>
                  <a:cubicBezTo>
                    <a:pt x="29522" y="3668"/>
                    <a:pt x="29622" y="4702"/>
                    <a:pt x="29688" y="4869"/>
                  </a:cubicBezTo>
                  <a:cubicBezTo>
                    <a:pt x="29722" y="4935"/>
                    <a:pt x="29755" y="5069"/>
                    <a:pt x="29755" y="5169"/>
                  </a:cubicBezTo>
                  <a:cubicBezTo>
                    <a:pt x="29788" y="5636"/>
                    <a:pt x="29855" y="5836"/>
                    <a:pt x="29955" y="5936"/>
                  </a:cubicBezTo>
                  <a:cubicBezTo>
                    <a:pt x="30055" y="6003"/>
                    <a:pt x="30055" y="6136"/>
                    <a:pt x="29955" y="6270"/>
                  </a:cubicBezTo>
                  <a:cubicBezTo>
                    <a:pt x="29922" y="6403"/>
                    <a:pt x="29888" y="6637"/>
                    <a:pt x="29922" y="6803"/>
                  </a:cubicBezTo>
                  <a:cubicBezTo>
                    <a:pt x="29955" y="6970"/>
                    <a:pt x="29955" y="7137"/>
                    <a:pt x="29888" y="7170"/>
                  </a:cubicBezTo>
                  <a:cubicBezTo>
                    <a:pt x="29875" y="7179"/>
                    <a:pt x="29859" y="7183"/>
                    <a:pt x="29842" y="7183"/>
                  </a:cubicBezTo>
                  <a:cubicBezTo>
                    <a:pt x="29729" y="7183"/>
                    <a:pt x="29550" y="7010"/>
                    <a:pt x="29522" y="6837"/>
                  </a:cubicBezTo>
                  <a:cubicBezTo>
                    <a:pt x="29488" y="6770"/>
                    <a:pt x="29421" y="6570"/>
                    <a:pt x="29355" y="6403"/>
                  </a:cubicBezTo>
                  <a:cubicBezTo>
                    <a:pt x="29288" y="6203"/>
                    <a:pt x="29221" y="6003"/>
                    <a:pt x="29255" y="5903"/>
                  </a:cubicBezTo>
                  <a:cubicBezTo>
                    <a:pt x="29321" y="5603"/>
                    <a:pt x="29188" y="4902"/>
                    <a:pt x="28988" y="4468"/>
                  </a:cubicBezTo>
                  <a:cubicBezTo>
                    <a:pt x="28821" y="4135"/>
                    <a:pt x="28754" y="4035"/>
                    <a:pt x="28588" y="4001"/>
                  </a:cubicBezTo>
                  <a:cubicBezTo>
                    <a:pt x="28487" y="3968"/>
                    <a:pt x="28421" y="3901"/>
                    <a:pt x="28421" y="3868"/>
                  </a:cubicBezTo>
                  <a:cubicBezTo>
                    <a:pt x="28437" y="3851"/>
                    <a:pt x="28454" y="3843"/>
                    <a:pt x="28471" y="3843"/>
                  </a:cubicBezTo>
                  <a:cubicBezTo>
                    <a:pt x="28487" y="3843"/>
                    <a:pt x="28504" y="3851"/>
                    <a:pt x="28521" y="3868"/>
                  </a:cubicBezTo>
                  <a:cubicBezTo>
                    <a:pt x="28532" y="3875"/>
                    <a:pt x="28545" y="3879"/>
                    <a:pt x="28560" y="3879"/>
                  </a:cubicBezTo>
                  <a:cubicBezTo>
                    <a:pt x="28682" y="3879"/>
                    <a:pt x="28914" y="3657"/>
                    <a:pt x="28854" y="3568"/>
                  </a:cubicBezTo>
                  <a:cubicBezTo>
                    <a:pt x="28791" y="3408"/>
                    <a:pt x="28757" y="2730"/>
                    <a:pt x="28842" y="2730"/>
                  </a:cubicBezTo>
                  <a:cubicBezTo>
                    <a:pt x="28846" y="2730"/>
                    <a:pt x="28850" y="2731"/>
                    <a:pt x="28854" y="2734"/>
                  </a:cubicBezTo>
                  <a:cubicBezTo>
                    <a:pt x="28868" y="2748"/>
                    <a:pt x="28882" y="2756"/>
                    <a:pt x="28896" y="2756"/>
                  </a:cubicBezTo>
                  <a:cubicBezTo>
                    <a:pt x="28915" y="2756"/>
                    <a:pt x="28935" y="2740"/>
                    <a:pt x="28954" y="2701"/>
                  </a:cubicBezTo>
                  <a:cubicBezTo>
                    <a:pt x="28963" y="2692"/>
                    <a:pt x="28975" y="2687"/>
                    <a:pt x="28988" y="2687"/>
                  </a:cubicBezTo>
                  <a:close/>
                  <a:moveTo>
                    <a:pt x="30409" y="7182"/>
                  </a:moveTo>
                  <a:cubicBezTo>
                    <a:pt x="30438" y="7182"/>
                    <a:pt x="30469" y="7198"/>
                    <a:pt x="30489" y="7237"/>
                  </a:cubicBezTo>
                  <a:cubicBezTo>
                    <a:pt x="30489" y="7270"/>
                    <a:pt x="30489" y="7304"/>
                    <a:pt x="30489" y="7304"/>
                  </a:cubicBezTo>
                  <a:cubicBezTo>
                    <a:pt x="30478" y="7315"/>
                    <a:pt x="30467" y="7319"/>
                    <a:pt x="30454" y="7319"/>
                  </a:cubicBezTo>
                  <a:cubicBezTo>
                    <a:pt x="30430" y="7319"/>
                    <a:pt x="30400" y="7304"/>
                    <a:pt x="30355" y="7304"/>
                  </a:cubicBezTo>
                  <a:cubicBezTo>
                    <a:pt x="30322" y="7270"/>
                    <a:pt x="30322" y="7237"/>
                    <a:pt x="30355" y="7204"/>
                  </a:cubicBezTo>
                  <a:cubicBezTo>
                    <a:pt x="30369" y="7190"/>
                    <a:pt x="30389" y="7182"/>
                    <a:pt x="30409" y="7182"/>
                  </a:cubicBezTo>
                  <a:close/>
                  <a:moveTo>
                    <a:pt x="26981" y="6783"/>
                  </a:moveTo>
                  <a:cubicBezTo>
                    <a:pt x="27002" y="6783"/>
                    <a:pt x="27026" y="6790"/>
                    <a:pt x="27053" y="6803"/>
                  </a:cubicBezTo>
                  <a:cubicBezTo>
                    <a:pt x="27153" y="6870"/>
                    <a:pt x="27187" y="7237"/>
                    <a:pt x="27120" y="7404"/>
                  </a:cubicBezTo>
                  <a:cubicBezTo>
                    <a:pt x="27086" y="7471"/>
                    <a:pt x="27086" y="7571"/>
                    <a:pt x="27120" y="7637"/>
                  </a:cubicBezTo>
                  <a:cubicBezTo>
                    <a:pt x="27153" y="7671"/>
                    <a:pt x="27153" y="7771"/>
                    <a:pt x="27120" y="7838"/>
                  </a:cubicBezTo>
                  <a:cubicBezTo>
                    <a:pt x="27114" y="7847"/>
                    <a:pt x="27107" y="7851"/>
                    <a:pt x="27099" y="7851"/>
                  </a:cubicBezTo>
                  <a:cubicBezTo>
                    <a:pt x="27023" y="7851"/>
                    <a:pt x="26883" y="7436"/>
                    <a:pt x="26853" y="7104"/>
                  </a:cubicBezTo>
                  <a:cubicBezTo>
                    <a:pt x="26853" y="6890"/>
                    <a:pt x="26896" y="6783"/>
                    <a:pt x="26981" y="6783"/>
                  </a:cubicBezTo>
                  <a:close/>
                  <a:moveTo>
                    <a:pt x="27397" y="8012"/>
                  </a:moveTo>
                  <a:cubicBezTo>
                    <a:pt x="27422" y="8012"/>
                    <a:pt x="27452" y="8020"/>
                    <a:pt x="27487" y="8038"/>
                  </a:cubicBezTo>
                  <a:cubicBezTo>
                    <a:pt x="27553" y="8071"/>
                    <a:pt x="27553" y="8071"/>
                    <a:pt x="27553" y="8104"/>
                  </a:cubicBezTo>
                  <a:cubicBezTo>
                    <a:pt x="27520" y="8104"/>
                    <a:pt x="27487" y="8171"/>
                    <a:pt x="27420" y="8238"/>
                  </a:cubicBezTo>
                  <a:cubicBezTo>
                    <a:pt x="27390" y="8268"/>
                    <a:pt x="27367" y="8284"/>
                    <a:pt x="27350" y="8284"/>
                  </a:cubicBezTo>
                  <a:cubicBezTo>
                    <a:pt x="27330" y="8284"/>
                    <a:pt x="27320" y="8260"/>
                    <a:pt x="27320" y="8204"/>
                  </a:cubicBezTo>
                  <a:cubicBezTo>
                    <a:pt x="27295" y="8081"/>
                    <a:pt x="27326" y="8012"/>
                    <a:pt x="27397" y="8012"/>
                  </a:cubicBezTo>
                  <a:close/>
                  <a:moveTo>
                    <a:pt x="17146" y="8171"/>
                  </a:moveTo>
                  <a:cubicBezTo>
                    <a:pt x="17179" y="8204"/>
                    <a:pt x="17213" y="8271"/>
                    <a:pt x="17246" y="8305"/>
                  </a:cubicBezTo>
                  <a:cubicBezTo>
                    <a:pt x="17246" y="8350"/>
                    <a:pt x="17239" y="8368"/>
                    <a:pt x="17229" y="8368"/>
                  </a:cubicBezTo>
                  <a:cubicBezTo>
                    <a:pt x="17216" y="8368"/>
                    <a:pt x="17198" y="8341"/>
                    <a:pt x="17179" y="8305"/>
                  </a:cubicBezTo>
                  <a:cubicBezTo>
                    <a:pt x="17113" y="8238"/>
                    <a:pt x="17113" y="8171"/>
                    <a:pt x="17146" y="8171"/>
                  </a:cubicBezTo>
                  <a:close/>
                  <a:moveTo>
                    <a:pt x="6476" y="8035"/>
                  </a:moveTo>
                  <a:cubicBezTo>
                    <a:pt x="6495" y="8035"/>
                    <a:pt x="6505" y="8046"/>
                    <a:pt x="6505" y="8071"/>
                  </a:cubicBezTo>
                  <a:cubicBezTo>
                    <a:pt x="6505" y="8104"/>
                    <a:pt x="6472" y="8171"/>
                    <a:pt x="6405" y="8171"/>
                  </a:cubicBezTo>
                  <a:cubicBezTo>
                    <a:pt x="6305" y="8171"/>
                    <a:pt x="6272" y="8238"/>
                    <a:pt x="6338" y="8305"/>
                  </a:cubicBezTo>
                  <a:cubicBezTo>
                    <a:pt x="6372" y="8371"/>
                    <a:pt x="6372" y="8471"/>
                    <a:pt x="6338" y="8505"/>
                  </a:cubicBezTo>
                  <a:cubicBezTo>
                    <a:pt x="6338" y="8523"/>
                    <a:pt x="6331" y="8532"/>
                    <a:pt x="6319" y="8532"/>
                  </a:cubicBezTo>
                  <a:cubicBezTo>
                    <a:pt x="6288" y="8532"/>
                    <a:pt x="6229" y="8477"/>
                    <a:pt x="6205" y="8405"/>
                  </a:cubicBezTo>
                  <a:cubicBezTo>
                    <a:pt x="6105" y="8238"/>
                    <a:pt x="6105" y="8204"/>
                    <a:pt x="6305" y="8104"/>
                  </a:cubicBezTo>
                  <a:cubicBezTo>
                    <a:pt x="6387" y="8063"/>
                    <a:pt x="6444" y="8035"/>
                    <a:pt x="6476" y="8035"/>
                  </a:cubicBezTo>
                  <a:close/>
                  <a:moveTo>
                    <a:pt x="29188" y="7004"/>
                  </a:moveTo>
                  <a:cubicBezTo>
                    <a:pt x="29221" y="7004"/>
                    <a:pt x="29321" y="7104"/>
                    <a:pt x="29421" y="7204"/>
                  </a:cubicBezTo>
                  <a:cubicBezTo>
                    <a:pt x="29555" y="7337"/>
                    <a:pt x="29655" y="7404"/>
                    <a:pt x="29688" y="7404"/>
                  </a:cubicBezTo>
                  <a:cubicBezTo>
                    <a:pt x="29694" y="7400"/>
                    <a:pt x="29700" y="7398"/>
                    <a:pt x="29706" y="7398"/>
                  </a:cubicBezTo>
                  <a:cubicBezTo>
                    <a:pt x="29813" y="7398"/>
                    <a:pt x="30020" y="7913"/>
                    <a:pt x="29989" y="8071"/>
                  </a:cubicBezTo>
                  <a:cubicBezTo>
                    <a:pt x="29989" y="8138"/>
                    <a:pt x="30022" y="8204"/>
                    <a:pt x="30089" y="8271"/>
                  </a:cubicBezTo>
                  <a:cubicBezTo>
                    <a:pt x="30189" y="8338"/>
                    <a:pt x="30155" y="8371"/>
                    <a:pt x="29888" y="8438"/>
                  </a:cubicBezTo>
                  <a:cubicBezTo>
                    <a:pt x="29722" y="8471"/>
                    <a:pt x="29555" y="8571"/>
                    <a:pt x="29555" y="8605"/>
                  </a:cubicBezTo>
                  <a:cubicBezTo>
                    <a:pt x="29534" y="8648"/>
                    <a:pt x="29509" y="8667"/>
                    <a:pt x="29483" y="8667"/>
                  </a:cubicBezTo>
                  <a:cubicBezTo>
                    <a:pt x="29388" y="8667"/>
                    <a:pt x="29274" y="8398"/>
                    <a:pt x="29221" y="8004"/>
                  </a:cubicBezTo>
                  <a:cubicBezTo>
                    <a:pt x="29188" y="7737"/>
                    <a:pt x="29155" y="7437"/>
                    <a:pt x="29088" y="7371"/>
                  </a:cubicBezTo>
                  <a:cubicBezTo>
                    <a:pt x="29021" y="7237"/>
                    <a:pt x="29055" y="7104"/>
                    <a:pt x="29188" y="7004"/>
                  </a:cubicBezTo>
                  <a:close/>
                  <a:moveTo>
                    <a:pt x="14974" y="7537"/>
                  </a:moveTo>
                  <a:cubicBezTo>
                    <a:pt x="15003" y="7537"/>
                    <a:pt x="15011" y="7604"/>
                    <a:pt x="15011" y="7737"/>
                  </a:cubicBezTo>
                  <a:cubicBezTo>
                    <a:pt x="14978" y="7904"/>
                    <a:pt x="15045" y="8004"/>
                    <a:pt x="15145" y="8071"/>
                  </a:cubicBezTo>
                  <a:cubicBezTo>
                    <a:pt x="15345" y="8204"/>
                    <a:pt x="15512" y="8638"/>
                    <a:pt x="15378" y="8738"/>
                  </a:cubicBezTo>
                  <a:cubicBezTo>
                    <a:pt x="15371" y="8742"/>
                    <a:pt x="15364" y="8743"/>
                    <a:pt x="15357" y="8743"/>
                  </a:cubicBezTo>
                  <a:cubicBezTo>
                    <a:pt x="15297" y="8743"/>
                    <a:pt x="15238" y="8624"/>
                    <a:pt x="15178" y="8505"/>
                  </a:cubicBezTo>
                  <a:cubicBezTo>
                    <a:pt x="15126" y="8374"/>
                    <a:pt x="15073" y="8284"/>
                    <a:pt x="15037" y="8284"/>
                  </a:cubicBezTo>
                  <a:cubicBezTo>
                    <a:pt x="15027" y="8284"/>
                    <a:pt x="15018" y="8290"/>
                    <a:pt x="15011" y="8305"/>
                  </a:cubicBezTo>
                  <a:cubicBezTo>
                    <a:pt x="15011" y="8310"/>
                    <a:pt x="15008" y="8313"/>
                    <a:pt x="15003" y="8313"/>
                  </a:cubicBezTo>
                  <a:cubicBezTo>
                    <a:pt x="14978" y="8313"/>
                    <a:pt x="14900" y="8248"/>
                    <a:pt x="14844" y="8138"/>
                  </a:cubicBezTo>
                  <a:cubicBezTo>
                    <a:pt x="14711" y="7971"/>
                    <a:pt x="14711" y="7871"/>
                    <a:pt x="14811" y="7737"/>
                  </a:cubicBezTo>
                  <a:cubicBezTo>
                    <a:pt x="14894" y="7604"/>
                    <a:pt x="14944" y="7537"/>
                    <a:pt x="14974" y="7537"/>
                  </a:cubicBezTo>
                  <a:close/>
                  <a:moveTo>
                    <a:pt x="19214" y="8438"/>
                  </a:moveTo>
                  <a:cubicBezTo>
                    <a:pt x="19248" y="8438"/>
                    <a:pt x="19281" y="8505"/>
                    <a:pt x="19314" y="8571"/>
                  </a:cubicBezTo>
                  <a:cubicBezTo>
                    <a:pt x="19314" y="8680"/>
                    <a:pt x="19270" y="8789"/>
                    <a:pt x="19217" y="8789"/>
                  </a:cubicBezTo>
                  <a:cubicBezTo>
                    <a:pt x="19205" y="8789"/>
                    <a:pt x="19193" y="8784"/>
                    <a:pt x="19181" y="8772"/>
                  </a:cubicBezTo>
                  <a:cubicBezTo>
                    <a:pt x="19114" y="8638"/>
                    <a:pt x="19147" y="8438"/>
                    <a:pt x="19214" y="8438"/>
                  </a:cubicBezTo>
                  <a:close/>
                  <a:moveTo>
                    <a:pt x="27587" y="8738"/>
                  </a:moveTo>
                  <a:cubicBezTo>
                    <a:pt x="27620" y="8738"/>
                    <a:pt x="27654" y="8738"/>
                    <a:pt x="27687" y="8772"/>
                  </a:cubicBezTo>
                  <a:cubicBezTo>
                    <a:pt x="27754" y="8872"/>
                    <a:pt x="27720" y="9105"/>
                    <a:pt x="27654" y="9105"/>
                  </a:cubicBezTo>
                  <a:cubicBezTo>
                    <a:pt x="27553" y="9072"/>
                    <a:pt x="27520" y="8805"/>
                    <a:pt x="27587" y="8738"/>
                  </a:cubicBezTo>
                  <a:close/>
                  <a:moveTo>
                    <a:pt x="15532" y="8880"/>
                  </a:moveTo>
                  <a:cubicBezTo>
                    <a:pt x="15594" y="8880"/>
                    <a:pt x="15671" y="8924"/>
                    <a:pt x="15712" y="9005"/>
                  </a:cubicBezTo>
                  <a:cubicBezTo>
                    <a:pt x="15778" y="9072"/>
                    <a:pt x="15745" y="9172"/>
                    <a:pt x="15712" y="9239"/>
                  </a:cubicBezTo>
                  <a:cubicBezTo>
                    <a:pt x="15684" y="9266"/>
                    <a:pt x="15662" y="9282"/>
                    <a:pt x="15641" y="9282"/>
                  </a:cubicBezTo>
                  <a:cubicBezTo>
                    <a:pt x="15612" y="9282"/>
                    <a:pt x="15584" y="9250"/>
                    <a:pt x="15545" y="9172"/>
                  </a:cubicBezTo>
                  <a:cubicBezTo>
                    <a:pt x="15478" y="9105"/>
                    <a:pt x="15445" y="8972"/>
                    <a:pt x="15445" y="8938"/>
                  </a:cubicBezTo>
                  <a:cubicBezTo>
                    <a:pt x="15458" y="8899"/>
                    <a:pt x="15492" y="8880"/>
                    <a:pt x="15532" y="8880"/>
                  </a:cubicBezTo>
                  <a:close/>
                  <a:moveTo>
                    <a:pt x="19360" y="8938"/>
                  </a:moveTo>
                  <a:cubicBezTo>
                    <a:pt x="19381" y="8938"/>
                    <a:pt x="19414" y="9005"/>
                    <a:pt x="19448" y="9138"/>
                  </a:cubicBezTo>
                  <a:cubicBezTo>
                    <a:pt x="19481" y="9272"/>
                    <a:pt x="19481" y="9372"/>
                    <a:pt x="19448" y="9405"/>
                  </a:cubicBezTo>
                  <a:cubicBezTo>
                    <a:pt x="19430" y="9423"/>
                    <a:pt x="19414" y="9434"/>
                    <a:pt x="19401" y="9434"/>
                  </a:cubicBezTo>
                  <a:cubicBezTo>
                    <a:pt x="19365" y="9434"/>
                    <a:pt x="19348" y="9357"/>
                    <a:pt x="19348" y="9138"/>
                  </a:cubicBezTo>
                  <a:cubicBezTo>
                    <a:pt x="19331" y="9005"/>
                    <a:pt x="19339" y="8938"/>
                    <a:pt x="19360" y="8938"/>
                  </a:cubicBezTo>
                  <a:close/>
                  <a:moveTo>
                    <a:pt x="19903" y="7232"/>
                  </a:moveTo>
                  <a:cubicBezTo>
                    <a:pt x="19977" y="7232"/>
                    <a:pt x="20173" y="7448"/>
                    <a:pt x="20448" y="7838"/>
                  </a:cubicBezTo>
                  <a:cubicBezTo>
                    <a:pt x="20715" y="8204"/>
                    <a:pt x="20949" y="8438"/>
                    <a:pt x="21049" y="8471"/>
                  </a:cubicBezTo>
                  <a:cubicBezTo>
                    <a:pt x="21216" y="8538"/>
                    <a:pt x="21216" y="8538"/>
                    <a:pt x="21116" y="8605"/>
                  </a:cubicBezTo>
                  <a:cubicBezTo>
                    <a:pt x="21049" y="8671"/>
                    <a:pt x="21049" y="8738"/>
                    <a:pt x="21116" y="8872"/>
                  </a:cubicBezTo>
                  <a:cubicBezTo>
                    <a:pt x="21149" y="8972"/>
                    <a:pt x="21182" y="9072"/>
                    <a:pt x="21149" y="9072"/>
                  </a:cubicBezTo>
                  <a:cubicBezTo>
                    <a:pt x="21116" y="9105"/>
                    <a:pt x="21116" y="9172"/>
                    <a:pt x="21149" y="9239"/>
                  </a:cubicBezTo>
                  <a:cubicBezTo>
                    <a:pt x="21182" y="9305"/>
                    <a:pt x="21149" y="9405"/>
                    <a:pt x="21082" y="9472"/>
                  </a:cubicBezTo>
                  <a:cubicBezTo>
                    <a:pt x="20949" y="9605"/>
                    <a:pt x="20982" y="9605"/>
                    <a:pt x="21149" y="9706"/>
                  </a:cubicBezTo>
                  <a:cubicBezTo>
                    <a:pt x="21282" y="9772"/>
                    <a:pt x="21349" y="9839"/>
                    <a:pt x="21316" y="9906"/>
                  </a:cubicBezTo>
                  <a:cubicBezTo>
                    <a:pt x="21316" y="9920"/>
                    <a:pt x="21304" y="9928"/>
                    <a:pt x="21288" y="9928"/>
                  </a:cubicBezTo>
                  <a:cubicBezTo>
                    <a:pt x="21266" y="9928"/>
                    <a:pt x="21235" y="9911"/>
                    <a:pt x="21216" y="9872"/>
                  </a:cubicBezTo>
                  <a:cubicBezTo>
                    <a:pt x="21191" y="9824"/>
                    <a:pt x="21149" y="9793"/>
                    <a:pt x="21115" y="9793"/>
                  </a:cubicBezTo>
                  <a:cubicBezTo>
                    <a:pt x="21102" y="9793"/>
                    <a:pt x="21091" y="9797"/>
                    <a:pt x="21082" y="9806"/>
                  </a:cubicBezTo>
                  <a:cubicBezTo>
                    <a:pt x="21080" y="9807"/>
                    <a:pt x="21078" y="9807"/>
                    <a:pt x="21076" y="9807"/>
                  </a:cubicBezTo>
                  <a:cubicBezTo>
                    <a:pt x="20950" y="9807"/>
                    <a:pt x="20078" y="8026"/>
                    <a:pt x="19881" y="7371"/>
                  </a:cubicBezTo>
                  <a:cubicBezTo>
                    <a:pt x="19860" y="7277"/>
                    <a:pt x="19869" y="7232"/>
                    <a:pt x="19903" y="7232"/>
                  </a:cubicBezTo>
                  <a:close/>
                  <a:moveTo>
                    <a:pt x="27323" y="8431"/>
                  </a:moveTo>
                  <a:cubicBezTo>
                    <a:pt x="27337" y="8431"/>
                    <a:pt x="27391" y="8518"/>
                    <a:pt x="27420" y="8605"/>
                  </a:cubicBezTo>
                  <a:cubicBezTo>
                    <a:pt x="27453" y="8738"/>
                    <a:pt x="27487" y="8838"/>
                    <a:pt x="27453" y="8905"/>
                  </a:cubicBezTo>
                  <a:cubicBezTo>
                    <a:pt x="27420" y="8938"/>
                    <a:pt x="27453" y="9038"/>
                    <a:pt x="27487" y="9105"/>
                  </a:cubicBezTo>
                  <a:cubicBezTo>
                    <a:pt x="27553" y="9205"/>
                    <a:pt x="27553" y="9239"/>
                    <a:pt x="27487" y="9239"/>
                  </a:cubicBezTo>
                  <a:cubicBezTo>
                    <a:pt x="27420" y="9239"/>
                    <a:pt x="27420" y="9272"/>
                    <a:pt x="27420" y="9305"/>
                  </a:cubicBezTo>
                  <a:cubicBezTo>
                    <a:pt x="27487" y="9405"/>
                    <a:pt x="27353" y="9972"/>
                    <a:pt x="27287" y="10006"/>
                  </a:cubicBezTo>
                  <a:cubicBezTo>
                    <a:pt x="27253" y="10026"/>
                    <a:pt x="27223" y="10035"/>
                    <a:pt x="27198" y="10035"/>
                  </a:cubicBezTo>
                  <a:cubicBezTo>
                    <a:pt x="27098" y="10035"/>
                    <a:pt x="27067" y="9892"/>
                    <a:pt x="27120" y="9706"/>
                  </a:cubicBezTo>
                  <a:cubicBezTo>
                    <a:pt x="27187" y="9539"/>
                    <a:pt x="27187" y="9405"/>
                    <a:pt x="27187" y="9372"/>
                  </a:cubicBezTo>
                  <a:cubicBezTo>
                    <a:pt x="27120" y="9305"/>
                    <a:pt x="27253" y="8471"/>
                    <a:pt x="27320" y="8438"/>
                  </a:cubicBezTo>
                  <a:cubicBezTo>
                    <a:pt x="27320" y="8434"/>
                    <a:pt x="27321" y="8431"/>
                    <a:pt x="27323" y="8431"/>
                  </a:cubicBezTo>
                  <a:close/>
                  <a:moveTo>
                    <a:pt x="15813" y="9764"/>
                  </a:moveTo>
                  <a:cubicBezTo>
                    <a:pt x="15836" y="9764"/>
                    <a:pt x="15881" y="9780"/>
                    <a:pt x="15945" y="9806"/>
                  </a:cubicBezTo>
                  <a:cubicBezTo>
                    <a:pt x="16045" y="9872"/>
                    <a:pt x="16179" y="9972"/>
                    <a:pt x="16212" y="10072"/>
                  </a:cubicBezTo>
                  <a:cubicBezTo>
                    <a:pt x="16245" y="10273"/>
                    <a:pt x="16245" y="10273"/>
                    <a:pt x="15979" y="10339"/>
                  </a:cubicBezTo>
                  <a:cubicBezTo>
                    <a:pt x="15812" y="10339"/>
                    <a:pt x="15812" y="10339"/>
                    <a:pt x="15878" y="10239"/>
                  </a:cubicBezTo>
                  <a:cubicBezTo>
                    <a:pt x="15945" y="10139"/>
                    <a:pt x="15945" y="10039"/>
                    <a:pt x="15878" y="9906"/>
                  </a:cubicBezTo>
                  <a:cubicBezTo>
                    <a:pt x="15797" y="9804"/>
                    <a:pt x="15778" y="9764"/>
                    <a:pt x="15813" y="9764"/>
                  </a:cubicBezTo>
                  <a:close/>
                  <a:moveTo>
                    <a:pt x="7842" y="9764"/>
                  </a:moveTo>
                  <a:cubicBezTo>
                    <a:pt x="7869" y="9764"/>
                    <a:pt x="7908" y="9780"/>
                    <a:pt x="7973" y="9806"/>
                  </a:cubicBezTo>
                  <a:cubicBezTo>
                    <a:pt x="8073" y="9839"/>
                    <a:pt x="8173" y="9906"/>
                    <a:pt x="8206" y="9972"/>
                  </a:cubicBezTo>
                  <a:cubicBezTo>
                    <a:pt x="8507" y="10406"/>
                    <a:pt x="8807" y="11006"/>
                    <a:pt x="8807" y="11107"/>
                  </a:cubicBezTo>
                  <a:cubicBezTo>
                    <a:pt x="8801" y="11125"/>
                    <a:pt x="8791" y="11135"/>
                    <a:pt x="8776" y="11135"/>
                  </a:cubicBezTo>
                  <a:cubicBezTo>
                    <a:pt x="8705" y="11135"/>
                    <a:pt x="8507" y="10922"/>
                    <a:pt x="7906" y="10239"/>
                  </a:cubicBezTo>
                  <a:cubicBezTo>
                    <a:pt x="7806" y="10139"/>
                    <a:pt x="7773" y="9972"/>
                    <a:pt x="7773" y="9906"/>
                  </a:cubicBezTo>
                  <a:cubicBezTo>
                    <a:pt x="7793" y="9804"/>
                    <a:pt x="7801" y="9764"/>
                    <a:pt x="7842" y="9764"/>
                  </a:cubicBezTo>
                  <a:close/>
                  <a:moveTo>
                    <a:pt x="5256" y="10998"/>
                  </a:moveTo>
                  <a:cubicBezTo>
                    <a:pt x="5260" y="10998"/>
                    <a:pt x="5265" y="11001"/>
                    <a:pt x="5271" y="11006"/>
                  </a:cubicBezTo>
                  <a:cubicBezTo>
                    <a:pt x="5304" y="11006"/>
                    <a:pt x="5338" y="11073"/>
                    <a:pt x="5371" y="11173"/>
                  </a:cubicBezTo>
                  <a:cubicBezTo>
                    <a:pt x="5371" y="11240"/>
                    <a:pt x="5371" y="11307"/>
                    <a:pt x="5338" y="11307"/>
                  </a:cubicBezTo>
                  <a:cubicBezTo>
                    <a:pt x="5304" y="11273"/>
                    <a:pt x="5271" y="11207"/>
                    <a:pt x="5238" y="11140"/>
                  </a:cubicBezTo>
                  <a:cubicBezTo>
                    <a:pt x="5238" y="11058"/>
                    <a:pt x="5238" y="10998"/>
                    <a:pt x="5256" y="10998"/>
                  </a:cubicBezTo>
                  <a:close/>
                  <a:moveTo>
                    <a:pt x="6802" y="11548"/>
                  </a:moveTo>
                  <a:cubicBezTo>
                    <a:pt x="6890" y="11548"/>
                    <a:pt x="7059" y="11652"/>
                    <a:pt x="7306" y="11874"/>
                  </a:cubicBezTo>
                  <a:cubicBezTo>
                    <a:pt x="7619" y="12156"/>
                    <a:pt x="7961" y="12614"/>
                    <a:pt x="7864" y="12614"/>
                  </a:cubicBezTo>
                  <a:cubicBezTo>
                    <a:pt x="7858" y="12614"/>
                    <a:pt x="7850" y="12612"/>
                    <a:pt x="7839" y="12608"/>
                  </a:cubicBezTo>
                  <a:cubicBezTo>
                    <a:pt x="7773" y="12574"/>
                    <a:pt x="7639" y="12574"/>
                    <a:pt x="7472" y="12574"/>
                  </a:cubicBezTo>
                  <a:cubicBezTo>
                    <a:pt x="7445" y="12580"/>
                    <a:pt x="7419" y="12583"/>
                    <a:pt x="7394" y="12583"/>
                  </a:cubicBezTo>
                  <a:cubicBezTo>
                    <a:pt x="7271" y="12583"/>
                    <a:pt x="7183" y="12513"/>
                    <a:pt x="7072" y="12374"/>
                  </a:cubicBezTo>
                  <a:cubicBezTo>
                    <a:pt x="6736" y="11849"/>
                    <a:pt x="6651" y="11548"/>
                    <a:pt x="6802" y="11548"/>
                  </a:cubicBezTo>
                  <a:close/>
                  <a:moveTo>
                    <a:pt x="2590" y="11682"/>
                  </a:moveTo>
                  <a:cubicBezTo>
                    <a:pt x="2636" y="11682"/>
                    <a:pt x="2702" y="11724"/>
                    <a:pt x="2769" y="11807"/>
                  </a:cubicBezTo>
                  <a:cubicBezTo>
                    <a:pt x="2802" y="11874"/>
                    <a:pt x="2869" y="11974"/>
                    <a:pt x="2903" y="12041"/>
                  </a:cubicBezTo>
                  <a:cubicBezTo>
                    <a:pt x="2903" y="12074"/>
                    <a:pt x="2969" y="12207"/>
                    <a:pt x="3036" y="12307"/>
                  </a:cubicBezTo>
                  <a:cubicBezTo>
                    <a:pt x="3103" y="12407"/>
                    <a:pt x="3136" y="12541"/>
                    <a:pt x="3103" y="12608"/>
                  </a:cubicBezTo>
                  <a:cubicBezTo>
                    <a:pt x="3103" y="12621"/>
                    <a:pt x="3097" y="12630"/>
                    <a:pt x="3090" y="12630"/>
                  </a:cubicBezTo>
                  <a:cubicBezTo>
                    <a:pt x="3081" y="12630"/>
                    <a:pt x="3069" y="12613"/>
                    <a:pt x="3069" y="12574"/>
                  </a:cubicBezTo>
                  <a:cubicBezTo>
                    <a:pt x="3069" y="12541"/>
                    <a:pt x="2936" y="12374"/>
                    <a:pt x="2802" y="12207"/>
                  </a:cubicBezTo>
                  <a:cubicBezTo>
                    <a:pt x="2669" y="12041"/>
                    <a:pt x="2569" y="11874"/>
                    <a:pt x="2536" y="11807"/>
                  </a:cubicBezTo>
                  <a:cubicBezTo>
                    <a:pt x="2519" y="11724"/>
                    <a:pt x="2544" y="11682"/>
                    <a:pt x="2590" y="11682"/>
                  </a:cubicBezTo>
                  <a:close/>
                  <a:moveTo>
                    <a:pt x="10385" y="12540"/>
                  </a:moveTo>
                  <a:cubicBezTo>
                    <a:pt x="10462" y="12540"/>
                    <a:pt x="10587" y="12666"/>
                    <a:pt x="10741" y="12908"/>
                  </a:cubicBezTo>
                  <a:cubicBezTo>
                    <a:pt x="10926" y="13208"/>
                    <a:pt x="10999" y="13381"/>
                    <a:pt x="10949" y="13381"/>
                  </a:cubicBezTo>
                  <a:cubicBezTo>
                    <a:pt x="10927" y="13381"/>
                    <a:pt x="10880" y="13347"/>
                    <a:pt x="10808" y="13275"/>
                  </a:cubicBezTo>
                  <a:cubicBezTo>
                    <a:pt x="10708" y="13175"/>
                    <a:pt x="10608" y="13141"/>
                    <a:pt x="10575" y="13141"/>
                  </a:cubicBezTo>
                  <a:cubicBezTo>
                    <a:pt x="10567" y="13146"/>
                    <a:pt x="10559" y="13149"/>
                    <a:pt x="10551" y="13149"/>
                  </a:cubicBezTo>
                  <a:cubicBezTo>
                    <a:pt x="10450" y="13149"/>
                    <a:pt x="10308" y="12795"/>
                    <a:pt x="10308" y="12641"/>
                  </a:cubicBezTo>
                  <a:cubicBezTo>
                    <a:pt x="10319" y="12573"/>
                    <a:pt x="10346" y="12540"/>
                    <a:pt x="10385" y="12540"/>
                  </a:cubicBezTo>
                  <a:close/>
                  <a:moveTo>
                    <a:pt x="11991" y="12446"/>
                  </a:moveTo>
                  <a:cubicBezTo>
                    <a:pt x="12054" y="12446"/>
                    <a:pt x="12171" y="12522"/>
                    <a:pt x="12343" y="12674"/>
                  </a:cubicBezTo>
                  <a:cubicBezTo>
                    <a:pt x="12609" y="12941"/>
                    <a:pt x="12676" y="13341"/>
                    <a:pt x="12409" y="13575"/>
                  </a:cubicBezTo>
                  <a:cubicBezTo>
                    <a:pt x="12309" y="13642"/>
                    <a:pt x="12209" y="13775"/>
                    <a:pt x="12142" y="13842"/>
                  </a:cubicBezTo>
                  <a:cubicBezTo>
                    <a:pt x="12083" y="13882"/>
                    <a:pt x="12032" y="13901"/>
                    <a:pt x="11993" y="13901"/>
                  </a:cubicBezTo>
                  <a:cubicBezTo>
                    <a:pt x="11900" y="13901"/>
                    <a:pt x="11872" y="13796"/>
                    <a:pt x="11942" y="13608"/>
                  </a:cubicBezTo>
                  <a:cubicBezTo>
                    <a:pt x="12042" y="13375"/>
                    <a:pt x="12042" y="12941"/>
                    <a:pt x="11942" y="12574"/>
                  </a:cubicBezTo>
                  <a:cubicBezTo>
                    <a:pt x="11928" y="12489"/>
                    <a:pt x="11944" y="12446"/>
                    <a:pt x="11991" y="12446"/>
                  </a:cubicBezTo>
                  <a:close/>
                  <a:moveTo>
                    <a:pt x="3436" y="13275"/>
                  </a:moveTo>
                  <a:lnTo>
                    <a:pt x="3703" y="13408"/>
                  </a:lnTo>
                  <a:cubicBezTo>
                    <a:pt x="3837" y="13475"/>
                    <a:pt x="4037" y="13608"/>
                    <a:pt x="4070" y="13708"/>
                  </a:cubicBezTo>
                  <a:cubicBezTo>
                    <a:pt x="4137" y="13775"/>
                    <a:pt x="4137" y="13875"/>
                    <a:pt x="4103" y="13909"/>
                  </a:cubicBezTo>
                  <a:cubicBezTo>
                    <a:pt x="4094" y="13918"/>
                    <a:pt x="4083" y="13922"/>
                    <a:pt x="4071" y="13922"/>
                  </a:cubicBezTo>
                  <a:cubicBezTo>
                    <a:pt x="4037" y="13922"/>
                    <a:pt x="3994" y="13891"/>
                    <a:pt x="3970" y="13842"/>
                  </a:cubicBezTo>
                  <a:cubicBezTo>
                    <a:pt x="3937" y="13775"/>
                    <a:pt x="3870" y="13742"/>
                    <a:pt x="3837" y="13742"/>
                  </a:cubicBezTo>
                  <a:cubicBezTo>
                    <a:pt x="3832" y="13746"/>
                    <a:pt x="3827" y="13748"/>
                    <a:pt x="3820" y="13748"/>
                  </a:cubicBezTo>
                  <a:cubicBezTo>
                    <a:pt x="3777" y="13748"/>
                    <a:pt x="3690" y="13658"/>
                    <a:pt x="3603" y="13542"/>
                  </a:cubicBezTo>
                  <a:lnTo>
                    <a:pt x="3436" y="13275"/>
                  </a:lnTo>
                  <a:close/>
                  <a:moveTo>
                    <a:pt x="8507" y="15209"/>
                  </a:moveTo>
                  <a:cubicBezTo>
                    <a:pt x="8507" y="15243"/>
                    <a:pt x="8507" y="15276"/>
                    <a:pt x="8473" y="15343"/>
                  </a:cubicBezTo>
                  <a:cubicBezTo>
                    <a:pt x="8457" y="15360"/>
                    <a:pt x="8440" y="15368"/>
                    <a:pt x="8423" y="15368"/>
                  </a:cubicBezTo>
                  <a:cubicBezTo>
                    <a:pt x="8406" y="15368"/>
                    <a:pt x="8390" y="15360"/>
                    <a:pt x="8373" y="15343"/>
                  </a:cubicBezTo>
                  <a:cubicBezTo>
                    <a:pt x="8373" y="15310"/>
                    <a:pt x="8373" y="15243"/>
                    <a:pt x="8406" y="15243"/>
                  </a:cubicBezTo>
                  <a:cubicBezTo>
                    <a:pt x="8440" y="15209"/>
                    <a:pt x="8473" y="15209"/>
                    <a:pt x="8507" y="15209"/>
                  </a:cubicBezTo>
                  <a:close/>
                  <a:moveTo>
                    <a:pt x="4473" y="14465"/>
                  </a:moveTo>
                  <a:cubicBezTo>
                    <a:pt x="4494" y="14465"/>
                    <a:pt x="4535" y="14481"/>
                    <a:pt x="4604" y="14509"/>
                  </a:cubicBezTo>
                  <a:cubicBezTo>
                    <a:pt x="4737" y="14576"/>
                    <a:pt x="4804" y="14609"/>
                    <a:pt x="4771" y="14676"/>
                  </a:cubicBezTo>
                  <a:cubicBezTo>
                    <a:pt x="4704" y="14742"/>
                    <a:pt x="4937" y="14909"/>
                    <a:pt x="5204" y="14976"/>
                  </a:cubicBezTo>
                  <a:cubicBezTo>
                    <a:pt x="5304" y="15009"/>
                    <a:pt x="5404" y="15109"/>
                    <a:pt x="5471" y="15310"/>
                  </a:cubicBezTo>
                  <a:cubicBezTo>
                    <a:pt x="5527" y="15449"/>
                    <a:pt x="5582" y="15518"/>
                    <a:pt x="5619" y="15518"/>
                  </a:cubicBezTo>
                  <a:cubicBezTo>
                    <a:pt x="5626" y="15518"/>
                    <a:pt x="5632" y="15515"/>
                    <a:pt x="5638" y="15510"/>
                  </a:cubicBezTo>
                  <a:cubicBezTo>
                    <a:pt x="5648" y="15500"/>
                    <a:pt x="5660" y="15496"/>
                    <a:pt x="5674" y="15496"/>
                  </a:cubicBezTo>
                  <a:cubicBezTo>
                    <a:pt x="5707" y="15496"/>
                    <a:pt x="5748" y="15519"/>
                    <a:pt x="5771" y="15543"/>
                  </a:cubicBezTo>
                  <a:cubicBezTo>
                    <a:pt x="5771" y="15576"/>
                    <a:pt x="5738" y="15643"/>
                    <a:pt x="5638" y="15710"/>
                  </a:cubicBezTo>
                  <a:cubicBezTo>
                    <a:pt x="5591" y="15733"/>
                    <a:pt x="5547" y="15746"/>
                    <a:pt x="5502" y="15746"/>
                  </a:cubicBezTo>
                  <a:cubicBezTo>
                    <a:pt x="5353" y="15746"/>
                    <a:pt x="5201" y="15609"/>
                    <a:pt x="4971" y="15276"/>
                  </a:cubicBezTo>
                  <a:cubicBezTo>
                    <a:pt x="4871" y="15176"/>
                    <a:pt x="4737" y="15009"/>
                    <a:pt x="4637" y="14909"/>
                  </a:cubicBezTo>
                  <a:cubicBezTo>
                    <a:pt x="4570" y="14809"/>
                    <a:pt x="4470" y="14676"/>
                    <a:pt x="4470" y="14576"/>
                  </a:cubicBezTo>
                  <a:cubicBezTo>
                    <a:pt x="4451" y="14498"/>
                    <a:pt x="4443" y="14465"/>
                    <a:pt x="4473" y="14465"/>
                  </a:cubicBezTo>
                  <a:close/>
                  <a:moveTo>
                    <a:pt x="8240" y="15610"/>
                  </a:moveTo>
                  <a:cubicBezTo>
                    <a:pt x="8273" y="15610"/>
                    <a:pt x="8373" y="15643"/>
                    <a:pt x="8473" y="15743"/>
                  </a:cubicBezTo>
                  <a:cubicBezTo>
                    <a:pt x="8599" y="15890"/>
                    <a:pt x="8633" y="15984"/>
                    <a:pt x="8582" y="15984"/>
                  </a:cubicBezTo>
                  <a:cubicBezTo>
                    <a:pt x="8552" y="15984"/>
                    <a:pt x="8493" y="15951"/>
                    <a:pt x="8406" y="15877"/>
                  </a:cubicBezTo>
                  <a:cubicBezTo>
                    <a:pt x="8173" y="15677"/>
                    <a:pt x="8173" y="15677"/>
                    <a:pt x="8240" y="15610"/>
                  </a:cubicBezTo>
                  <a:close/>
                  <a:moveTo>
                    <a:pt x="11509" y="15843"/>
                  </a:moveTo>
                  <a:cubicBezTo>
                    <a:pt x="11575" y="15943"/>
                    <a:pt x="11575" y="16177"/>
                    <a:pt x="11509" y="16177"/>
                  </a:cubicBezTo>
                  <a:cubicBezTo>
                    <a:pt x="11342" y="16144"/>
                    <a:pt x="11275" y="15943"/>
                    <a:pt x="11375" y="15877"/>
                  </a:cubicBezTo>
                  <a:cubicBezTo>
                    <a:pt x="11442" y="15843"/>
                    <a:pt x="11509" y="15843"/>
                    <a:pt x="11509" y="15843"/>
                  </a:cubicBezTo>
                  <a:close/>
                  <a:moveTo>
                    <a:pt x="11675" y="16310"/>
                  </a:moveTo>
                  <a:cubicBezTo>
                    <a:pt x="11742" y="16310"/>
                    <a:pt x="11809" y="16310"/>
                    <a:pt x="11809" y="16344"/>
                  </a:cubicBezTo>
                  <a:cubicBezTo>
                    <a:pt x="11852" y="16408"/>
                    <a:pt x="11826" y="16445"/>
                    <a:pt x="11774" y="16445"/>
                  </a:cubicBezTo>
                  <a:cubicBezTo>
                    <a:pt x="11746" y="16445"/>
                    <a:pt x="11711" y="16434"/>
                    <a:pt x="11675" y="16410"/>
                  </a:cubicBezTo>
                  <a:cubicBezTo>
                    <a:pt x="11609" y="16377"/>
                    <a:pt x="11642" y="16344"/>
                    <a:pt x="11675" y="16310"/>
                  </a:cubicBezTo>
                  <a:close/>
                  <a:moveTo>
                    <a:pt x="5741" y="13954"/>
                  </a:moveTo>
                  <a:cubicBezTo>
                    <a:pt x="5830" y="13954"/>
                    <a:pt x="5934" y="14038"/>
                    <a:pt x="6038" y="14142"/>
                  </a:cubicBezTo>
                  <a:cubicBezTo>
                    <a:pt x="6172" y="14275"/>
                    <a:pt x="6338" y="14409"/>
                    <a:pt x="6372" y="14442"/>
                  </a:cubicBezTo>
                  <a:cubicBezTo>
                    <a:pt x="6438" y="14476"/>
                    <a:pt x="6572" y="14576"/>
                    <a:pt x="6705" y="14709"/>
                  </a:cubicBezTo>
                  <a:cubicBezTo>
                    <a:pt x="6872" y="14909"/>
                    <a:pt x="6872" y="14976"/>
                    <a:pt x="6772" y="14976"/>
                  </a:cubicBezTo>
                  <a:cubicBezTo>
                    <a:pt x="6705" y="15009"/>
                    <a:pt x="6639" y="15043"/>
                    <a:pt x="6639" y="15076"/>
                  </a:cubicBezTo>
                  <a:cubicBezTo>
                    <a:pt x="6639" y="15209"/>
                    <a:pt x="7172" y="15777"/>
                    <a:pt x="7339" y="15843"/>
                  </a:cubicBezTo>
                  <a:cubicBezTo>
                    <a:pt x="7406" y="15877"/>
                    <a:pt x="7439" y="15910"/>
                    <a:pt x="7406" y="15977"/>
                  </a:cubicBezTo>
                  <a:cubicBezTo>
                    <a:pt x="7372" y="16010"/>
                    <a:pt x="7372" y="16077"/>
                    <a:pt x="7439" y="16110"/>
                  </a:cubicBezTo>
                  <a:cubicBezTo>
                    <a:pt x="7472" y="16144"/>
                    <a:pt x="7472" y="16177"/>
                    <a:pt x="7439" y="16210"/>
                  </a:cubicBezTo>
                  <a:cubicBezTo>
                    <a:pt x="7406" y="16244"/>
                    <a:pt x="7406" y="16344"/>
                    <a:pt x="7472" y="16444"/>
                  </a:cubicBezTo>
                  <a:cubicBezTo>
                    <a:pt x="7539" y="16510"/>
                    <a:pt x="7573" y="16611"/>
                    <a:pt x="7539" y="16611"/>
                  </a:cubicBezTo>
                  <a:cubicBezTo>
                    <a:pt x="7489" y="16644"/>
                    <a:pt x="7414" y="16661"/>
                    <a:pt x="7343" y="16661"/>
                  </a:cubicBezTo>
                  <a:cubicBezTo>
                    <a:pt x="7272" y="16661"/>
                    <a:pt x="7206" y="16644"/>
                    <a:pt x="7172" y="16611"/>
                  </a:cubicBezTo>
                  <a:cubicBezTo>
                    <a:pt x="7139" y="16544"/>
                    <a:pt x="7039" y="16444"/>
                    <a:pt x="6905" y="16377"/>
                  </a:cubicBezTo>
                  <a:cubicBezTo>
                    <a:pt x="6772" y="16277"/>
                    <a:pt x="6639" y="16144"/>
                    <a:pt x="6572" y="15977"/>
                  </a:cubicBezTo>
                  <a:cubicBezTo>
                    <a:pt x="6505" y="15843"/>
                    <a:pt x="6438" y="15743"/>
                    <a:pt x="6372" y="15743"/>
                  </a:cubicBezTo>
                  <a:cubicBezTo>
                    <a:pt x="6305" y="15743"/>
                    <a:pt x="6272" y="15677"/>
                    <a:pt x="6272" y="15576"/>
                  </a:cubicBezTo>
                  <a:cubicBezTo>
                    <a:pt x="6238" y="15476"/>
                    <a:pt x="6105" y="15109"/>
                    <a:pt x="5905" y="14709"/>
                  </a:cubicBezTo>
                  <a:cubicBezTo>
                    <a:pt x="5604" y="14109"/>
                    <a:pt x="5571" y="14009"/>
                    <a:pt x="5671" y="13975"/>
                  </a:cubicBezTo>
                  <a:cubicBezTo>
                    <a:pt x="5693" y="13961"/>
                    <a:pt x="5717" y="13954"/>
                    <a:pt x="5741" y="13954"/>
                  </a:cubicBezTo>
                  <a:close/>
                  <a:moveTo>
                    <a:pt x="2836" y="17898"/>
                  </a:moveTo>
                  <a:cubicBezTo>
                    <a:pt x="2899" y="17898"/>
                    <a:pt x="3078" y="18009"/>
                    <a:pt x="3303" y="18212"/>
                  </a:cubicBezTo>
                  <a:cubicBezTo>
                    <a:pt x="3470" y="18378"/>
                    <a:pt x="3570" y="18512"/>
                    <a:pt x="3536" y="18545"/>
                  </a:cubicBezTo>
                  <a:cubicBezTo>
                    <a:pt x="3470" y="18579"/>
                    <a:pt x="3670" y="18745"/>
                    <a:pt x="3970" y="18845"/>
                  </a:cubicBezTo>
                  <a:cubicBezTo>
                    <a:pt x="4103" y="18912"/>
                    <a:pt x="4237" y="19012"/>
                    <a:pt x="4270" y="19079"/>
                  </a:cubicBezTo>
                  <a:cubicBezTo>
                    <a:pt x="4304" y="19146"/>
                    <a:pt x="4470" y="19279"/>
                    <a:pt x="4637" y="19379"/>
                  </a:cubicBezTo>
                  <a:cubicBezTo>
                    <a:pt x="4804" y="19479"/>
                    <a:pt x="4904" y="19613"/>
                    <a:pt x="4904" y="19646"/>
                  </a:cubicBezTo>
                  <a:cubicBezTo>
                    <a:pt x="4894" y="19656"/>
                    <a:pt x="4873" y="19661"/>
                    <a:pt x="4844" y="19661"/>
                  </a:cubicBezTo>
                  <a:cubicBezTo>
                    <a:pt x="4688" y="19661"/>
                    <a:pt x="4296" y="19520"/>
                    <a:pt x="4070" y="19379"/>
                  </a:cubicBezTo>
                  <a:cubicBezTo>
                    <a:pt x="3988" y="19325"/>
                    <a:pt x="3862" y="19270"/>
                    <a:pt x="3764" y="19270"/>
                  </a:cubicBezTo>
                  <a:cubicBezTo>
                    <a:pt x="3742" y="19270"/>
                    <a:pt x="3721" y="19273"/>
                    <a:pt x="3703" y="19279"/>
                  </a:cubicBezTo>
                  <a:cubicBezTo>
                    <a:pt x="3688" y="19282"/>
                    <a:pt x="3673" y="19283"/>
                    <a:pt x="3656" y="19283"/>
                  </a:cubicBezTo>
                  <a:cubicBezTo>
                    <a:pt x="3445" y="19283"/>
                    <a:pt x="3093" y="19095"/>
                    <a:pt x="2969" y="18879"/>
                  </a:cubicBezTo>
                  <a:cubicBezTo>
                    <a:pt x="2936" y="18779"/>
                    <a:pt x="2936" y="18745"/>
                    <a:pt x="3036" y="18712"/>
                  </a:cubicBezTo>
                  <a:cubicBezTo>
                    <a:pt x="3103" y="18712"/>
                    <a:pt x="3136" y="18645"/>
                    <a:pt x="3069" y="18579"/>
                  </a:cubicBezTo>
                  <a:cubicBezTo>
                    <a:pt x="3036" y="18512"/>
                    <a:pt x="3036" y="18412"/>
                    <a:pt x="3103" y="18345"/>
                  </a:cubicBezTo>
                  <a:cubicBezTo>
                    <a:pt x="3136" y="18278"/>
                    <a:pt x="3136" y="18212"/>
                    <a:pt x="3036" y="18145"/>
                  </a:cubicBezTo>
                  <a:cubicBezTo>
                    <a:pt x="2969" y="18112"/>
                    <a:pt x="2869" y="18012"/>
                    <a:pt x="2836" y="17978"/>
                  </a:cubicBezTo>
                  <a:cubicBezTo>
                    <a:pt x="2803" y="17924"/>
                    <a:pt x="2806" y="17898"/>
                    <a:pt x="2836" y="17898"/>
                  </a:cubicBezTo>
                  <a:close/>
                  <a:moveTo>
                    <a:pt x="5308" y="19864"/>
                  </a:moveTo>
                  <a:cubicBezTo>
                    <a:pt x="5365" y="19864"/>
                    <a:pt x="5446" y="19916"/>
                    <a:pt x="5504" y="20013"/>
                  </a:cubicBezTo>
                  <a:cubicBezTo>
                    <a:pt x="5549" y="20102"/>
                    <a:pt x="5564" y="20132"/>
                    <a:pt x="5519" y="20132"/>
                  </a:cubicBezTo>
                  <a:cubicBezTo>
                    <a:pt x="5497" y="20132"/>
                    <a:pt x="5460" y="20124"/>
                    <a:pt x="5404" y="20113"/>
                  </a:cubicBezTo>
                  <a:cubicBezTo>
                    <a:pt x="5304" y="20080"/>
                    <a:pt x="5238" y="20013"/>
                    <a:pt x="5238" y="19946"/>
                  </a:cubicBezTo>
                  <a:cubicBezTo>
                    <a:pt x="5238" y="19891"/>
                    <a:pt x="5267" y="19864"/>
                    <a:pt x="5308" y="19864"/>
                  </a:cubicBezTo>
                  <a:close/>
                  <a:moveTo>
                    <a:pt x="24360" y="0"/>
                  </a:moveTo>
                  <a:cubicBezTo>
                    <a:pt x="24269" y="0"/>
                    <a:pt x="24169" y="12"/>
                    <a:pt x="24051" y="32"/>
                  </a:cubicBezTo>
                  <a:cubicBezTo>
                    <a:pt x="23817" y="99"/>
                    <a:pt x="23551" y="132"/>
                    <a:pt x="23451" y="132"/>
                  </a:cubicBezTo>
                  <a:cubicBezTo>
                    <a:pt x="23217" y="132"/>
                    <a:pt x="22583" y="432"/>
                    <a:pt x="22650" y="499"/>
                  </a:cubicBezTo>
                  <a:cubicBezTo>
                    <a:pt x="22683" y="532"/>
                    <a:pt x="22617" y="599"/>
                    <a:pt x="22483" y="666"/>
                  </a:cubicBezTo>
                  <a:cubicBezTo>
                    <a:pt x="22316" y="699"/>
                    <a:pt x="22283" y="766"/>
                    <a:pt x="22350" y="899"/>
                  </a:cubicBezTo>
                  <a:cubicBezTo>
                    <a:pt x="22380" y="1034"/>
                    <a:pt x="22356" y="1102"/>
                    <a:pt x="22296" y="1102"/>
                  </a:cubicBezTo>
                  <a:cubicBezTo>
                    <a:pt x="22223" y="1102"/>
                    <a:pt x="22096" y="1001"/>
                    <a:pt x="21949" y="799"/>
                  </a:cubicBezTo>
                  <a:cubicBezTo>
                    <a:pt x="21715" y="494"/>
                    <a:pt x="21579" y="371"/>
                    <a:pt x="21311" y="371"/>
                  </a:cubicBezTo>
                  <a:cubicBezTo>
                    <a:pt x="21197" y="371"/>
                    <a:pt x="21060" y="393"/>
                    <a:pt x="20882" y="432"/>
                  </a:cubicBezTo>
                  <a:cubicBezTo>
                    <a:pt x="20807" y="441"/>
                    <a:pt x="20728" y="445"/>
                    <a:pt x="20644" y="445"/>
                  </a:cubicBezTo>
                  <a:cubicBezTo>
                    <a:pt x="20394" y="445"/>
                    <a:pt x="20107" y="407"/>
                    <a:pt x="19781" y="332"/>
                  </a:cubicBezTo>
                  <a:cubicBezTo>
                    <a:pt x="19545" y="285"/>
                    <a:pt x="19293" y="238"/>
                    <a:pt x="19142" y="238"/>
                  </a:cubicBezTo>
                  <a:cubicBezTo>
                    <a:pt x="19079" y="238"/>
                    <a:pt x="19034" y="246"/>
                    <a:pt x="19014" y="265"/>
                  </a:cubicBezTo>
                  <a:cubicBezTo>
                    <a:pt x="18967" y="289"/>
                    <a:pt x="18886" y="313"/>
                    <a:pt x="18820" y="313"/>
                  </a:cubicBezTo>
                  <a:cubicBezTo>
                    <a:pt x="18792" y="313"/>
                    <a:pt x="18767" y="309"/>
                    <a:pt x="18747" y="299"/>
                  </a:cubicBezTo>
                  <a:cubicBezTo>
                    <a:pt x="18740" y="297"/>
                    <a:pt x="18731" y="297"/>
                    <a:pt x="18721" y="297"/>
                  </a:cubicBezTo>
                  <a:cubicBezTo>
                    <a:pt x="18493" y="297"/>
                    <a:pt x="17539" y="640"/>
                    <a:pt x="17380" y="799"/>
                  </a:cubicBezTo>
                  <a:cubicBezTo>
                    <a:pt x="17315" y="864"/>
                    <a:pt x="17250" y="901"/>
                    <a:pt x="17168" y="901"/>
                  </a:cubicBezTo>
                  <a:cubicBezTo>
                    <a:pt x="17122" y="901"/>
                    <a:pt x="17072" y="890"/>
                    <a:pt x="17013" y="866"/>
                  </a:cubicBezTo>
                  <a:cubicBezTo>
                    <a:pt x="16977" y="857"/>
                    <a:pt x="16936" y="853"/>
                    <a:pt x="16893" y="853"/>
                  </a:cubicBezTo>
                  <a:cubicBezTo>
                    <a:pt x="16774" y="853"/>
                    <a:pt x="16634" y="884"/>
                    <a:pt x="16512" y="933"/>
                  </a:cubicBezTo>
                  <a:cubicBezTo>
                    <a:pt x="16394" y="956"/>
                    <a:pt x="16276" y="980"/>
                    <a:pt x="16194" y="980"/>
                  </a:cubicBezTo>
                  <a:cubicBezTo>
                    <a:pt x="16160" y="980"/>
                    <a:pt x="16132" y="976"/>
                    <a:pt x="16112" y="966"/>
                  </a:cubicBezTo>
                  <a:cubicBezTo>
                    <a:pt x="16012" y="966"/>
                    <a:pt x="15912" y="999"/>
                    <a:pt x="15812" y="1066"/>
                  </a:cubicBezTo>
                  <a:cubicBezTo>
                    <a:pt x="15745" y="1133"/>
                    <a:pt x="15578" y="1199"/>
                    <a:pt x="15411" y="1199"/>
                  </a:cubicBezTo>
                  <a:cubicBezTo>
                    <a:pt x="15145" y="1233"/>
                    <a:pt x="15011" y="1333"/>
                    <a:pt x="14911" y="1566"/>
                  </a:cubicBezTo>
                  <a:cubicBezTo>
                    <a:pt x="14844" y="1666"/>
                    <a:pt x="14377" y="1900"/>
                    <a:pt x="14111" y="1900"/>
                  </a:cubicBezTo>
                  <a:cubicBezTo>
                    <a:pt x="13977" y="1933"/>
                    <a:pt x="13944" y="1967"/>
                    <a:pt x="13944" y="2033"/>
                  </a:cubicBezTo>
                  <a:cubicBezTo>
                    <a:pt x="13944" y="2100"/>
                    <a:pt x="13877" y="2133"/>
                    <a:pt x="13810" y="2167"/>
                  </a:cubicBezTo>
                  <a:cubicBezTo>
                    <a:pt x="13610" y="2200"/>
                    <a:pt x="13610" y="2534"/>
                    <a:pt x="13777" y="2901"/>
                  </a:cubicBezTo>
                  <a:cubicBezTo>
                    <a:pt x="13844" y="3101"/>
                    <a:pt x="14144" y="3635"/>
                    <a:pt x="14444" y="4102"/>
                  </a:cubicBezTo>
                  <a:cubicBezTo>
                    <a:pt x="14811" y="4702"/>
                    <a:pt x="14944" y="5036"/>
                    <a:pt x="14978" y="5236"/>
                  </a:cubicBezTo>
                  <a:cubicBezTo>
                    <a:pt x="14978" y="5402"/>
                    <a:pt x="15045" y="5603"/>
                    <a:pt x="15111" y="5669"/>
                  </a:cubicBezTo>
                  <a:cubicBezTo>
                    <a:pt x="15145" y="5736"/>
                    <a:pt x="15411" y="6203"/>
                    <a:pt x="15645" y="6670"/>
                  </a:cubicBezTo>
                  <a:cubicBezTo>
                    <a:pt x="15942" y="7263"/>
                    <a:pt x="16145" y="7560"/>
                    <a:pt x="16233" y="7560"/>
                  </a:cubicBezTo>
                  <a:cubicBezTo>
                    <a:pt x="16273" y="7560"/>
                    <a:pt x="16289" y="7497"/>
                    <a:pt x="16279" y="7371"/>
                  </a:cubicBezTo>
                  <a:cubicBezTo>
                    <a:pt x="16279" y="7308"/>
                    <a:pt x="16286" y="7274"/>
                    <a:pt x="16305" y="7274"/>
                  </a:cubicBezTo>
                  <a:cubicBezTo>
                    <a:pt x="16325" y="7274"/>
                    <a:pt x="16359" y="7316"/>
                    <a:pt x="16412" y="7404"/>
                  </a:cubicBezTo>
                  <a:cubicBezTo>
                    <a:pt x="16512" y="7571"/>
                    <a:pt x="16512" y="7637"/>
                    <a:pt x="16412" y="7637"/>
                  </a:cubicBezTo>
                  <a:cubicBezTo>
                    <a:pt x="16279" y="7671"/>
                    <a:pt x="16279" y="7737"/>
                    <a:pt x="16479" y="8071"/>
                  </a:cubicBezTo>
                  <a:cubicBezTo>
                    <a:pt x="16546" y="8138"/>
                    <a:pt x="16646" y="8405"/>
                    <a:pt x="16779" y="8671"/>
                  </a:cubicBezTo>
                  <a:cubicBezTo>
                    <a:pt x="16879" y="8938"/>
                    <a:pt x="16979" y="9239"/>
                    <a:pt x="17046" y="9339"/>
                  </a:cubicBezTo>
                  <a:cubicBezTo>
                    <a:pt x="17113" y="9539"/>
                    <a:pt x="17113" y="9639"/>
                    <a:pt x="16979" y="9639"/>
                  </a:cubicBezTo>
                  <a:cubicBezTo>
                    <a:pt x="16913" y="9639"/>
                    <a:pt x="16846" y="9572"/>
                    <a:pt x="16846" y="9505"/>
                  </a:cubicBezTo>
                  <a:cubicBezTo>
                    <a:pt x="16879" y="9472"/>
                    <a:pt x="16746" y="9239"/>
                    <a:pt x="16612" y="9005"/>
                  </a:cubicBezTo>
                  <a:cubicBezTo>
                    <a:pt x="16145" y="8271"/>
                    <a:pt x="16045" y="8104"/>
                    <a:pt x="16045" y="7838"/>
                  </a:cubicBezTo>
                  <a:cubicBezTo>
                    <a:pt x="16045" y="7671"/>
                    <a:pt x="15979" y="7537"/>
                    <a:pt x="15778" y="7337"/>
                  </a:cubicBezTo>
                  <a:cubicBezTo>
                    <a:pt x="15612" y="7170"/>
                    <a:pt x="15545" y="7037"/>
                    <a:pt x="15578" y="6937"/>
                  </a:cubicBezTo>
                  <a:cubicBezTo>
                    <a:pt x="15578" y="6870"/>
                    <a:pt x="15545" y="6803"/>
                    <a:pt x="15478" y="6770"/>
                  </a:cubicBezTo>
                  <a:cubicBezTo>
                    <a:pt x="15345" y="6703"/>
                    <a:pt x="15145" y="6403"/>
                    <a:pt x="14311" y="5069"/>
                  </a:cubicBezTo>
                  <a:cubicBezTo>
                    <a:pt x="14010" y="4602"/>
                    <a:pt x="13710" y="4202"/>
                    <a:pt x="13677" y="4168"/>
                  </a:cubicBezTo>
                  <a:cubicBezTo>
                    <a:pt x="13610" y="4168"/>
                    <a:pt x="13577" y="4001"/>
                    <a:pt x="13577" y="3868"/>
                  </a:cubicBezTo>
                  <a:cubicBezTo>
                    <a:pt x="13577" y="3701"/>
                    <a:pt x="13443" y="3368"/>
                    <a:pt x="13343" y="3134"/>
                  </a:cubicBezTo>
                  <a:lnTo>
                    <a:pt x="13110" y="2667"/>
                  </a:lnTo>
                  <a:lnTo>
                    <a:pt x="12676" y="2667"/>
                  </a:lnTo>
                  <a:cubicBezTo>
                    <a:pt x="12644" y="2666"/>
                    <a:pt x="12611" y="2665"/>
                    <a:pt x="12578" y="2665"/>
                  </a:cubicBezTo>
                  <a:cubicBezTo>
                    <a:pt x="11701" y="2665"/>
                    <a:pt x="10727" y="3087"/>
                    <a:pt x="10341" y="3601"/>
                  </a:cubicBezTo>
                  <a:cubicBezTo>
                    <a:pt x="9941" y="4102"/>
                    <a:pt x="8907" y="5202"/>
                    <a:pt x="8707" y="5369"/>
                  </a:cubicBezTo>
                  <a:cubicBezTo>
                    <a:pt x="8006" y="5869"/>
                    <a:pt x="7506" y="6336"/>
                    <a:pt x="7439" y="6537"/>
                  </a:cubicBezTo>
                  <a:cubicBezTo>
                    <a:pt x="7372" y="6703"/>
                    <a:pt x="7206" y="6837"/>
                    <a:pt x="6939" y="7004"/>
                  </a:cubicBezTo>
                  <a:cubicBezTo>
                    <a:pt x="6624" y="7224"/>
                    <a:pt x="6458" y="7473"/>
                    <a:pt x="6636" y="7473"/>
                  </a:cubicBezTo>
                  <a:cubicBezTo>
                    <a:pt x="6646" y="7473"/>
                    <a:pt x="6659" y="7473"/>
                    <a:pt x="6672" y="7471"/>
                  </a:cubicBezTo>
                  <a:cubicBezTo>
                    <a:pt x="6691" y="7461"/>
                    <a:pt x="6711" y="7457"/>
                    <a:pt x="6730" y="7457"/>
                  </a:cubicBezTo>
                  <a:cubicBezTo>
                    <a:pt x="6775" y="7457"/>
                    <a:pt x="6815" y="7480"/>
                    <a:pt x="6839" y="7504"/>
                  </a:cubicBezTo>
                  <a:cubicBezTo>
                    <a:pt x="6872" y="7571"/>
                    <a:pt x="6839" y="7571"/>
                    <a:pt x="6739" y="7571"/>
                  </a:cubicBezTo>
                  <a:cubicBezTo>
                    <a:pt x="6709" y="7561"/>
                    <a:pt x="6680" y="7556"/>
                    <a:pt x="6651" y="7556"/>
                  </a:cubicBezTo>
                  <a:cubicBezTo>
                    <a:pt x="6480" y="7556"/>
                    <a:pt x="6309" y="7719"/>
                    <a:pt x="6138" y="8004"/>
                  </a:cubicBezTo>
                  <a:cubicBezTo>
                    <a:pt x="6005" y="8204"/>
                    <a:pt x="6005" y="8338"/>
                    <a:pt x="6071" y="8405"/>
                  </a:cubicBezTo>
                  <a:cubicBezTo>
                    <a:pt x="6138" y="8471"/>
                    <a:pt x="6138" y="8538"/>
                    <a:pt x="6038" y="8605"/>
                  </a:cubicBezTo>
                  <a:cubicBezTo>
                    <a:pt x="5705" y="8872"/>
                    <a:pt x="4804" y="9706"/>
                    <a:pt x="4670" y="9906"/>
                  </a:cubicBezTo>
                  <a:cubicBezTo>
                    <a:pt x="4527" y="10097"/>
                    <a:pt x="4504" y="10254"/>
                    <a:pt x="4575" y="10254"/>
                  </a:cubicBezTo>
                  <a:cubicBezTo>
                    <a:pt x="4604" y="10254"/>
                    <a:pt x="4647" y="10229"/>
                    <a:pt x="4704" y="10173"/>
                  </a:cubicBezTo>
                  <a:cubicBezTo>
                    <a:pt x="4753" y="10111"/>
                    <a:pt x="4793" y="10082"/>
                    <a:pt x="4820" y="10082"/>
                  </a:cubicBezTo>
                  <a:cubicBezTo>
                    <a:pt x="4868" y="10082"/>
                    <a:pt x="4880" y="10170"/>
                    <a:pt x="4837" y="10339"/>
                  </a:cubicBezTo>
                  <a:cubicBezTo>
                    <a:pt x="4810" y="10450"/>
                    <a:pt x="4828" y="10515"/>
                    <a:pt x="4854" y="10515"/>
                  </a:cubicBezTo>
                  <a:cubicBezTo>
                    <a:pt x="4859" y="10515"/>
                    <a:pt x="4865" y="10512"/>
                    <a:pt x="4871" y="10506"/>
                  </a:cubicBezTo>
                  <a:cubicBezTo>
                    <a:pt x="4888" y="10497"/>
                    <a:pt x="4906" y="10493"/>
                    <a:pt x="4924" y="10493"/>
                  </a:cubicBezTo>
                  <a:cubicBezTo>
                    <a:pt x="4971" y="10493"/>
                    <a:pt x="5013" y="10524"/>
                    <a:pt x="5037" y="10573"/>
                  </a:cubicBezTo>
                  <a:cubicBezTo>
                    <a:pt x="5082" y="10662"/>
                    <a:pt x="5037" y="10736"/>
                    <a:pt x="4983" y="10736"/>
                  </a:cubicBezTo>
                  <a:cubicBezTo>
                    <a:pt x="4956" y="10736"/>
                    <a:pt x="4926" y="10717"/>
                    <a:pt x="4904" y="10673"/>
                  </a:cubicBezTo>
                  <a:cubicBezTo>
                    <a:pt x="4895" y="10654"/>
                    <a:pt x="4885" y="10646"/>
                    <a:pt x="4877" y="10646"/>
                  </a:cubicBezTo>
                  <a:cubicBezTo>
                    <a:pt x="4855" y="10646"/>
                    <a:pt x="4837" y="10701"/>
                    <a:pt x="4837" y="10773"/>
                  </a:cubicBezTo>
                  <a:cubicBezTo>
                    <a:pt x="4837" y="10906"/>
                    <a:pt x="4871" y="10940"/>
                    <a:pt x="4937" y="10940"/>
                  </a:cubicBezTo>
                  <a:cubicBezTo>
                    <a:pt x="4948" y="10934"/>
                    <a:pt x="4959" y="10931"/>
                    <a:pt x="4968" y="10931"/>
                  </a:cubicBezTo>
                  <a:cubicBezTo>
                    <a:pt x="5015" y="10931"/>
                    <a:pt x="5043" y="11001"/>
                    <a:pt x="5071" y="11140"/>
                  </a:cubicBezTo>
                  <a:cubicBezTo>
                    <a:pt x="5104" y="11273"/>
                    <a:pt x="5137" y="11373"/>
                    <a:pt x="5204" y="11407"/>
                  </a:cubicBezTo>
                  <a:cubicBezTo>
                    <a:pt x="5271" y="11440"/>
                    <a:pt x="5238" y="11440"/>
                    <a:pt x="5171" y="11440"/>
                  </a:cubicBezTo>
                  <a:cubicBezTo>
                    <a:pt x="5104" y="11440"/>
                    <a:pt x="5104" y="11507"/>
                    <a:pt x="5137" y="11574"/>
                  </a:cubicBezTo>
                  <a:cubicBezTo>
                    <a:pt x="5154" y="11607"/>
                    <a:pt x="5188" y="11624"/>
                    <a:pt x="5229" y="11624"/>
                  </a:cubicBezTo>
                  <a:cubicBezTo>
                    <a:pt x="5271" y="11624"/>
                    <a:pt x="5321" y="11607"/>
                    <a:pt x="5371" y="11574"/>
                  </a:cubicBezTo>
                  <a:cubicBezTo>
                    <a:pt x="5434" y="11542"/>
                    <a:pt x="5483" y="11524"/>
                    <a:pt x="5523" y="11524"/>
                  </a:cubicBezTo>
                  <a:cubicBezTo>
                    <a:pt x="5610" y="11524"/>
                    <a:pt x="5648" y="11611"/>
                    <a:pt x="5671" y="11840"/>
                  </a:cubicBezTo>
                  <a:cubicBezTo>
                    <a:pt x="5694" y="11954"/>
                    <a:pt x="5717" y="12006"/>
                    <a:pt x="5740" y="12006"/>
                  </a:cubicBezTo>
                  <a:cubicBezTo>
                    <a:pt x="5750" y="12006"/>
                    <a:pt x="5761" y="11995"/>
                    <a:pt x="5771" y="11974"/>
                  </a:cubicBezTo>
                  <a:cubicBezTo>
                    <a:pt x="5782" y="11952"/>
                    <a:pt x="5794" y="11940"/>
                    <a:pt x="5803" y="11940"/>
                  </a:cubicBezTo>
                  <a:cubicBezTo>
                    <a:pt x="5823" y="11940"/>
                    <a:pt x="5838" y="11985"/>
                    <a:pt x="5838" y="12074"/>
                  </a:cubicBezTo>
                  <a:cubicBezTo>
                    <a:pt x="5838" y="12174"/>
                    <a:pt x="5871" y="12241"/>
                    <a:pt x="5905" y="12241"/>
                  </a:cubicBezTo>
                  <a:cubicBezTo>
                    <a:pt x="5915" y="12236"/>
                    <a:pt x="5925" y="12233"/>
                    <a:pt x="5937" y="12233"/>
                  </a:cubicBezTo>
                  <a:cubicBezTo>
                    <a:pt x="6077" y="12233"/>
                    <a:pt x="6305" y="12594"/>
                    <a:pt x="6305" y="12841"/>
                  </a:cubicBezTo>
                  <a:cubicBezTo>
                    <a:pt x="6326" y="13026"/>
                    <a:pt x="6346" y="13122"/>
                    <a:pt x="6374" y="13122"/>
                  </a:cubicBezTo>
                  <a:cubicBezTo>
                    <a:pt x="6392" y="13122"/>
                    <a:pt x="6413" y="13085"/>
                    <a:pt x="6438" y="13008"/>
                  </a:cubicBezTo>
                  <a:cubicBezTo>
                    <a:pt x="6452" y="12941"/>
                    <a:pt x="6487" y="12911"/>
                    <a:pt x="6522" y="12911"/>
                  </a:cubicBezTo>
                  <a:cubicBezTo>
                    <a:pt x="6574" y="12911"/>
                    <a:pt x="6625" y="12975"/>
                    <a:pt x="6605" y="13075"/>
                  </a:cubicBezTo>
                  <a:cubicBezTo>
                    <a:pt x="6605" y="13175"/>
                    <a:pt x="6672" y="13241"/>
                    <a:pt x="6705" y="13275"/>
                  </a:cubicBezTo>
                  <a:cubicBezTo>
                    <a:pt x="6772" y="13341"/>
                    <a:pt x="6772" y="13375"/>
                    <a:pt x="6739" y="13408"/>
                  </a:cubicBezTo>
                  <a:cubicBezTo>
                    <a:pt x="6721" y="13417"/>
                    <a:pt x="6705" y="13421"/>
                    <a:pt x="6692" y="13421"/>
                  </a:cubicBezTo>
                  <a:cubicBezTo>
                    <a:pt x="6654" y="13421"/>
                    <a:pt x="6630" y="13390"/>
                    <a:pt x="6605" y="13341"/>
                  </a:cubicBezTo>
                  <a:cubicBezTo>
                    <a:pt x="6582" y="13318"/>
                    <a:pt x="6525" y="13294"/>
                    <a:pt x="6470" y="13294"/>
                  </a:cubicBezTo>
                  <a:cubicBezTo>
                    <a:pt x="6447" y="13294"/>
                    <a:pt x="6425" y="13298"/>
                    <a:pt x="6405" y="13308"/>
                  </a:cubicBezTo>
                  <a:cubicBezTo>
                    <a:pt x="6381" y="13332"/>
                    <a:pt x="6358" y="13343"/>
                    <a:pt x="6337" y="13343"/>
                  </a:cubicBezTo>
                  <a:cubicBezTo>
                    <a:pt x="6299" y="13343"/>
                    <a:pt x="6272" y="13306"/>
                    <a:pt x="6272" y="13241"/>
                  </a:cubicBezTo>
                  <a:cubicBezTo>
                    <a:pt x="6272" y="13141"/>
                    <a:pt x="6172" y="13075"/>
                    <a:pt x="6038" y="13041"/>
                  </a:cubicBezTo>
                  <a:cubicBezTo>
                    <a:pt x="5938" y="13008"/>
                    <a:pt x="5838" y="12941"/>
                    <a:pt x="5871" y="12874"/>
                  </a:cubicBezTo>
                  <a:cubicBezTo>
                    <a:pt x="5871" y="12808"/>
                    <a:pt x="5805" y="12741"/>
                    <a:pt x="5705" y="12674"/>
                  </a:cubicBezTo>
                  <a:cubicBezTo>
                    <a:pt x="5538" y="12574"/>
                    <a:pt x="5304" y="12374"/>
                    <a:pt x="5338" y="12341"/>
                  </a:cubicBezTo>
                  <a:cubicBezTo>
                    <a:pt x="5338" y="12341"/>
                    <a:pt x="5238" y="12307"/>
                    <a:pt x="5104" y="12241"/>
                  </a:cubicBezTo>
                  <a:cubicBezTo>
                    <a:pt x="4937" y="12174"/>
                    <a:pt x="4804" y="11974"/>
                    <a:pt x="4570" y="11574"/>
                  </a:cubicBezTo>
                  <a:cubicBezTo>
                    <a:pt x="4337" y="11207"/>
                    <a:pt x="4170" y="11006"/>
                    <a:pt x="4037" y="10973"/>
                  </a:cubicBezTo>
                  <a:cubicBezTo>
                    <a:pt x="3937" y="10940"/>
                    <a:pt x="3803" y="10806"/>
                    <a:pt x="3736" y="10706"/>
                  </a:cubicBezTo>
                  <a:cubicBezTo>
                    <a:pt x="3712" y="10657"/>
                    <a:pt x="3670" y="10626"/>
                    <a:pt x="3636" y="10626"/>
                  </a:cubicBezTo>
                  <a:cubicBezTo>
                    <a:pt x="3623" y="10626"/>
                    <a:pt x="3612" y="10631"/>
                    <a:pt x="3603" y="10640"/>
                  </a:cubicBezTo>
                  <a:cubicBezTo>
                    <a:pt x="3579" y="10663"/>
                    <a:pt x="3556" y="10687"/>
                    <a:pt x="3520" y="10687"/>
                  </a:cubicBezTo>
                  <a:cubicBezTo>
                    <a:pt x="3506" y="10687"/>
                    <a:pt x="3489" y="10683"/>
                    <a:pt x="3470" y="10673"/>
                  </a:cubicBezTo>
                  <a:cubicBezTo>
                    <a:pt x="3460" y="10663"/>
                    <a:pt x="3447" y="10659"/>
                    <a:pt x="3433" y="10659"/>
                  </a:cubicBezTo>
                  <a:cubicBezTo>
                    <a:pt x="3400" y="10659"/>
                    <a:pt x="3360" y="10683"/>
                    <a:pt x="3336" y="10706"/>
                  </a:cubicBezTo>
                  <a:cubicBezTo>
                    <a:pt x="3336" y="10740"/>
                    <a:pt x="3169" y="10773"/>
                    <a:pt x="2969" y="10773"/>
                  </a:cubicBezTo>
                  <a:cubicBezTo>
                    <a:pt x="2235" y="10773"/>
                    <a:pt x="1668" y="11373"/>
                    <a:pt x="1868" y="11940"/>
                  </a:cubicBezTo>
                  <a:cubicBezTo>
                    <a:pt x="1935" y="12107"/>
                    <a:pt x="2069" y="12274"/>
                    <a:pt x="2135" y="12307"/>
                  </a:cubicBezTo>
                  <a:cubicBezTo>
                    <a:pt x="2201" y="12347"/>
                    <a:pt x="2241" y="12366"/>
                    <a:pt x="2259" y="12366"/>
                  </a:cubicBezTo>
                  <a:cubicBezTo>
                    <a:pt x="2287" y="12366"/>
                    <a:pt x="2263" y="12322"/>
                    <a:pt x="2202" y="12241"/>
                  </a:cubicBezTo>
                  <a:cubicBezTo>
                    <a:pt x="2135" y="12107"/>
                    <a:pt x="2135" y="12041"/>
                    <a:pt x="2269" y="11974"/>
                  </a:cubicBezTo>
                  <a:cubicBezTo>
                    <a:pt x="2309" y="11951"/>
                    <a:pt x="2348" y="11941"/>
                    <a:pt x="2383" y="11941"/>
                  </a:cubicBezTo>
                  <a:cubicBezTo>
                    <a:pt x="2549" y="11941"/>
                    <a:pt x="2634" y="12170"/>
                    <a:pt x="2469" y="12307"/>
                  </a:cubicBezTo>
                  <a:cubicBezTo>
                    <a:pt x="2402" y="12374"/>
                    <a:pt x="2335" y="12474"/>
                    <a:pt x="2369" y="12508"/>
                  </a:cubicBezTo>
                  <a:cubicBezTo>
                    <a:pt x="2378" y="12517"/>
                    <a:pt x="2389" y="12521"/>
                    <a:pt x="2402" y="12521"/>
                  </a:cubicBezTo>
                  <a:cubicBezTo>
                    <a:pt x="2438" y="12521"/>
                    <a:pt x="2487" y="12490"/>
                    <a:pt x="2536" y="12441"/>
                  </a:cubicBezTo>
                  <a:cubicBezTo>
                    <a:pt x="2579" y="12397"/>
                    <a:pt x="2610" y="12373"/>
                    <a:pt x="2640" y="12373"/>
                  </a:cubicBezTo>
                  <a:cubicBezTo>
                    <a:pt x="2678" y="12373"/>
                    <a:pt x="2713" y="12414"/>
                    <a:pt x="2769" y="12508"/>
                  </a:cubicBezTo>
                  <a:cubicBezTo>
                    <a:pt x="2836" y="12608"/>
                    <a:pt x="3003" y="12741"/>
                    <a:pt x="3136" y="12774"/>
                  </a:cubicBezTo>
                  <a:cubicBezTo>
                    <a:pt x="3269" y="12808"/>
                    <a:pt x="3370" y="12874"/>
                    <a:pt x="3303" y="12908"/>
                  </a:cubicBezTo>
                  <a:cubicBezTo>
                    <a:pt x="3269" y="12941"/>
                    <a:pt x="3269" y="13008"/>
                    <a:pt x="3303" y="13075"/>
                  </a:cubicBezTo>
                  <a:cubicBezTo>
                    <a:pt x="3336" y="13141"/>
                    <a:pt x="3336" y="13208"/>
                    <a:pt x="3303" y="13208"/>
                  </a:cubicBezTo>
                  <a:cubicBezTo>
                    <a:pt x="3269" y="13241"/>
                    <a:pt x="3236" y="13308"/>
                    <a:pt x="3269" y="13375"/>
                  </a:cubicBezTo>
                  <a:cubicBezTo>
                    <a:pt x="3286" y="13425"/>
                    <a:pt x="3269" y="13450"/>
                    <a:pt x="3219" y="13450"/>
                  </a:cubicBezTo>
                  <a:cubicBezTo>
                    <a:pt x="3169" y="13450"/>
                    <a:pt x="3086" y="13425"/>
                    <a:pt x="2969" y="13375"/>
                  </a:cubicBezTo>
                  <a:cubicBezTo>
                    <a:pt x="2816" y="13291"/>
                    <a:pt x="2615" y="13254"/>
                    <a:pt x="2436" y="13254"/>
                  </a:cubicBezTo>
                  <a:cubicBezTo>
                    <a:pt x="2188" y="13254"/>
                    <a:pt x="1983" y="13325"/>
                    <a:pt x="2002" y="13442"/>
                  </a:cubicBezTo>
                  <a:cubicBezTo>
                    <a:pt x="2002" y="13481"/>
                    <a:pt x="1990" y="13497"/>
                    <a:pt x="1968" y="13497"/>
                  </a:cubicBezTo>
                  <a:cubicBezTo>
                    <a:pt x="1951" y="13497"/>
                    <a:pt x="1929" y="13489"/>
                    <a:pt x="1902" y="13475"/>
                  </a:cubicBezTo>
                  <a:cubicBezTo>
                    <a:pt x="1884" y="13466"/>
                    <a:pt x="1864" y="13462"/>
                    <a:pt x="1843" y="13462"/>
                  </a:cubicBezTo>
                  <a:cubicBezTo>
                    <a:pt x="1786" y="13462"/>
                    <a:pt x="1726" y="13493"/>
                    <a:pt x="1702" y="13542"/>
                  </a:cubicBezTo>
                  <a:cubicBezTo>
                    <a:pt x="1602" y="13675"/>
                    <a:pt x="1635" y="13842"/>
                    <a:pt x="1835" y="14242"/>
                  </a:cubicBezTo>
                  <a:cubicBezTo>
                    <a:pt x="1935" y="14509"/>
                    <a:pt x="1902" y="14542"/>
                    <a:pt x="1335" y="14742"/>
                  </a:cubicBezTo>
                  <a:cubicBezTo>
                    <a:pt x="1068" y="14843"/>
                    <a:pt x="1035" y="14843"/>
                    <a:pt x="1168" y="14943"/>
                  </a:cubicBezTo>
                  <a:cubicBezTo>
                    <a:pt x="1231" y="15006"/>
                    <a:pt x="1255" y="15029"/>
                    <a:pt x="1229" y="15029"/>
                  </a:cubicBezTo>
                  <a:cubicBezTo>
                    <a:pt x="1214" y="15029"/>
                    <a:pt x="1183" y="15022"/>
                    <a:pt x="1135" y="15009"/>
                  </a:cubicBezTo>
                  <a:cubicBezTo>
                    <a:pt x="1035" y="15009"/>
                    <a:pt x="901" y="15043"/>
                    <a:pt x="801" y="15109"/>
                  </a:cubicBezTo>
                  <a:cubicBezTo>
                    <a:pt x="668" y="15176"/>
                    <a:pt x="668" y="15243"/>
                    <a:pt x="734" y="15443"/>
                  </a:cubicBezTo>
                  <a:cubicBezTo>
                    <a:pt x="768" y="15576"/>
                    <a:pt x="801" y="15677"/>
                    <a:pt x="768" y="15710"/>
                  </a:cubicBezTo>
                  <a:cubicBezTo>
                    <a:pt x="734" y="15710"/>
                    <a:pt x="801" y="15910"/>
                    <a:pt x="934" y="16110"/>
                  </a:cubicBezTo>
                  <a:cubicBezTo>
                    <a:pt x="1102" y="16445"/>
                    <a:pt x="1153" y="16594"/>
                    <a:pt x="1067" y="16594"/>
                  </a:cubicBezTo>
                  <a:cubicBezTo>
                    <a:pt x="1050" y="16594"/>
                    <a:pt x="1028" y="16588"/>
                    <a:pt x="1001" y="16577"/>
                  </a:cubicBezTo>
                  <a:cubicBezTo>
                    <a:pt x="985" y="16571"/>
                    <a:pt x="967" y="16568"/>
                    <a:pt x="946" y="16568"/>
                  </a:cubicBezTo>
                  <a:cubicBezTo>
                    <a:pt x="754" y="16568"/>
                    <a:pt x="391" y="16833"/>
                    <a:pt x="301" y="17044"/>
                  </a:cubicBezTo>
                  <a:cubicBezTo>
                    <a:pt x="201" y="17278"/>
                    <a:pt x="234" y="17344"/>
                    <a:pt x="534" y="17878"/>
                  </a:cubicBezTo>
                  <a:cubicBezTo>
                    <a:pt x="701" y="18178"/>
                    <a:pt x="868" y="18512"/>
                    <a:pt x="901" y="18579"/>
                  </a:cubicBezTo>
                  <a:cubicBezTo>
                    <a:pt x="934" y="18645"/>
                    <a:pt x="934" y="18712"/>
                    <a:pt x="901" y="18745"/>
                  </a:cubicBezTo>
                  <a:cubicBezTo>
                    <a:pt x="834" y="18779"/>
                    <a:pt x="768" y="18912"/>
                    <a:pt x="768" y="19012"/>
                  </a:cubicBezTo>
                  <a:cubicBezTo>
                    <a:pt x="734" y="19179"/>
                    <a:pt x="668" y="19246"/>
                    <a:pt x="401" y="19346"/>
                  </a:cubicBezTo>
                  <a:cubicBezTo>
                    <a:pt x="34" y="19446"/>
                    <a:pt x="0" y="19513"/>
                    <a:pt x="267" y="19613"/>
                  </a:cubicBezTo>
                  <a:cubicBezTo>
                    <a:pt x="367" y="19679"/>
                    <a:pt x="401" y="19746"/>
                    <a:pt x="334" y="19746"/>
                  </a:cubicBezTo>
                  <a:cubicBezTo>
                    <a:pt x="234" y="19813"/>
                    <a:pt x="367" y="20013"/>
                    <a:pt x="534" y="20013"/>
                  </a:cubicBezTo>
                  <a:cubicBezTo>
                    <a:pt x="801" y="20013"/>
                    <a:pt x="1001" y="20146"/>
                    <a:pt x="1235" y="20513"/>
                  </a:cubicBezTo>
                  <a:cubicBezTo>
                    <a:pt x="1429" y="20781"/>
                    <a:pt x="1535" y="20889"/>
                    <a:pt x="1682" y="20889"/>
                  </a:cubicBezTo>
                  <a:cubicBezTo>
                    <a:pt x="1736" y="20889"/>
                    <a:pt x="1796" y="20874"/>
                    <a:pt x="1868" y="20847"/>
                  </a:cubicBezTo>
                  <a:cubicBezTo>
                    <a:pt x="2084" y="20782"/>
                    <a:pt x="2230" y="20745"/>
                    <a:pt x="2315" y="20745"/>
                  </a:cubicBezTo>
                  <a:cubicBezTo>
                    <a:pt x="2362" y="20745"/>
                    <a:pt x="2390" y="20757"/>
                    <a:pt x="2402" y="20780"/>
                  </a:cubicBezTo>
                  <a:cubicBezTo>
                    <a:pt x="2436" y="20814"/>
                    <a:pt x="2569" y="20880"/>
                    <a:pt x="2702" y="20914"/>
                  </a:cubicBezTo>
                  <a:cubicBezTo>
                    <a:pt x="2836" y="20947"/>
                    <a:pt x="3003" y="21014"/>
                    <a:pt x="3036" y="21080"/>
                  </a:cubicBezTo>
                  <a:cubicBezTo>
                    <a:pt x="3152" y="21242"/>
                    <a:pt x="3332" y="21340"/>
                    <a:pt x="3487" y="21340"/>
                  </a:cubicBezTo>
                  <a:cubicBezTo>
                    <a:pt x="3555" y="21340"/>
                    <a:pt x="3619" y="21321"/>
                    <a:pt x="3670" y="21281"/>
                  </a:cubicBezTo>
                  <a:cubicBezTo>
                    <a:pt x="3725" y="21225"/>
                    <a:pt x="3770" y="21201"/>
                    <a:pt x="3805" y="21201"/>
                  </a:cubicBezTo>
                  <a:cubicBezTo>
                    <a:pt x="3833" y="21201"/>
                    <a:pt x="3855" y="21217"/>
                    <a:pt x="3870" y="21247"/>
                  </a:cubicBezTo>
                  <a:cubicBezTo>
                    <a:pt x="3903" y="21281"/>
                    <a:pt x="3937" y="21314"/>
                    <a:pt x="3970" y="21314"/>
                  </a:cubicBezTo>
                  <a:cubicBezTo>
                    <a:pt x="4003" y="21281"/>
                    <a:pt x="4137" y="21247"/>
                    <a:pt x="4237" y="21180"/>
                  </a:cubicBezTo>
                  <a:cubicBezTo>
                    <a:pt x="4370" y="21147"/>
                    <a:pt x="4470" y="21014"/>
                    <a:pt x="4537" y="20814"/>
                  </a:cubicBezTo>
                  <a:cubicBezTo>
                    <a:pt x="4637" y="20547"/>
                    <a:pt x="4670" y="20547"/>
                    <a:pt x="4937" y="20513"/>
                  </a:cubicBezTo>
                  <a:cubicBezTo>
                    <a:pt x="5071" y="20513"/>
                    <a:pt x="5204" y="20547"/>
                    <a:pt x="5204" y="20613"/>
                  </a:cubicBezTo>
                  <a:cubicBezTo>
                    <a:pt x="5225" y="20655"/>
                    <a:pt x="5245" y="20683"/>
                    <a:pt x="5282" y="20683"/>
                  </a:cubicBezTo>
                  <a:cubicBezTo>
                    <a:pt x="5304" y="20683"/>
                    <a:pt x="5333" y="20672"/>
                    <a:pt x="5371" y="20647"/>
                  </a:cubicBezTo>
                  <a:cubicBezTo>
                    <a:pt x="5404" y="20630"/>
                    <a:pt x="5454" y="20622"/>
                    <a:pt x="5509" y="20622"/>
                  </a:cubicBezTo>
                  <a:cubicBezTo>
                    <a:pt x="5563" y="20622"/>
                    <a:pt x="5621" y="20630"/>
                    <a:pt x="5671" y="20647"/>
                  </a:cubicBezTo>
                  <a:cubicBezTo>
                    <a:pt x="5705" y="20663"/>
                    <a:pt x="5771" y="20672"/>
                    <a:pt x="5850" y="20672"/>
                  </a:cubicBezTo>
                  <a:cubicBezTo>
                    <a:pt x="5930" y="20672"/>
                    <a:pt x="6021" y="20663"/>
                    <a:pt x="6105" y="20647"/>
                  </a:cubicBezTo>
                  <a:cubicBezTo>
                    <a:pt x="6272" y="20647"/>
                    <a:pt x="6438" y="20647"/>
                    <a:pt x="6438" y="20713"/>
                  </a:cubicBezTo>
                  <a:cubicBezTo>
                    <a:pt x="6462" y="20772"/>
                    <a:pt x="6498" y="20798"/>
                    <a:pt x="6537" y="20798"/>
                  </a:cubicBezTo>
                  <a:cubicBezTo>
                    <a:pt x="6610" y="20798"/>
                    <a:pt x="6695" y="20710"/>
                    <a:pt x="6739" y="20580"/>
                  </a:cubicBezTo>
                  <a:cubicBezTo>
                    <a:pt x="6760" y="20453"/>
                    <a:pt x="6781" y="20407"/>
                    <a:pt x="6828" y="20407"/>
                  </a:cubicBezTo>
                  <a:cubicBezTo>
                    <a:pt x="6854" y="20407"/>
                    <a:pt x="6890" y="20422"/>
                    <a:pt x="6939" y="20447"/>
                  </a:cubicBezTo>
                  <a:cubicBezTo>
                    <a:pt x="6966" y="20460"/>
                    <a:pt x="7005" y="20468"/>
                    <a:pt x="7049" y="20468"/>
                  </a:cubicBezTo>
                  <a:cubicBezTo>
                    <a:pt x="7110" y="20468"/>
                    <a:pt x="7180" y="20452"/>
                    <a:pt x="7239" y="20413"/>
                  </a:cubicBezTo>
                  <a:cubicBezTo>
                    <a:pt x="7406" y="20347"/>
                    <a:pt x="7406" y="20280"/>
                    <a:pt x="7306" y="20113"/>
                  </a:cubicBezTo>
                  <a:cubicBezTo>
                    <a:pt x="7206" y="19946"/>
                    <a:pt x="7206" y="19880"/>
                    <a:pt x="7272" y="19813"/>
                  </a:cubicBezTo>
                  <a:cubicBezTo>
                    <a:pt x="7539" y="19679"/>
                    <a:pt x="6905" y="19246"/>
                    <a:pt x="6238" y="19112"/>
                  </a:cubicBezTo>
                  <a:cubicBezTo>
                    <a:pt x="6105" y="19079"/>
                    <a:pt x="5938" y="18979"/>
                    <a:pt x="5838" y="18879"/>
                  </a:cubicBezTo>
                  <a:cubicBezTo>
                    <a:pt x="5771" y="18745"/>
                    <a:pt x="5471" y="18512"/>
                    <a:pt x="5204" y="18345"/>
                  </a:cubicBezTo>
                  <a:cubicBezTo>
                    <a:pt x="4704" y="18045"/>
                    <a:pt x="4304" y="17678"/>
                    <a:pt x="4003" y="17344"/>
                  </a:cubicBezTo>
                  <a:cubicBezTo>
                    <a:pt x="3636" y="16844"/>
                    <a:pt x="3336" y="16410"/>
                    <a:pt x="3370" y="16410"/>
                  </a:cubicBezTo>
                  <a:cubicBezTo>
                    <a:pt x="3385" y="16395"/>
                    <a:pt x="3411" y="16389"/>
                    <a:pt x="3444" y="16389"/>
                  </a:cubicBezTo>
                  <a:cubicBezTo>
                    <a:pt x="3555" y="16389"/>
                    <a:pt x="3729" y="16466"/>
                    <a:pt x="3703" y="16544"/>
                  </a:cubicBezTo>
                  <a:cubicBezTo>
                    <a:pt x="3703" y="16560"/>
                    <a:pt x="3711" y="16569"/>
                    <a:pt x="3728" y="16569"/>
                  </a:cubicBezTo>
                  <a:cubicBezTo>
                    <a:pt x="3745" y="16569"/>
                    <a:pt x="3770" y="16560"/>
                    <a:pt x="3803" y="16544"/>
                  </a:cubicBezTo>
                  <a:cubicBezTo>
                    <a:pt x="3808" y="16541"/>
                    <a:pt x="3814" y="16539"/>
                    <a:pt x="3822" y="16539"/>
                  </a:cubicBezTo>
                  <a:cubicBezTo>
                    <a:pt x="3995" y="16539"/>
                    <a:pt x="4963" y="17200"/>
                    <a:pt x="5504" y="17678"/>
                  </a:cubicBezTo>
                  <a:cubicBezTo>
                    <a:pt x="5638" y="17811"/>
                    <a:pt x="6005" y="18078"/>
                    <a:pt x="6305" y="18212"/>
                  </a:cubicBezTo>
                  <a:cubicBezTo>
                    <a:pt x="6572" y="18378"/>
                    <a:pt x="6839" y="18512"/>
                    <a:pt x="6839" y="18545"/>
                  </a:cubicBezTo>
                  <a:cubicBezTo>
                    <a:pt x="6872" y="18579"/>
                    <a:pt x="7072" y="18745"/>
                    <a:pt x="7306" y="18912"/>
                  </a:cubicBezTo>
                  <a:cubicBezTo>
                    <a:pt x="7539" y="19046"/>
                    <a:pt x="7706" y="19212"/>
                    <a:pt x="7706" y="19246"/>
                  </a:cubicBezTo>
                  <a:cubicBezTo>
                    <a:pt x="7706" y="19335"/>
                    <a:pt x="8079" y="19451"/>
                    <a:pt x="8229" y="19451"/>
                  </a:cubicBezTo>
                  <a:cubicBezTo>
                    <a:pt x="8247" y="19451"/>
                    <a:pt x="8262" y="19449"/>
                    <a:pt x="8273" y="19446"/>
                  </a:cubicBezTo>
                  <a:cubicBezTo>
                    <a:pt x="8281" y="19438"/>
                    <a:pt x="8292" y="19433"/>
                    <a:pt x="8303" y="19433"/>
                  </a:cubicBezTo>
                  <a:cubicBezTo>
                    <a:pt x="8338" y="19433"/>
                    <a:pt x="8381" y="19471"/>
                    <a:pt x="8406" y="19546"/>
                  </a:cubicBezTo>
                  <a:cubicBezTo>
                    <a:pt x="8449" y="19609"/>
                    <a:pt x="8491" y="19633"/>
                    <a:pt x="8516" y="19633"/>
                  </a:cubicBezTo>
                  <a:cubicBezTo>
                    <a:pt x="8531" y="19633"/>
                    <a:pt x="8540" y="19625"/>
                    <a:pt x="8540" y="19613"/>
                  </a:cubicBezTo>
                  <a:cubicBezTo>
                    <a:pt x="8552" y="19589"/>
                    <a:pt x="8568" y="19578"/>
                    <a:pt x="8585" y="19578"/>
                  </a:cubicBezTo>
                  <a:cubicBezTo>
                    <a:pt x="8616" y="19578"/>
                    <a:pt x="8652" y="19615"/>
                    <a:pt x="8673" y="19679"/>
                  </a:cubicBezTo>
                  <a:cubicBezTo>
                    <a:pt x="8714" y="19782"/>
                    <a:pt x="8755" y="19821"/>
                    <a:pt x="8819" y="19821"/>
                  </a:cubicBezTo>
                  <a:cubicBezTo>
                    <a:pt x="8859" y="19821"/>
                    <a:pt x="8909" y="19805"/>
                    <a:pt x="8974" y="19779"/>
                  </a:cubicBezTo>
                  <a:cubicBezTo>
                    <a:pt x="9049" y="19749"/>
                    <a:pt x="9103" y="19733"/>
                    <a:pt x="9141" y="19733"/>
                  </a:cubicBezTo>
                  <a:cubicBezTo>
                    <a:pt x="9187" y="19733"/>
                    <a:pt x="9207" y="19758"/>
                    <a:pt x="9207" y="19813"/>
                  </a:cubicBezTo>
                  <a:cubicBezTo>
                    <a:pt x="9219" y="19871"/>
                    <a:pt x="9243" y="19897"/>
                    <a:pt x="9269" y="19897"/>
                  </a:cubicBezTo>
                  <a:cubicBezTo>
                    <a:pt x="9318" y="19897"/>
                    <a:pt x="9374" y="19809"/>
                    <a:pt x="9374" y="19679"/>
                  </a:cubicBezTo>
                  <a:cubicBezTo>
                    <a:pt x="9374" y="19579"/>
                    <a:pt x="9407" y="19546"/>
                    <a:pt x="9541" y="19546"/>
                  </a:cubicBezTo>
                  <a:cubicBezTo>
                    <a:pt x="9641" y="19546"/>
                    <a:pt x="9674" y="19546"/>
                    <a:pt x="9641" y="19579"/>
                  </a:cubicBezTo>
                  <a:cubicBezTo>
                    <a:pt x="9402" y="19738"/>
                    <a:pt x="9753" y="19876"/>
                    <a:pt x="10224" y="19876"/>
                  </a:cubicBezTo>
                  <a:cubicBezTo>
                    <a:pt x="10347" y="19876"/>
                    <a:pt x="10477" y="19867"/>
                    <a:pt x="10608" y="19846"/>
                  </a:cubicBezTo>
                  <a:cubicBezTo>
                    <a:pt x="11008" y="19779"/>
                    <a:pt x="11175" y="19613"/>
                    <a:pt x="11242" y="19246"/>
                  </a:cubicBezTo>
                  <a:cubicBezTo>
                    <a:pt x="11309" y="18946"/>
                    <a:pt x="11208" y="18745"/>
                    <a:pt x="11008" y="18679"/>
                  </a:cubicBezTo>
                  <a:cubicBezTo>
                    <a:pt x="10942" y="18679"/>
                    <a:pt x="10808" y="18479"/>
                    <a:pt x="10675" y="18278"/>
                  </a:cubicBezTo>
                  <a:cubicBezTo>
                    <a:pt x="10475" y="17911"/>
                    <a:pt x="10408" y="17878"/>
                    <a:pt x="10108" y="17811"/>
                  </a:cubicBezTo>
                  <a:cubicBezTo>
                    <a:pt x="9807" y="17711"/>
                    <a:pt x="9774" y="17711"/>
                    <a:pt x="9507" y="17144"/>
                  </a:cubicBezTo>
                  <a:cubicBezTo>
                    <a:pt x="9274" y="16711"/>
                    <a:pt x="9140" y="16510"/>
                    <a:pt x="9007" y="16410"/>
                  </a:cubicBezTo>
                  <a:cubicBezTo>
                    <a:pt x="8873" y="16344"/>
                    <a:pt x="8807" y="16277"/>
                    <a:pt x="8807" y="16244"/>
                  </a:cubicBezTo>
                  <a:cubicBezTo>
                    <a:pt x="8807" y="16220"/>
                    <a:pt x="8824" y="16209"/>
                    <a:pt x="8851" y="16209"/>
                  </a:cubicBezTo>
                  <a:cubicBezTo>
                    <a:pt x="8901" y="16209"/>
                    <a:pt x="8987" y="16246"/>
                    <a:pt x="9074" y="16310"/>
                  </a:cubicBezTo>
                  <a:cubicBezTo>
                    <a:pt x="9207" y="16377"/>
                    <a:pt x="9407" y="16477"/>
                    <a:pt x="9507" y="16510"/>
                  </a:cubicBezTo>
                  <a:cubicBezTo>
                    <a:pt x="9774" y="16577"/>
                    <a:pt x="10308" y="16977"/>
                    <a:pt x="10441" y="17178"/>
                  </a:cubicBezTo>
                  <a:cubicBezTo>
                    <a:pt x="10541" y="17344"/>
                    <a:pt x="10975" y="17745"/>
                    <a:pt x="11075" y="17778"/>
                  </a:cubicBezTo>
                  <a:cubicBezTo>
                    <a:pt x="11108" y="17778"/>
                    <a:pt x="11208" y="17811"/>
                    <a:pt x="11309" y="17878"/>
                  </a:cubicBezTo>
                  <a:cubicBezTo>
                    <a:pt x="11342" y="17895"/>
                    <a:pt x="11392" y="17903"/>
                    <a:pt x="11442" y="17903"/>
                  </a:cubicBezTo>
                  <a:cubicBezTo>
                    <a:pt x="11492" y="17903"/>
                    <a:pt x="11542" y="17895"/>
                    <a:pt x="11575" y="17878"/>
                  </a:cubicBezTo>
                  <a:cubicBezTo>
                    <a:pt x="11709" y="17778"/>
                    <a:pt x="11876" y="17178"/>
                    <a:pt x="11876" y="16877"/>
                  </a:cubicBezTo>
                  <a:cubicBezTo>
                    <a:pt x="11876" y="16711"/>
                    <a:pt x="11876" y="16711"/>
                    <a:pt x="12176" y="16677"/>
                  </a:cubicBezTo>
                  <a:cubicBezTo>
                    <a:pt x="12343" y="16677"/>
                    <a:pt x="12509" y="16711"/>
                    <a:pt x="12576" y="16744"/>
                  </a:cubicBezTo>
                  <a:cubicBezTo>
                    <a:pt x="12597" y="16765"/>
                    <a:pt x="12615" y="16776"/>
                    <a:pt x="12632" y="16776"/>
                  </a:cubicBezTo>
                  <a:cubicBezTo>
                    <a:pt x="12667" y="16776"/>
                    <a:pt x="12697" y="16724"/>
                    <a:pt x="12743" y="16611"/>
                  </a:cubicBezTo>
                  <a:cubicBezTo>
                    <a:pt x="12771" y="16500"/>
                    <a:pt x="12821" y="16435"/>
                    <a:pt x="12894" y="16435"/>
                  </a:cubicBezTo>
                  <a:cubicBezTo>
                    <a:pt x="12910" y="16435"/>
                    <a:pt x="12926" y="16438"/>
                    <a:pt x="12943" y="16444"/>
                  </a:cubicBezTo>
                  <a:cubicBezTo>
                    <a:pt x="12959" y="16448"/>
                    <a:pt x="12975" y="16450"/>
                    <a:pt x="12989" y="16450"/>
                  </a:cubicBezTo>
                  <a:cubicBezTo>
                    <a:pt x="13093" y="16450"/>
                    <a:pt x="13151" y="16344"/>
                    <a:pt x="13210" y="16110"/>
                  </a:cubicBezTo>
                  <a:cubicBezTo>
                    <a:pt x="13277" y="15910"/>
                    <a:pt x="13443" y="15610"/>
                    <a:pt x="13577" y="15443"/>
                  </a:cubicBezTo>
                  <a:cubicBezTo>
                    <a:pt x="13677" y="15276"/>
                    <a:pt x="13810" y="14976"/>
                    <a:pt x="13844" y="14742"/>
                  </a:cubicBezTo>
                  <a:cubicBezTo>
                    <a:pt x="13877" y="14542"/>
                    <a:pt x="13944" y="14376"/>
                    <a:pt x="13977" y="14376"/>
                  </a:cubicBezTo>
                  <a:cubicBezTo>
                    <a:pt x="14010" y="14376"/>
                    <a:pt x="14144" y="14509"/>
                    <a:pt x="14244" y="14676"/>
                  </a:cubicBezTo>
                  <a:cubicBezTo>
                    <a:pt x="14418" y="14893"/>
                    <a:pt x="14535" y="14997"/>
                    <a:pt x="14633" y="14997"/>
                  </a:cubicBezTo>
                  <a:cubicBezTo>
                    <a:pt x="14685" y="14997"/>
                    <a:pt x="14731" y="14967"/>
                    <a:pt x="14778" y="14909"/>
                  </a:cubicBezTo>
                  <a:cubicBezTo>
                    <a:pt x="14878" y="14776"/>
                    <a:pt x="14878" y="14242"/>
                    <a:pt x="14744" y="14175"/>
                  </a:cubicBezTo>
                  <a:cubicBezTo>
                    <a:pt x="14578" y="14042"/>
                    <a:pt x="14578" y="13708"/>
                    <a:pt x="14778" y="13608"/>
                  </a:cubicBezTo>
                  <a:cubicBezTo>
                    <a:pt x="14824" y="13581"/>
                    <a:pt x="14900" y="13568"/>
                    <a:pt x="14988" y="13568"/>
                  </a:cubicBezTo>
                  <a:cubicBezTo>
                    <a:pt x="15221" y="13568"/>
                    <a:pt x="15539" y="13654"/>
                    <a:pt x="15612" y="13775"/>
                  </a:cubicBezTo>
                  <a:cubicBezTo>
                    <a:pt x="15625" y="13789"/>
                    <a:pt x="15645" y="13797"/>
                    <a:pt x="15666" y="13797"/>
                  </a:cubicBezTo>
                  <a:cubicBezTo>
                    <a:pt x="15695" y="13797"/>
                    <a:pt x="15726" y="13781"/>
                    <a:pt x="15745" y="13742"/>
                  </a:cubicBezTo>
                  <a:cubicBezTo>
                    <a:pt x="15766" y="13710"/>
                    <a:pt x="15791" y="13695"/>
                    <a:pt x="15817" y="13695"/>
                  </a:cubicBezTo>
                  <a:cubicBezTo>
                    <a:pt x="15872" y="13695"/>
                    <a:pt x="15933" y="13762"/>
                    <a:pt x="15979" y="13875"/>
                  </a:cubicBezTo>
                  <a:cubicBezTo>
                    <a:pt x="15982" y="13885"/>
                    <a:pt x="15990" y="13889"/>
                    <a:pt x="16003" y="13889"/>
                  </a:cubicBezTo>
                  <a:cubicBezTo>
                    <a:pt x="16121" y="13889"/>
                    <a:pt x="16619" y="13492"/>
                    <a:pt x="16679" y="13341"/>
                  </a:cubicBezTo>
                  <a:cubicBezTo>
                    <a:pt x="16699" y="13263"/>
                    <a:pt x="16730" y="13231"/>
                    <a:pt x="16779" y="13231"/>
                  </a:cubicBezTo>
                  <a:cubicBezTo>
                    <a:pt x="16813" y="13231"/>
                    <a:pt x="16857" y="13247"/>
                    <a:pt x="16913" y="13275"/>
                  </a:cubicBezTo>
                  <a:cubicBezTo>
                    <a:pt x="17013" y="13308"/>
                    <a:pt x="17113" y="13375"/>
                    <a:pt x="17146" y="13408"/>
                  </a:cubicBezTo>
                  <a:cubicBezTo>
                    <a:pt x="17169" y="13438"/>
                    <a:pt x="17201" y="13451"/>
                    <a:pt x="17239" y="13451"/>
                  </a:cubicBezTo>
                  <a:cubicBezTo>
                    <a:pt x="17368" y="13451"/>
                    <a:pt x="17554" y="13296"/>
                    <a:pt x="17580" y="13141"/>
                  </a:cubicBezTo>
                  <a:cubicBezTo>
                    <a:pt x="17599" y="12986"/>
                    <a:pt x="17675" y="12899"/>
                    <a:pt x="17755" y="12899"/>
                  </a:cubicBezTo>
                  <a:cubicBezTo>
                    <a:pt x="17812" y="12899"/>
                    <a:pt x="17871" y="12944"/>
                    <a:pt x="17913" y="13041"/>
                  </a:cubicBezTo>
                  <a:cubicBezTo>
                    <a:pt x="17942" y="13143"/>
                    <a:pt x="17978" y="13195"/>
                    <a:pt x="18023" y="13195"/>
                  </a:cubicBezTo>
                  <a:cubicBezTo>
                    <a:pt x="18080" y="13195"/>
                    <a:pt x="18153" y="13110"/>
                    <a:pt x="18247" y="12941"/>
                  </a:cubicBezTo>
                  <a:cubicBezTo>
                    <a:pt x="18310" y="12795"/>
                    <a:pt x="18425" y="12700"/>
                    <a:pt x="18511" y="12700"/>
                  </a:cubicBezTo>
                  <a:cubicBezTo>
                    <a:pt x="18561" y="12700"/>
                    <a:pt x="18601" y="12733"/>
                    <a:pt x="18614" y="12808"/>
                  </a:cubicBezTo>
                  <a:cubicBezTo>
                    <a:pt x="18647" y="12841"/>
                    <a:pt x="18714" y="12941"/>
                    <a:pt x="18781" y="13008"/>
                  </a:cubicBezTo>
                  <a:cubicBezTo>
                    <a:pt x="18847" y="13075"/>
                    <a:pt x="18914" y="13175"/>
                    <a:pt x="18914" y="13275"/>
                  </a:cubicBezTo>
                  <a:cubicBezTo>
                    <a:pt x="18903" y="13332"/>
                    <a:pt x="18911" y="13358"/>
                    <a:pt x="18930" y="13358"/>
                  </a:cubicBezTo>
                  <a:cubicBezTo>
                    <a:pt x="18968" y="13358"/>
                    <a:pt x="19048" y="13262"/>
                    <a:pt x="19114" y="13108"/>
                  </a:cubicBezTo>
                  <a:cubicBezTo>
                    <a:pt x="19142" y="13026"/>
                    <a:pt x="19192" y="12966"/>
                    <a:pt x="19227" y="12966"/>
                  </a:cubicBezTo>
                  <a:cubicBezTo>
                    <a:pt x="19235" y="12966"/>
                    <a:pt x="19242" y="12969"/>
                    <a:pt x="19248" y="12975"/>
                  </a:cubicBezTo>
                  <a:cubicBezTo>
                    <a:pt x="19256" y="12984"/>
                    <a:pt x="19268" y="12988"/>
                    <a:pt x="19281" y="12988"/>
                  </a:cubicBezTo>
                  <a:cubicBezTo>
                    <a:pt x="19317" y="12988"/>
                    <a:pt x="19366" y="12957"/>
                    <a:pt x="19414" y="12908"/>
                  </a:cubicBezTo>
                  <a:cubicBezTo>
                    <a:pt x="19581" y="12741"/>
                    <a:pt x="19781" y="11907"/>
                    <a:pt x="19681" y="11774"/>
                  </a:cubicBezTo>
                  <a:cubicBezTo>
                    <a:pt x="19681" y="11707"/>
                    <a:pt x="19681" y="11674"/>
                    <a:pt x="19715" y="11640"/>
                  </a:cubicBezTo>
                  <a:cubicBezTo>
                    <a:pt x="19748" y="11607"/>
                    <a:pt x="19748" y="11540"/>
                    <a:pt x="19748" y="11507"/>
                  </a:cubicBezTo>
                  <a:cubicBezTo>
                    <a:pt x="19648" y="11373"/>
                    <a:pt x="19648" y="10673"/>
                    <a:pt x="19715" y="10473"/>
                  </a:cubicBezTo>
                  <a:cubicBezTo>
                    <a:pt x="19748" y="10339"/>
                    <a:pt x="19748" y="10206"/>
                    <a:pt x="19715" y="10139"/>
                  </a:cubicBezTo>
                  <a:cubicBezTo>
                    <a:pt x="19648" y="10072"/>
                    <a:pt x="19681" y="10006"/>
                    <a:pt x="19715" y="10006"/>
                  </a:cubicBezTo>
                  <a:cubicBezTo>
                    <a:pt x="19781" y="10006"/>
                    <a:pt x="19815" y="10106"/>
                    <a:pt x="19848" y="10273"/>
                  </a:cubicBezTo>
                  <a:cubicBezTo>
                    <a:pt x="19848" y="10606"/>
                    <a:pt x="19848" y="10606"/>
                    <a:pt x="20148" y="10706"/>
                  </a:cubicBezTo>
                  <a:cubicBezTo>
                    <a:pt x="20315" y="10740"/>
                    <a:pt x="20448" y="10873"/>
                    <a:pt x="20548" y="11073"/>
                  </a:cubicBezTo>
                  <a:cubicBezTo>
                    <a:pt x="20715" y="11373"/>
                    <a:pt x="20815" y="11407"/>
                    <a:pt x="21549" y="11607"/>
                  </a:cubicBezTo>
                  <a:cubicBezTo>
                    <a:pt x="22050" y="11707"/>
                    <a:pt x="22416" y="11874"/>
                    <a:pt x="22517" y="12007"/>
                  </a:cubicBezTo>
                  <a:cubicBezTo>
                    <a:pt x="22617" y="12107"/>
                    <a:pt x="22750" y="12174"/>
                    <a:pt x="22783" y="12174"/>
                  </a:cubicBezTo>
                  <a:cubicBezTo>
                    <a:pt x="22950" y="12174"/>
                    <a:pt x="23284" y="11707"/>
                    <a:pt x="23217" y="11607"/>
                  </a:cubicBezTo>
                  <a:cubicBezTo>
                    <a:pt x="23184" y="11574"/>
                    <a:pt x="23184" y="11507"/>
                    <a:pt x="23250" y="11473"/>
                  </a:cubicBezTo>
                  <a:cubicBezTo>
                    <a:pt x="23350" y="11407"/>
                    <a:pt x="23184" y="10840"/>
                    <a:pt x="22950" y="10573"/>
                  </a:cubicBezTo>
                  <a:cubicBezTo>
                    <a:pt x="22850" y="10473"/>
                    <a:pt x="22717" y="10273"/>
                    <a:pt x="22683" y="10206"/>
                  </a:cubicBezTo>
                  <a:cubicBezTo>
                    <a:pt x="22617" y="10139"/>
                    <a:pt x="22483" y="10006"/>
                    <a:pt x="22383" y="9972"/>
                  </a:cubicBezTo>
                  <a:cubicBezTo>
                    <a:pt x="22116" y="9839"/>
                    <a:pt x="21983" y="9605"/>
                    <a:pt x="21916" y="9038"/>
                  </a:cubicBezTo>
                  <a:cubicBezTo>
                    <a:pt x="21849" y="8638"/>
                    <a:pt x="21883" y="8438"/>
                    <a:pt x="22050" y="8204"/>
                  </a:cubicBezTo>
                  <a:cubicBezTo>
                    <a:pt x="22350" y="7737"/>
                    <a:pt x="22283" y="7204"/>
                    <a:pt x="21816" y="6303"/>
                  </a:cubicBezTo>
                  <a:cubicBezTo>
                    <a:pt x="21516" y="5703"/>
                    <a:pt x="21449" y="5569"/>
                    <a:pt x="21549" y="5536"/>
                  </a:cubicBezTo>
                  <a:cubicBezTo>
                    <a:pt x="21616" y="5503"/>
                    <a:pt x="21749" y="5436"/>
                    <a:pt x="21883" y="5402"/>
                  </a:cubicBezTo>
                  <a:cubicBezTo>
                    <a:pt x="21943" y="5357"/>
                    <a:pt x="21996" y="5339"/>
                    <a:pt x="22043" y="5339"/>
                  </a:cubicBezTo>
                  <a:cubicBezTo>
                    <a:pt x="22100" y="5339"/>
                    <a:pt x="22146" y="5366"/>
                    <a:pt x="22183" y="5402"/>
                  </a:cubicBezTo>
                  <a:cubicBezTo>
                    <a:pt x="22233" y="5453"/>
                    <a:pt x="22266" y="5478"/>
                    <a:pt x="22291" y="5478"/>
                  </a:cubicBezTo>
                  <a:cubicBezTo>
                    <a:pt x="22316" y="5478"/>
                    <a:pt x="22333" y="5453"/>
                    <a:pt x="22350" y="5402"/>
                  </a:cubicBezTo>
                  <a:cubicBezTo>
                    <a:pt x="22395" y="5289"/>
                    <a:pt x="22440" y="5222"/>
                    <a:pt x="22486" y="5222"/>
                  </a:cubicBezTo>
                  <a:cubicBezTo>
                    <a:pt x="22507" y="5222"/>
                    <a:pt x="22529" y="5237"/>
                    <a:pt x="22550" y="5269"/>
                  </a:cubicBezTo>
                  <a:cubicBezTo>
                    <a:pt x="22583" y="5302"/>
                    <a:pt x="22517" y="5402"/>
                    <a:pt x="22450" y="5469"/>
                  </a:cubicBezTo>
                  <a:cubicBezTo>
                    <a:pt x="22350" y="5569"/>
                    <a:pt x="22316" y="5636"/>
                    <a:pt x="22350" y="5669"/>
                  </a:cubicBezTo>
                  <a:cubicBezTo>
                    <a:pt x="22383" y="5669"/>
                    <a:pt x="22550" y="6070"/>
                    <a:pt x="22717" y="6503"/>
                  </a:cubicBezTo>
                  <a:cubicBezTo>
                    <a:pt x="22883" y="6937"/>
                    <a:pt x="23084" y="7404"/>
                    <a:pt x="23184" y="7471"/>
                  </a:cubicBezTo>
                  <a:cubicBezTo>
                    <a:pt x="23250" y="7571"/>
                    <a:pt x="23284" y="7637"/>
                    <a:pt x="23217" y="7671"/>
                  </a:cubicBezTo>
                  <a:cubicBezTo>
                    <a:pt x="23184" y="7704"/>
                    <a:pt x="23184" y="7737"/>
                    <a:pt x="23217" y="7771"/>
                  </a:cubicBezTo>
                  <a:cubicBezTo>
                    <a:pt x="23284" y="7804"/>
                    <a:pt x="23284" y="7871"/>
                    <a:pt x="23250" y="7971"/>
                  </a:cubicBezTo>
                  <a:cubicBezTo>
                    <a:pt x="23217" y="8038"/>
                    <a:pt x="23250" y="8204"/>
                    <a:pt x="23284" y="8305"/>
                  </a:cubicBezTo>
                  <a:cubicBezTo>
                    <a:pt x="23384" y="8405"/>
                    <a:pt x="23350" y="8471"/>
                    <a:pt x="23284" y="8538"/>
                  </a:cubicBezTo>
                  <a:cubicBezTo>
                    <a:pt x="23084" y="8605"/>
                    <a:pt x="22917" y="8905"/>
                    <a:pt x="22950" y="9072"/>
                  </a:cubicBezTo>
                  <a:cubicBezTo>
                    <a:pt x="22950" y="9111"/>
                    <a:pt x="22973" y="9127"/>
                    <a:pt x="23005" y="9127"/>
                  </a:cubicBezTo>
                  <a:cubicBezTo>
                    <a:pt x="23028" y="9127"/>
                    <a:pt x="23056" y="9119"/>
                    <a:pt x="23084" y="9105"/>
                  </a:cubicBezTo>
                  <a:cubicBezTo>
                    <a:pt x="23117" y="9072"/>
                    <a:pt x="23150" y="8972"/>
                    <a:pt x="23117" y="8905"/>
                  </a:cubicBezTo>
                  <a:cubicBezTo>
                    <a:pt x="23099" y="8797"/>
                    <a:pt x="23149" y="8737"/>
                    <a:pt x="23220" y="8737"/>
                  </a:cubicBezTo>
                  <a:cubicBezTo>
                    <a:pt x="23281" y="8737"/>
                    <a:pt x="23356" y="8780"/>
                    <a:pt x="23417" y="8872"/>
                  </a:cubicBezTo>
                  <a:cubicBezTo>
                    <a:pt x="23517" y="9038"/>
                    <a:pt x="23517" y="9072"/>
                    <a:pt x="23284" y="9272"/>
                  </a:cubicBezTo>
                  <a:cubicBezTo>
                    <a:pt x="22950" y="9539"/>
                    <a:pt x="22850" y="9972"/>
                    <a:pt x="23084" y="10106"/>
                  </a:cubicBezTo>
                  <a:cubicBezTo>
                    <a:pt x="23217" y="10173"/>
                    <a:pt x="23250" y="10273"/>
                    <a:pt x="23250" y="10439"/>
                  </a:cubicBezTo>
                  <a:cubicBezTo>
                    <a:pt x="23272" y="10656"/>
                    <a:pt x="23280" y="10746"/>
                    <a:pt x="23310" y="10746"/>
                  </a:cubicBezTo>
                  <a:cubicBezTo>
                    <a:pt x="23326" y="10746"/>
                    <a:pt x="23349" y="10720"/>
                    <a:pt x="23384" y="10673"/>
                  </a:cubicBezTo>
                  <a:cubicBezTo>
                    <a:pt x="23396" y="10661"/>
                    <a:pt x="23426" y="10653"/>
                    <a:pt x="23466" y="10653"/>
                  </a:cubicBezTo>
                  <a:cubicBezTo>
                    <a:pt x="23535" y="10653"/>
                    <a:pt x="23633" y="10676"/>
                    <a:pt x="23717" y="10740"/>
                  </a:cubicBezTo>
                  <a:cubicBezTo>
                    <a:pt x="23851" y="10806"/>
                    <a:pt x="23918" y="10873"/>
                    <a:pt x="23884" y="10940"/>
                  </a:cubicBezTo>
                  <a:cubicBezTo>
                    <a:pt x="23851" y="10973"/>
                    <a:pt x="23851" y="11040"/>
                    <a:pt x="23951" y="11073"/>
                  </a:cubicBezTo>
                  <a:cubicBezTo>
                    <a:pt x="24018" y="11107"/>
                    <a:pt x="24084" y="11140"/>
                    <a:pt x="24084" y="11173"/>
                  </a:cubicBezTo>
                  <a:cubicBezTo>
                    <a:pt x="24118" y="11173"/>
                    <a:pt x="24251" y="11273"/>
                    <a:pt x="24385" y="11373"/>
                  </a:cubicBezTo>
                  <a:cubicBezTo>
                    <a:pt x="24485" y="11423"/>
                    <a:pt x="24551" y="11448"/>
                    <a:pt x="24606" y="11448"/>
                  </a:cubicBezTo>
                  <a:cubicBezTo>
                    <a:pt x="24660" y="11448"/>
                    <a:pt x="24701" y="11423"/>
                    <a:pt x="24751" y="11373"/>
                  </a:cubicBezTo>
                  <a:cubicBezTo>
                    <a:pt x="25018" y="11140"/>
                    <a:pt x="25185" y="10206"/>
                    <a:pt x="25118" y="9572"/>
                  </a:cubicBezTo>
                  <a:cubicBezTo>
                    <a:pt x="25085" y="9272"/>
                    <a:pt x="25018" y="8805"/>
                    <a:pt x="25018" y="8571"/>
                  </a:cubicBezTo>
                  <a:cubicBezTo>
                    <a:pt x="24985" y="8338"/>
                    <a:pt x="24952" y="8104"/>
                    <a:pt x="24918" y="8038"/>
                  </a:cubicBezTo>
                  <a:cubicBezTo>
                    <a:pt x="24852" y="7971"/>
                    <a:pt x="25018" y="7571"/>
                    <a:pt x="25152" y="7504"/>
                  </a:cubicBezTo>
                  <a:cubicBezTo>
                    <a:pt x="25167" y="7495"/>
                    <a:pt x="25181" y="7491"/>
                    <a:pt x="25195" y="7491"/>
                  </a:cubicBezTo>
                  <a:cubicBezTo>
                    <a:pt x="25341" y="7491"/>
                    <a:pt x="25446" y="7931"/>
                    <a:pt x="25385" y="8204"/>
                  </a:cubicBezTo>
                  <a:cubicBezTo>
                    <a:pt x="25285" y="8505"/>
                    <a:pt x="25319" y="9239"/>
                    <a:pt x="25452" y="9439"/>
                  </a:cubicBezTo>
                  <a:cubicBezTo>
                    <a:pt x="25519" y="9539"/>
                    <a:pt x="25519" y="9639"/>
                    <a:pt x="25485" y="9706"/>
                  </a:cubicBezTo>
                  <a:cubicBezTo>
                    <a:pt x="25470" y="9736"/>
                    <a:pt x="25462" y="9752"/>
                    <a:pt x="25458" y="9752"/>
                  </a:cubicBezTo>
                  <a:cubicBezTo>
                    <a:pt x="25452" y="9752"/>
                    <a:pt x="25452" y="9727"/>
                    <a:pt x="25452" y="9672"/>
                  </a:cubicBezTo>
                  <a:cubicBezTo>
                    <a:pt x="25452" y="9626"/>
                    <a:pt x="25452" y="9601"/>
                    <a:pt x="25445" y="9601"/>
                  </a:cubicBezTo>
                  <a:cubicBezTo>
                    <a:pt x="25438" y="9601"/>
                    <a:pt x="25421" y="9634"/>
                    <a:pt x="25385" y="9706"/>
                  </a:cubicBezTo>
                  <a:cubicBezTo>
                    <a:pt x="25332" y="9892"/>
                    <a:pt x="25364" y="10035"/>
                    <a:pt x="25463" y="10035"/>
                  </a:cubicBezTo>
                  <a:cubicBezTo>
                    <a:pt x="25488" y="10035"/>
                    <a:pt x="25518" y="10026"/>
                    <a:pt x="25552" y="10006"/>
                  </a:cubicBezTo>
                  <a:cubicBezTo>
                    <a:pt x="25572" y="9996"/>
                    <a:pt x="25591" y="9992"/>
                    <a:pt x="25610" y="9992"/>
                  </a:cubicBezTo>
                  <a:cubicBezTo>
                    <a:pt x="25655" y="9992"/>
                    <a:pt x="25695" y="10016"/>
                    <a:pt x="25719" y="10039"/>
                  </a:cubicBezTo>
                  <a:cubicBezTo>
                    <a:pt x="25752" y="10139"/>
                    <a:pt x="25719" y="10206"/>
                    <a:pt x="25585" y="10306"/>
                  </a:cubicBezTo>
                  <a:cubicBezTo>
                    <a:pt x="25419" y="10406"/>
                    <a:pt x="25419" y="10406"/>
                    <a:pt x="25585" y="10439"/>
                  </a:cubicBezTo>
                  <a:cubicBezTo>
                    <a:pt x="25685" y="10439"/>
                    <a:pt x="25852" y="10606"/>
                    <a:pt x="26019" y="10806"/>
                  </a:cubicBezTo>
                  <a:cubicBezTo>
                    <a:pt x="26186" y="11006"/>
                    <a:pt x="26353" y="11207"/>
                    <a:pt x="26386" y="11273"/>
                  </a:cubicBezTo>
                  <a:cubicBezTo>
                    <a:pt x="26425" y="11322"/>
                    <a:pt x="26470" y="11345"/>
                    <a:pt x="26515" y="11345"/>
                  </a:cubicBezTo>
                  <a:cubicBezTo>
                    <a:pt x="26625" y="11345"/>
                    <a:pt x="26739" y="11209"/>
                    <a:pt x="26786" y="10973"/>
                  </a:cubicBezTo>
                  <a:cubicBezTo>
                    <a:pt x="26832" y="10746"/>
                    <a:pt x="26954" y="10612"/>
                    <a:pt x="27080" y="10612"/>
                  </a:cubicBezTo>
                  <a:cubicBezTo>
                    <a:pt x="27139" y="10612"/>
                    <a:pt x="27200" y="10642"/>
                    <a:pt x="27253" y="10706"/>
                  </a:cubicBezTo>
                  <a:cubicBezTo>
                    <a:pt x="27320" y="10773"/>
                    <a:pt x="27287" y="10840"/>
                    <a:pt x="27187" y="10906"/>
                  </a:cubicBezTo>
                  <a:cubicBezTo>
                    <a:pt x="27120" y="10940"/>
                    <a:pt x="27086" y="11040"/>
                    <a:pt x="27120" y="11073"/>
                  </a:cubicBezTo>
                  <a:cubicBezTo>
                    <a:pt x="27140" y="11114"/>
                    <a:pt x="27187" y="11143"/>
                    <a:pt x="27235" y="11143"/>
                  </a:cubicBezTo>
                  <a:cubicBezTo>
                    <a:pt x="27264" y="11143"/>
                    <a:pt x="27295" y="11132"/>
                    <a:pt x="27320" y="11107"/>
                  </a:cubicBezTo>
                  <a:cubicBezTo>
                    <a:pt x="27357" y="11088"/>
                    <a:pt x="27387" y="11077"/>
                    <a:pt x="27414" y="11077"/>
                  </a:cubicBezTo>
                  <a:cubicBezTo>
                    <a:pt x="27483" y="11077"/>
                    <a:pt x="27534" y="11148"/>
                    <a:pt x="27654" y="11340"/>
                  </a:cubicBezTo>
                  <a:cubicBezTo>
                    <a:pt x="27819" y="11612"/>
                    <a:pt x="27965" y="11753"/>
                    <a:pt x="28204" y="11753"/>
                  </a:cubicBezTo>
                  <a:cubicBezTo>
                    <a:pt x="28494" y="11753"/>
                    <a:pt x="28921" y="11545"/>
                    <a:pt x="29688" y="11107"/>
                  </a:cubicBezTo>
                  <a:cubicBezTo>
                    <a:pt x="30255" y="10806"/>
                    <a:pt x="30756" y="10539"/>
                    <a:pt x="30789" y="10539"/>
                  </a:cubicBezTo>
                  <a:cubicBezTo>
                    <a:pt x="30856" y="10539"/>
                    <a:pt x="30923" y="10606"/>
                    <a:pt x="30956" y="10673"/>
                  </a:cubicBezTo>
                  <a:cubicBezTo>
                    <a:pt x="30980" y="10709"/>
                    <a:pt x="31004" y="10728"/>
                    <a:pt x="31034" y="10728"/>
                  </a:cubicBezTo>
                  <a:cubicBezTo>
                    <a:pt x="31088" y="10728"/>
                    <a:pt x="31161" y="10668"/>
                    <a:pt x="31289" y="10539"/>
                  </a:cubicBezTo>
                  <a:cubicBezTo>
                    <a:pt x="31590" y="10306"/>
                    <a:pt x="31857" y="9706"/>
                    <a:pt x="31990" y="8972"/>
                  </a:cubicBezTo>
                  <a:cubicBezTo>
                    <a:pt x="32045" y="8695"/>
                    <a:pt x="32121" y="8551"/>
                    <a:pt x="32212" y="8551"/>
                  </a:cubicBezTo>
                  <a:cubicBezTo>
                    <a:pt x="32285" y="8551"/>
                    <a:pt x="32368" y="8645"/>
                    <a:pt x="32457" y="8838"/>
                  </a:cubicBezTo>
                  <a:cubicBezTo>
                    <a:pt x="32515" y="8984"/>
                    <a:pt x="32598" y="9078"/>
                    <a:pt x="32619" y="9078"/>
                  </a:cubicBezTo>
                  <a:cubicBezTo>
                    <a:pt x="32622" y="9078"/>
                    <a:pt x="32624" y="9076"/>
                    <a:pt x="32624" y="9072"/>
                  </a:cubicBezTo>
                  <a:cubicBezTo>
                    <a:pt x="32632" y="9063"/>
                    <a:pt x="32640" y="9059"/>
                    <a:pt x="32649" y="9059"/>
                  </a:cubicBezTo>
                  <a:cubicBezTo>
                    <a:pt x="32674" y="9059"/>
                    <a:pt x="32699" y="9097"/>
                    <a:pt x="32724" y="9172"/>
                  </a:cubicBezTo>
                  <a:cubicBezTo>
                    <a:pt x="32754" y="9247"/>
                    <a:pt x="32797" y="9281"/>
                    <a:pt x="32836" y="9281"/>
                  </a:cubicBezTo>
                  <a:cubicBezTo>
                    <a:pt x="32884" y="9281"/>
                    <a:pt x="32924" y="9230"/>
                    <a:pt x="32924" y="9138"/>
                  </a:cubicBezTo>
                  <a:cubicBezTo>
                    <a:pt x="32924" y="9030"/>
                    <a:pt x="33169" y="8921"/>
                    <a:pt x="33385" y="8921"/>
                  </a:cubicBezTo>
                  <a:cubicBezTo>
                    <a:pt x="33434" y="8921"/>
                    <a:pt x="33482" y="8926"/>
                    <a:pt x="33524" y="8938"/>
                  </a:cubicBezTo>
                  <a:cubicBezTo>
                    <a:pt x="33624" y="8938"/>
                    <a:pt x="33725" y="8938"/>
                    <a:pt x="33725" y="8905"/>
                  </a:cubicBezTo>
                  <a:cubicBezTo>
                    <a:pt x="33758" y="8838"/>
                    <a:pt x="34192" y="8471"/>
                    <a:pt x="34425" y="8305"/>
                  </a:cubicBezTo>
                  <a:cubicBezTo>
                    <a:pt x="34492" y="8238"/>
                    <a:pt x="34625" y="8071"/>
                    <a:pt x="34659" y="7904"/>
                  </a:cubicBezTo>
                  <a:cubicBezTo>
                    <a:pt x="34775" y="7498"/>
                    <a:pt x="34967" y="7218"/>
                    <a:pt x="35124" y="7218"/>
                  </a:cubicBezTo>
                  <a:cubicBezTo>
                    <a:pt x="35148" y="7218"/>
                    <a:pt x="35171" y="7224"/>
                    <a:pt x="35192" y="7237"/>
                  </a:cubicBezTo>
                  <a:cubicBezTo>
                    <a:pt x="35219" y="7246"/>
                    <a:pt x="35244" y="7250"/>
                    <a:pt x="35266" y="7250"/>
                  </a:cubicBezTo>
                  <a:cubicBezTo>
                    <a:pt x="35328" y="7250"/>
                    <a:pt x="35377" y="7219"/>
                    <a:pt x="35426" y="7170"/>
                  </a:cubicBezTo>
                  <a:cubicBezTo>
                    <a:pt x="35459" y="7104"/>
                    <a:pt x="35559" y="6970"/>
                    <a:pt x="35659" y="6937"/>
                  </a:cubicBezTo>
                  <a:cubicBezTo>
                    <a:pt x="35859" y="6803"/>
                    <a:pt x="35959" y="6470"/>
                    <a:pt x="35926" y="6103"/>
                  </a:cubicBezTo>
                  <a:cubicBezTo>
                    <a:pt x="35893" y="5469"/>
                    <a:pt x="35259" y="4535"/>
                    <a:pt x="34725" y="4302"/>
                  </a:cubicBezTo>
                  <a:cubicBezTo>
                    <a:pt x="34458" y="4202"/>
                    <a:pt x="33991" y="3668"/>
                    <a:pt x="33658" y="3101"/>
                  </a:cubicBezTo>
                  <a:cubicBezTo>
                    <a:pt x="33591" y="3034"/>
                    <a:pt x="33358" y="2867"/>
                    <a:pt x="33124" y="2801"/>
                  </a:cubicBezTo>
                  <a:cubicBezTo>
                    <a:pt x="32891" y="2701"/>
                    <a:pt x="32624" y="2534"/>
                    <a:pt x="32524" y="2400"/>
                  </a:cubicBezTo>
                  <a:cubicBezTo>
                    <a:pt x="32424" y="2300"/>
                    <a:pt x="32157" y="1967"/>
                    <a:pt x="31923" y="1666"/>
                  </a:cubicBezTo>
                  <a:cubicBezTo>
                    <a:pt x="31654" y="1316"/>
                    <a:pt x="31320" y="1010"/>
                    <a:pt x="31271" y="1010"/>
                  </a:cubicBezTo>
                  <a:lnTo>
                    <a:pt x="31271" y="1010"/>
                  </a:lnTo>
                  <a:cubicBezTo>
                    <a:pt x="31259" y="1010"/>
                    <a:pt x="31264" y="1027"/>
                    <a:pt x="31289" y="1066"/>
                  </a:cubicBezTo>
                  <a:cubicBezTo>
                    <a:pt x="31289" y="1099"/>
                    <a:pt x="31223" y="1133"/>
                    <a:pt x="31123" y="1133"/>
                  </a:cubicBezTo>
                  <a:cubicBezTo>
                    <a:pt x="30956" y="1133"/>
                    <a:pt x="30923" y="1166"/>
                    <a:pt x="31023" y="1266"/>
                  </a:cubicBezTo>
                  <a:cubicBezTo>
                    <a:pt x="31056" y="1333"/>
                    <a:pt x="31256" y="1633"/>
                    <a:pt x="31423" y="1967"/>
                  </a:cubicBezTo>
                  <a:cubicBezTo>
                    <a:pt x="31756" y="2534"/>
                    <a:pt x="31756" y="2534"/>
                    <a:pt x="31556" y="2600"/>
                  </a:cubicBezTo>
                  <a:cubicBezTo>
                    <a:pt x="31423" y="2634"/>
                    <a:pt x="31356" y="2734"/>
                    <a:pt x="31323" y="3067"/>
                  </a:cubicBezTo>
                  <a:lnTo>
                    <a:pt x="31256" y="3468"/>
                  </a:lnTo>
                  <a:lnTo>
                    <a:pt x="30956" y="2901"/>
                  </a:lnTo>
                  <a:cubicBezTo>
                    <a:pt x="30522" y="1967"/>
                    <a:pt x="30456" y="1900"/>
                    <a:pt x="30222" y="1633"/>
                  </a:cubicBezTo>
                  <a:cubicBezTo>
                    <a:pt x="30089" y="1500"/>
                    <a:pt x="29922" y="1300"/>
                    <a:pt x="29855" y="1199"/>
                  </a:cubicBezTo>
                  <a:cubicBezTo>
                    <a:pt x="29788" y="1133"/>
                    <a:pt x="29622" y="966"/>
                    <a:pt x="29522" y="833"/>
                  </a:cubicBezTo>
                  <a:cubicBezTo>
                    <a:pt x="29445" y="731"/>
                    <a:pt x="29349" y="687"/>
                    <a:pt x="29249" y="687"/>
                  </a:cubicBezTo>
                  <a:cubicBezTo>
                    <a:pt x="29218" y="687"/>
                    <a:pt x="29186" y="691"/>
                    <a:pt x="29155" y="699"/>
                  </a:cubicBezTo>
                  <a:cubicBezTo>
                    <a:pt x="29088" y="699"/>
                    <a:pt x="29006" y="714"/>
                    <a:pt x="28930" y="714"/>
                  </a:cubicBezTo>
                  <a:cubicBezTo>
                    <a:pt x="28891" y="714"/>
                    <a:pt x="28854" y="710"/>
                    <a:pt x="28821" y="699"/>
                  </a:cubicBezTo>
                  <a:cubicBezTo>
                    <a:pt x="28688" y="699"/>
                    <a:pt x="27854" y="899"/>
                    <a:pt x="27620" y="999"/>
                  </a:cubicBezTo>
                  <a:cubicBezTo>
                    <a:pt x="27618" y="1001"/>
                    <a:pt x="27614" y="1001"/>
                    <a:pt x="27611" y="1001"/>
                  </a:cubicBezTo>
                  <a:cubicBezTo>
                    <a:pt x="27525" y="1001"/>
                    <a:pt x="27176" y="618"/>
                    <a:pt x="26920" y="265"/>
                  </a:cubicBezTo>
                  <a:cubicBezTo>
                    <a:pt x="26870" y="190"/>
                    <a:pt x="26801" y="153"/>
                    <a:pt x="26713" y="153"/>
                  </a:cubicBezTo>
                  <a:cubicBezTo>
                    <a:pt x="26684" y="153"/>
                    <a:pt x="26653" y="157"/>
                    <a:pt x="26619" y="165"/>
                  </a:cubicBezTo>
                  <a:cubicBezTo>
                    <a:pt x="26519" y="199"/>
                    <a:pt x="26453" y="232"/>
                    <a:pt x="26419" y="265"/>
                  </a:cubicBezTo>
                  <a:cubicBezTo>
                    <a:pt x="26419" y="265"/>
                    <a:pt x="26353" y="265"/>
                    <a:pt x="26253" y="232"/>
                  </a:cubicBezTo>
                  <a:cubicBezTo>
                    <a:pt x="26211" y="218"/>
                    <a:pt x="26152" y="210"/>
                    <a:pt x="26086" y="210"/>
                  </a:cubicBezTo>
                  <a:cubicBezTo>
                    <a:pt x="25992" y="210"/>
                    <a:pt x="25883" y="226"/>
                    <a:pt x="25786" y="265"/>
                  </a:cubicBezTo>
                  <a:cubicBezTo>
                    <a:pt x="25485" y="366"/>
                    <a:pt x="25452" y="466"/>
                    <a:pt x="25652" y="532"/>
                  </a:cubicBezTo>
                  <a:cubicBezTo>
                    <a:pt x="25819" y="566"/>
                    <a:pt x="25786" y="933"/>
                    <a:pt x="25619" y="966"/>
                  </a:cubicBezTo>
                  <a:cubicBezTo>
                    <a:pt x="25552" y="966"/>
                    <a:pt x="25452" y="933"/>
                    <a:pt x="25419" y="899"/>
                  </a:cubicBezTo>
                  <a:cubicBezTo>
                    <a:pt x="24936" y="202"/>
                    <a:pt x="24733" y="0"/>
                    <a:pt x="243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59"/>
            <p:cNvSpPr/>
            <p:nvPr/>
          </p:nvSpPr>
          <p:spPr>
            <a:xfrm rot="-9887279">
              <a:off x="4139043" y="-126031"/>
              <a:ext cx="1854101" cy="1116806"/>
            </a:xfrm>
            <a:custGeom>
              <a:avLst/>
              <a:gdLst/>
              <a:ahLst/>
              <a:cxnLst/>
              <a:rect l="l" t="t" r="r" b="b"/>
              <a:pathLst>
                <a:path w="39763" h="23951" extrusionOk="0">
                  <a:moveTo>
                    <a:pt x="32524" y="3502"/>
                  </a:moveTo>
                  <a:cubicBezTo>
                    <a:pt x="32557" y="3502"/>
                    <a:pt x="32624" y="3502"/>
                    <a:pt x="32591" y="3535"/>
                  </a:cubicBezTo>
                  <a:cubicBezTo>
                    <a:pt x="32591" y="3569"/>
                    <a:pt x="32724" y="3635"/>
                    <a:pt x="32891" y="3736"/>
                  </a:cubicBezTo>
                  <a:cubicBezTo>
                    <a:pt x="33058" y="3802"/>
                    <a:pt x="33224" y="3869"/>
                    <a:pt x="33224" y="3936"/>
                  </a:cubicBezTo>
                  <a:cubicBezTo>
                    <a:pt x="33258" y="3969"/>
                    <a:pt x="33325" y="3969"/>
                    <a:pt x="33425" y="3969"/>
                  </a:cubicBezTo>
                  <a:cubicBezTo>
                    <a:pt x="33491" y="3969"/>
                    <a:pt x="33591" y="4036"/>
                    <a:pt x="33658" y="4136"/>
                  </a:cubicBezTo>
                  <a:cubicBezTo>
                    <a:pt x="33725" y="4236"/>
                    <a:pt x="33792" y="4269"/>
                    <a:pt x="33858" y="4269"/>
                  </a:cubicBezTo>
                  <a:cubicBezTo>
                    <a:pt x="33867" y="4260"/>
                    <a:pt x="33886" y="4256"/>
                    <a:pt x="33911" y="4256"/>
                  </a:cubicBezTo>
                  <a:cubicBezTo>
                    <a:pt x="33979" y="4256"/>
                    <a:pt x="34094" y="4287"/>
                    <a:pt x="34192" y="4336"/>
                  </a:cubicBezTo>
                  <a:cubicBezTo>
                    <a:pt x="34299" y="4396"/>
                    <a:pt x="34394" y="4425"/>
                    <a:pt x="34466" y="4425"/>
                  </a:cubicBezTo>
                  <a:cubicBezTo>
                    <a:pt x="34597" y="4425"/>
                    <a:pt x="34656" y="4329"/>
                    <a:pt x="34592" y="4136"/>
                  </a:cubicBezTo>
                  <a:cubicBezTo>
                    <a:pt x="34548" y="3958"/>
                    <a:pt x="34592" y="3869"/>
                    <a:pt x="34726" y="3869"/>
                  </a:cubicBezTo>
                  <a:cubicBezTo>
                    <a:pt x="34792" y="3869"/>
                    <a:pt x="34881" y="3891"/>
                    <a:pt x="34992" y="3936"/>
                  </a:cubicBezTo>
                  <a:cubicBezTo>
                    <a:pt x="35193" y="4036"/>
                    <a:pt x="35259" y="4102"/>
                    <a:pt x="35226" y="4203"/>
                  </a:cubicBezTo>
                  <a:cubicBezTo>
                    <a:pt x="35193" y="4303"/>
                    <a:pt x="35259" y="4369"/>
                    <a:pt x="35459" y="4469"/>
                  </a:cubicBezTo>
                  <a:cubicBezTo>
                    <a:pt x="35760" y="4636"/>
                    <a:pt x="35726" y="4670"/>
                    <a:pt x="35259" y="4703"/>
                  </a:cubicBezTo>
                  <a:cubicBezTo>
                    <a:pt x="35059" y="4703"/>
                    <a:pt x="34826" y="4736"/>
                    <a:pt x="34692" y="4736"/>
                  </a:cubicBezTo>
                  <a:cubicBezTo>
                    <a:pt x="34561" y="4756"/>
                    <a:pt x="34463" y="4768"/>
                    <a:pt x="34386" y="4768"/>
                  </a:cubicBezTo>
                  <a:cubicBezTo>
                    <a:pt x="34209" y="4768"/>
                    <a:pt x="34141" y="4709"/>
                    <a:pt x="34025" y="4569"/>
                  </a:cubicBezTo>
                  <a:cubicBezTo>
                    <a:pt x="33958" y="4436"/>
                    <a:pt x="33792" y="4336"/>
                    <a:pt x="33691" y="4336"/>
                  </a:cubicBezTo>
                  <a:cubicBezTo>
                    <a:pt x="33591" y="4303"/>
                    <a:pt x="33258" y="4236"/>
                    <a:pt x="32958" y="4169"/>
                  </a:cubicBezTo>
                  <a:cubicBezTo>
                    <a:pt x="32657" y="4136"/>
                    <a:pt x="32357" y="4036"/>
                    <a:pt x="32257" y="3969"/>
                  </a:cubicBezTo>
                  <a:cubicBezTo>
                    <a:pt x="32090" y="3902"/>
                    <a:pt x="32090" y="3902"/>
                    <a:pt x="32257" y="3836"/>
                  </a:cubicBezTo>
                  <a:cubicBezTo>
                    <a:pt x="32357" y="3802"/>
                    <a:pt x="32424" y="3702"/>
                    <a:pt x="32424" y="3635"/>
                  </a:cubicBezTo>
                  <a:cubicBezTo>
                    <a:pt x="32424" y="3569"/>
                    <a:pt x="32457" y="3535"/>
                    <a:pt x="32524" y="3502"/>
                  </a:cubicBezTo>
                  <a:close/>
                  <a:moveTo>
                    <a:pt x="33223" y="4670"/>
                  </a:moveTo>
                  <a:cubicBezTo>
                    <a:pt x="33278" y="4670"/>
                    <a:pt x="33345" y="4681"/>
                    <a:pt x="33425" y="4703"/>
                  </a:cubicBezTo>
                  <a:cubicBezTo>
                    <a:pt x="33725" y="4803"/>
                    <a:pt x="33758" y="4870"/>
                    <a:pt x="33525" y="5103"/>
                  </a:cubicBezTo>
                  <a:lnTo>
                    <a:pt x="33291" y="5337"/>
                  </a:lnTo>
                  <a:lnTo>
                    <a:pt x="33124" y="5070"/>
                  </a:lnTo>
                  <a:cubicBezTo>
                    <a:pt x="32994" y="4809"/>
                    <a:pt x="33027" y="4670"/>
                    <a:pt x="33223" y="4670"/>
                  </a:cubicBezTo>
                  <a:close/>
                  <a:moveTo>
                    <a:pt x="36377" y="5690"/>
                  </a:moveTo>
                  <a:cubicBezTo>
                    <a:pt x="36410" y="5690"/>
                    <a:pt x="36427" y="5713"/>
                    <a:pt x="36427" y="5737"/>
                  </a:cubicBezTo>
                  <a:cubicBezTo>
                    <a:pt x="36427" y="5804"/>
                    <a:pt x="36393" y="5870"/>
                    <a:pt x="36327" y="5904"/>
                  </a:cubicBezTo>
                  <a:cubicBezTo>
                    <a:pt x="36299" y="5918"/>
                    <a:pt x="36277" y="5926"/>
                    <a:pt x="36261" y="5926"/>
                  </a:cubicBezTo>
                  <a:cubicBezTo>
                    <a:pt x="36238" y="5926"/>
                    <a:pt x="36227" y="5910"/>
                    <a:pt x="36227" y="5870"/>
                  </a:cubicBezTo>
                  <a:cubicBezTo>
                    <a:pt x="36227" y="5804"/>
                    <a:pt x="36260" y="5737"/>
                    <a:pt x="36327" y="5704"/>
                  </a:cubicBezTo>
                  <a:cubicBezTo>
                    <a:pt x="36346" y="5694"/>
                    <a:pt x="36363" y="5690"/>
                    <a:pt x="36377" y="5690"/>
                  </a:cubicBezTo>
                  <a:close/>
                  <a:moveTo>
                    <a:pt x="29021" y="5679"/>
                  </a:moveTo>
                  <a:cubicBezTo>
                    <a:pt x="29080" y="5679"/>
                    <a:pt x="29172" y="5720"/>
                    <a:pt x="29255" y="5804"/>
                  </a:cubicBezTo>
                  <a:cubicBezTo>
                    <a:pt x="29622" y="6071"/>
                    <a:pt x="29755" y="6237"/>
                    <a:pt x="29655" y="6237"/>
                  </a:cubicBezTo>
                  <a:cubicBezTo>
                    <a:pt x="29555" y="6237"/>
                    <a:pt x="29055" y="5904"/>
                    <a:pt x="28988" y="5804"/>
                  </a:cubicBezTo>
                  <a:cubicBezTo>
                    <a:pt x="28938" y="5720"/>
                    <a:pt x="28963" y="5679"/>
                    <a:pt x="29021" y="5679"/>
                  </a:cubicBezTo>
                  <a:close/>
                  <a:moveTo>
                    <a:pt x="29821" y="6291"/>
                  </a:moveTo>
                  <a:cubicBezTo>
                    <a:pt x="29855" y="6291"/>
                    <a:pt x="29898" y="6322"/>
                    <a:pt x="29922" y="6371"/>
                  </a:cubicBezTo>
                  <a:cubicBezTo>
                    <a:pt x="29955" y="6438"/>
                    <a:pt x="29955" y="6504"/>
                    <a:pt x="29922" y="6504"/>
                  </a:cubicBezTo>
                  <a:cubicBezTo>
                    <a:pt x="29904" y="6513"/>
                    <a:pt x="29889" y="6517"/>
                    <a:pt x="29875" y="6517"/>
                  </a:cubicBezTo>
                  <a:cubicBezTo>
                    <a:pt x="29838" y="6517"/>
                    <a:pt x="29813" y="6486"/>
                    <a:pt x="29789" y="6438"/>
                  </a:cubicBezTo>
                  <a:cubicBezTo>
                    <a:pt x="29722" y="6371"/>
                    <a:pt x="29755" y="6337"/>
                    <a:pt x="29789" y="6304"/>
                  </a:cubicBezTo>
                  <a:cubicBezTo>
                    <a:pt x="29798" y="6295"/>
                    <a:pt x="29809" y="6291"/>
                    <a:pt x="29821" y="6291"/>
                  </a:cubicBezTo>
                  <a:close/>
                  <a:moveTo>
                    <a:pt x="34853" y="6535"/>
                  </a:moveTo>
                  <a:cubicBezTo>
                    <a:pt x="34875" y="6535"/>
                    <a:pt x="34900" y="6545"/>
                    <a:pt x="34926" y="6571"/>
                  </a:cubicBezTo>
                  <a:cubicBezTo>
                    <a:pt x="34992" y="6604"/>
                    <a:pt x="35026" y="6638"/>
                    <a:pt x="35026" y="6671"/>
                  </a:cubicBezTo>
                  <a:cubicBezTo>
                    <a:pt x="35014" y="6695"/>
                    <a:pt x="34981" y="6706"/>
                    <a:pt x="34944" y="6706"/>
                  </a:cubicBezTo>
                  <a:cubicBezTo>
                    <a:pt x="34876" y="6706"/>
                    <a:pt x="34792" y="6669"/>
                    <a:pt x="34792" y="6604"/>
                  </a:cubicBezTo>
                  <a:cubicBezTo>
                    <a:pt x="34792" y="6563"/>
                    <a:pt x="34818" y="6535"/>
                    <a:pt x="34853" y="6535"/>
                  </a:cubicBezTo>
                  <a:close/>
                  <a:moveTo>
                    <a:pt x="35166" y="6896"/>
                  </a:moveTo>
                  <a:cubicBezTo>
                    <a:pt x="35184" y="6896"/>
                    <a:pt x="35238" y="6950"/>
                    <a:pt x="35293" y="7005"/>
                  </a:cubicBezTo>
                  <a:cubicBezTo>
                    <a:pt x="35359" y="7071"/>
                    <a:pt x="35393" y="7138"/>
                    <a:pt x="35359" y="7171"/>
                  </a:cubicBezTo>
                  <a:cubicBezTo>
                    <a:pt x="35326" y="7171"/>
                    <a:pt x="35259" y="7138"/>
                    <a:pt x="35193" y="7038"/>
                  </a:cubicBezTo>
                  <a:cubicBezTo>
                    <a:pt x="35159" y="6971"/>
                    <a:pt x="35126" y="6905"/>
                    <a:pt x="35159" y="6905"/>
                  </a:cubicBezTo>
                  <a:cubicBezTo>
                    <a:pt x="35159" y="6898"/>
                    <a:pt x="35161" y="6896"/>
                    <a:pt x="35166" y="6896"/>
                  </a:cubicBezTo>
                  <a:close/>
                  <a:moveTo>
                    <a:pt x="30990" y="7205"/>
                  </a:moveTo>
                  <a:cubicBezTo>
                    <a:pt x="31056" y="7205"/>
                    <a:pt x="31123" y="7205"/>
                    <a:pt x="31123" y="7271"/>
                  </a:cubicBezTo>
                  <a:cubicBezTo>
                    <a:pt x="31156" y="7305"/>
                    <a:pt x="31123" y="7338"/>
                    <a:pt x="31090" y="7372"/>
                  </a:cubicBezTo>
                  <a:cubicBezTo>
                    <a:pt x="31081" y="7380"/>
                    <a:pt x="31069" y="7385"/>
                    <a:pt x="31057" y="7385"/>
                  </a:cubicBezTo>
                  <a:cubicBezTo>
                    <a:pt x="31023" y="7385"/>
                    <a:pt x="30981" y="7354"/>
                    <a:pt x="30956" y="7305"/>
                  </a:cubicBezTo>
                  <a:cubicBezTo>
                    <a:pt x="30923" y="7238"/>
                    <a:pt x="30923" y="7205"/>
                    <a:pt x="30990" y="7205"/>
                  </a:cubicBezTo>
                  <a:close/>
                  <a:moveTo>
                    <a:pt x="30538" y="8916"/>
                  </a:moveTo>
                  <a:cubicBezTo>
                    <a:pt x="30612" y="8916"/>
                    <a:pt x="30788" y="9036"/>
                    <a:pt x="30856" y="9173"/>
                  </a:cubicBezTo>
                  <a:cubicBezTo>
                    <a:pt x="30997" y="9454"/>
                    <a:pt x="31039" y="9554"/>
                    <a:pt x="31005" y="9554"/>
                  </a:cubicBezTo>
                  <a:cubicBezTo>
                    <a:pt x="30990" y="9554"/>
                    <a:pt x="30963" y="9536"/>
                    <a:pt x="30923" y="9506"/>
                  </a:cubicBezTo>
                  <a:cubicBezTo>
                    <a:pt x="30789" y="9440"/>
                    <a:pt x="30589" y="9206"/>
                    <a:pt x="30523" y="9006"/>
                  </a:cubicBezTo>
                  <a:cubicBezTo>
                    <a:pt x="30491" y="8942"/>
                    <a:pt x="30503" y="8916"/>
                    <a:pt x="30538" y="8916"/>
                  </a:cubicBezTo>
                  <a:close/>
                  <a:moveTo>
                    <a:pt x="31234" y="7406"/>
                  </a:moveTo>
                  <a:cubicBezTo>
                    <a:pt x="31286" y="7406"/>
                    <a:pt x="31483" y="7550"/>
                    <a:pt x="31823" y="7839"/>
                  </a:cubicBezTo>
                  <a:cubicBezTo>
                    <a:pt x="32024" y="8005"/>
                    <a:pt x="32324" y="8239"/>
                    <a:pt x="32491" y="8339"/>
                  </a:cubicBezTo>
                  <a:cubicBezTo>
                    <a:pt x="32624" y="8472"/>
                    <a:pt x="32924" y="8773"/>
                    <a:pt x="33124" y="8973"/>
                  </a:cubicBezTo>
                  <a:cubicBezTo>
                    <a:pt x="33310" y="9189"/>
                    <a:pt x="33495" y="9377"/>
                    <a:pt x="33548" y="9377"/>
                  </a:cubicBezTo>
                  <a:cubicBezTo>
                    <a:pt x="33552" y="9377"/>
                    <a:pt x="33556" y="9375"/>
                    <a:pt x="33558" y="9373"/>
                  </a:cubicBezTo>
                  <a:cubicBezTo>
                    <a:pt x="33573" y="9370"/>
                    <a:pt x="33586" y="9369"/>
                    <a:pt x="33598" y="9369"/>
                  </a:cubicBezTo>
                  <a:cubicBezTo>
                    <a:pt x="33724" y="9369"/>
                    <a:pt x="33710" y="9515"/>
                    <a:pt x="33558" y="9606"/>
                  </a:cubicBezTo>
                  <a:cubicBezTo>
                    <a:pt x="33528" y="9621"/>
                    <a:pt x="33502" y="9631"/>
                    <a:pt x="33472" y="9631"/>
                  </a:cubicBezTo>
                  <a:cubicBezTo>
                    <a:pt x="33371" y="9631"/>
                    <a:pt x="33238" y="9513"/>
                    <a:pt x="32824" y="9073"/>
                  </a:cubicBezTo>
                  <a:cubicBezTo>
                    <a:pt x="32524" y="8773"/>
                    <a:pt x="32224" y="8439"/>
                    <a:pt x="32190" y="8372"/>
                  </a:cubicBezTo>
                  <a:cubicBezTo>
                    <a:pt x="32136" y="8318"/>
                    <a:pt x="32081" y="8263"/>
                    <a:pt x="32045" y="8263"/>
                  </a:cubicBezTo>
                  <a:cubicBezTo>
                    <a:pt x="32037" y="8263"/>
                    <a:pt x="32030" y="8266"/>
                    <a:pt x="32024" y="8272"/>
                  </a:cubicBezTo>
                  <a:cubicBezTo>
                    <a:pt x="31957" y="8272"/>
                    <a:pt x="31823" y="8139"/>
                    <a:pt x="31690" y="8005"/>
                  </a:cubicBezTo>
                  <a:cubicBezTo>
                    <a:pt x="31607" y="7866"/>
                    <a:pt x="31500" y="7797"/>
                    <a:pt x="31467" y="7797"/>
                  </a:cubicBezTo>
                  <a:cubicBezTo>
                    <a:pt x="31460" y="7797"/>
                    <a:pt x="31457" y="7800"/>
                    <a:pt x="31457" y="7805"/>
                  </a:cubicBezTo>
                  <a:cubicBezTo>
                    <a:pt x="31448" y="7813"/>
                    <a:pt x="31438" y="7818"/>
                    <a:pt x="31426" y="7818"/>
                  </a:cubicBezTo>
                  <a:cubicBezTo>
                    <a:pt x="31392" y="7818"/>
                    <a:pt x="31348" y="7780"/>
                    <a:pt x="31323" y="7705"/>
                  </a:cubicBezTo>
                  <a:cubicBezTo>
                    <a:pt x="31290" y="7605"/>
                    <a:pt x="31256" y="7472"/>
                    <a:pt x="31223" y="7438"/>
                  </a:cubicBezTo>
                  <a:cubicBezTo>
                    <a:pt x="31216" y="7417"/>
                    <a:pt x="31219" y="7406"/>
                    <a:pt x="31234" y="7406"/>
                  </a:cubicBezTo>
                  <a:close/>
                  <a:moveTo>
                    <a:pt x="29474" y="9622"/>
                  </a:moveTo>
                  <a:cubicBezTo>
                    <a:pt x="29542" y="9622"/>
                    <a:pt x="29576" y="9725"/>
                    <a:pt x="29522" y="9807"/>
                  </a:cubicBezTo>
                  <a:cubicBezTo>
                    <a:pt x="29472" y="9931"/>
                    <a:pt x="29534" y="10055"/>
                    <a:pt x="29610" y="10055"/>
                  </a:cubicBezTo>
                  <a:cubicBezTo>
                    <a:pt x="29636" y="10055"/>
                    <a:pt x="29663" y="10041"/>
                    <a:pt x="29689" y="10007"/>
                  </a:cubicBezTo>
                  <a:cubicBezTo>
                    <a:pt x="29722" y="9973"/>
                    <a:pt x="29755" y="9957"/>
                    <a:pt x="29785" y="9957"/>
                  </a:cubicBezTo>
                  <a:cubicBezTo>
                    <a:pt x="29814" y="9957"/>
                    <a:pt x="29839" y="9973"/>
                    <a:pt x="29855" y="10007"/>
                  </a:cubicBezTo>
                  <a:cubicBezTo>
                    <a:pt x="29922" y="10140"/>
                    <a:pt x="29889" y="10174"/>
                    <a:pt x="29655" y="10174"/>
                  </a:cubicBezTo>
                  <a:cubicBezTo>
                    <a:pt x="29522" y="10174"/>
                    <a:pt x="29422" y="10107"/>
                    <a:pt x="29322" y="9940"/>
                  </a:cubicBezTo>
                  <a:cubicBezTo>
                    <a:pt x="29264" y="9853"/>
                    <a:pt x="29256" y="9767"/>
                    <a:pt x="29277" y="9767"/>
                  </a:cubicBezTo>
                  <a:cubicBezTo>
                    <a:pt x="29280" y="9767"/>
                    <a:pt x="29284" y="9769"/>
                    <a:pt x="29288" y="9773"/>
                  </a:cubicBezTo>
                  <a:cubicBezTo>
                    <a:pt x="29327" y="9812"/>
                    <a:pt x="29367" y="9828"/>
                    <a:pt x="29399" y="9828"/>
                  </a:cubicBezTo>
                  <a:cubicBezTo>
                    <a:pt x="29422" y="9828"/>
                    <a:pt x="29441" y="9820"/>
                    <a:pt x="29455" y="9807"/>
                  </a:cubicBezTo>
                  <a:cubicBezTo>
                    <a:pt x="29488" y="9807"/>
                    <a:pt x="29488" y="9773"/>
                    <a:pt x="29422" y="9740"/>
                  </a:cubicBezTo>
                  <a:cubicBezTo>
                    <a:pt x="29388" y="9707"/>
                    <a:pt x="29388" y="9673"/>
                    <a:pt x="29422" y="9640"/>
                  </a:cubicBezTo>
                  <a:cubicBezTo>
                    <a:pt x="29440" y="9627"/>
                    <a:pt x="29458" y="9622"/>
                    <a:pt x="29474" y="9622"/>
                  </a:cubicBezTo>
                  <a:close/>
                  <a:moveTo>
                    <a:pt x="18376" y="10382"/>
                  </a:moveTo>
                  <a:cubicBezTo>
                    <a:pt x="18431" y="10382"/>
                    <a:pt x="18481" y="10424"/>
                    <a:pt x="18481" y="10507"/>
                  </a:cubicBezTo>
                  <a:cubicBezTo>
                    <a:pt x="18481" y="10591"/>
                    <a:pt x="18339" y="10723"/>
                    <a:pt x="18274" y="10723"/>
                  </a:cubicBezTo>
                  <a:cubicBezTo>
                    <a:pt x="18262" y="10723"/>
                    <a:pt x="18252" y="10718"/>
                    <a:pt x="18247" y="10707"/>
                  </a:cubicBezTo>
                  <a:cubicBezTo>
                    <a:pt x="18247" y="10674"/>
                    <a:pt x="18247" y="10607"/>
                    <a:pt x="18247" y="10507"/>
                  </a:cubicBezTo>
                  <a:cubicBezTo>
                    <a:pt x="18264" y="10424"/>
                    <a:pt x="18322" y="10382"/>
                    <a:pt x="18376" y="10382"/>
                  </a:cubicBezTo>
                  <a:close/>
                  <a:moveTo>
                    <a:pt x="24936" y="8905"/>
                  </a:moveTo>
                  <a:cubicBezTo>
                    <a:pt x="24973" y="8905"/>
                    <a:pt x="25073" y="8980"/>
                    <a:pt x="25285" y="9139"/>
                  </a:cubicBezTo>
                  <a:cubicBezTo>
                    <a:pt x="25519" y="9340"/>
                    <a:pt x="25819" y="9573"/>
                    <a:pt x="25953" y="9707"/>
                  </a:cubicBezTo>
                  <a:cubicBezTo>
                    <a:pt x="26086" y="9840"/>
                    <a:pt x="26320" y="10073"/>
                    <a:pt x="26453" y="10240"/>
                  </a:cubicBezTo>
                  <a:cubicBezTo>
                    <a:pt x="26620" y="10374"/>
                    <a:pt x="26787" y="10574"/>
                    <a:pt x="26887" y="10674"/>
                  </a:cubicBezTo>
                  <a:cubicBezTo>
                    <a:pt x="26962" y="10749"/>
                    <a:pt x="26980" y="10786"/>
                    <a:pt x="26929" y="10786"/>
                  </a:cubicBezTo>
                  <a:cubicBezTo>
                    <a:pt x="26912" y="10786"/>
                    <a:pt x="26887" y="10782"/>
                    <a:pt x="26853" y="10774"/>
                  </a:cubicBezTo>
                  <a:cubicBezTo>
                    <a:pt x="26787" y="10774"/>
                    <a:pt x="26586" y="10641"/>
                    <a:pt x="26420" y="10474"/>
                  </a:cubicBezTo>
                  <a:cubicBezTo>
                    <a:pt x="26253" y="10307"/>
                    <a:pt x="26086" y="10140"/>
                    <a:pt x="26019" y="10107"/>
                  </a:cubicBezTo>
                  <a:cubicBezTo>
                    <a:pt x="25953" y="10073"/>
                    <a:pt x="25853" y="9973"/>
                    <a:pt x="25819" y="9873"/>
                  </a:cubicBezTo>
                  <a:cubicBezTo>
                    <a:pt x="25764" y="9791"/>
                    <a:pt x="25687" y="9731"/>
                    <a:pt x="25624" y="9731"/>
                  </a:cubicBezTo>
                  <a:cubicBezTo>
                    <a:pt x="25610" y="9731"/>
                    <a:pt x="25598" y="9734"/>
                    <a:pt x="25586" y="9740"/>
                  </a:cubicBezTo>
                  <a:cubicBezTo>
                    <a:pt x="25519" y="9740"/>
                    <a:pt x="25486" y="9707"/>
                    <a:pt x="25486" y="9673"/>
                  </a:cubicBezTo>
                  <a:cubicBezTo>
                    <a:pt x="25486" y="9640"/>
                    <a:pt x="25386" y="9540"/>
                    <a:pt x="25285" y="9473"/>
                  </a:cubicBezTo>
                  <a:cubicBezTo>
                    <a:pt x="25152" y="9373"/>
                    <a:pt x="25019" y="9240"/>
                    <a:pt x="24952" y="9073"/>
                  </a:cubicBezTo>
                  <a:cubicBezTo>
                    <a:pt x="24921" y="8963"/>
                    <a:pt x="24904" y="8905"/>
                    <a:pt x="24936" y="8905"/>
                  </a:cubicBezTo>
                  <a:close/>
                  <a:moveTo>
                    <a:pt x="21349" y="9840"/>
                  </a:moveTo>
                  <a:lnTo>
                    <a:pt x="21783" y="9973"/>
                  </a:lnTo>
                  <a:cubicBezTo>
                    <a:pt x="22016" y="10040"/>
                    <a:pt x="22217" y="10140"/>
                    <a:pt x="22250" y="10207"/>
                  </a:cubicBezTo>
                  <a:cubicBezTo>
                    <a:pt x="22300" y="10282"/>
                    <a:pt x="22350" y="10319"/>
                    <a:pt x="22400" y="10319"/>
                  </a:cubicBezTo>
                  <a:cubicBezTo>
                    <a:pt x="22417" y="10319"/>
                    <a:pt x="22433" y="10315"/>
                    <a:pt x="22450" y="10307"/>
                  </a:cubicBezTo>
                  <a:cubicBezTo>
                    <a:pt x="22467" y="10290"/>
                    <a:pt x="22500" y="10282"/>
                    <a:pt x="22538" y="10282"/>
                  </a:cubicBezTo>
                  <a:cubicBezTo>
                    <a:pt x="22575" y="10282"/>
                    <a:pt x="22617" y="10290"/>
                    <a:pt x="22650" y="10307"/>
                  </a:cubicBezTo>
                  <a:cubicBezTo>
                    <a:pt x="22817" y="10474"/>
                    <a:pt x="22950" y="10674"/>
                    <a:pt x="22850" y="10741"/>
                  </a:cubicBezTo>
                  <a:cubicBezTo>
                    <a:pt x="22817" y="10741"/>
                    <a:pt x="22817" y="10807"/>
                    <a:pt x="22850" y="10874"/>
                  </a:cubicBezTo>
                  <a:cubicBezTo>
                    <a:pt x="22913" y="10978"/>
                    <a:pt x="22884" y="11030"/>
                    <a:pt x="22756" y="11030"/>
                  </a:cubicBezTo>
                  <a:cubicBezTo>
                    <a:pt x="22679" y="11030"/>
                    <a:pt x="22567" y="11012"/>
                    <a:pt x="22417" y="10974"/>
                  </a:cubicBezTo>
                  <a:cubicBezTo>
                    <a:pt x="22217" y="10941"/>
                    <a:pt x="22083" y="10907"/>
                    <a:pt x="22117" y="10874"/>
                  </a:cubicBezTo>
                  <a:cubicBezTo>
                    <a:pt x="22150" y="10874"/>
                    <a:pt x="22083" y="10807"/>
                    <a:pt x="21983" y="10741"/>
                  </a:cubicBezTo>
                  <a:cubicBezTo>
                    <a:pt x="21933" y="10724"/>
                    <a:pt x="21891" y="10716"/>
                    <a:pt x="21858" y="10716"/>
                  </a:cubicBezTo>
                  <a:cubicBezTo>
                    <a:pt x="21825" y="10716"/>
                    <a:pt x="21800" y="10724"/>
                    <a:pt x="21783" y="10741"/>
                  </a:cubicBezTo>
                  <a:cubicBezTo>
                    <a:pt x="21775" y="10749"/>
                    <a:pt x="21764" y="10753"/>
                    <a:pt x="21752" y="10753"/>
                  </a:cubicBezTo>
                  <a:cubicBezTo>
                    <a:pt x="21716" y="10753"/>
                    <a:pt x="21666" y="10716"/>
                    <a:pt x="21616" y="10641"/>
                  </a:cubicBezTo>
                  <a:cubicBezTo>
                    <a:pt x="21565" y="10539"/>
                    <a:pt x="21514" y="10495"/>
                    <a:pt x="21434" y="10495"/>
                  </a:cubicBezTo>
                  <a:cubicBezTo>
                    <a:pt x="21409" y="10495"/>
                    <a:pt x="21381" y="10499"/>
                    <a:pt x="21349" y="10507"/>
                  </a:cubicBezTo>
                  <a:cubicBezTo>
                    <a:pt x="21299" y="10527"/>
                    <a:pt x="21262" y="10541"/>
                    <a:pt x="21236" y="10541"/>
                  </a:cubicBezTo>
                  <a:cubicBezTo>
                    <a:pt x="21175" y="10541"/>
                    <a:pt x="21179" y="10464"/>
                    <a:pt x="21249" y="10207"/>
                  </a:cubicBezTo>
                  <a:lnTo>
                    <a:pt x="21349" y="9840"/>
                  </a:lnTo>
                  <a:close/>
                  <a:moveTo>
                    <a:pt x="27054" y="10995"/>
                  </a:moveTo>
                  <a:cubicBezTo>
                    <a:pt x="27060" y="10995"/>
                    <a:pt x="27070" y="10999"/>
                    <a:pt x="27087" y="11007"/>
                  </a:cubicBezTo>
                  <a:cubicBezTo>
                    <a:pt x="27120" y="11041"/>
                    <a:pt x="27187" y="11141"/>
                    <a:pt x="27187" y="11174"/>
                  </a:cubicBezTo>
                  <a:cubicBezTo>
                    <a:pt x="27201" y="11202"/>
                    <a:pt x="27197" y="11218"/>
                    <a:pt x="27184" y="11218"/>
                  </a:cubicBezTo>
                  <a:cubicBezTo>
                    <a:pt x="27165" y="11218"/>
                    <a:pt x="27126" y="11186"/>
                    <a:pt x="27087" y="11108"/>
                  </a:cubicBezTo>
                  <a:cubicBezTo>
                    <a:pt x="27062" y="11032"/>
                    <a:pt x="27037" y="10995"/>
                    <a:pt x="27054" y="10995"/>
                  </a:cubicBezTo>
                  <a:close/>
                  <a:moveTo>
                    <a:pt x="32346" y="11366"/>
                  </a:moveTo>
                  <a:cubicBezTo>
                    <a:pt x="32347" y="11366"/>
                    <a:pt x="32351" y="11368"/>
                    <a:pt x="32357" y="11374"/>
                  </a:cubicBezTo>
                  <a:cubicBezTo>
                    <a:pt x="32424" y="11408"/>
                    <a:pt x="32491" y="11508"/>
                    <a:pt x="32524" y="11575"/>
                  </a:cubicBezTo>
                  <a:cubicBezTo>
                    <a:pt x="32524" y="11602"/>
                    <a:pt x="32518" y="11618"/>
                    <a:pt x="32507" y="11618"/>
                  </a:cubicBezTo>
                  <a:cubicBezTo>
                    <a:pt x="32491" y="11618"/>
                    <a:pt x="32463" y="11586"/>
                    <a:pt x="32424" y="11508"/>
                  </a:cubicBezTo>
                  <a:cubicBezTo>
                    <a:pt x="32369" y="11425"/>
                    <a:pt x="32337" y="11366"/>
                    <a:pt x="32346" y="11366"/>
                  </a:cubicBezTo>
                  <a:close/>
                  <a:moveTo>
                    <a:pt x="28054" y="11875"/>
                  </a:moveTo>
                  <a:cubicBezTo>
                    <a:pt x="28087" y="11875"/>
                    <a:pt x="28154" y="11908"/>
                    <a:pt x="28188" y="11941"/>
                  </a:cubicBezTo>
                  <a:cubicBezTo>
                    <a:pt x="28221" y="12008"/>
                    <a:pt x="28188" y="12042"/>
                    <a:pt x="28121" y="12042"/>
                  </a:cubicBezTo>
                  <a:cubicBezTo>
                    <a:pt x="28054" y="12042"/>
                    <a:pt x="28021" y="12008"/>
                    <a:pt x="27987" y="11941"/>
                  </a:cubicBezTo>
                  <a:cubicBezTo>
                    <a:pt x="27954" y="11908"/>
                    <a:pt x="27987" y="11875"/>
                    <a:pt x="28054" y="11875"/>
                  </a:cubicBezTo>
                  <a:close/>
                  <a:moveTo>
                    <a:pt x="15920" y="12050"/>
                  </a:moveTo>
                  <a:cubicBezTo>
                    <a:pt x="15937" y="12050"/>
                    <a:pt x="15945" y="12058"/>
                    <a:pt x="15945" y="12075"/>
                  </a:cubicBezTo>
                  <a:cubicBezTo>
                    <a:pt x="15945" y="12075"/>
                    <a:pt x="15945" y="12142"/>
                    <a:pt x="15912" y="12175"/>
                  </a:cubicBezTo>
                  <a:cubicBezTo>
                    <a:pt x="15912" y="12214"/>
                    <a:pt x="15889" y="12230"/>
                    <a:pt x="15870" y="12230"/>
                  </a:cubicBezTo>
                  <a:cubicBezTo>
                    <a:pt x="15857" y="12230"/>
                    <a:pt x="15845" y="12222"/>
                    <a:pt x="15845" y="12208"/>
                  </a:cubicBezTo>
                  <a:cubicBezTo>
                    <a:pt x="15812" y="12142"/>
                    <a:pt x="15812" y="12108"/>
                    <a:pt x="15845" y="12075"/>
                  </a:cubicBezTo>
                  <a:cubicBezTo>
                    <a:pt x="15879" y="12058"/>
                    <a:pt x="15904" y="12050"/>
                    <a:pt x="15920" y="12050"/>
                  </a:cubicBezTo>
                  <a:close/>
                  <a:moveTo>
                    <a:pt x="19281" y="12075"/>
                  </a:moveTo>
                  <a:cubicBezTo>
                    <a:pt x="19315" y="12075"/>
                    <a:pt x="19348" y="12075"/>
                    <a:pt x="19381" y="12108"/>
                  </a:cubicBezTo>
                  <a:cubicBezTo>
                    <a:pt x="19415" y="12142"/>
                    <a:pt x="19415" y="12208"/>
                    <a:pt x="19348" y="12242"/>
                  </a:cubicBezTo>
                  <a:cubicBezTo>
                    <a:pt x="19315" y="12242"/>
                    <a:pt x="19281" y="12242"/>
                    <a:pt x="19248" y="12208"/>
                  </a:cubicBezTo>
                  <a:cubicBezTo>
                    <a:pt x="19214" y="12175"/>
                    <a:pt x="19214" y="12108"/>
                    <a:pt x="19281" y="12075"/>
                  </a:cubicBezTo>
                  <a:close/>
                  <a:moveTo>
                    <a:pt x="30990" y="10174"/>
                  </a:moveTo>
                  <a:lnTo>
                    <a:pt x="30990" y="10174"/>
                  </a:lnTo>
                  <a:cubicBezTo>
                    <a:pt x="30990" y="10174"/>
                    <a:pt x="31123" y="10274"/>
                    <a:pt x="31290" y="10440"/>
                  </a:cubicBezTo>
                  <a:cubicBezTo>
                    <a:pt x="31423" y="10607"/>
                    <a:pt x="31623" y="10841"/>
                    <a:pt x="31723" y="10941"/>
                  </a:cubicBezTo>
                  <a:cubicBezTo>
                    <a:pt x="31823" y="11041"/>
                    <a:pt x="31957" y="11208"/>
                    <a:pt x="32057" y="11274"/>
                  </a:cubicBezTo>
                  <a:cubicBezTo>
                    <a:pt x="32224" y="11474"/>
                    <a:pt x="32224" y="11474"/>
                    <a:pt x="32424" y="11975"/>
                  </a:cubicBezTo>
                  <a:lnTo>
                    <a:pt x="32591" y="12375"/>
                  </a:lnTo>
                  <a:lnTo>
                    <a:pt x="32224" y="11975"/>
                  </a:lnTo>
                  <a:cubicBezTo>
                    <a:pt x="31990" y="11741"/>
                    <a:pt x="31790" y="11541"/>
                    <a:pt x="31790" y="11508"/>
                  </a:cubicBezTo>
                  <a:cubicBezTo>
                    <a:pt x="31757" y="11474"/>
                    <a:pt x="31690" y="11408"/>
                    <a:pt x="31623" y="11408"/>
                  </a:cubicBezTo>
                  <a:cubicBezTo>
                    <a:pt x="31423" y="11274"/>
                    <a:pt x="31090" y="10774"/>
                    <a:pt x="31023" y="10474"/>
                  </a:cubicBezTo>
                  <a:cubicBezTo>
                    <a:pt x="30990" y="10307"/>
                    <a:pt x="30956" y="10174"/>
                    <a:pt x="30990" y="10174"/>
                  </a:cubicBezTo>
                  <a:close/>
                  <a:moveTo>
                    <a:pt x="30694" y="12133"/>
                  </a:moveTo>
                  <a:cubicBezTo>
                    <a:pt x="30712" y="12133"/>
                    <a:pt x="30733" y="12136"/>
                    <a:pt x="30756" y="12142"/>
                  </a:cubicBezTo>
                  <a:cubicBezTo>
                    <a:pt x="30823" y="12142"/>
                    <a:pt x="30856" y="12375"/>
                    <a:pt x="30789" y="12442"/>
                  </a:cubicBezTo>
                  <a:cubicBezTo>
                    <a:pt x="30756" y="12442"/>
                    <a:pt x="30689" y="12408"/>
                    <a:pt x="30656" y="12308"/>
                  </a:cubicBezTo>
                  <a:cubicBezTo>
                    <a:pt x="30573" y="12198"/>
                    <a:pt x="30605" y="12133"/>
                    <a:pt x="30694" y="12133"/>
                  </a:cubicBezTo>
                  <a:close/>
                  <a:moveTo>
                    <a:pt x="12494" y="11966"/>
                  </a:moveTo>
                  <a:cubicBezTo>
                    <a:pt x="12577" y="11966"/>
                    <a:pt x="12660" y="12031"/>
                    <a:pt x="12743" y="12142"/>
                  </a:cubicBezTo>
                  <a:cubicBezTo>
                    <a:pt x="12877" y="12308"/>
                    <a:pt x="12877" y="12375"/>
                    <a:pt x="12810" y="12442"/>
                  </a:cubicBezTo>
                  <a:cubicBezTo>
                    <a:pt x="12782" y="12456"/>
                    <a:pt x="12755" y="12464"/>
                    <a:pt x="12729" y="12464"/>
                  </a:cubicBezTo>
                  <a:cubicBezTo>
                    <a:pt x="12694" y="12464"/>
                    <a:pt x="12663" y="12448"/>
                    <a:pt x="12643" y="12408"/>
                  </a:cubicBezTo>
                  <a:cubicBezTo>
                    <a:pt x="12610" y="12375"/>
                    <a:pt x="12510" y="12275"/>
                    <a:pt x="12443" y="12175"/>
                  </a:cubicBezTo>
                  <a:cubicBezTo>
                    <a:pt x="12310" y="12075"/>
                    <a:pt x="12310" y="12042"/>
                    <a:pt x="12443" y="11975"/>
                  </a:cubicBezTo>
                  <a:cubicBezTo>
                    <a:pt x="12460" y="11969"/>
                    <a:pt x="12477" y="11966"/>
                    <a:pt x="12494" y="11966"/>
                  </a:cubicBezTo>
                  <a:close/>
                  <a:moveTo>
                    <a:pt x="19813" y="12607"/>
                  </a:moveTo>
                  <a:cubicBezTo>
                    <a:pt x="19854" y="12607"/>
                    <a:pt x="20006" y="12708"/>
                    <a:pt x="20082" y="12809"/>
                  </a:cubicBezTo>
                  <a:cubicBezTo>
                    <a:pt x="20101" y="12828"/>
                    <a:pt x="20098" y="12847"/>
                    <a:pt x="20079" y="12847"/>
                  </a:cubicBezTo>
                  <a:cubicBezTo>
                    <a:pt x="20065" y="12847"/>
                    <a:pt x="20043" y="12837"/>
                    <a:pt x="20015" y="12809"/>
                  </a:cubicBezTo>
                  <a:cubicBezTo>
                    <a:pt x="19915" y="12775"/>
                    <a:pt x="19848" y="12709"/>
                    <a:pt x="19815" y="12642"/>
                  </a:cubicBezTo>
                  <a:cubicBezTo>
                    <a:pt x="19799" y="12618"/>
                    <a:pt x="19800" y="12607"/>
                    <a:pt x="19813" y="12607"/>
                  </a:cubicBezTo>
                  <a:close/>
                  <a:moveTo>
                    <a:pt x="16854" y="12675"/>
                  </a:moveTo>
                  <a:cubicBezTo>
                    <a:pt x="16871" y="12675"/>
                    <a:pt x="16879" y="12709"/>
                    <a:pt x="16879" y="12775"/>
                  </a:cubicBezTo>
                  <a:cubicBezTo>
                    <a:pt x="16913" y="12842"/>
                    <a:pt x="16879" y="12909"/>
                    <a:pt x="16813" y="12909"/>
                  </a:cubicBezTo>
                  <a:cubicBezTo>
                    <a:pt x="16746" y="12909"/>
                    <a:pt x="16746" y="12875"/>
                    <a:pt x="16779" y="12775"/>
                  </a:cubicBezTo>
                  <a:cubicBezTo>
                    <a:pt x="16813" y="12709"/>
                    <a:pt x="16838" y="12675"/>
                    <a:pt x="16854" y="12675"/>
                  </a:cubicBezTo>
                  <a:close/>
                  <a:moveTo>
                    <a:pt x="32791" y="12709"/>
                  </a:moveTo>
                  <a:cubicBezTo>
                    <a:pt x="32791" y="12709"/>
                    <a:pt x="32824" y="12742"/>
                    <a:pt x="32891" y="12809"/>
                  </a:cubicBezTo>
                  <a:cubicBezTo>
                    <a:pt x="32924" y="12875"/>
                    <a:pt x="32924" y="12909"/>
                    <a:pt x="32858" y="12942"/>
                  </a:cubicBezTo>
                  <a:cubicBezTo>
                    <a:pt x="32849" y="12950"/>
                    <a:pt x="32841" y="12955"/>
                    <a:pt x="32833" y="12955"/>
                  </a:cubicBezTo>
                  <a:cubicBezTo>
                    <a:pt x="32810" y="12955"/>
                    <a:pt x="32791" y="12917"/>
                    <a:pt x="32791" y="12842"/>
                  </a:cubicBezTo>
                  <a:cubicBezTo>
                    <a:pt x="32757" y="12775"/>
                    <a:pt x="32757" y="12709"/>
                    <a:pt x="32791" y="12709"/>
                  </a:cubicBezTo>
                  <a:close/>
                  <a:moveTo>
                    <a:pt x="28711" y="12909"/>
                  </a:moveTo>
                  <a:cubicBezTo>
                    <a:pt x="28729" y="12909"/>
                    <a:pt x="28755" y="12920"/>
                    <a:pt x="28788" y="12942"/>
                  </a:cubicBezTo>
                  <a:cubicBezTo>
                    <a:pt x="28855" y="12942"/>
                    <a:pt x="28855" y="13009"/>
                    <a:pt x="28821" y="13076"/>
                  </a:cubicBezTo>
                  <a:cubicBezTo>
                    <a:pt x="28821" y="13089"/>
                    <a:pt x="28810" y="13097"/>
                    <a:pt x="28794" y="13097"/>
                  </a:cubicBezTo>
                  <a:cubicBezTo>
                    <a:pt x="28772" y="13097"/>
                    <a:pt x="28741" y="13081"/>
                    <a:pt x="28721" y="13042"/>
                  </a:cubicBezTo>
                  <a:cubicBezTo>
                    <a:pt x="28677" y="12953"/>
                    <a:pt x="28677" y="12909"/>
                    <a:pt x="28711" y="12909"/>
                  </a:cubicBezTo>
                  <a:close/>
                  <a:moveTo>
                    <a:pt x="31385" y="12930"/>
                  </a:moveTo>
                  <a:cubicBezTo>
                    <a:pt x="31394" y="12930"/>
                    <a:pt x="31407" y="12934"/>
                    <a:pt x="31423" y="12942"/>
                  </a:cubicBezTo>
                  <a:cubicBezTo>
                    <a:pt x="31523" y="12942"/>
                    <a:pt x="31523" y="12976"/>
                    <a:pt x="31523" y="13076"/>
                  </a:cubicBezTo>
                  <a:cubicBezTo>
                    <a:pt x="31508" y="13106"/>
                    <a:pt x="31493" y="13122"/>
                    <a:pt x="31475" y="13122"/>
                  </a:cubicBezTo>
                  <a:cubicBezTo>
                    <a:pt x="31453" y="13122"/>
                    <a:pt x="31427" y="13097"/>
                    <a:pt x="31390" y="13042"/>
                  </a:cubicBezTo>
                  <a:cubicBezTo>
                    <a:pt x="31365" y="12967"/>
                    <a:pt x="31359" y="12930"/>
                    <a:pt x="31385" y="12930"/>
                  </a:cubicBezTo>
                  <a:close/>
                  <a:moveTo>
                    <a:pt x="19882" y="13076"/>
                  </a:moveTo>
                  <a:cubicBezTo>
                    <a:pt x="19915" y="13076"/>
                    <a:pt x="19948" y="13109"/>
                    <a:pt x="19948" y="13176"/>
                  </a:cubicBezTo>
                  <a:cubicBezTo>
                    <a:pt x="19948" y="13206"/>
                    <a:pt x="19955" y="13222"/>
                    <a:pt x="19969" y="13222"/>
                  </a:cubicBezTo>
                  <a:cubicBezTo>
                    <a:pt x="19985" y="13222"/>
                    <a:pt x="20012" y="13197"/>
                    <a:pt x="20048" y="13142"/>
                  </a:cubicBezTo>
                  <a:cubicBezTo>
                    <a:pt x="20082" y="13109"/>
                    <a:pt x="20107" y="13092"/>
                    <a:pt x="20123" y="13092"/>
                  </a:cubicBezTo>
                  <a:cubicBezTo>
                    <a:pt x="20140" y="13092"/>
                    <a:pt x="20148" y="13109"/>
                    <a:pt x="20148" y="13142"/>
                  </a:cubicBezTo>
                  <a:cubicBezTo>
                    <a:pt x="20148" y="13231"/>
                    <a:pt x="20060" y="13305"/>
                    <a:pt x="19980" y="13305"/>
                  </a:cubicBezTo>
                  <a:cubicBezTo>
                    <a:pt x="19941" y="13305"/>
                    <a:pt x="19904" y="13287"/>
                    <a:pt x="19882" y="13242"/>
                  </a:cubicBezTo>
                  <a:cubicBezTo>
                    <a:pt x="19815" y="13176"/>
                    <a:pt x="19848" y="13109"/>
                    <a:pt x="19882" y="13076"/>
                  </a:cubicBezTo>
                  <a:close/>
                  <a:moveTo>
                    <a:pt x="13047" y="12433"/>
                  </a:moveTo>
                  <a:cubicBezTo>
                    <a:pt x="13101" y="12433"/>
                    <a:pt x="13156" y="12487"/>
                    <a:pt x="13210" y="12542"/>
                  </a:cubicBezTo>
                  <a:cubicBezTo>
                    <a:pt x="13244" y="12642"/>
                    <a:pt x="13377" y="12709"/>
                    <a:pt x="13477" y="12709"/>
                  </a:cubicBezTo>
                  <a:cubicBezTo>
                    <a:pt x="13610" y="12709"/>
                    <a:pt x="13644" y="12742"/>
                    <a:pt x="13610" y="13009"/>
                  </a:cubicBezTo>
                  <a:cubicBezTo>
                    <a:pt x="13578" y="13255"/>
                    <a:pt x="13545" y="13380"/>
                    <a:pt x="13484" y="13380"/>
                  </a:cubicBezTo>
                  <a:cubicBezTo>
                    <a:pt x="13422" y="13380"/>
                    <a:pt x="13329" y="13247"/>
                    <a:pt x="13177" y="12976"/>
                  </a:cubicBezTo>
                  <a:cubicBezTo>
                    <a:pt x="13010" y="12642"/>
                    <a:pt x="12943" y="12475"/>
                    <a:pt x="13010" y="12442"/>
                  </a:cubicBezTo>
                  <a:cubicBezTo>
                    <a:pt x="13022" y="12436"/>
                    <a:pt x="13035" y="12433"/>
                    <a:pt x="13047" y="12433"/>
                  </a:cubicBezTo>
                  <a:close/>
                  <a:moveTo>
                    <a:pt x="29021" y="13476"/>
                  </a:moveTo>
                  <a:cubicBezTo>
                    <a:pt x="29055" y="13476"/>
                    <a:pt x="29088" y="13509"/>
                    <a:pt x="29155" y="13543"/>
                  </a:cubicBezTo>
                  <a:cubicBezTo>
                    <a:pt x="29222" y="13609"/>
                    <a:pt x="29222" y="13643"/>
                    <a:pt x="29188" y="13676"/>
                  </a:cubicBezTo>
                  <a:cubicBezTo>
                    <a:pt x="29179" y="13685"/>
                    <a:pt x="29168" y="13689"/>
                    <a:pt x="29156" y="13689"/>
                  </a:cubicBezTo>
                  <a:cubicBezTo>
                    <a:pt x="29122" y="13689"/>
                    <a:pt x="29079" y="13658"/>
                    <a:pt x="29055" y="13609"/>
                  </a:cubicBezTo>
                  <a:cubicBezTo>
                    <a:pt x="29021" y="13543"/>
                    <a:pt x="29021" y="13509"/>
                    <a:pt x="29021" y="13476"/>
                  </a:cubicBezTo>
                  <a:close/>
                  <a:moveTo>
                    <a:pt x="29343" y="13400"/>
                  </a:moveTo>
                  <a:cubicBezTo>
                    <a:pt x="29378" y="13400"/>
                    <a:pt x="29428" y="13455"/>
                    <a:pt x="29455" y="13509"/>
                  </a:cubicBezTo>
                  <a:cubicBezTo>
                    <a:pt x="29522" y="13609"/>
                    <a:pt x="29522" y="13676"/>
                    <a:pt x="29488" y="13709"/>
                  </a:cubicBezTo>
                  <a:cubicBezTo>
                    <a:pt x="29455" y="13709"/>
                    <a:pt x="29388" y="13676"/>
                    <a:pt x="29355" y="13576"/>
                  </a:cubicBezTo>
                  <a:cubicBezTo>
                    <a:pt x="29288" y="13509"/>
                    <a:pt x="29288" y="13409"/>
                    <a:pt x="29322" y="13409"/>
                  </a:cubicBezTo>
                  <a:cubicBezTo>
                    <a:pt x="29328" y="13403"/>
                    <a:pt x="29335" y="13400"/>
                    <a:pt x="29343" y="13400"/>
                  </a:cubicBezTo>
                  <a:close/>
                  <a:moveTo>
                    <a:pt x="31623" y="13309"/>
                  </a:moveTo>
                  <a:cubicBezTo>
                    <a:pt x="31790" y="13342"/>
                    <a:pt x="31790" y="13342"/>
                    <a:pt x="31723" y="13576"/>
                  </a:cubicBezTo>
                  <a:cubicBezTo>
                    <a:pt x="31670" y="13718"/>
                    <a:pt x="31608" y="13794"/>
                    <a:pt x="31571" y="13794"/>
                  </a:cubicBezTo>
                  <a:cubicBezTo>
                    <a:pt x="31538" y="13794"/>
                    <a:pt x="31525" y="13734"/>
                    <a:pt x="31557" y="13609"/>
                  </a:cubicBezTo>
                  <a:cubicBezTo>
                    <a:pt x="31577" y="13487"/>
                    <a:pt x="31523" y="13415"/>
                    <a:pt x="31462" y="13415"/>
                  </a:cubicBezTo>
                  <a:cubicBezTo>
                    <a:pt x="31424" y="13415"/>
                    <a:pt x="31382" y="13444"/>
                    <a:pt x="31356" y="13509"/>
                  </a:cubicBezTo>
                  <a:cubicBezTo>
                    <a:pt x="31337" y="13528"/>
                    <a:pt x="31318" y="13548"/>
                    <a:pt x="31299" y="13548"/>
                  </a:cubicBezTo>
                  <a:cubicBezTo>
                    <a:pt x="31285" y="13548"/>
                    <a:pt x="31271" y="13537"/>
                    <a:pt x="31256" y="13509"/>
                  </a:cubicBezTo>
                  <a:cubicBezTo>
                    <a:pt x="31190" y="13409"/>
                    <a:pt x="31390" y="13309"/>
                    <a:pt x="31623" y="13309"/>
                  </a:cubicBezTo>
                  <a:close/>
                  <a:moveTo>
                    <a:pt x="10830" y="12465"/>
                  </a:moveTo>
                  <a:cubicBezTo>
                    <a:pt x="10876" y="12465"/>
                    <a:pt x="10940" y="12481"/>
                    <a:pt x="11009" y="12509"/>
                  </a:cubicBezTo>
                  <a:cubicBezTo>
                    <a:pt x="11175" y="12609"/>
                    <a:pt x="11175" y="12642"/>
                    <a:pt x="11009" y="12709"/>
                  </a:cubicBezTo>
                  <a:cubicBezTo>
                    <a:pt x="10842" y="12809"/>
                    <a:pt x="10842" y="13076"/>
                    <a:pt x="10975" y="13142"/>
                  </a:cubicBezTo>
                  <a:cubicBezTo>
                    <a:pt x="11042" y="13176"/>
                    <a:pt x="11009" y="13209"/>
                    <a:pt x="10975" y="13209"/>
                  </a:cubicBezTo>
                  <a:cubicBezTo>
                    <a:pt x="10875" y="13242"/>
                    <a:pt x="10842" y="13409"/>
                    <a:pt x="10909" y="13676"/>
                  </a:cubicBezTo>
                  <a:cubicBezTo>
                    <a:pt x="10942" y="13776"/>
                    <a:pt x="10909" y="13876"/>
                    <a:pt x="10842" y="13910"/>
                  </a:cubicBezTo>
                  <a:cubicBezTo>
                    <a:pt x="10808" y="13921"/>
                    <a:pt x="10783" y="13928"/>
                    <a:pt x="10762" y="13928"/>
                  </a:cubicBezTo>
                  <a:cubicBezTo>
                    <a:pt x="10720" y="13928"/>
                    <a:pt x="10697" y="13898"/>
                    <a:pt x="10675" y="13809"/>
                  </a:cubicBezTo>
                  <a:cubicBezTo>
                    <a:pt x="10675" y="13743"/>
                    <a:pt x="10608" y="13576"/>
                    <a:pt x="10575" y="13443"/>
                  </a:cubicBezTo>
                  <a:cubicBezTo>
                    <a:pt x="10542" y="13309"/>
                    <a:pt x="10542" y="13242"/>
                    <a:pt x="10575" y="13242"/>
                  </a:cubicBezTo>
                  <a:cubicBezTo>
                    <a:pt x="10608" y="13242"/>
                    <a:pt x="10642" y="13109"/>
                    <a:pt x="10642" y="12942"/>
                  </a:cubicBezTo>
                  <a:cubicBezTo>
                    <a:pt x="10642" y="12775"/>
                    <a:pt x="10675" y="12642"/>
                    <a:pt x="10742" y="12642"/>
                  </a:cubicBezTo>
                  <a:cubicBezTo>
                    <a:pt x="10775" y="12642"/>
                    <a:pt x="10808" y="12609"/>
                    <a:pt x="10775" y="12575"/>
                  </a:cubicBezTo>
                  <a:cubicBezTo>
                    <a:pt x="10736" y="12497"/>
                    <a:pt x="10766" y="12465"/>
                    <a:pt x="10830" y="12465"/>
                  </a:cubicBezTo>
                  <a:close/>
                  <a:moveTo>
                    <a:pt x="19987" y="13722"/>
                  </a:moveTo>
                  <a:cubicBezTo>
                    <a:pt x="20025" y="13722"/>
                    <a:pt x="20073" y="13759"/>
                    <a:pt x="20115" y="13843"/>
                  </a:cubicBezTo>
                  <a:cubicBezTo>
                    <a:pt x="20182" y="13910"/>
                    <a:pt x="20148" y="14010"/>
                    <a:pt x="20082" y="14043"/>
                  </a:cubicBezTo>
                  <a:cubicBezTo>
                    <a:pt x="20045" y="14067"/>
                    <a:pt x="20017" y="14083"/>
                    <a:pt x="19995" y="14083"/>
                  </a:cubicBezTo>
                  <a:cubicBezTo>
                    <a:pt x="19957" y="14083"/>
                    <a:pt x="19936" y="14036"/>
                    <a:pt x="19915" y="13910"/>
                  </a:cubicBezTo>
                  <a:cubicBezTo>
                    <a:pt x="19896" y="13793"/>
                    <a:pt x="19933" y="13722"/>
                    <a:pt x="19987" y="13722"/>
                  </a:cubicBezTo>
                  <a:close/>
                  <a:moveTo>
                    <a:pt x="27749" y="11904"/>
                  </a:moveTo>
                  <a:cubicBezTo>
                    <a:pt x="27804" y="11904"/>
                    <a:pt x="27890" y="11972"/>
                    <a:pt x="27987" y="12108"/>
                  </a:cubicBezTo>
                  <a:cubicBezTo>
                    <a:pt x="28054" y="12208"/>
                    <a:pt x="28321" y="12675"/>
                    <a:pt x="28588" y="13109"/>
                  </a:cubicBezTo>
                  <a:cubicBezTo>
                    <a:pt x="29021" y="13776"/>
                    <a:pt x="29055" y="13910"/>
                    <a:pt x="28988" y="14043"/>
                  </a:cubicBezTo>
                  <a:cubicBezTo>
                    <a:pt x="28955" y="14143"/>
                    <a:pt x="28888" y="14243"/>
                    <a:pt x="28855" y="14276"/>
                  </a:cubicBezTo>
                  <a:cubicBezTo>
                    <a:pt x="28852" y="14278"/>
                    <a:pt x="28848" y="14279"/>
                    <a:pt x="28845" y="14279"/>
                  </a:cubicBezTo>
                  <a:cubicBezTo>
                    <a:pt x="28770" y="14279"/>
                    <a:pt x="28583" y="13959"/>
                    <a:pt x="28488" y="13609"/>
                  </a:cubicBezTo>
                  <a:cubicBezTo>
                    <a:pt x="28454" y="13443"/>
                    <a:pt x="28254" y="13042"/>
                    <a:pt x="28054" y="12709"/>
                  </a:cubicBezTo>
                  <a:cubicBezTo>
                    <a:pt x="27854" y="12375"/>
                    <a:pt x="27687" y="12075"/>
                    <a:pt x="27687" y="12008"/>
                  </a:cubicBezTo>
                  <a:cubicBezTo>
                    <a:pt x="27687" y="11939"/>
                    <a:pt x="27710" y="11904"/>
                    <a:pt x="27749" y="11904"/>
                  </a:cubicBezTo>
                  <a:close/>
                  <a:moveTo>
                    <a:pt x="20048" y="14210"/>
                  </a:moveTo>
                  <a:cubicBezTo>
                    <a:pt x="20115" y="14210"/>
                    <a:pt x="20182" y="14243"/>
                    <a:pt x="20182" y="14276"/>
                  </a:cubicBezTo>
                  <a:cubicBezTo>
                    <a:pt x="20215" y="14310"/>
                    <a:pt x="20215" y="14377"/>
                    <a:pt x="20182" y="14377"/>
                  </a:cubicBezTo>
                  <a:cubicBezTo>
                    <a:pt x="20164" y="14385"/>
                    <a:pt x="20146" y="14390"/>
                    <a:pt x="20129" y="14390"/>
                  </a:cubicBezTo>
                  <a:cubicBezTo>
                    <a:pt x="20082" y="14390"/>
                    <a:pt x="20039" y="14359"/>
                    <a:pt x="20015" y="14310"/>
                  </a:cubicBezTo>
                  <a:cubicBezTo>
                    <a:pt x="19982" y="14243"/>
                    <a:pt x="20015" y="14210"/>
                    <a:pt x="20048" y="14210"/>
                  </a:cubicBezTo>
                  <a:close/>
                  <a:moveTo>
                    <a:pt x="7685" y="14096"/>
                  </a:moveTo>
                  <a:cubicBezTo>
                    <a:pt x="7707" y="14096"/>
                    <a:pt x="7726" y="14100"/>
                    <a:pt x="7740" y="14110"/>
                  </a:cubicBezTo>
                  <a:cubicBezTo>
                    <a:pt x="7806" y="14143"/>
                    <a:pt x="7806" y="14210"/>
                    <a:pt x="7773" y="14276"/>
                  </a:cubicBezTo>
                  <a:cubicBezTo>
                    <a:pt x="7733" y="14357"/>
                    <a:pt x="7607" y="14401"/>
                    <a:pt x="7499" y="14401"/>
                  </a:cubicBezTo>
                  <a:cubicBezTo>
                    <a:pt x="7428" y="14401"/>
                    <a:pt x="7366" y="14383"/>
                    <a:pt x="7339" y="14343"/>
                  </a:cubicBezTo>
                  <a:cubicBezTo>
                    <a:pt x="7282" y="14257"/>
                    <a:pt x="7546" y="14096"/>
                    <a:pt x="7685" y="14096"/>
                  </a:cubicBezTo>
                  <a:close/>
                  <a:moveTo>
                    <a:pt x="31657" y="13876"/>
                  </a:moveTo>
                  <a:cubicBezTo>
                    <a:pt x="31723" y="13876"/>
                    <a:pt x="31857" y="13943"/>
                    <a:pt x="31924" y="14076"/>
                  </a:cubicBezTo>
                  <a:cubicBezTo>
                    <a:pt x="32057" y="14243"/>
                    <a:pt x="32057" y="14310"/>
                    <a:pt x="31957" y="14377"/>
                  </a:cubicBezTo>
                  <a:cubicBezTo>
                    <a:pt x="31915" y="14402"/>
                    <a:pt x="31876" y="14412"/>
                    <a:pt x="31842" y="14412"/>
                  </a:cubicBezTo>
                  <a:cubicBezTo>
                    <a:pt x="31742" y="14412"/>
                    <a:pt x="31698" y="14318"/>
                    <a:pt x="31823" y="14243"/>
                  </a:cubicBezTo>
                  <a:cubicBezTo>
                    <a:pt x="31857" y="14210"/>
                    <a:pt x="31823" y="14210"/>
                    <a:pt x="31723" y="14210"/>
                  </a:cubicBezTo>
                  <a:cubicBezTo>
                    <a:pt x="31657" y="14210"/>
                    <a:pt x="31523" y="14143"/>
                    <a:pt x="31490" y="14076"/>
                  </a:cubicBezTo>
                  <a:cubicBezTo>
                    <a:pt x="31465" y="14027"/>
                    <a:pt x="31459" y="13997"/>
                    <a:pt x="31483" y="13997"/>
                  </a:cubicBezTo>
                  <a:cubicBezTo>
                    <a:pt x="31492" y="13997"/>
                    <a:pt x="31505" y="14001"/>
                    <a:pt x="31523" y="14010"/>
                  </a:cubicBezTo>
                  <a:cubicBezTo>
                    <a:pt x="31547" y="14033"/>
                    <a:pt x="31604" y="14057"/>
                    <a:pt x="31647" y="14057"/>
                  </a:cubicBezTo>
                  <a:cubicBezTo>
                    <a:pt x="31665" y="14057"/>
                    <a:pt x="31680" y="14053"/>
                    <a:pt x="31690" y="14043"/>
                  </a:cubicBezTo>
                  <a:cubicBezTo>
                    <a:pt x="31723" y="14010"/>
                    <a:pt x="31723" y="13976"/>
                    <a:pt x="31657" y="13943"/>
                  </a:cubicBezTo>
                  <a:cubicBezTo>
                    <a:pt x="31590" y="13910"/>
                    <a:pt x="31590" y="13910"/>
                    <a:pt x="31657" y="13876"/>
                  </a:cubicBezTo>
                  <a:close/>
                  <a:moveTo>
                    <a:pt x="17313" y="14610"/>
                  </a:moveTo>
                  <a:cubicBezTo>
                    <a:pt x="17380" y="14643"/>
                    <a:pt x="17346" y="14710"/>
                    <a:pt x="17280" y="14743"/>
                  </a:cubicBezTo>
                  <a:cubicBezTo>
                    <a:pt x="17263" y="14760"/>
                    <a:pt x="17238" y="14768"/>
                    <a:pt x="17213" y="14768"/>
                  </a:cubicBezTo>
                  <a:cubicBezTo>
                    <a:pt x="17188" y="14768"/>
                    <a:pt x="17163" y="14760"/>
                    <a:pt x="17146" y="14743"/>
                  </a:cubicBezTo>
                  <a:cubicBezTo>
                    <a:pt x="17113" y="14677"/>
                    <a:pt x="17113" y="14643"/>
                    <a:pt x="17146" y="14610"/>
                  </a:cubicBezTo>
                  <a:close/>
                  <a:moveTo>
                    <a:pt x="7961" y="14578"/>
                  </a:moveTo>
                  <a:cubicBezTo>
                    <a:pt x="7973" y="14578"/>
                    <a:pt x="7973" y="14602"/>
                    <a:pt x="7973" y="14643"/>
                  </a:cubicBezTo>
                  <a:cubicBezTo>
                    <a:pt x="7973" y="14710"/>
                    <a:pt x="7906" y="14777"/>
                    <a:pt x="7840" y="14810"/>
                  </a:cubicBezTo>
                  <a:cubicBezTo>
                    <a:pt x="7804" y="14834"/>
                    <a:pt x="7781" y="14845"/>
                    <a:pt x="7770" y="14845"/>
                  </a:cubicBezTo>
                  <a:cubicBezTo>
                    <a:pt x="7748" y="14845"/>
                    <a:pt x="7763" y="14808"/>
                    <a:pt x="7806" y="14743"/>
                  </a:cubicBezTo>
                  <a:cubicBezTo>
                    <a:pt x="7904" y="14626"/>
                    <a:pt x="7945" y="14578"/>
                    <a:pt x="7961" y="14578"/>
                  </a:cubicBezTo>
                  <a:close/>
                  <a:moveTo>
                    <a:pt x="29152" y="14798"/>
                  </a:moveTo>
                  <a:cubicBezTo>
                    <a:pt x="29186" y="14798"/>
                    <a:pt x="29230" y="14835"/>
                    <a:pt x="29255" y="14910"/>
                  </a:cubicBezTo>
                  <a:cubicBezTo>
                    <a:pt x="29322" y="14977"/>
                    <a:pt x="29288" y="15077"/>
                    <a:pt x="29222" y="15110"/>
                  </a:cubicBezTo>
                  <a:cubicBezTo>
                    <a:pt x="29205" y="15119"/>
                    <a:pt x="29190" y="15123"/>
                    <a:pt x="29177" y="15123"/>
                  </a:cubicBezTo>
                  <a:cubicBezTo>
                    <a:pt x="29138" y="15123"/>
                    <a:pt x="29113" y="15085"/>
                    <a:pt x="29088" y="15010"/>
                  </a:cubicBezTo>
                  <a:cubicBezTo>
                    <a:pt x="29055" y="14910"/>
                    <a:pt x="29055" y="14810"/>
                    <a:pt x="29122" y="14810"/>
                  </a:cubicBezTo>
                  <a:cubicBezTo>
                    <a:pt x="29130" y="14802"/>
                    <a:pt x="29140" y="14798"/>
                    <a:pt x="29152" y="14798"/>
                  </a:cubicBezTo>
                  <a:close/>
                  <a:moveTo>
                    <a:pt x="11980" y="15289"/>
                  </a:moveTo>
                  <a:cubicBezTo>
                    <a:pt x="11998" y="15289"/>
                    <a:pt x="12009" y="15297"/>
                    <a:pt x="12009" y="15311"/>
                  </a:cubicBezTo>
                  <a:cubicBezTo>
                    <a:pt x="11976" y="15344"/>
                    <a:pt x="11909" y="15411"/>
                    <a:pt x="11876" y="15411"/>
                  </a:cubicBezTo>
                  <a:cubicBezTo>
                    <a:pt x="11809" y="15411"/>
                    <a:pt x="11809" y="15377"/>
                    <a:pt x="11876" y="15344"/>
                  </a:cubicBezTo>
                  <a:cubicBezTo>
                    <a:pt x="11915" y="15305"/>
                    <a:pt x="11954" y="15289"/>
                    <a:pt x="11980" y="15289"/>
                  </a:cubicBezTo>
                  <a:close/>
                  <a:moveTo>
                    <a:pt x="19081" y="13367"/>
                  </a:moveTo>
                  <a:cubicBezTo>
                    <a:pt x="19127" y="13367"/>
                    <a:pt x="19154" y="13421"/>
                    <a:pt x="19181" y="13476"/>
                  </a:cubicBezTo>
                  <a:cubicBezTo>
                    <a:pt x="19214" y="13576"/>
                    <a:pt x="19248" y="13743"/>
                    <a:pt x="19281" y="13843"/>
                  </a:cubicBezTo>
                  <a:cubicBezTo>
                    <a:pt x="19348" y="13976"/>
                    <a:pt x="19315" y="14110"/>
                    <a:pt x="19281" y="14143"/>
                  </a:cubicBezTo>
                  <a:cubicBezTo>
                    <a:pt x="19214" y="14176"/>
                    <a:pt x="19214" y="14276"/>
                    <a:pt x="19248" y="14377"/>
                  </a:cubicBezTo>
                  <a:cubicBezTo>
                    <a:pt x="19315" y="14543"/>
                    <a:pt x="19315" y="14577"/>
                    <a:pt x="18881" y="14844"/>
                  </a:cubicBezTo>
                  <a:cubicBezTo>
                    <a:pt x="18781" y="14910"/>
                    <a:pt x="18747" y="15010"/>
                    <a:pt x="18781" y="15144"/>
                  </a:cubicBezTo>
                  <a:cubicBezTo>
                    <a:pt x="18814" y="15244"/>
                    <a:pt x="18814" y="15444"/>
                    <a:pt x="18747" y="15544"/>
                  </a:cubicBezTo>
                  <a:cubicBezTo>
                    <a:pt x="18695" y="15649"/>
                    <a:pt x="18670" y="15699"/>
                    <a:pt x="18649" y="15699"/>
                  </a:cubicBezTo>
                  <a:cubicBezTo>
                    <a:pt x="18629" y="15699"/>
                    <a:pt x="18613" y="15657"/>
                    <a:pt x="18581" y="15577"/>
                  </a:cubicBezTo>
                  <a:cubicBezTo>
                    <a:pt x="18547" y="15444"/>
                    <a:pt x="18547" y="15277"/>
                    <a:pt x="18614" y="15210"/>
                  </a:cubicBezTo>
                  <a:cubicBezTo>
                    <a:pt x="18647" y="15110"/>
                    <a:pt x="18681" y="15010"/>
                    <a:pt x="18647" y="14944"/>
                  </a:cubicBezTo>
                  <a:cubicBezTo>
                    <a:pt x="18581" y="14844"/>
                    <a:pt x="18948" y="13443"/>
                    <a:pt x="19048" y="13376"/>
                  </a:cubicBezTo>
                  <a:cubicBezTo>
                    <a:pt x="19060" y="13370"/>
                    <a:pt x="19071" y="13367"/>
                    <a:pt x="19081" y="13367"/>
                  </a:cubicBezTo>
                  <a:close/>
                  <a:moveTo>
                    <a:pt x="7850" y="15596"/>
                  </a:moveTo>
                  <a:cubicBezTo>
                    <a:pt x="7884" y="15596"/>
                    <a:pt x="7929" y="15611"/>
                    <a:pt x="7973" y="15611"/>
                  </a:cubicBezTo>
                  <a:cubicBezTo>
                    <a:pt x="8006" y="15644"/>
                    <a:pt x="8006" y="15711"/>
                    <a:pt x="7940" y="15744"/>
                  </a:cubicBezTo>
                  <a:cubicBezTo>
                    <a:pt x="7912" y="15758"/>
                    <a:pt x="7884" y="15766"/>
                    <a:pt x="7859" y="15766"/>
                  </a:cubicBezTo>
                  <a:cubicBezTo>
                    <a:pt x="7824" y="15766"/>
                    <a:pt x="7793" y="15750"/>
                    <a:pt x="7773" y="15711"/>
                  </a:cubicBezTo>
                  <a:cubicBezTo>
                    <a:pt x="7740" y="15677"/>
                    <a:pt x="7773" y="15644"/>
                    <a:pt x="7806" y="15611"/>
                  </a:cubicBezTo>
                  <a:cubicBezTo>
                    <a:pt x="7817" y="15600"/>
                    <a:pt x="7832" y="15596"/>
                    <a:pt x="7850" y="15596"/>
                  </a:cubicBezTo>
                  <a:close/>
                  <a:moveTo>
                    <a:pt x="7908" y="15864"/>
                  </a:moveTo>
                  <a:cubicBezTo>
                    <a:pt x="7940" y="15864"/>
                    <a:pt x="7973" y="15887"/>
                    <a:pt x="7973" y="15911"/>
                  </a:cubicBezTo>
                  <a:cubicBezTo>
                    <a:pt x="8006" y="15944"/>
                    <a:pt x="8006" y="16011"/>
                    <a:pt x="7973" y="16044"/>
                  </a:cubicBezTo>
                  <a:cubicBezTo>
                    <a:pt x="7959" y="16073"/>
                    <a:pt x="7945" y="16083"/>
                    <a:pt x="7931" y="16083"/>
                  </a:cubicBezTo>
                  <a:cubicBezTo>
                    <a:pt x="7912" y="16083"/>
                    <a:pt x="7892" y="16064"/>
                    <a:pt x="7873" y="16044"/>
                  </a:cubicBezTo>
                  <a:cubicBezTo>
                    <a:pt x="7840" y="15978"/>
                    <a:pt x="7840" y="15911"/>
                    <a:pt x="7873" y="15878"/>
                  </a:cubicBezTo>
                  <a:cubicBezTo>
                    <a:pt x="7883" y="15868"/>
                    <a:pt x="7895" y="15864"/>
                    <a:pt x="7908" y="15864"/>
                  </a:cubicBezTo>
                  <a:close/>
                  <a:moveTo>
                    <a:pt x="18795" y="15906"/>
                  </a:moveTo>
                  <a:cubicBezTo>
                    <a:pt x="18819" y="15906"/>
                    <a:pt x="18850" y="15931"/>
                    <a:pt x="18881" y="15978"/>
                  </a:cubicBezTo>
                  <a:cubicBezTo>
                    <a:pt x="18914" y="16044"/>
                    <a:pt x="18914" y="16111"/>
                    <a:pt x="18848" y="16111"/>
                  </a:cubicBezTo>
                  <a:cubicBezTo>
                    <a:pt x="18781" y="16111"/>
                    <a:pt x="18747" y="16044"/>
                    <a:pt x="18747" y="16011"/>
                  </a:cubicBezTo>
                  <a:cubicBezTo>
                    <a:pt x="18747" y="15940"/>
                    <a:pt x="18767" y="15906"/>
                    <a:pt x="18795" y="15906"/>
                  </a:cubicBezTo>
                  <a:close/>
                  <a:moveTo>
                    <a:pt x="1729" y="16032"/>
                  </a:moveTo>
                  <a:cubicBezTo>
                    <a:pt x="1783" y="16032"/>
                    <a:pt x="1802" y="16076"/>
                    <a:pt x="1802" y="16178"/>
                  </a:cubicBezTo>
                  <a:cubicBezTo>
                    <a:pt x="1825" y="16315"/>
                    <a:pt x="1785" y="16405"/>
                    <a:pt x="1725" y="16405"/>
                  </a:cubicBezTo>
                  <a:cubicBezTo>
                    <a:pt x="1698" y="16405"/>
                    <a:pt x="1667" y="16386"/>
                    <a:pt x="1635" y="16345"/>
                  </a:cubicBezTo>
                  <a:cubicBezTo>
                    <a:pt x="1569" y="16211"/>
                    <a:pt x="1569" y="16111"/>
                    <a:pt x="1669" y="16044"/>
                  </a:cubicBezTo>
                  <a:cubicBezTo>
                    <a:pt x="1692" y="16037"/>
                    <a:pt x="1712" y="16032"/>
                    <a:pt x="1729" y="16032"/>
                  </a:cubicBezTo>
                  <a:close/>
                  <a:moveTo>
                    <a:pt x="7936" y="16520"/>
                  </a:moveTo>
                  <a:cubicBezTo>
                    <a:pt x="7956" y="16520"/>
                    <a:pt x="7973" y="16528"/>
                    <a:pt x="7973" y="16545"/>
                  </a:cubicBezTo>
                  <a:cubicBezTo>
                    <a:pt x="7973" y="16545"/>
                    <a:pt x="7973" y="16611"/>
                    <a:pt x="7940" y="16645"/>
                  </a:cubicBezTo>
                  <a:cubicBezTo>
                    <a:pt x="7920" y="16684"/>
                    <a:pt x="7901" y="16700"/>
                    <a:pt x="7881" y="16700"/>
                  </a:cubicBezTo>
                  <a:cubicBezTo>
                    <a:pt x="7867" y="16700"/>
                    <a:pt x="7854" y="16692"/>
                    <a:pt x="7840" y="16678"/>
                  </a:cubicBezTo>
                  <a:cubicBezTo>
                    <a:pt x="7840" y="16611"/>
                    <a:pt x="7840" y="16578"/>
                    <a:pt x="7873" y="16545"/>
                  </a:cubicBezTo>
                  <a:cubicBezTo>
                    <a:pt x="7890" y="16528"/>
                    <a:pt x="7915" y="16520"/>
                    <a:pt x="7936" y="16520"/>
                  </a:cubicBezTo>
                  <a:close/>
                  <a:moveTo>
                    <a:pt x="17380" y="15744"/>
                  </a:moveTo>
                  <a:cubicBezTo>
                    <a:pt x="17413" y="15744"/>
                    <a:pt x="17447" y="15811"/>
                    <a:pt x="17447" y="15911"/>
                  </a:cubicBezTo>
                  <a:cubicBezTo>
                    <a:pt x="17447" y="16011"/>
                    <a:pt x="17480" y="16178"/>
                    <a:pt x="17480" y="16278"/>
                  </a:cubicBezTo>
                  <a:cubicBezTo>
                    <a:pt x="17480" y="16378"/>
                    <a:pt x="17513" y="16545"/>
                    <a:pt x="17580" y="16611"/>
                  </a:cubicBezTo>
                  <a:cubicBezTo>
                    <a:pt x="17647" y="16678"/>
                    <a:pt x="17613" y="16778"/>
                    <a:pt x="17547" y="16812"/>
                  </a:cubicBezTo>
                  <a:cubicBezTo>
                    <a:pt x="17504" y="16837"/>
                    <a:pt x="17468" y="16850"/>
                    <a:pt x="17438" y="16850"/>
                  </a:cubicBezTo>
                  <a:cubicBezTo>
                    <a:pt x="17352" y="16850"/>
                    <a:pt x="17322" y="16743"/>
                    <a:pt x="17346" y="16545"/>
                  </a:cubicBezTo>
                  <a:cubicBezTo>
                    <a:pt x="17380" y="16411"/>
                    <a:pt x="17346" y="16245"/>
                    <a:pt x="17313" y="16178"/>
                  </a:cubicBezTo>
                  <a:cubicBezTo>
                    <a:pt x="17246" y="16044"/>
                    <a:pt x="17280" y="15811"/>
                    <a:pt x="17380" y="15744"/>
                  </a:cubicBezTo>
                  <a:close/>
                  <a:moveTo>
                    <a:pt x="5855" y="16787"/>
                  </a:moveTo>
                  <a:cubicBezTo>
                    <a:pt x="5872" y="16787"/>
                    <a:pt x="5888" y="16795"/>
                    <a:pt x="5905" y="16812"/>
                  </a:cubicBezTo>
                  <a:cubicBezTo>
                    <a:pt x="5905" y="16812"/>
                    <a:pt x="5905" y="16878"/>
                    <a:pt x="5872" y="16912"/>
                  </a:cubicBezTo>
                  <a:cubicBezTo>
                    <a:pt x="5852" y="16951"/>
                    <a:pt x="5833" y="16967"/>
                    <a:pt x="5813" y="16967"/>
                  </a:cubicBezTo>
                  <a:cubicBezTo>
                    <a:pt x="5799" y="16967"/>
                    <a:pt x="5785" y="16959"/>
                    <a:pt x="5772" y="16945"/>
                  </a:cubicBezTo>
                  <a:cubicBezTo>
                    <a:pt x="5738" y="16878"/>
                    <a:pt x="5772" y="16845"/>
                    <a:pt x="5805" y="16812"/>
                  </a:cubicBezTo>
                  <a:cubicBezTo>
                    <a:pt x="5822" y="16795"/>
                    <a:pt x="5838" y="16787"/>
                    <a:pt x="5855" y="16787"/>
                  </a:cubicBezTo>
                  <a:close/>
                  <a:moveTo>
                    <a:pt x="18793" y="16666"/>
                  </a:moveTo>
                  <a:cubicBezTo>
                    <a:pt x="18863" y="16666"/>
                    <a:pt x="18889" y="16710"/>
                    <a:pt x="18914" y="16812"/>
                  </a:cubicBezTo>
                  <a:cubicBezTo>
                    <a:pt x="18969" y="16993"/>
                    <a:pt x="18974" y="17076"/>
                    <a:pt x="18929" y="17076"/>
                  </a:cubicBezTo>
                  <a:cubicBezTo>
                    <a:pt x="18892" y="17076"/>
                    <a:pt x="18820" y="17018"/>
                    <a:pt x="18714" y="16912"/>
                  </a:cubicBezTo>
                  <a:cubicBezTo>
                    <a:pt x="18581" y="16778"/>
                    <a:pt x="18581" y="16745"/>
                    <a:pt x="18714" y="16678"/>
                  </a:cubicBezTo>
                  <a:cubicBezTo>
                    <a:pt x="18746" y="16670"/>
                    <a:pt x="18772" y="16666"/>
                    <a:pt x="18793" y="16666"/>
                  </a:cubicBezTo>
                  <a:close/>
                  <a:moveTo>
                    <a:pt x="5519" y="17103"/>
                  </a:moveTo>
                  <a:cubicBezTo>
                    <a:pt x="5537" y="17103"/>
                    <a:pt x="5532" y="17168"/>
                    <a:pt x="5505" y="17279"/>
                  </a:cubicBezTo>
                  <a:cubicBezTo>
                    <a:pt x="5505" y="17412"/>
                    <a:pt x="5438" y="17512"/>
                    <a:pt x="5405" y="17545"/>
                  </a:cubicBezTo>
                  <a:cubicBezTo>
                    <a:pt x="5371" y="17545"/>
                    <a:pt x="5371" y="17479"/>
                    <a:pt x="5405" y="17345"/>
                  </a:cubicBezTo>
                  <a:cubicBezTo>
                    <a:pt x="5438" y="17212"/>
                    <a:pt x="5471" y="17112"/>
                    <a:pt x="5505" y="17112"/>
                  </a:cubicBezTo>
                  <a:cubicBezTo>
                    <a:pt x="5510" y="17106"/>
                    <a:pt x="5515" y="17103"/>
                    <a:pt x="5519" y="17103"/>
                  </a:cubicBezTo>
                  <a:close/>
                  <a:moveTo>
                    <a:pt x="17619" y="17439"/>
                  </a:moveTo>
                  <a:cubicBezTo>
                    <a:pt x="17653" y="17439"/>
                    <a:pt x="17688" y="17461"/>
                    <a:pt x="17713" y="17512"/>
                  </a:cubicBezTo>
                  <a:cubicBezTo>
                    <a:pt x="17747" y="17545"/>
                    <a:pt x="17713" y="17612"/>
                    <a:pt x="17647" y="17646"/>
                  </a:cubicBezTo>
                  <a:cubicBezTo>
                    <a:pt x="17629" y="17654"/>
                    <a:pt x="17613" y="17659"/>
                    <a:pt x="17600" y="17659"/>
                  </a:cubicBezTo>
                  <a:cubicBezTo>
                    <a:pt x="17562" y="17659"/>
                    <a:pt x="17538" y="17628"/>
                    <a:pt x="17513" y="17579"/>
                  </a:cubicBezTo>
                  <a:cubicBezTo>
                    <a:pt x="17513" y="17496"/>
                    <a:pt x="17564" y="17439"/>
                    <a:pt x="17619" y="17439"/>
                  </a:cubicBezTo>
                  <a:close/>
                  <a:moveTo>
                    <a:pt x="15683" y="17400"/>
                  </a:moveTo>
                  <a:cubicBezTo>
                    <a:pt x="15699" y="17400"/>
                    <a:pt x="15720" y="17404"/>
                    <a:pt x="15745" y="17412"/>
                  </a:cubicBezTo>
                  <a:cubicBezTo>
                    <a:pt x="15845" y="17445"/>
                    <a:pt x="15879" y="17479"/>
                    <a:pt x="15812" y="17579"/>
                  </a:cubicBezTo>
                  <a:cubicBezTo>
                    <a:pt x="15783" y="17651"/>
                    <a:pt x="15754" y="17686"/>
                    <a:pt x="15728" y="17686"/>
                  </a:cubicBezTo>
                  <a:cubicBezTo>
                    <a:pt x="15694" y="17686"/>
                    <a:pt x="15664" y="17626"/>
                    <a:pt x="15645" y="17512"/>
                  </a:cubicBezTo>
                  <a:cubicBezTo>
                    <a:pt x="15620" y="17437"/>
                    <a:pt x="15633" y="17400"/>
                    <a:pt x="15683" y="17400"/>
                  </a:cubicBezTo>
                  <a:close/>
                  <a:moveTo>
                    <a:pt x="18781" y="17245"/>
                  </a:moveTo>
                  <a:lnTo>
                    <a:pt x="18781" y="17245"/>
                  </a:lnTo>
                  <a:cubicBezTo>
                    <a:pt x="18814" y="17245"/>
                    <a:pt x="18881" y="17345"/>
                    <a:pt x="18948" y="17445"/>
                  </a:cubicBezTo>
                  <a:cubicBezTo>
                    <a:pt x="19014" y="17579"/>
                    <a:pt x="19014" y="17712"/>
                    <a:pt x="18981" y="17712"/>
                  </a:cubicBezTo>
                  <a:cubicBezTo>
                    <a:pt x="18973" y="17721"/>
                    <a:pt x="18964" y="17725"/>
                    <a:pt x="18956" y="17725"/>
                  </a:cubicBezTo>
                  <a:cubicBezTo>
                    <a:pt x="18933" y="17725"/>
                    <a:pt x="18914" y="17687"/>
                    <a:pt x="18914" y="17612"/>
                  </a:cubicBezTo>
                  <a:cubicBezTo>
                    <a:pt x="18881" y="17545"/>
                    <a:pt x="18848" y="17445"/>
                    <a:pt x="18814" y="17379"/>
                  </a:cubicBezTo>
                  <a:cubicBezTo>
                    <a:pt x="18781" y="17312"/>
                    <a:pt x="18781" y="17279"/>
                    <a:pt x="18781" y="17245"/>
                  </a:cubicBezTo>
                  <a:close/>
                  <a:moveTo>
                    <a:pt x="18714" y="17779"/>
                  </a:moveTo>
                  <a:cubicBezTo>
                    <a:pt x="18747" y="17779"/>
                    <a:pt x="18781" y="17779"/>
                    <a:pt x="18814" y="17846"/>
                  </a:cubicBezTo>
                  <a:cubicBezTo>
                    <a:pt x="18814" y="17879"/>
                    <a:pt x="18814" y="17946"/>
                    <a:pt x="18781" y="17946"/>
                  </a:cubicBezTo>
                  <a:cubicBezTo>
                    <a:pt x="18761" y="17956"/>
                    <a:pt x="18745" y="17960"/>
                    <a:pt x="18731" y="17960"/>
                  </a:cubicBezTo>
                  <a:cubicBezTo>
                    <a:pt x="18697" y="17960"/>
                    <a:pt x="18681" y="17936"/>
                    <a:pt x="18681" y="17912"/>
                  </a:cubicBezTo>
                  <a:cubicBezTo>
                    <a:pt x="18681" y="17846"/>
                    <a:pt x="18714" y="17812"/>
                    <a:pt x="18714" y="17779"/>
                  </a:cubicBezTo>
                  <a:close/>
                  <a:moveTo>
                    <a:pt x="5091" y="17065"/>
                  </a:moveTo>
                  <a:cubicBezTo>
                    <a:pt x="5101" y="17065"/>
                    <a:pt x="5126" y="17082"/>
                    <a:pt x="5171" y="17112"/>
                  </a:cubicBezTo>
                  <a:cubicBezTo>
                    <a:pt x="5204" y="17145"/>
                    <a:pt x="5204" y="17379"/>
                    <a:pt x="5138" y="17579"/>
                  </a:cubicBezTo>
                  <a:cubicBezTo>
                    <a:pt x="5038" y="17812"/>
                    <a:pt x="5004" y="18046"/>
                    <a:pt x="5071" y="18079"/>
                  </a:cubicBezTo>
                  <a:cubicBezTo>
                    <a:pt x="5104" y="18146"/>
                    <a:pt x="5104" y="18213"/>
                    <a:pt x="5071" y="18213"/>
                  </a:cubicBezTo>
                  <a:cubicBezTo>
                    <a:pt x="5043" y="18227"/>
                    <a:pt x="5006" y="18233"/>
                    <a:pt x="4967" y="18233"/>
                  </a:cubicBezTo>
                  <a:cubicBezTo>
                    <a:pt x="4820" y="18233"/>
                    <a:pt x="4623" y="18144"/>
                    <a:pt x="4571" y="18012"/>
                  </a:cubicBezTo>
                  <a:cubicBezTo>
                    <a:pt x="4504" y="17912"/>
                    <a:pt x="4537" y="17846"/>
                    <a:pt x="4904" y="17479"/>
                  </a:cubicBezTo>
                  <a:cubicBezTo>
                    <a:pt x="5004" y="17379"/>
                    <a:pt x="5104" y="17245"/>
                    <a:pt x="5104" y="17145"/>
                  </a:cubicBezTo>
                  <a:cubicBezTo>
                    <a:pt x="5086" y="17090"/>
                    <a:pt x="5078" y="17065"/>
                    <a:pt x="5091" y="17065"/>
                  </a:cubicBezTo>
                  <a:close/>
                  <a:moveTo>
                    <a:pt x="11644" y="12829"/>
                  </a:moveTo>
                  <a:cubicBezTo>
                    <a:pt x="11682" y="12829"/>
                    <a:pt x="11716" y="12833"/>
                    <a:pt x="11742" y="12842"/>
                  </a:cubicBezTo>
                  <a:cubicBezTo>
                    <a:pt x="11909" y="12842"/>
                    <a:pt x="11943" y="12875"/>
                    <a:pt x="11943" y="13076"/>
                  </a:cubicBezTo>
                  <a:cubicBezTo>
                    <a:pt x="11976" y="13209"/>
                    <a:pt x="12009" y="13309"/>
                    <a:pt x="12043" y="13342"/>
                  </a:cubicBezTo>
                  <a:cubicBezTo>
                    <a:pt x="12143" y="13409"/>
                    <a:pt x="12076" y="13709"/>
                    <a:pt x="11809" y="14477"/>
                  </a:cubicBezTo>
                  <a:cubicBezTo>
                    <a:pt x="11676" y="14844"/>
                    <a:pt x="11642" y="15311"/>
                    <a:pt x="11709" y="15544"/>
                  </a:cubicBezTo>
                  <a:cubicBezTo>
                    <a:pt x="11709" y="15577"/>
                    <a:pt x="11742" y="15644"/>
                    <a:pt x="11742" y="15677"/>
                  </a:cubicBezTo>
                  <a:cubicBezTo>
                    <a:pt x="11742" y="15711"/>
                    <a:pt x="11776" y="15744"/>
                    <a:pt x="11809" y="15778"/>
                  </a:cubicBezTo>
                  <a:cubicBezTo>
                    <a:pt x="11809" y="15811"/>
                    <a:pt x="11809" y="15844"/>
                    <a:pt x="11776" y="15878"/>
                  </a:cubicBezTo>
                  <a:cubicBezTo>
                    <a:pt x="11742" y="15911"/>
                    <a:pt x="11742" y="16011"/>
                    <a:pt x="11809" y="16111"/>
                  </a:cubicBezTo>
                  <a:cubicBezTo>
                    <a:pt x="11876" y="16211"/>
                    <a:pt x="11876" y="16345"/>
                    <a:pt x="11809" y="16411"/>
                  </a:cubicBezTo>
                  <a:cubicBezTo>
                    <a:pt x="11676" y="16578"/>
                    <a:pt x="11642" y="16845"/>
                    <a:pt x="11709" y="16878"/>
                  </a:cubicBezTo>
                  <a:cubicBezTo>
                    <a:pt x="11776" y="16912"/>
                    <a:pt x="11709" y="17012"/>
                    <a:pt x="11609" y="17078"/>
                  </a:cubicBezTo>
                  <a:cubicBezTo>
                    <a:pt x="11509" y="17179"/>
                    <a:pt x="11442" y="17345"/>
                    <a:pt x="11476" y="17445"/>
                  </a:cubicBezTo>
                  <a:cubicBezTo>
                    <a:pt x="11509" y="17545"/>
                    <a:pt x="11509" y="17712"/>
                    <a:pt x="11476" y="17812"/>
                  </a:cubicBezTo>
                  <a:cubicBezTo>
                    <a:pt x="11442" y="17912"/>
                    <a:pt x="11409" y="18079"/>
                    <a:pt x="11409" y="18179"/>
                  </a:cubicBezTo>
                  <a:cubicBezTo>
                    <a:pt x="11409" y="18283"/>
                    <a:pt x="11409" y="18336"/>
                    <a:pt x="11384" y="18336"/>
                  </a:cubicBezTo>
                  <a:cubicBezTo>
                    <a:pt x="11370" y="18336"/>
                    <a:pt x="11346" y="18317"/>
                    <a:pt x="11309" y="18279"/>
                  </a:cubicBezTo>
                  <a:cubicBezTo>
                    <a:pt x="11142" y="18179"/>
                    <a:pt x="11142" y="17112"/>
                    <a:pt x="11275" y="17045"/>
                  </a:cubicBezTo>
                  <a:cubicBezTo>
                    <a:pt x="11409" y="16978"/>
                    <a:pt x="11609" y="14343"/>
                    <a:pt x="11509" y="14043"/>
                  </a:cubicBezTo>
                  <a:cubicBezTo>
                    <a:pt x="11476" y="14010"/>
                    <a:pt x="11442" y="13843"/>
                    <a:pt x="11409" y="13709"/>
                  </a:cubicBezTo>
                  <a:cubicBezTo>
                    <a:pt x="11409" y="13576"/>
                    <a:pt x="11342" y="13342"/>
                    <a:pt x="11242" y="13242"/>
                  </a:cubicBezTo>
                  <a:cubicBezTo>
                    <a:pt x="11142" y="13042"/>
                    <a:pt x="11142" y="13009"/>
                    <a:pt x="11342" y="12909"/>
                  </a:cubicBezTo>
                  <a:cubicBezTo>
                    <a:pt x="11415" y="12860"/>
                    <a:pt x="11542" y="12829"/>
                    <a:pt x="11644" y="12829"/>
                  </a:cubicBezTo>
                  <a:close/>
                  <a:moveTo>
                    <a:pt x="17666" y="18337"/>
                  </a:moveTo>
                  <a:cubicBezTo>
                    <a:pt x="17669" y="18337"/>
                    <a:pt x="17674" y="18340"/>
                    <a:pt x="17680" y="18346"/>
                  </a:cubicBezTo>
                  <a:cubicBezTo>
                    <a:pt x="17713" y="18346"/>
                    <a:pt x="17780" y="18446"/>
                    <a:pt x="17847" y="18613"/>
                  </a:cubicBezTo>
                  <a:cubicBezTo>
                    <a:pt x="17880" y="18746"/>
                    <a:pt x="17880" y="18880"/>
                    <a:pt x="17847" y="18880"/>
                  </a:cubicBezTo>
                  <a:cubicBezTo>
                    <a:pt x="17834" y="18892"/>
                    <a:pt x="17822" y="18898"/>
                    <a:pt x="17810" y="18898"/>
                  </a:cubicBezTo>
                  <a:cubicBezTo>
                    <a:pt x="17759" y="18898"/>
                    <a:pt x="17720" y="18794"/>
                    <a:pt x="17747" y="18713"/>
                  </a:cubicBezTo>
                  <a:cubicBezTo>
                    <a:pt x="17780" y="18646"/>
                    <a:pt x="17747" y="18546"/>
                    <a:pt x="17713" y="18479"/>
                  </a:cubicBezTo>
                  <a:cubicBezTo>
                    <a:pt x="17659" y="18397"/>
                    <a:pt x="17649" y="18337"/>
                    <a:pt x="17666" y="18337"/>
                  </a:cubicBezTo>
                  <a:close/>
                  <a:moveTo>
                    <a:pt x="17847" y="19080"/>
                  </a:moveTo>
                  <a:cubicBezTo>
                    <a:pt x="17847" y="19080"/>
                    <a:pt x="17914" y="19080"/>
                    <a:pt x="17947" y="19113"/>
                  </a:cubicBezTo>
                  <a:cubicBezTo>
                    <a:pt x="18014" y="19147"/>
                    <a:pt x="18014" y="19180"/>
                    <a:pt x="17980" y="19213"/>
                  </a:cubicBezTo>
                  <a:cubicBezTo>
                    <a:pt x="17961" y="19223"/>
                    <a:pt x="17944" y="19227"/>
                    <a:pt x="17929" y="19227"/>
                  </a:cubicBezTo>
                  <a:cubicBezTo>
                    <a:pt x="17894" y="19227"/>
                    <a:pt x="17870" y="19204"/>
                    <a:pt x="17847" y="19180"/>
                  </a:cubicBezTo>
                  <a:cubicBezTo>
                    <a:pt x="17847" y="19147"/>
                    <a:pt x="17813" y="19113"/>
                    <a:pt x="17847" y="19080"/>
                  </a:cubicBezTo>
                  <a:close/>
                  <a:moveTo>
                    <a:pt x="11945" y="19500"/>
                  </a:moveTo>
                  <a:cubicBezTo>
                    <a:pt x="11976" y="19500"/>
                    <a:pt x="12009" y="19523"/>
                    <a:pt x="12009" y="19547"/>
                  </a:cubicBezTo>
                  <a:cubicBezTo>
                    <a:pt x="12043" y="19580"/>
                    <a:pt x="12043" y="19647"/>
                    <a:pt x="11976" y="19647"/>
                  </a:cubicBezTo>
                  <a:cubicBezTo>
                    <a:pt x="11959" y="19664"/>
                    <a:pt x="11943" y="19672"/>
                    <a:pt x="11926" y="19672"/>
                  </a:cubicBezTo>
                  <a:cubicBezTo>
                    <a:pt x="11909" y="19672"/>
                    <a:pt x="11893" y="19664"/>
                    <a:pt x="11876" y="19647"/>
                  </a:cubicBezTo>
                  <a:cubicBezTo>
                    <a:pt x="11843" y="19580"/>
                    <a:pt x="11843" y="19547"/>
                    <a:pt x="11909" y="19514"/>
                  </a:cubicBezTo>
                  <a:cubicBezTo>
                    <a:pt x="11919" y="19504"/>
                    <a:pt x="11932" y="19500"/>
                    <a:pt x="11945" y="19500"/>
                  </a:cubicBezTo>
                  <a:close/>
                  <a:moveTo>
                    <a:pt x="18097" y="19364"/>
                  </a:moveTo>
                  <a:cubicBezTo>
                    <a:pt x="18132" y="19364"/>
                    <a:pt x="18163" y="19379"/>
                    <a:pt x="18180" y="19413"/>
                  </a:cubicBezTo>
                  <a:cubicBezTo>
                    <a:pt x="18214" y="19480"/>
                    <a:pt x="18214" y="19547"/>
                    <a:pt x="18180" y="19580"/>
                  </a:cubicBezTo>
                  <a:cubicBezTo>
                    <a:pt x="18147" y="19580"/>
                    <a:pt x="18147" y="19647"/>
                    <a:pt x="18214" y="19714"/>
                  </a:cubicBezTo>
                  <a:cubicBezTo>
                    <a:pt x="18280" y="19747"/>
                    <a:pt x="18280" y="19814"/>
                    <a:pt x="18247" y="19814"/>
                  </a:cubicBezTo>
                  <a:cubicBezTo>
                    <a:pt x="18231" y="19824"/>
                    <a:pt x="18212" y="19829"/>
                    <a:pt x="18189" y="19829"/>
                  </a:cubicBezTo>
                  <a:cubicBezTo>
                    <a:pt x="18070" y="19829"/>
                    <a:pt x="17880" y="19693"/>
                    <a:pt x="17880" y="19580"/>
                  </a:cubicBezTo>
                  <a:cubicBezTo>
                    <a:pt x="17856" y="19481"/>
                    <a:pt x="17995" y="19364"/>
                    <a:pt x="18097" y="19364"/>
                  </a:cubicBezTo>
                  <a:close/>
                  <a:moveTo>
                    <a:pt x="20382" y="19047"/>
                  </a:moveTo>
                  <a:cubicBezTo>
                    <a:pt x="20482" y="19080"/>
                    <a:pt x="20515" y="19113"/>
                    <a:pt x="20482" y="19347"/>
                  </a:cubicBezTo>
                  <a:cubicBezTo>
                    <a:pt x="20415" y="19514"/>
                    <a:pt x="20449" y="19580"/>
                    <a:pt x="20549" y="19580"/>
                  </a:cubicBezTo>
                  <a:cubicBezTo>
                    <a:pt x="20615" y="19580"/>
                    <a:pt x="20615" y="19647"/>
                    <a:pt x="20515" y="19747"/>
                  </a:cubicBezTo>
                  <a:cubicBezTo>
                    <a:pt x="20449" y="19847"/>
                    <a:pt x="20382" y="19914"/>
                    <a:pt x="20349" y="19914"/>
                  </a:cubicBezTo>
                  <a:cubicBezTo>
                    <a:pt x="20349" y="19914"/>
                    <a:pt x="20282" y="19714"/>
                    <a:pt x="20249" y="19480"/>
                  </a:cubicBezTo>
                  <a:cubicBezTo>
                    <a:pt x="20215" y="19113"/>
                    <a:pt x="20249" y="19047"/>
                    <a:pt x="20382" y="19047"/>
                  </a:cubicBezTo>
                  <a:close/>
                  <a:moveTo>
                    <a:pt x="18080" y="20014"/>
                  </a:moveTo>
                  <a:cubicBezTo>
                    <a:pt x="18114" y="20014"/>
                    <a:pt x="18180" y="20047"/>
                    <a:pt x="18214" y="20081"/>
                  </a:cubicBezTo>
                  <a:cubicBezTo>
                    <a:pt x="18280" y="20114"/>
                    <a:pt x="18314" y="20181"/>
                    <a:pt x="18247" y="20214"/>
                  </a:cubicBezTo>
                  <a:cubicBezTo>
                    <a:pt x="18238" y="20223"/>
                    <a:pt x="18227" y="20227"/>
                    <a:pt x="18214" y="20227"/>
                  </a:cubicBezTo>
                  <a:cubicBezTo>
                    <a:pt x="18180" y="20227"/>
                    <a:pt x="18138" y="20196"/>
                    <a:pt x="18114" y="20147"/>
                  </a:cubicBezTo>
                  <a:cubicBezTo>
                    <a:pt x="18080" y="20081"/>
                    <a:pt x="18080" y="20014"/>
                    <a:pt x="18080" y="20014"/>
                  </a:cubicBezTo>
                  <a:close/>
                  <a:moveTo>
                    <a:pt x="16169" y="19542"/>
                  </a:moveTo>
                  <a:cubicBezTo>
                    <a:pt x="16194" y="19542"/>
                    <a:pt x="16212" y="19552"/>
                    <a:pt x="16212" y="19580"/>
                  </a:cubicBezTo>
                  <a:cubicBezTo>
                    <a:pt x="16246" y="19614"/>
                    <a:pt x="16212" y="19680"/>
                    <a:pt x="16179" y="19747"/>
                  </a:cubicBezTo>
                  <a:cubicBezTo>
                    <a:pt x="16112" y="19847"/>
                    <a:pt x="16112" y="19880"/>
                    <a:pt x="16212" y="19880"/>
                  </a:cubicBezTo>
                  <a:cubicBezTo>
                    <a:pt x="16279" y="19880"/>
                    <a:pt x="16312" y="19947"/>
                    <a:pt x="16246" y="20081"/>
                  </a:cubicBezTo>
                  <a:cubicBezTo>
                    <a:pt x="16212" y="20214"/>
                    <a:pt x="16212" y="20347"/>
                    <a:pt x="16246" y="20414"/>
                  </a:cubicBezTo>
                  <a:cubicBezTo>
                    <a:pt x="16279" y="20448"/>
                    <a:pt x="16279" y="20514"/>
                    <a:pt x="16212" y="20548"/>
                  </a:cubicBezTo>
                  <a:cubicBezTo>
                    <a:pt x="16200" y="20556"/>
                    <a:pt x="16187" y="20560"/>
                    <a:pt x="16176" y="20560"/>
                  </a:cubicBezTo>
                  <a:cubicBezTo>
                    <a:pt x="16095" y="20560"/>
                    <a:pt x="16037" y="20363"/>
                    <a:pt x="15979" y="20014"/>
                  </a:cubicBezTo>
                  <a:cubicBezTo>
                    <a:pt x="15945" y="19780"/>
                    <a:pt x="15979" y="19614"/>
                    <a:pt x="16046" y="19580"/>
                  </a:cubicBezTo>
                  <a:cubicBezTo>
                    <a:pt x="16084" y="19561"/>
                    <a:pt x="16134" y="19542"/>
                    <a:pt x="16169" y="19542"/>
                  </a:cubicBezTo>
                  <a:close/>
                  <a:moveTo>
                    <a:pt x="12009" y="20381"/>
                  </a:moveTo>
                  <a:cubicBezTo>
                    <a:pt x="12043" y="20381"/>
                    <a:pt x="12043" y="20448"/>
                    <a:pt x="12043" y="20548"/>
                  </a:cubicBezTo>
                  <a:cubicBezTo>
                    <a:pt x="12022" y="20589"/>
                    <a:pt x="12001" y="20617"/>
                    <a:pt x="11981" y="20617"/>
                  </a:cubicBezTo>
                  <a:cubicBezTo>
                    <a:pt x="11968" y="20617"/>
                    <a:pt x="11955" y="20606"/>
                    <a:pt x="11943" y="20581"/>
                  </a:cubicBezTo>
                  <a:cubicBezTo>
                    <a:pt x="11909" y="20514"/>
                    <a:pt x="11943" y="20381"/>
                    <a:pt x="12009" y="20381"/>
                  </a:cubicBezTo>
                  <a:close/>
                  <a:moveTo>
                    <a:pt x="18347" y="20514"/>
                  </a:moveTo>
                  <a:cubicBezTo>
                    <a:pt x="18414" y="20514"/>
                    <a:pt x="18447" y="20548"/>
                    <a:pt x="18447" y="20581"/>
                  </a:cubicBezTo>
                  <a:cubicBezTo>
                    <a:pt x="18447" y="20648"/>
                    <a:pt x="18414" y="20681"/>
                    <a:pt x="18347" y="20681"/>
                  </a:cubicBezTo>
                  <a:cubicBezTo>
                    <a:pt x="18280" y="20681"/>
                    <a:pt x="18247" y="20648"/>
                    <a:pt x="18247" y="20581"/>
                  </a:cubicBezTo>
                  <a:cubicBezTo>
                    <a:pt x="18247" y="20548"/>
                    <a:pt x="18280" y="20514"/>
                    <a:pt x="18347" y="20514"/>
                  </a:cubicBezTo>
                  <a:close/>
                  <a:moveTo>
                    <a:pt x="16136" y="20701"/>
                  </a:moveTo>
                  <a:cubicBezTo>
                    <a:pt x="16179" y="20701"/>
                    <a:pt x="16212" y="20724"/>
                    <a:pt x="16212" y="20748"/>
                  </a:cubicBezTo>
                  <a:cubicBezTo>
                    <a:pt x="16236" y="20867"/>
                    <a:pt x="16175" y="20969"/>
                    <a:pt x="16114" y="20969"/>
                  </a:cubicBezTo>
                  <a:cubicBezTo>
                    <a:pt x="16089" y="20969"/>
                    <a:pt x="16065" y="20953"/>
                    <a:pt x="16046" y="20915"/>
                  </a:cubicBezTo>
                  <a:cubicBezTo>
                    <a:pt x="16012" y="20848"/>
                    <a:pt x="16012" y="20748"/>
                    <a:pt x="16079" y="20714"/>
                  </a:cubicBezTo>
                  <a:cubicBezTo>
                    <a:pt x="16098" y="20705"/>
                    <a:pt x="16118" y="20701"/>
                    <a:pt x="16136" y="20701"/>
                  </a:cubicBezTo>
                  <a:close/>
                  <a:moveTo>
                    <a:pt x="18914" y="17946"/>
                  </a:moveTo>
                  <a:cubicBezTo>
                    <a:pt x="18948" y="17946"/>
                    <a:pt x="19014" y="18046"/>
                    <a:pt x="19081" y="18213"/>
                  </a:cubicBezTo>
                  <a:cubicBezTo>
                    <a:pt x="19148" y="18346"/>
                    <a:pt x="19181" y="18546"/>
                    <a:pt x="19181" y="18646"/>
                  </a:cubicBezTo>
                  <a:cubicBezTo>
                    <a:pt x="19181" y="18746"/>
                    <a:pt x="19214" y="18913"/>
                    <a:pt x="19281" y="19047"/>
                  </a:cubicBezTo>
                  <a:cubicBezTo>
                    <a:pt x="19381" y="19213"/>
                    <a:pt x="19415" y="19347"/>
                    <a:pt x="19415" y="19380"/>
                  </a:cubicBezTo>
                  <a:cubicBezTo>
                    <a:pt x="19415" y="19447"/>
                    <a:pt x="19415" y="19547"/>
                    <a:pt x="19481" y="19614"/>
                  </a:cubicBezTo>
                  <a:cubicBezTo>
                    <a:pt x="19515" y="19680"/>
                    <a:pt x="19515" y="19747"/>
                    <a:pt x="19448" y="19780"/>
                  </a:cubicBezTo>
                  <a:cubicBezTo>
                    <a:pt x="19415" y="19814"/>
                    <a:pt x="19448" y="19880"/>
                    <a:pt x="19515" y="19947"/>
                  </a:cubicBezTo>
                  <a:cubicBezTo>
                    <a:pt x="19581" y="20047"/>
                    <a:pt x="19581" y="20081"/>
                    <a:pt x="19515" y="20147"/>
                  </a:cubicBezTo>
                  <a:cubicBezTo>
                    <a:pt x="19448" y="20181"/>
                    <a:pt x="19448" y="20214"/>
                    <a:pt x="19581" y="20281"/>
                  </a:cubicBezTo>
                  <a:cubicBezTo>
                    <a:pt x="19782" y="20414"/>
                    <a:pt x="19748" y="20648"/>
                    <a:pt x="19481" y="20881"/>
                  </a:cubicBezTo>
                  <a:cubicBezTo>
                    <a:pt x="19366" y="20997"/>
                    <a:pt x="19269" y="21056"/>
                    <a:pt x="19190" y="21056"/>
                  </a:cubicBezTo>
                  <a:cubicBezTo>
                    <a:pt x="19089" y="21056"/>
                    <a:pt x="19019" y="20955"/>
                    <a:pt x="18981" y="20748"/>
                  </a:cubicBezTo>
                  <a:cubicBezTo>
                    <a:pt x="18814" y="19880"/>
                    <a:pt x="18814" y="19280"/>
                    <a:pt x="18948" y="19280"/>
                  </a:cubicBezTo>
                  <a:cubicBezTo>
                    <a:pt x="19014" y="19247"/>
                    <a:pt x="19014" y="19180"/>
                    <a:pt x="18948" y="19080"/>
                  </a:cubicBezTo>
                  <a:cubicBezTo>
                    <a:pt x="18881" y="18980"/>
                    <a:pt x="18881" y="18880"/>
                    <a:pt x="18914" y="18846"/>
                  </a:cubicBezTo>
                  <a:cubicBezTo>
                    <a:pt x="18948" y="18813"/>
                    <a:pt x="18981" y="18780"/>
                    <a:pt x="18948" y="18746"/>
                  </a:cubicBezTo>
                  <a:cubicBezTo>
                    <a:pt x="18914" y="18746"/>
                    <a:pt x="18914" y="18580"/>
                    <a:pt x="18948" y="18446"/>
                  </a:cubicBezTo>
                  <a:cubicBezTo>
                    <a:pt x="18981" y="18279"/>
                    <a:pt x="18981" y="18113"/>
                    <a:pt x="18948" y="18079"/>
                  </a:cubicBezTo>
                  <a:cubicBezTo>
                    <a:pt x="18914" y="18012"/>
                    <a:pt x="18914" y="17979"/>
                    <a:pt x="18914" y="17946"/>
                  </a:cubicBezTo>
                  <a:close/>
                  <a:moveTo>
                    <a:pt x="16046" y="21382"/>
                  </a:moveTo>
                  <a:cubicBezTo>
                    <a:pt x="16112" y="21382"/>
                    <a:pt x="16146" y="21415"/>
                    <a:pt x="16179" y="21448"/>
                  </a:cubicBezTo>
                  <a:cubicBezTo>
                    <a:pt x="16212" y="21515"/>
                    <a:pt x="16179" y="21548"/>
                    <a:pt x="16146" y="21548"/>
                  </a:cubicBezTo>
                  <a:cubicBezTo>
                    <a:pt x="16079" y="21548"/>
                    <a:pt x="16012" y="21515"/>
                    <a:pt x="15979" y="21448"/>
                  </a:cubicBezTo>
                  <a:cubicBezTo>
                    <a:pt x="15979" y="21415"/>
                    <a:pt x="15979" y="21382"/>
                    <a:pt x="16046" y="21382"/>
                  </a:cubicBezTo>
                  <a:close/>
                  <a:moveTo>
                    <a:pt x="16257" y="21612"/>
                  </a:moveTo>
                  <a:cubicBezTo>
                    <a:pt x="16273" y="21612"/>
                    <a:pt x="16279" y="21661"/>
                    <a:pt x="16279" y="21748"/>
                  </a:cubicBezTo>
                  <a:cubicBezTo>
                    <a:pt x="16279" y="21849"/>
                    <a:pt x="16312" y="21949"/>
                    <a:pt x="16312" y="22015"/>
                  </a:cubicBezTo>
                  <a:cubicBezTo>
                    <a:pt x="16346" y="22049"/>
                    <a:pt x="16346" y="22115"/>
                    <a:pt x="16312" y="22149"/>
                  </a:cubicBezTo>
                  <a:cubicBezTo>
                    <a:pt x="16287" y="22174"/>
                    <a:pt x="16266" y="22185"/>
                    <a:pt x="16251" y="22185"/>
                  </a:cubicBezTo>
                  <a:cubicBezTo>
                    <a:pt x="16225" y="22185"/>
                    <a:pt x="16212" y="22157"/>
                    <a:pt x="16212" y="22115"/>
                  </a:cubicBezTo>
                  <a:cubicBezTo>
                    <a:pt x="16212" y="22049"/>
                    <a:pt x="16212" y="22049"/>
                    <a:pt x="16146" y="22049"/>
                  </a:cubicBezTo>
                  <a:cubicBezTo>
                    <a:pt x="16140" y="22054"/>
                    <a:pt x="16135" y="22057"/>
                    <a:pt x="16131" y="22057"/>
                  </a:cubicBezTo>
                  <a:cubicBezTo>
                    <a:pt x="16113" y="22057"/>
                    <a:pt x="16118" y="21992"/>
                    <a:pt x="16146" y="21882"/>
                  </a:cubicBezTo>
                  <a:cubicBezTo>
                    <a:pt x="16202" y="21694"/>
                    <a:pt x="16237" y="21612"/>
                    <a:pt x="16257" y="21612"/>
                  </a:cubicBezTo>
                  <a:close/>
                  <a:moveTo>
                    <a:pt x="14970" y="15407"/>
                  </a:moveTo>
                  <a:cubicBezTo>
                    <a:pt x="14973" y="15407"/>
                    <a:pt x="14976" y="15408"/>
                    <a:pt x="14978" y="15411"/>
                  </a:cubicBezTo>
                  <a:cubicBezTo>
                    <a:pt x="15011" y="15444"/>
                    <a:pt x="15045" y="15744"/>
                    <a:pt x="15045" y="16111"/>
                  </a:cubicBezTo>
                  <a:cubicBezTo>
                    <a:pt x="15011" y="16745"/>
                    <a:pt x="15078" y="16945"/>
                    <a:pt x="15278" y="16978"/>
                  </a:cubicBezTo>
                  <a:cubicBezTo>
                    <a:pt x="15345" y="17012"/>
                    <a:pt x="15378" y="17078"/>
                    <a:pt x="15345" y="17145"/>
                  </a:cubicBezTo>
                  <a:cubicBezTo>
                    <a:pt x="15345" y="17217"/>
                    <a:pt x="15345" y="17250"/>
                    <a:pt x="15340" y="17250"/>
                  </a:cubicBezTo>
                  <a:cubicBezTo>
                    <a:pt x="15335" y="17250"/>
                    <a:pt x="15327" y="17225"/>
                    <a:pt x="15312" y="17179"/>
                  </a:cubicBezTo>
                  <a:cubicBezTo>
                    <a:pt x="15285" y="17083"/>
                    <a:pt x="15263" y="17038"/>
                    <a:pt x="15247" y="17038"/>
                  </a:cubicBezTo>
                  <a:cubicBezTo>
                    <a:pt x="15223" y="17038"/>
                    <a:pt x="15212" y="17134"/>
                    <a:pt x="15212" y="17312"/>
                  </a:cubicBezTo>
                  <a:cubicBezTo>
                    <a:pt x="15181" y="17591"/>
                    <a:pt x="15352" y="17986"/>
                    <a:pt x="15456" y="17986"/>
                  </a:cubicBezTo>
                  <a:cubicBezTo>
                    <a:pt x="15464" y="17986"/>
                    <a:pt x="15472" y="17984"/>
                    <a:pt x="15478" y="17979"/>
                  </a:cubicBezTo>
                  <a:cubicBezTo>
                    <a:pt x="15488" y="17969"/>
                    <a:pt x="15498" y="17965"/>
                    <a:pt x="15507" y="17965"/>
                  </a:cubicBezTo>
                  <a:cubicBezTo>
                    <a:pt x="15529" y="17965"/>
                    <a:pt x="15545" y="17989"/>
                    <a:pt x="15545" y="18012"/>
                  </a:cubicBezTo>
                  <a:cubicBezTo>
                    <a:pt x="15545" y="18061"/>
                    <a:pt x="15563" y="18092"/>
                    <a:pt x="15586" y="18092"/>
                  </a:cubicBezTo>
                  <a:cubicBezTo>
                    <a:pt x="15594" y="18092"/>
                    <a:pt x="15603" y="18088"/>
                    <a:pt x="15612" y="18079"/>
                  </a:cubicBezTo>
                  <a:cubicBezTo>
                    <a:pt x="15645" y="18046"/>
                    <a:pt x="15679" y="17979"/>
                    <a:pt x="15712" y="17946"/>
                  </a:cubicBezTo>
                  <a:cubicBezTo>
                    <a:pt x="15712" y="17849"/>
                    <a:pt x="15746" y="17797"/>
                    <a:pt x="15794" y="17797"/>
                  </a:cubicBezTo>
                  <a:cubicBezTo>
                    <a:pt x="15829" y="17797"/>
                    <a:pt x="15870" y="17823"/>
                    <a:pt x="15912" y="17879"/>
                  </a:cubicBezTo>
                  <a:cubicBezTo>
                    <a:pt x="15977" y="17976"/>
                    <a:pt x="15665" y="18481"/>
                    <a:pt x="15494" y="18481"/>
                  </a:cubicBezTo>
                  <a:cubicBezTo>
                    <a:pt x="15489" y="18481"/>
                    <a:pt x="15484" y="18480"/>
                    <a:pt x="15478" y="18479"/>
                  </a:cubicBezTo>
                  <a:cubicBezTo>
                    <a:pt x="15312" y="18479"/>
                    <a:pt x="15478" y="18613"/>
                    <a:pt x="15679" y="18680"/>
                  </a:cubicBezTo>
                  <a:cubicBezTo>
                    <a:pt x="15812" y="18680"/>
                    <a:pt x="15879" y="18680"/>
                    <a:pt x="15879" y="18613"/>
                  </a:cubicBezTo>
                  <a:cubicBezTo>
                    <a:pt x="15845" y="18580"/>
                    <a:pt x="15845" y="18513"/>
                    <a:pt x="15879" y="18513"/>
                  </a:cubicBezTo>
                  <a:cubicBezTo>
                    <a:pt x="15883" y="18509"/>
                    <a:pt x="15888" y="18506"/>
                    <a:pt x="15893" y="18506"/>
                  </a:cubicBezTo>
                  <a:cubicBezTo>
                    <a:pt x="15929" y="18506"/>
                    <a:pt x="15987" y="18601"/>
                    <a:pt x="16046" y="18746"/>
                  </a:cubicBezTo>
                  <a:cubicBezTo>
                    <a:pt x="16079" y="18913"/>
                    <a:pt x="16146" y="19047"/>
                    <a:pt x="16179" y="19047"/>
                  </a:cubicBezTo>
                  <a:cubicBezTo>
                    <a:pt x="16212" y="19047"/>
                    <a:pt x="16179" y="19113"/>
                    <a:pt x="16146" y="19180"/>
                  </a:cubicBezTo>
                  <a:cubicBezTo>
                    <a:pt x="16121" y="19217"/>
                    <a:pt x="16100" y="19236"/>
                    <a:pt x="16081" y="19236"/>
                  </a:cubicBezTo>
                  <a:cubicBezTo>
                    <a:pt x="16049" y="19236"/>
                    <a:pt x="16021" y="19184"/>
                    <a:pt x="15979" y="19080"/>
                  </a:cubicBezTo>
                  <a:cubicBezTo>
                    <a:pt x="15945" y="18980"/>
                    <a:pt x="15879" y="18880"/>
                    <a:pt x="15845" y="18880"/>
                  </a:cubicBezTo>
                  <a:cubicBezTo>
                    <a:pt x="15812" y="18846"/>
                    <a:pt x="15745" y="18813"/>
                    <a:pt x="15712" y="18780"/>
                  </a:cubicBezTo>
                  <a:cubicBezTo>
                    <a:pt x="15679" y="18746"/>
                    <a:pt x="15612" y="18713"/>
                    <a:pt x="15545" y="18713"/>
                  </a:cubicBezTo>
                  <a:cubicBezTo>
                    <a:pt x="15512" y="18713"/>
                    <a:pt x="15478" y="18780"/>
                    <a:pt x="15512" y="18813"/>
                  </a:cubicBezTo>
                  <a:cubicBezTo>
                    <a:pt x="15545" y="18880"/>
                    <a:pt x="15579" y="19080"/>
                    <a:pt x="15579" y="19280"/>
                  </a:cubicBezTo>
                  <a:cubicBezTo>
                    <a:pt x="15604" y="19607"/>
                    <a:pt x="15648" y="19763"/>
                    <a:pt x="15697" y="19763"/>
                  </a:cubicBezTo>
                  <a:cubicBezTo>
                    <a:pt x="15712" y="19763"/>
                    <a:pt x="15729" y="19747"/>
                    <a:pt x="15745" y="19714"/>
                  </a:cubicBezTo>
                  <a:cubicBezTo>
                    <a:pt x="15745" y="19708"/>
                    <a:pt x="15746" y="19705"/>
                    <a:pt x="15748" y="19705"/>
                  </a:cubicBezTo>
                  <a:cubicBezTo>
                    <a:pt x="15757" y="19705"/>
                    <a:pt x="15784" y="19770"/>
                    <a:pt x="15812" y="19880"/>
                  </a:cubicBezTo>
                  <a:cubicBezTo>
                    <a:pt x="15845" y="20047"/>
                    <a:pt x="15812" y="20181"/>
                    <a:pt x="15779" y="20214"/>
                  </a:cubicBezTo>
                  <a:cubicBezTo>
                    <a:pt x="15745" y="20247"/>
                    <a:pt x="15712" y="20347"/>
                    <a:pt x="15712" y="20481"/>
                  </a:cubicBezTo>
                  <a:cubicBezTo>
                    <a:pt x="15712" y="20581"/>
                    <a:pt x="15712" y="20748"/>
                    <a:pt x="15712" y="20848"/>
                  </a:cubicBezTo>
                  <a:cubicBezTo>
                    <a:pt x="15712" y="21115"/>
                    <a:pt x="15845" y="21849"/>
                    <a:pt x="15879" y="21882"/>
                  </a:cubicBezTo>
                  <a:cubicBezTo>
                    <a:pt x="15912" y="21882"/>
                    <a:pt x="15912" y="21982"/>
                    <a:pt x="15912" y="22115"/>
                  </a:cubicBezTo>
                  <a:cubicBezTo>
                    <a:pt x="15879" y="22249"/>
                    <a:pt x="15879" y="22382"/>
                    <a:pt x="15945" y="22416"/>
                  </a:cubicBezTo>
                  <a:cubicBezTo>
                    <a:pt x="16079" y="22516"/>
                    <a:pt x="15912" y="22716"/>
                    <a:pt x="15679" y="22716"/>
                  </a:cubicBezTo>
                  <a:cubicBezTo>
                    <a:pt x="15412" y="22716"/>
                    <a:pt x="15345" y="22582"/>
                    <a:pt x="15412" y="21982"/>
                  </a:cubicBezTo>
                  <a:cubicBezTo>
                    <a:pt x="15445" y="21682"/>
                    <a:pt x="15445" y="21281"/>
                    <a:pt x="15445" y="21081"/>
                  </a:cubicBezTo>
                  <a:cubicBezTo>
                    <a:pt x="15412" y="20581"/>
                    <a:pt x="15011" y="19180"/>
                    <a:pt x="14845" y="18946"/>
                  </a:cubicBezTo>
                  <a:cubicBezTo>
                    <a:pt x="14745" y="18846"/>
                    <a:pt x="14711" y="18713"/>
                    <a:pt x="14711" y="18646"/>
                  </a:cubicBezTo>
                  <a:cubicBezTo>
                    <a:pt x="14711" y="18613"/>
                    <a:pt x="14678" y="18379"/>
                    <a:pt x="14611" y="18179"/>
                  </a:cubicBezTo>
                  <a:cubicBezTo>
                    <a:pt x="14578" y="17946"/>
                    <a:pt x="14544" y="17712"/>
                    <a:pt x="14544" y="17612"/>
                  </a:cubicBezTo>
                  <a:cubicBezTo>
                    <a:pt x="14578" y="17512"/>
                    <a:pt x="14544" y="17379"/>
                    <a:pt x="14511" y="17312"/>
                  </a:cubicBezTo>
                  <a:cubicBezTo>
                    <a:pt x="14414" y="17182"/>
                    <a:pt x="14854" y="15407"/>
                    <a:pt x="14970" y="15407"/>
                  </a:cubicBezTo>
                  <a:close/>
                  <a:moveTo>
                    <a:pt x="16343" y="22456"/>
                  </a:moveTo>
                  <a:cubicBezTo>
                    <a:pt x="16367" y="22456"/>
                    <a:pt x="16397" y="22507"/>
                    <a:pt x="16412" y="22616"/>
                  </a:cubicBezTo>
                  <a:cubicBezTo>
                    <a:pt x="16446" y="22682"/>
                    <a:pt x="16412" y="22783"/>
                    <a:pt x="16379" y="22783"/>
                  </a:cubicBezTo>
                  <a:cubicBezTo>
                    <a:pt x="16373" y="22788"/>
                    <a:pt x="16367" y="22791"/>
                    <a:pt x="16362" y="22791"/>
                  </a:cubicBezTo>
                  <a:cubicBezTo>
                    <a:pt x="16335" y="22791"/>
                    <a:pt x="16312" y="22731"/>
                    <a:pt x="16312" y="22649"/>
                  </a:cubicBezTo>
                  <a:cubicBezTo>
                    <a:pt x="16295" y="22524"/>
                    <a:pt x="16315" y="22456"/>
                    <a:pt x="16343" y="22456"/>
                  </a:cubicBezTo>
                  <a:close/>
                  <a:moveTo>
                    <a:pt x="16542" y="22924"/>
                  </a:moveTo>
                  <a:cubicBezTo>
                    <a:pt x="16563" y="22924"/>
                    <a:pt x="16579" y="22933"/>
                    <a:pt x="16579" y="22949"/>
                  </a:cubicBezTo>
                  <a:cubicBezTo>
                    <a:pt x="16613" y="22983"/>
                    <a:pt x="16613" y="23049"/>
                    <a:pt x="16613" y="23049"/>
                  </a:cubicBezTo>
                  <a:cubicBezTo>
                    <a:pt x="16579" y="23049"/>
                    <a:pt x="16513" y="23049"/>
                    <a:pt x="16479" y="23016"/>
                  </a:cubicBezTo>
                  <a:cubicBezTo>
                    <a:pt x="16446" y="22983"/>
                    <a:pt x="16412" y="22949"/>
                    <a:pt x="16479" y="22949"/>
                  </a:cubicBezTo>
                  <a:cubicBezTo>
                    <a:pt x="16496" y="22933"/>
                    <a:pt x="16521" y="22924"/>
                    <a:pt x="16542" y="22924"/>
                  </a:cubicBezTo>
                  <a:close/>
                  <a:moveTo>
                    <a:pt x="16041" y="23225"/>
                  </a:moveTo>
                  <a:cubicBezTo>
                    <a:pt x="16062" y="23225"/>
                    <a:pt x="16079" y="23233"/>
                    <a:pt x="16079" y="23250"/>
                  </a:cubicBezTo>
                  <a:cubicBezTo>
                    <a:pt x="16112" y="23316"/>
                    <a:pt x="16112" y="23350"/>
                    <a:pt x="16079" y="23350"/>
                  </a:cubicBezTo>
                  <a:cubicBezTo>
                    <a:pt x="16079" y="23350"/>
                    <a:pt x="16012" y="23350"/>
                    <a:pt x="15979" y="23316"/>
                  </a:cubicBezTo>
                  <a:cubicBezTo>
                    <a:pt x="15945" y="23316"/>
                    <a:pt x="15912" y="23250"/>
                    <a:pt x="15979" y="23250"/>
                  </a:cubicBezTo>
                  <a:cubicBezTo>
                    <a:pt x="15996" y="23233"/>
                    <a:pt x="16021" y="23225"/>
                    <a:pt x="16041" y="23225"/>
                  </a:cubicBezTo>
                  <a:close/>
                  <a:moveTo>
                    <a:pt x="18581" y="23183"/>
                  </a:moveTo>
                  <a:cubicBezTo>
                    <a:pt x="18647" y="23183"/>
                    <a:pt x="18714" y="23216"/>
                    <a:pt x="18714" y="23250"/>
                  </a:cubicBezTo>
                  <a:cubicBezTo>
                    <a:pt x="18747" y="23316"/>
                    <a:pt x="18714" y="23350"/>
                    <a:pt x="18681" y="23350"/>
                  </a:cubicBezTo>
                  <a:cubicBezTo>
                    <a:pt x="18614" y="23350"/>
                    <a:pt x="18547" y="23316"/>
                    <a:pt x="18547" y="23250"/>
                  </a:cubicBezTo>
                  <a:cubicBezTo>
                    <a:pt x="18514" y="23216"/>
                    <a:pt x="18547" y="23183"/>
                    <a:pt x="18581" y="23183"/>
                  </a:cubicBezTo>
                  <a:close/>
                  <a:moveTo>
                    <a:pt x="37109" y="1"/>
                  </a:moveTo>
                  <a:cubicBezTo>
                    <a:pt x="36893" y="1"/>
                    <a:pt x="36619" y="25"/>
                    <a:pt x="36260" y="66"/>
                  </a:cubicBezTo>
                  <a:cubicBezTo>
                    <a:pt x="35993" y="100"/>
                    <a:pt x="35693" y="133"/>
                    <a:pt x="35526" y="133"/>
                  </a:cubicBezTo>
                  <a:cubicBezTo>
                    <a:pt x="35393" y="133"/>
                    <a:pt x="35159" y="200"/>
                    <a:pt x="35026" y="266"/>
                  </a:cubicBezTo>
                  <a:cubicBezTo>
                    <a:pt x="34892" y="333"/>
                    <a:pt x="34592" y="433"/>
                    <a:pt x="34325" y="533"/>
                  </a:cubicBezTo>
                  <a:cubicBezTo>
                    <a:pt x="33691" y="733"/>
                    <a:pt x="33258" y="1100"/>
                    <a:pt x="32858" y="1667"/>
                  </a:cubicBezTo>
                  <a:cubicBezTo>
                    <a:pt x="32691" y="1968"/>
                    <a:pt x="32391" y="2335"/>
                    <a:pt x="32224" y="2535"/>
                  </a:cubicBezTo>
                  <a:cubicBezTo>
                    <a:pt x="32057" y="2701"/>
                    <a:pt x="31957" y="2868"/>
                    <a:pt x="31957" y="2902"/>
                  </a:cubicBezTo>
                  <a:cubicBezTo>
                    <a:pt x="31957" y="2902"/>
                    <a:pt x="32124" y="2968"/>
                    <a:pt x="32324" y="3002"/>
                  </a:cubicBezTo>
                  <a:cubicBezTo>
                    <a:pt x="32524" y="3068"/>
                    <a:pt x="32624" y="3135"/>
                    <a:pt x="32591" y="3168"/>
                  </a:cubicBezTo>
                  <a:cubicBezTo>
                    <a:pt x="32591" y="3217"/>
                    <a:pt x="32537" y="3248"/>
                    <a:pt x="32482" y="3248"/>
                  </a:cubicBezTo>
                  <a:cubicBezTo>
                    <a:pt x="32462" y="3248"/>
                    <a:pt x="32442" y="3244"/>
                    <a:pt x="32424" y="3235"/>
                  </a:cubicBezTo>
                  <a:cubicBezTo>
                    <a:pt x="32357" y="3235"/>
                    <a:pt x="32290" y="3269"/>
                    <a:pt x="32290" y="3402"/>
                  </a:cubicBezTo>
                  <a:cubicBezTo>
                    <a:pt x="32265" y="3504"/>
                    <a:pt x="32259" y="3547"/>
                    <a:pt x="32213" y="3547"/>
                  </a:cubicBezTo>
                  <a:cubicBezTo>
                    <a:pt x="32199" y="3547"/>
                    <a:pt x="32181" y="3543"/>
                    <a:pt x="32157" y="3535"/>
                  </a:cubicBezTo>
                  <a:cubicBezTo>
                    <a:pt x="32057" y="3502"/>
                    <a:pt x="32057" y="3502"/>
                    <a:pt x="32090" y="3502"/>
                  </a:cubicBezTo>
                  <a:cubicBezTo>
                    <a:pt x="32157" y="3502"/>
                    <a:pt x="32257" y="3235"/>
                    <a:pt x="32190" y="3135"/>
                  </a:cubicBezTo>
                  <a:cubicBezTo>
                    <a:pt x="32190" y="3127"/>
                    <a:pt x="32184" y="3123"/>
                    <a:pt x="32173" y="3123"/>
                  </a:cubicBezTo>
                  <a:cubicBezTo>
                    <a:pt x="32140" y="3123"/>
                    <a:pt x="32065" y="3160"/>
                    <a:pt x="31990" y="3235"/>
                  </a:cubicBezTo>
                  <a:cubicBezTo>
                    <a:pt x="31888" y="3337"/>
                    <a:pt x="31806" y="3381"/>
                    <a:pt x="31728" y="3381"/>
                  </a:cubicBezTo>
                  <a:cubicBezTo>
                    <a:pt x="31704" y="3381"/>
                    <a:pt x="31680" y="3377"/>
                    <a:pt x="31657" y="3369"/>
                  </a:cubicBezTo>
                  <a:cubicBezTo>
                    <a:pt x="31607" y="3352"/>
                    <a:pt x="31557" y="3344"/>
                    <a:pt x="31511" y="3344"/>
                  </a:cubicBezTo>
                  <a:cubicBezTo>
                    <a:pt x="31465" y="3344"/>
                    <a:pt x="31423" y="3352"/>
                    <a:pt x="31390" y="3369"/>
                  </a:cubicBezTo>
                  <a:cubicBezTo>
                    <a:pt x="31380" y="3378"/>
                    <a:pt x="31365" y="3382"/>
                    <a:pt x="31346" y="3382"/>
                  </a:cubicBezTo>
                  <a:cubicBezTo>
                    <a:pt x="31301" y="3382"/>
                    <a:pt x="31237" y="3359"/>
                    <a:pt x="31190" y="3335"/>
                  </a:cubicBezTo>
                  <a:cubicBezTo>
                    <a:pt x="31173" y="3302"/>
                    <a:pt x="31131" y="3285"/>
                    <a:pt x="31085" y="3285"/>
                  </a:cubicBezTo>
                  <a:cubicBezTo>
                    <a:pt x="31040" y="3285"/>
                    <a:pt x="30990" y="3302"/>
                    <a:pt x="30956" y="3335"/>
                  </a:cubicBezTo>
                  <a:cubicBezTo>
                    <a:pt x="30885" y="3359"/>
                    <a:pt x="30831" y="3382"/>
                    <a:pt x="30794" y="3382"/>
                  </a:cubicBezTo>
                  <a:cubicBezTo>
                    <a:pt x="30778" y="3382"/>
                    <a:pt x="30766" y="3378"/>
                    <a:pt x="30756" y="3369"/>
                  </a:cubicBezTo>
                  <a:cubicBezTo>
                    <a:pt x="30742" y="3327"/>
                    <a:pt x="30582" y="3308"/>
                    <a:pt x="30388" y="3308"/>
                  </a:cubicBezTo>
                  <a:cubicBezTo>
                    <a:pt x="30119" y="3308"/>
                    <a:pt x="29786" y="3344"/>
                    <a:pt x="29689" y="3402"/>
                  </a:cubicBezTo>
                  <a:cubicBezTo>
                    <a:pt x="29655" y="3435"/>
                    <a:pt x="29522" y="3435"/>
                    <a:pt x="29455" y="3435"/>
                  </a:cubicBezTo>
                  <a:cubicBezTo>
                    <a:pt x="29444" y="3430"/>
                    <a:pt x="29427" y="3427"/>
                    <a:pt x="29407" y="3427"/>
                  </a:cubicBezTo>
                  <a:cubicBezTo>
                    <a:pt x="29309" y="3427"/>
                    <a:pt x="29121" y="3492"/>
                    <a:pt x="28955" y="3602"/>
                  </a:cubicBezTo>
                  <a:cubicBezTo>
                    <a:pt x="28755" y="3702"/>
                    <a:pt x="28488" y="3802"/>
                    <a:pt x="28321" y="3802"/>
                  </a:cubicBezTo>
                  <a:cubicBezTo>
                    <a:pt x="28021" y="3802"/>
                    <a:pt x="28021" y="3802"/>
                    <a:pt x="27721" y="4203"/>
                  </a:cubicBezTo>
                  <a:cubicBezTo>
                    <a:pt x="27554" y="4436"/>
                    <a:pt x="27454" y="4670"/>
                    <a:pt x="27454" y="4703"/>
                  </a:cubicBezTo>
                  <a:cubicBezTo>
                    <a:pt x="27520" y="4770"/>
                    <a:pt x="27854" y="4936"/>
                    <a:pt x="28221" y="5070"/>
                  </a:cubicBezTo>
                  <a:cubicBezTo>
                    <a:pt x="28655" y="5203"/>
                    <a:pt x="28955" y="5437"/>
                    <a:pt x="28921" y="5604"/>
                  </a:cubicBezTo>
                  <a:cubicBezTo>
                    <a:pt x="28921" y="5620"/>
                    <a:pt x="28905" y="5629"/>
                    <a:pt x="28876" y="5629"/>
                  </a:cubicBezTo>
                  <a:cubicBezTo>
                    <a:pt x="28846" y="5629"/>
                    <a:pt x="28805" y="5620"/>
                    <a:pt x="28755" y="5604"/>
                  </a:cubicBezTo>
                  <a:cubicBezTo>
                    <a:pt x="28721" y="5587"/>
                    <a:pt x="28646" y="5579"/>
                    <a:pt x="28554" y="5579"/>
                  </a:cubicBezTo>
                  <a:cubicBezTo>
                    <a:pt x="28463" y="5579"/>
                    <a:pt x="28354" y="5587"/>
                    <a:pt x="28254" y="5604"/>
                  </a:cubicBezTo>
                  <a:cubicBezTo>
                    <a:pt x="27987" y="5604"/>
                    <a:pt x="27887" y="5637"/>
                    <a:pt x="27854" y="5770"/>
                  </a:cubicBezTo>
                  <a:cubicBezTo>
                    <a:pt x="27787" y="5971"/>
                    <a:pt x="27821" y="6004"/>
                    <a:pt x="28087" y="6104"/>
                  </a:cubicBezTo>
                  <a:cubicBezTo>
                    <a:pt x="28221" y="6137"/>
                    <a:pt x="28354" y="6237"/>
                    <a:pt x="28421" y="6337"/>
                  </a:cubicBezTo>
                  <a:cubicBezTo>
                    <a:pt x="28488" y="6471"/>
                    <a:pt x="28521" y="6538"/>
                    <a:pt x="28521" y="6571"/>
                  </a:cubicBezTo>
                  <a:cubicBezTo>
                    <a:pt x="28517" y="6573"/>
                    <a:pt x="28511" y="6574"/>
                    <a:pt x="28502" y="6574"/>
                  </a:cubicBezTo>
                  <a:cubicBezTo>
                    <a:pt x="28356" y="6574"/>
                    <a:pt x="27577" y="6330"/>
                    <a:pt x="27420" y="6204"/>
                  </a:cubicBezTo>
                  <a:cubicBezTo>
                    <a:pt x="27287" y="6137"/>
                    <a:pt x="26987" y="6104"/>
                    <a:pt x="26753" y="6104"/>
                  </a:cubicBezTo>
                  <a:cubicBezTo>
                    <a:pt x="26353" y="6137"/>
                    <a:pt x="26253" y="6171"/>
                    <a:pt x="26119" y="6337"/>
                  </a:cubicBezTo>
                  <a:cubicBezTo>
                    <a:pt x="26053" y="6438"/>
                    <a:pt x="25953" y="6538"/>
                    <a:pt x="25953" y="6538"/>
                  </a:cubicBezTo>
                  <a:cubicBezTo>
                    <a:pt x="25853" y="6571"/>
                    <a:pt x="25786" y="6638"/>
                    <a:pt x="25853" y="6704"/>
                  </a:cubicBezTo>
                  <a:cubicBezTo>
                    <a:pt x="25900" y="6800"/>
                    <a:pt x="26102" y="6878"/>
                    <a:pt x="26225" y="6878"/>
                  </a:cubicBezTo>
                  <a:cubicBezTo>
                    <a:pt x="26274" y="6878"/>
                    <a:pt x="26310" y="6866"/>
                    <a:pt x="26320" y="6838"/>
                  </a:cubicBezTo>
                  <a:cubicBezTo>
                    <a:pt x="26320" y="6829"/>
                    <a:pt x="26324" y="6825"/>
                    <a:pt x="26331" y="6825"/>
                  </a:cubicBezTo>
                  <a:cubicBezTo>
                    <a:pt x="26353" y="6825"/>
                    <a:pt x="26403" y="6863"/>
                    <a:pt x="26453" y="6938"/>
                  </a:cubicBezTo>
                  <a:cubicBezTo>
                    <a:pt x="26486" y="7038"/>
                    <a:pt x="26853" y="7338"/>
                    <a:pt x="27220" y="7638"/>
                  </a:cubicBezTo>
                  <a:cubicBezTo>
                    <a:pt x="27554" y="7972"/>
                    <a:pt x="27854" y="8239"/>
                    <a:pt x="27821" y="8239"/>
                  </a:cubicBezTo>
                  <a:cubicBezTo>
                    <a:pt x="27811" y="8249"/>
                    <a:pt x="27798" y="8253"/>
                    <a:pt x="27785" y="8253"/>
                  </a:cubicBezTo>
                  <a:cubicBezTo>
                    <a:pt x="27754" y="8253"/>
                    <a:pt x="27721" y="8229"/>
                    <a:pt x="27721" y="8205"/>
                  </a:cubicBezTo>
                  <a:cubicBezTo>
                    <a:pt x="27638" y="8095"/>
                    <a:pt x="27395" y="8030"/>
                    <a:pt x="27029" y="8030"/>
                  </a:cubicBezTo>
                  <a:cubicBezTo>
                    <a:pt x="26953" y="8030"/>
                    <a:pt x="26872" y="8033"/>
                    <a:pt x="26787" y="8039"/>
                  </a:cubicBezTo>
                  <a:cubicBezTo>
                    <a:pt x="26752" y="8041"/>
                    <a:pt x="26718" y="8042"/>
                    <a:pt x="26684" y="8042"/>
                  </a:cubicBezTo>
                  <a:cubicBezTo>
                    <a:pt x="26253" y="8042"/>
                    <a:pt x="25838" y="7850"/>
                    <a:pt x="25652" y="7572"/>
                  </a:cubicBezTo>
                  <a:cubicBezTo>
                    <a:pt x="25563" y="7423"/>
                    <a:pt x="25288" y="7194"/>
                    <a:pt x="25182" y="7194"/>
                  </a:cubicBezTo>
                  <a:cubicBezTo>
                    <a:pt x="25169" y="7194"/>
                    <a:pt x="25159" y="7198"/>
                    <a:pt x="25152" y="7205"/>
                  </a:cubicBezTo>
                  <a:cubicBezTo>
                    <a:pt x="25134" y="7214"/>
                    <a:pt x="25106" y="7218"/>
                    <a:pt x="25072" y="7218"/>
                  </a:cubicBezTo>
                  <a:cubicBezTo>
                    <a:pt x="24857" y="7218"/>
                    <a:pt x="24380" y="7053"/>
                    <a:pt x="24351" y="6938"/>
                  </a:cubicBezTo>
                  <a:cubicBezTo>
                    <a:pt x="24326" y="6863"/>
                    <a:pt x="24264" y="6825"/>
                    <a:pt x="24108" y="6825"/>
                  </a:cubicBezTo>
                  <a:cubicBezTo>
                    <a:pt x="24055" y="6825"/>
                    <a:pt x="23993" y="6829"/>
                    <a:pt x="23918" y="6838"/>
                  </a:cubicBezTo>
                  <a:cubicBezTo>
                    <a:pt x="23284" y="6938"/>
                    <a:pt x="22483" y="7171"/>
                    <a:pt x="22350" y="7338"/>
                  </a:cubicBezTo>
                  <a:cubicBezTo>
                    <a:pt x="22183" y="7572"/>
                    <a:pt x="22117" y="7638"/>
                    <a:pt x="21349" y="8139"/>
                  </a:cubicBezTo>
                  <a:cubicBezTo>
                    <a:pt x="20949" y="8406"/>
                    <a:pt x="20582" y="8672"/>
                    <a:pt x="20582" y="8773"/>
                  </a:cubicBezTo>
                  <a:cubicBezTo>
                    <a:pt x="20549" y="8873"/>
                    <a:pt x="20382" y="8939"/>
                    <a:pt x="20015" y="9106"/>
                  </a:cubicBezTo>
                  <a:cubicBezTo>
                    <a:pt x="19715" y="9206"/>
                    <a:pt x="19448" y="9340"/>
                    <a:pt x="19415" y="9406"/>
                  </a:cubicBezTo>
                  <a:cubicBezTo>
                    <a:pt x="19415" y="9440"/>
                    <a:pt x="19315" y="9473"/>
                    <a:pt x="19248" y="9473"/>
                  </a:cubicBezTo>
                  <a:cubicBezTo>
                    <a:pt x="19241" y="9472"/>
                    <a:pt x="19233" y="9472"/>
                    <a:pt x="19225" y="9472"/>
                  </a:cubicBezTo>
                  <a:cubicBezTo>
                    <a:pt x="18924" y="9472"/>
                    <a:pt x="17918" y="10043"/>
                    <a:pt x="18080" y="10140"/>
                  </a:cubicBezTo>
                  <a:cubicBezTo>
                    <a:pt x="18175" y="10203"/>
                    <a:pt x="17641" y="10476"/>
                    <a:pt x="17443" y="10476"/>
                  </a:cubicBezTo>
                  <a:cubicBezTo>
                    <a:pt x="17432" y="10476"/>
                    <a:pt x="17422" y="10475"/>
                    <a:pt x="17413" y="10474"/>
                  </a:cubicBezTo>
                  <a:cubicBezTo>
                    <a:pt x="17407" y="10472"/>
                    <a:pt x="17399" y="10471"/>
                    <a:pt x="17390" y="10471"/>
                  </a:cubicBezTo>
                  <a:cubicBezTo>
                    <a:pt x="17203" y="10471"/>
                    <a:pt x="16436" y="10782"/>
                    <a:pt x="16246" y="10941"/>
                  </a:cubicBezTo>
                  <a:cubicBezTo>
                    <a:pt x="16212" y="10963"/>
                    <a:pt x="16186" y="10974"/>
                    <a:pt x="16165" y="10974"/>
                  </a:cubicBezTo>
                  <a:cubicBezTo>
                    <a:pt x="16123" y="10974"/>
                    <a:pt x="16101" y="10930"/>
                    <a:pt x="16079" y="10841"/>
                  </a:cubicBezTo>
                  <a:cubicBezTo>
                    <a:pt x="16062" y="10774"/>
                    <a:pt x="16046" y="10741"/>
                    <a:pt x="16016" y="10741"/>
                  </a:cubicBezTo>
                  <a:cubicBezTo>
                    <a:pt x="15987" y="10741"/>
                    <a:pt x="15945" y="10774"/>
                    <a:pt x="15879" y="10841"/>
                  </a:cubicBezTo>
                  <a:cubicBezTo>
                    <a:pt x="15801" y="10899"/>
                    <a:pt x="15757" y="10934"/>
                    <a:pt x="15715" y="10934"/>
                  </a:cubicBezTo>
                  <a:cubicBezTo>
                    <a:pt x="15684" y="10934"/>
                    <a:pt x="15654" y="10916"/>
                    <a:pt x="15612" y="10874"/>
                  </a:cubicBezTo>
                  <a:cubicBezTo>
                    <a:pt x="15580" y="10842"/>
                    <a:pt x="15500" y="10827"/>
                    <a:pt x="15389" y="10827"/>
                  </a:cubicBezTo>
                  <a:cubicBezTo>
                    <a:pt x="15155" y="10827"/>
                    <a:pt x="14784" y="10894"/>
                    <a:pt x="14444" y="11007"/>
                  </a:cubicBezTo>
                  <a:cubicBezTo>
                    <a:pt x="14344" y="11041"/>
                    <a:pt x="13944" y="11174"/>
                    <a:pt x="13610" y="11274"/>
                  </a:cubicBezTo>
                  <a:cubicBezTo>
                    <a:pt x="13277" y="11408"/>
                    <a:pt x="12877" y="11575"/>
                    <a:pt x="12743" y="11641"/>
                  </a:cubicBezTo>
                  <a:cubicBezTo>
                    <a:pt x="12643" y="11716"/>
                    <a:pt x="12543" y="11754"/>
                    <a:pt x="12485" y="11754"/>
                  </a:cubicBezTo>
                  <a:cubicBezTo>
                    <a:pt x="12466" y="11754"/>
                    <a:pt x="12451" y="11750"/>
                    <a:pt x="12443" y="11741"/>
                  </a:cubicBezTo>
                  <a:cubicBezTo>
                    <a:pt x="12433" y="11732"/>
                    <a:pt x="12421" y="11727"/>
                    <a:pt x="12405" y="11727"/>
                  </a:cubicBezTo>
                  <a:cubicBezTo>
                    <a:pt x="12368" y="11727"/>
                    <a:pt x="12314" y="11751"/>
                    <a:pt x="12243" y="11775"/>
                  </a:cubicBezTo>
                  <a:cubicBezTo>
                    <a:pt x="12143" y="11841"/>
                    <a:pt x="11876" y="11908"/>
                    <a:pt x="11642" y="11941"/>
                  </a:cubicBezTo>
                  <a:cubicBezTo>
                    <a:pt x="11275" y="12008"/>
                    <a:pt x="10842" y="12175"/>
                    <a:pt x="10341" y="12442"/>
                  </a:cubicBezTo>
                  <a:cubicBezTo>
                    <a:pt x="10333" y="12451"/>
                    <a:pt x="10321" y="12455"/>
                    <a:pt x="10309" y="12455"/>
                  </a:cubicBezTo>
                  <a:cubicBezTo>
                    <a:pt x="10277" y="12455"/>
                    <a:pt x="10241" y="12424"/>
                    <a:pt x="10241" y="12375"/>
                  </a:cubicBezTo>
                  <a:cubicBezTo>
                    <a:pt x="10214" y="12264"/>
                    <a:pt x="9655" y="12084"/>
                    <a:pt x="9391" y="12084"/>
                  </a:cubicBezTo>
                  <a:cubicBezTo>
                    <a:pt x="9338" y="12084"/>
                    <a:pt x="9297" y="12091"/>
                    <a:pt x="9274" y="12108"/>
                  </a:cubicBezTo>
                  <a:lnTo>
                    <a:pt x="8874" y="12108"/>
                  </a:lnTo>
                  <a:cubicBezTo>
                    <a:pt x="8811" y="12102"/>
                    <a:pt x="8754" y="12098"/>
                    <a:pt x="8695" y="12098"/>
                  </a:cubicBezTo>
                  <a:cubicBezTo>
                    <a:pt x="8441" y="12098"/>
                    <a:pt x="8148" y="12171"/>
                    <a:pt x="7173" y="12442"/>
                  </a:cubicBezTo>
                  <a:cubicBezTo>
                    <a:pt x="6405" y="12642"/>
                    <a:pt x="5138" y="13242"/>
                    <a:pt x="4704" y="13643"/>
                  </a:cubicBezTo>
                  <a:cubicBezTo>
                    <a:pt x="4454" y="13875"/>
                    <a:pt x="4347" y="13973"/>
                    <a:pt x="4246" y="13973"/>
                  </a:cubicBezTo>
                  <a:cubicBezTo>
                    <a:pt x="4158" y="13973"/>
                    <a:pt x="4074" y="13900"/>
                    <a:pt x="3904" y="13776"/>
                  </a:cubicBezTo>
                  <a:cubicBezTo>
                    <a:pt x="3733" y="13662"/>
                    <a:pt x="3584" y="13603"/>
                    <a:pt x="3506" y="13603"/>
                  </a:cubicBezTo>
                  <a:cubicBezTo>
                    <a:pt x="3446" y="13603"/>
                    <a:pt x="3427" y="13637"/>
                    <a:pt x="3470" y="13709"/>
                  </a:cubicBezTo>
                  <a:cubicBezTo>
                    <a:pt x="3503" y="13743"/>
                    <a:pt x="3470" y="13809"/>
                    <a:pt x="3403" y="13809"/>
                  </a:cubicBezTo>
                  <a:cubicBezTo>
                    <a:pt x="3336" y="13809"/>
                    <a:pt x="3270" y="13776"/>
                    <a:pt x="3270" y="13743"/>
                  </a:cubicBezTo>
                  <a:cubicBezTo>
                    <a:pt x="3251" y="13668"/>
                    <a:pt x="3075" y="13624"/>
                    <a:pt x="2888" y="13624"/>
                  </a:cubicBezTo>
                  <a:cubicBezTo>
                    <a:pt x="2742" y="13624"/>
                    <a:pt x="2590" y="13651"/>
                    <a:pt x="2503" y="13709"/>
                  </a:cubicBezTo>
                  <a:cubicBezTo>
                    <a:pt x="2402" y="13743"/>
                    <a:pt x="2236" y="13809"/>
                    <a:pt x="2136" y="13809"/>
                  </a:cubicBezTo>
                  <a:cubicBezTo>
                    <a:pt x="1769" y="13843"/>
                    <a:pt x="1335" y="14043"/>
                    <a:pt x="1035" y="14343"/>
                  </a:cubicBezTo>
                  <a:cubicBezTo>
                    <a:pt x="868" y="14510"/>
                    <a:pt x="635" y="14677"/>
                    <a:pt x="468" y="14743"/>
                  </a:cubicBezTo>
                  <a:cubicBezTo>
                    <a:pt x="234" y="14844"/>
                    <a:pt x="234" y="14844"/>
                    <a:pt x="401" y="15044"/>
                  </a:cubicBezTo>
                  <a:cubicBezTo>
                    <a:pt x="501" y="15144"/>
                    <a:pt x="534" y="15277"/>
                    <a:pt x="534" y="15311"/>
                  </a:cubicBezTo>
                  <a:cubicBezTo>
                    <a:pt x="519" y="15341"/>
                    <a:pt x="504" y="15357"/>
                    <a:pt x="489" y="15357"/>
                  </a:cubicBezTo>
                  <a:cubicBezTo>
                    <a:pt x="471" y="15357"/>
                    <a:pt x="453" y="15332"/>
                    <a:pt x="434" y="15277"/>
                  </a:cubicBezTo>
                  <a:cubicBezTo>
                    <a:pt x="423" y="15185"/>
                    <a:pt x="396" y="15145"/>
                    <a:pt x="366" y="15145"/>
                  </a:cubicBezTo>
                  <a:cubicBezTo>
                    <a:pt x="310" y="15145"/>
                    <a:pt x="246" y="15292"/>
                    <a:pt x="268" y="15511"/>
                  </a:cubicBezTo>
                  <a:cubicBezTo>
                    <a:pt x="268" y="15711"/>
                    <a:pt x="234" y="15878"/>
                    <a:pt x="168" y="15911"/>
                  </a:cubicBezTo>
                  <a:cubicBezTo>
                    <a:pt x="1" y="16011"/>
                    <a:pt x="468" y="16645"/>
                    <a:pt x="701" y="16678"/>
                  </a:cubicBezTo>
                  <a:cubicBezTo>
                    <a:pt x="835" y="16712"/>
                    <a:pt x="901" y="16778"/>
                    <a:pt x="935" y="16945"/>
                  </a:cubicBezTo>
                  <a:cubicBezTo>
                    <a:pt x="1102" y="17379"/>
                    <a:pt x="1335" y="17646"/>
                    <a:pt x="1869" y="17946"/>
                  </a:cubicBezTo>
                  <a:cubicBezTo>
                    <a:pt x="2136" y="18113"/>
                    <a:pt x="2436" y="18246"/>
                    <a:pt x="2536" y="18279"/>
                  </a:cubicBezTo>
                  <a:cubicBezTo>
                    <a:pt x="2603" y="18313"/>
                    <a:pt x="2836" y="18513"/>
                    <a:pt x="3036" y="18713"/>
                  </a:cubicBezTo>
                  <a:cubicBezTo>
                    <a:pt x="3219" y="18926"/>
                    <a:pt x="3402" y="19084"/>
                    <a:pt x="3458" y="19084"/>
                  </a:cubicBezTo>
                  <a:cubicBezTo>
                    <a:pt x="3463" y="19084"/>
                    <a:pt x="3467" y="19083"/>
                    <a:pt x="3470" y="19080"/>
                  </a:cubicBezTo>
                  <a:cubicBezTo>
                    <a:pt x="3476" y="19074"/>
                    <a:pt x="3483" y="19071"/>
                    <a:pt x="3491" y="19071"/>
                  </a:cubicBezTo>
                  <a:cubicBezTo>
                    <a:pt x="3527" y="19071"/>
                    <a:pt x="3582" y="19131"/>
                    <a:pt x="3637" y="19213"/>
                  </a:cubicBezTo>
                  <a:cubicBezTo>
                    <a:pt x="3670" y="19313"/>
                    <a:pt x="3803" y="19413"/>
                    <a:pt x="3904" y="19413"/>
                  </a:cubicBezTo>
                  <a:cubicBezTo>
                    <a:pt x="4037" y="19413"/>
                    <a:pt x="4170" y="19480"/>
                    <a:pt x="4237" y="19547"/>
                  </a:cubicBezTo>
                  <a:cubicBezTo>
                    <a:pt x="4301" y="19610"/>
                    <a:pt x="4377" y="19634"/>
                    <a:pt x="4451" y="19634"/>
                  </a:cubicBezTo>
                  <a:cubicBezTo>
                    <a:pt x="4493" y="19634"/>
                    <a:pt x="4534" y="19626"/>
                    <a:pt x="4571" y="19614"/>
                  </a:cubicBezTo>
                  <a:cubicBezTo>
                    <a:pt x="4607" y="19601"/>
                    <a:pt x="4644" y="19594"/>
                    <a:pt x="4679" y="19594"/>
                  </a:cubicBezTo>
                  <a:cubicBezTo>
                    <a:pt x="4740" y="19594"/>
                    <a:pt x="4795" y="19617"/>
                    <a:pt x="4838" y="19680"/>
                  </a:cubicBezTo>
                  <a:cubicBezTo>
                    <a:pt x="4863" y="19755"/>
                    <a:pt x="4925" y="19793"/>
                    <a:pt x="4969" y="19793"/>
                  </a:cubicBezTo>
                  <a:cubicBezTo>
                    <a:pt x="4983" y="19793"/>
                    <a:pt x="4996" y="19789"/>
                    <a:pt x="5004" y="19780"/>
                  </a:cubicBezTo>
                  <a:cubicBezTo>
                    <a:pt x="5043" y="19741"/>
                    <a:pt x="5094" y="19725"/>
                    <a:pt x="5143" y="19725"/>
                  </a:cubicBezTo>
                  <a:cubicBezTo>
                    <a:pt x="5177" y="19725"/>
                    <a:pt x="5210" y="19733"/>
                    <a:pt x="5238" y="19747"/>
                  </a:cubicBezTo>
                  <a:cubicBezTo>
                    <a:pt x="5260" y="19747"/>
                    <a:pt x="5312" y="19762"/>
                    <a:pt x="5354" y="19762"/>
                  </a:cubicBezTo>
                  <a:cubicBezTo>
                    <a:pt x="5375" y="19762"/>
                    <a:pt x="5394" y="19758"/>
                    <a:pt x="5405" y="19747"/>
                  </a:cubicBezTo>
                  <a:cubicBezTo>
                    <a:pt x="5438" y="19714"/>
                    <a:pt x="5505" y="19680"/>
                    <a:pt x="5571" y="19680"/>
                  </a:cubicBezTo>
                  <a:cubicBezTo>
                    <a:pt x="5576" y="19676"/>
                    <a:pt x="5582" y="19674"/>
                    <a:pt x="5588" y="19674"/>
                  </a:cubicBezTo>
                  <a:cubicBezTo>
                    <a:pt x="5631" y="19674"/>
                    <a:pt x="5714" y="19760"/>
                    <a:pt x="5772" y="19847"/>
                  </a:cubicBezTo>
                  <a:cubicBezTo>
                    <a:pt x="5838" y="19981"/>
                    <a:pt x="5905" y="20047"/>
                    <a:pt x="5972" y="20047"/>
                  </a:cubicBezTo>
                  <a:cubicBezTo>
                    <a:pt x="6005" y="20014"/>
                    <a:pt x="6138" y="19580"/>
                    <a:pt x="6272" y="19047"/>
                  </a:cubicBezTo>
                  <a:cubicBezTo>
                    <a:pt x="6572" y="17846"/>
                    <a:pt x="6839" y="17078"/>
                    <a:pt x="6906" y="17012"/>
                  </a:cubicBezTo>
                  <a:cubicBezTo>
                    <a:pt x="6972" y="16978"/>
                    <a:pt x="7039" y="16878"/>
                    <a:pt x="7072" y="16778"/>
                  </a:cubicBezTo>
                  <a:cubicBezTo>
                    <a:pt x="7100" y="16668"/>
                    <a:pt x="7151" y="16603"/>
                    <a:pt x="7205" y="16603"/>
                  </a:cubicBezTo>
                  <a:cubicBezTo>
                    <a:pt x="7216" y="16603"/>
                    <a:pt x="7228" y="16606"/>
                    <a:pt x="7239" y="16611"/>
                  </a:cubicBezTo>
                  <a:cubicBezTo>
                    <a:pt x="7306" y="16611"/>
                    <a:pt x="7306" y="16745"/>
                    <a:pt x="7273" y="16978"/>
                  </a:cubicBezTo>
                  <a:cubicBezTo>
                    <a:pt x="7206" y="17145"/>
                    <a:pt x="7173" y="17479"/>
                    <a:pt x="7173" y="17679"/>
                  </a:cubicBezTo>
                  <a:cubicBezTo>
                    <a:pt x="7173" y="17912"/>
                    <a:pt x="7106" y="18346"/>
                    <a:pt x="7039" y="18646"/>
                  </a:cubicBezTo>
                  <a:cubicBezTo>
                    <a:pt x="6972" y="18946"/>
                    <a:pt x="6972" y="19313"/>
                    <a:pt x="7006" y="19413"/>
                  </a:cubicBezTo>
                  <a:cubicBezTo>
                    <a:pt x="7039" y="19547"/>
                    <a:pt x="7039" y="19680"/>
                    <a:pt x="7006" y="19680"/>
                  </a:cubicBezTo>
                  <a:cubicBezTo>
                    <a:pt x="6972" y="19714"/>
                    <a:pt x="6972" y="19747"/>
                    <a:pt x="7006" y="19814"/>
                  </a:cubicBezTo>
                  <a:cubicBezTo>
                    <a:pt x="7006" y="19830"/>
                    <a:pt x="7022" y="19839"/>
                    <a:pt x="7047" y="19839"/>
                  </a:cubicBezTo>
                  <a:cubicBezTo>
                    <a:pt x="7072" y="19839"/>
                    <a:pt x="7106" y="19830"/>
                    <a:pt x="7139" y="19814"/>
                  </a:cubicBezTo>
                  <a:cubicBezTo>
                    <a:pt x="7171" y="19793"/>
                    <a:pt x="7196" y="19782"/>
                    <a:pt x="7215" y="19782"/>
                  </a:cubicBezTo>
                  <a:cubicBezTo>
                    <a:pt x="7257" y="19782"/>
                    <a:pt x="7273" y="19833"/>
                    <a:pt x="7273" y="19947"/>
                  </a:cubicBezTo>
                  <a:cubicBezTo>
                    <a:pt x="7273" y="20030"/>
                    <a:pt x="7295" y="20089"/>
                    <a:pt x="7322" y="20089"/>
                  </a:cubicBezTo>
                  <a:cubicBezTo>
                    <a:pt x="7328" y="20089"/>
                    <a:pt x="7333" y="20087"/>
                    <a:pt x="7339" y="20081"/>
                  </a:cubicBezTo>
                  <a:cubicBezTo>
                    <a:pt x="7349" y="20074"/>
                    <a:pt x="7361" y="20071"/>
                    <a:pt x="7375" y="20071"/>
                  </a:cubicBezTo>
                  <a:cubicBezTo>
                    <a:pt x="7508" y="20071"/>
                    <a:pt x="7825" y="20346"/>
                    <a:pt x="8006" y="20648"/>
                  </a:cubicBezTo>
                  <a:cubicBezTo>
                    <a:pt x="8094" y="20793"/>
                    <a:pt x="8206" y="20888"/>
                    <a:pt x="8256" y="20888"/>
                  </a:cubicBezTo>
                  <a:cubicBezTo>
                    <a:pt x="8263" y="20888"/>
                    <a:pt x="8269" y="20885"/>
                    <a:pt x="8273" y="20881"/>
                  </a:cubicBezTo>
                  <a:cubicBezTo>
                    <a:pt x="8307" y="20881"/>
                    <a:pt x="8340" y="20915"/>
                    <a:pt x="8340" y="20981"/>
                  </a:cubicBezTo>
                  <a:cubicBezTo>
                    <a:pt x="8373" y="21048"/>
                    <a:pt x="8440" y="21115"/>
                    <a:pt x="8540" y="21148"/>
                  </a:cubicBezTo>
                  <a:cubicBezTo>
                    <a:pt x="8585" y="21170"/>
                    <a:pt x="8625" y="21181"/>
                    <a:pt x="8666" y="21181"/>
                  </a:cubicBezTo>
                  <a:cubicBezTo>
                    <a:pt x="8748" y="21181"/>
                    <a:pt x="8829" y="21137"/>
                    <a:pt x="8940" y="21048"/>
                  </a:cubicBezTo>
                  <a:cubicBezTo>
                    <a:pt x="9041" y="20948"/>
                    <a:pt x="9174" y="20781"/>
                    <a:pt x="9174" y="20681"/>
                  </a:cubicBezTo>
                  <a:cubicBezTo>
                    <a:pt x="9207" y="20614"/>
                    <a:pt x="9307" y="20448"/>
                    <a:pt x="9374" y="20381"/>
                  </a:cubicBezTo>
                  <a:cubicBezTo>
                    <a:pt x="9458" y="20314"/>
                    <a:pt x="9499" y="20281"/>
                    <a:pt x="9508" y="20281"/>
                  </a:cubicBezTo>
                  <a:lnTo>
                    <a:pt x="9508" y="20281"/>
                  </a:lnTo>
                  <a:cubicBezTo>
                    <a:pt x="9516" y="20281"/>
                    <a:pt x="9491" y="20314"/>
                    <a:pt x="9441" y="20381"/>
                  </a:cubicBezTo>
                  <a:cubicBezTo>
                    <a:pt x="9407" y="20481"/>
                    <a:pt x="9374" y="20614"/>
                    <a:pt x="9341" y="20681"/>
                  </a:cubicBezTo>
                  <a:cubicBezTo>
                    <a:pt x="9341" y="20767"/>
                    <a:pt x="9638" y="20928"/>
                    <a:pt x="9806" y="20928"/>
                  </a:cubicBezTo>
                  <a:cubicBezTo>
                    <a:pt x="9833" y="20928"/>
                    <a:pt x="9856" y="20924"/>
                    <a:pt x="9874" y="20915"/>
                  </a:cubicBezTo>
                  <a:cubicBezTo>
                    <a:pt x="9882" y="20911"/>
                    <a:pt x="9891" y="20909"/>
                    <a:pt x="9900" y="20909"/>
                  </a:cubicBezTo>
                  <a:cubicBezTo>
                    <a:pt x="10045" y="20909"/>
                    <a:pt x="10336" y="21387"/>
                    <a:pt x="10241" y="21482"/>
                  </a:cubicBezTo>
                  <a:cubicBezTo>
                    <a:pt x="10208" y="21548"/>
                    <a:pt x="10208" y="21582"/>
                    <a:pt x="10275" y="21615"/>
                  </a:cubicBezTo>
                  <a:cubicBezTo>
                    <a:pt x="10293" y="21624"/>
                    <a:pt x="10316" y="21628"/>
                    <a:pt x="10341" y="21628"/>
                  </a:cubicBezTo>
                  <a:cubicBezTo>
                    <a:pt x="10502" y="21628"/>
                    <a:pt x="10775" y="21463"/>
                    <a:pt x="10775" y="21348"/>
                  </a:cubicBezTo>
                  <a:cubicBezTo>
                    <a:pt x="10775" y="21281"/>
                    <a:pt x="10842" y="21181"/>
                    <a:pt x="10942" y="21148"/>
                  </a:cubicBezTo>
                  <a:cubicBezTo>
                    <a:pt x="11009" y="21115"/>
                    <a:pt x="11142" y="20848"/>
                    <a:pt x="11209" y="20614"/>
                  </a:cubicBezTo>
                  <a:cubicBezTo>
                    <a:pt x="11269" y="20332"/>
                    <a:pt x="11293" y="20220"/>
                    <a:pt x="11325" y="20220"/>
                  </a:cubicBezTo>
                  <a:cubicBezTo>
                    <a:pt x="11345" y="20220"/>
                    <a:pt x="11369" y="20268"/>
                    <a:pt x="11409" y="20347"/>
                  </a:cubicBezTo>
                  <a:cubicBezTo>
                    <a:pt x="11462" y="20435"/>
                    <a:pt x="11496" y="20477"/>
                    <a:pt x="11521" y="20477"/>
                  </a:cubicBezTo>
                  <a:cubicBezTo>
                    <a:pt x="11544" y="20477"/>
                    <a:pt x="11560" y="20444"/>
                    <a:pt x="11576" y="20381"/>
                  </a:cubicBezTo>
                  <a:cubicBezTo>
                    <a:pt x="11609" y="20314"/>
                    <a:pt x="11626" y="20281"/>
                    <a:pt x="11647" y="20281"/>
                  </a:cubicBezTo>
                  <a:cubicBezTo>
                    <a:pt x="11667" y="20281"/>
                    <a:pt x="11692" y="20314"/>
                    <a:pt x="11742" y="20381"/>
                  </a:cubicBezTo>
                  <a:cubicBezTo>
                    <a:pt x="11851" y="20544"/>
                    <a:pt x="11827" y="20750"/>
                    <a:pt x="11743" y="20750"/>
                  </a:cubicBezTo>
                  <a:cubicBezTo>
                    <a:pt x="11723" y="20750"/>
                    <a:pt x="11701" y="20739"/>
                    <a:pt x="11676" y="20714"/>
                  </a:cubicBezTo>
                  <a:cubicBezTo>
                    <a:pt x="11648" y="20701"/>
                    <a:pt x="11626" y="20692"/>
                    <a:pt x="11608" y="20692"/>
                  </a:cubicBezTo>
                  <a:cubicBezTo>
                    <a:pt x="11581" y="20692"/>
                    <a:pt x="11562" y="20709"/>
                    <a:pt x="11542" y="20748"/>
                  </a:cubicBezTo>
                  <a:cubicBezTo>
                    <a:pt x="11509" y="20781"/>
                    <a:pt x="11609" y="20848"/>
                    <a:pt x="11709" y="20881"/>
                  </a:cubicBezTo>
                  <a:cubicBezTo>
                    <a:pt x="11909" y="20948"/>
                    <a:pt x="11909" y="20948"/>
                    <a:pt x="11809" y="21015"/>
                  </a:cubicBezTo>
                  <a:cubicBezTo>
                    <a:pt x="11709" y="21081"/>
                    <a:pt x="11709" y="21148"/>
                    <a:pt x="11843" y="21348"/>
                  </a:cubicBezTo>
                  <a:cubicBezTo>
                    <a:pt x="11905" y="21452"/>
                    <a:pt x="11942" y="21505"/>
                    <a:pt x="11952" y="21505"/>
                  </a:cubicBezTo>
                  <a:cubicBezTo>
                    <a:pt x="11958" y="21505"/>
                    <a:pt x="11955" y="21486"/>
                    <a:pt x="11943" y="21448"/>
                  </a:cubicBezTo>
                  <a:cubicBezTo>
                    <a:pt x="11909" y="21348"/>
                    <a:pt x="11909" y="21248"/>
                    <a:pt x="11943" y="21215"/>
                  </a:cubicBezTo>
                  <a:cubicBezTo>
                    <a:pt x="11949" y="21211"/>
                    <a:pt x="11956" y="21210"/>
                    <a:pt x="11963" y="21210"/>
                  </a:cubicBezTo>
                  <a:cubicBezTo>
                    <a:pt x="12024" y="21210"/>
                    <a:pt x="12090" y="21339"/>
                    <a:pt x="12209" y="21548"/>
                  </a:cubicBezTo>
                  <a:cubicBezTo>
                    <a:pt x="12310" y="21782"/>
                    <a:pt x="12410" y="21915"/>
                    <a:pt x="12543" y="21982"/>
                  </a:cubicBezTo>
                  <a:cubicBezTo>
                    <a:pt x="12643" y="22015"/>
                    <a:pt x="12777" y="22149"/>
                    <a:pt x="12877" y="22249"/>
                  </a:cubicBezTo>
                  <a:cubicBezTo>
                    <a:pt x="12943" y="22382"/>
                    <a:pt x="13010" y="22449"/>
                    <a:pt x="13077" y="22449"/>
                  </a:cubicBezTo>
                  <a:cubicBezTo>
                    <a:pt x="13110" y="22449"/>
                    <a:pt x="13244" y="22549"/>
                    <a:pt x="13344" y="22649"/>
                  </a:cubicBezTo>
                  <a:cubicBezTo>
                    <a:pt x="13426" y="22731"/>
                    <a:pt x="13508" y="22791"/>
                    <a:pt x="13553" y="22791"/>
                  </a:cubicBezTo>
                  <a:cubicBezTo>
                    <a:pt x="13563" y="22791"/>
                    <a:pt x="13571" y="22788"/>
                    <a:pt x="13577" y="22783"/>
                  </a:cubicBezTo>
                  <a:cubicBezTo>
                    <a:pt x="13582" y="22781"/>
                    <a:pt x="13588" y="22780"/>
                    <a:pt x="13595" y="22780"/>
                  </a:cubicBezTo>
                  <a:cubicBezTo>
                    <a:pt x="13739" y="22780"/>
                    <a:pt x="14344" y="23089"/>
                    <a:pt x="14344" y="23216"/>
                  </a:cubicBezTo>
                  <a:cubicBezTo>
                    <a:pt x="14344" y="23250"/>
                    <a:pt x="14411" y="23283"/>
                    <a:pt x="14478" y="23283"/>
                  </a:cubicBezTo>
                  <a:cubicBezTo>
                    <a:pt x="14578" y="23283"/>
                    <a:pt x="14678" y="23350"/>
                    <a:pt x="14745" y="23416"/>
                  </a:cubicBezTo>
                  <a:cubicBezTo>
                    <a:pt x="14772" y="23499"/>
                    <a:pt x="14845" y="23558"/>
                    <a:pt x="14888" y="23558"/>
                  </a:cubicBezTo>
                  <a:cubicBezTo>
                    <a:pt x="14897" y="23558"/>
                    <a:pt x="14906" y="23556"/>
                    <a:pt x="14911" y="23550"/>
                  </a:cubicBezTo>
                  <a:cubicBezTo>
                    <a:pt x="14945" y="23533"/>
                    <a:pt x="14995" y="23525"/>
                    <a:pt x="15049" y="23525"/>
                  </a:cubicBezTo>
                  <a:cubicBezTo>
                    <a:pt x="15103" y="23525"/>
                    <a:pt x="15162" y="23533"/>
                    <a:pt x="15212" y="23550"/>
                  </a:cubicBezTo>
                  <a:cubicBezTo>
                    <a:pt x="15290" y="23589"/>
                    <a:pt x="15368" y="23605"/>
                    <a:pt x="15433" y="23605"/>
                  </a:cubicBezTo>
                  <a:cubicBezTo>
                    <a:pt x="15478" y="23605"/>
                    <a:pt x="15518" y="23597"/>
                    <a:pt x="15545" y="23583"/>
                  </a:cubicBezTo>
                  <a:cubicBezTo>
                    <a:pt x="15571" y="23558"/>
                    <a:pt x="15596" y="23547"/>
                    <a:pt x="15620" y="23547"/>
                  </a:cubicBezTo>
                  <a:cubicBezTo>
                    <a:pt x="15658" y="23547"/>
                    <a:pt x="15691" y="23575"/>
                    <a:pt x="15712" y="23616"/>
                  </a:cubicBezTo>
                  <a:cubicBezTo>
                    <a:pt x="15729" y="23650"/>
                    <a:pt x="15762" y="23667"/>
                    <a:pt x="15800" y="23667"/>
                  </a:cubicBezTo>
                  <a:cubicBezTo>
                    <a:pt x="15837" y="23667"/>
                    <a:pt x="15879" y="23650"/>
                    <a:pt x="15912" y="23616"/>
                  </a:cubicBezTo>
                  <a:cubicBezTo>
                    <a:pt x="15979" y="23583"/>
                    <a:pt x="16112" y="23583"/>
                    <a:pt x="16146" y="23583"/>
                  </a:cubicBezTo>
                  <a:cubicBezTo>
                    <a:pt x="16165" y="23593"/>
                    <a:pt x="16188" y="23597"/>
                    <a:pt x="16212" y="23597"/>
                  </a:cubicBezTo>
                  <a:cubicBezTo>
                    <a:pt x="16271" y="23597"/>
                    <a:pt x="16342" y="23573"/>
                    <a:pt x="16412" y="23550"/>
                  </a:cubicBezTo>
                  <a:cubicBezTo>
                    <a:pt x="16513" y="23483"/>
                    <a:pt x="16579" y="23383"/>
                    <a:pt x="16579" y="23350"/>
                  </a:cubicBezTo>
                  <a:cubicBezTo>
                    <a:pt x="16579" y="23259"/>
                    <a:pt x="16604" y="23213"/>
                    <a:pt x="16647" y="23213"/>
                  </a:cubicBezTo>
                  <a:cubicBezTo>
                    <a:pt x="16714" y="23213"/>
                    <a:pt x="16824" y="23326"/>
                    <a:pt x="16946" y="23550"/>
                  </a:cubicBezTo>
                  <a:cubicBezTo>
                    <a:pt x="17080" y="23750"/>
                    <a:pt x="17246" y="23950"/>
                    <a:pt x="17280" y="23950"/>
                  </a:cubicBezTo>
                  <a:cubicBezTo>
                    <a:pt x="17480" y="23950"/>
                    <a:pt x="17747" y="23416"/>
                    <a:pt x="17780" y="23083"/>
                  </a:cubicBezTo>
                  <a:cubicBezTo>
                    <a:pt x="17780" y="22828"/>
                    <a:pt x="17796" y="22734"/>
                    <a:pt x="17851" y="22734"/>
                  </a:cubicBezTo>
                  <a:cubicBezTo>
                    <a:pt x="17875" y="22734"/>
                    <a:pt x="17906" y="22752"/>
                    <a:pt x="17947" y="22783"/>
                  </a:cubicBezTo>
                  <a:cubicBezTo>
                    <a:pt x="18047" y="22849"/>
                    <a:pt x="18214" y="23049"/>
                    <a:pt x="18347" y="23216"/>
                  </a:cubicBezTo>
                  <a:lnTo>
                    <a:pt x="18581" y="23550"/>
                  </a:lnTo>
                  <a:lnTo>
                    <a:pt x="18848" y="23383"/>
                  </a:lnTo>
                  <a:cubicBezTo>
                    <a:pt x="19007" y="23269"/>
                    <a:pt x="19104" y="23217"/>
                    <a:pt x="19224" y="23217"/>
                  </a:cubicBezTo>
                  <a:cubicBezTo>
                    <a:pt x="19280" y="23217"/>
                    <a:pt x="19341" y="23228"/>
                    <a:pt x="19415" y="23250"/>
                  </a:cubicBezTo>
                  <a:cubicBezTo>
                    <a:pt x="19486" y="23273"/>
                    <a:pt x="19544" y="23284"/>
                    <a:pt x="19597" y="23284"/>
                  </a:cubicBezTo>
                  <a:cubicBezTo>
                    <a:pt x="19694" y="23284"/>
                    <a:pt x="19774" y="23247"/>
                    <a:pt x="19882" y="23183"/>
                  </a:cubicBezTo>
                  <a:cubicBezTo>
                    <a:pt x="19948" y="23094"/>
                    <a:pt x="20015" y="23064"/>
                    <a:pt x="20062" y="23064"/>
                  </a:cubicBezTo>
                  <a:cubicBezTo>
                    <a:pt x="20085" y="23064"/>
                    <a:pt x="20104" y="23072"/>
                    <a:pt x="20115" y="23083"/>
                  </a:cubicBezTo>
                  <a:cubicBezTo>
                    <a:pt x="20129" y="23110"/>
                    <a:pt x="20148" y="23127"/>
                    <a:pt x="20176" y="23127"/>
                  </a:cubicBezTo>
                  <a:cubicBezTo>
                    <a:pt x="20215" y="23127"/>
                    <a:pt x="20270" y="23094"/>
                    <a:pt x="20349" y="23016"/>
                  </a:cubicBezTo>
                  <a:cubicBezTo>
                    <a:pt x="20424" y="22941"/>
                    <a:pt x="20499" y="22903"/>
                    <a:pt x="20546" y="22903"/>
                  </a:cubicBezTo>
                  <a:cubicBezTo>
                    <a:pt x="20561" y="22903"/>
                    <a:pt x="20574" y="22908"/>
                    <a:pt x="20582" y="22916"/>
                  </a:cubicBezTo>
                  <a:cubicBezTo>
                    <a:pt x="20589" y="22921"/>
                    <a:pt x="20598" y="22923"/>
                    <a:pt x="20611" y="22923"/>
                  </a:cubicBezTo>
                  <a:cubicBezTo>
                    <a:pt x="20859" y="22923"/>
                    <a:pt x="22243" y="22023"/>
                    <a:pt x="22750" y="21515"/>
                  </a:cubicBezTo>
                  <a:cubicBezTo>
                    <a:pt x="23284" y="21015"/>
                    <a:pt x="23551" y="20814"/>
                    <a:pt x="24452" y="20281"/>
                  </a:cubicBezTo>
                  <a:cubicBezTo>
                    <a:pt x="25115" y="19889"/>
                    <a:pt x="25424" y="19742"/>
                    <a:pt x="25576" y="19742"/>
                  </a:cubicBezTo>
                  <a:cubicBezTo>
                    <a:pt x="25592" y="19742"/>
                    <a:pt x="25606" y="19744"/>
                    <a:pt x="25619" y="19747"/>
                  </a:cubicBezTo>
                  <a:cubicBezTo>
                    <a:pt x="25648" y="19757"/>
                    <a:pt x="25681" y="19761"/>
                    <a:pt x="25714" y="19761"/>
                  </a:cubicBezTo>
                  <a:cubicBezTo>
                    <a:pt x="25794" y="19761"/>
                    <a:pt x="25882" y="19737"/>
                    <a:pt x="25953" y="19714"/>
                  </a:cubicBezTo>
                  <a:cubicBezTo>
                    <a:pt x="26099" y="19596"/>
                    <a:pt x="26658" y="19402"/>
                    <a:pt x="26746" y="19402"/>
                  </a:cubicBezTo>
                  <a:cubicBezTo>
                    <a:pt x="26758" y="19402"/>
                    <a:pt x="26761" y="19405"/>
                    <a:pt x="26753" y="19413"/>
                  </a:cubicBezTo>
                  <a:cubicBezTo>
                    <a:pt x="26744" y="19422"/>
                    <a:pt x="26747" y="19427"/>
                    <a:pt x="26761" y="19427"/>
                  </a:cubicBezTo>
                  <a:cubicBezTo>
                    <a:pt x="26799" y="19427"/>
                    <a:pt x="26916" y="19396"/>
                    <a:pt x="27087" y="19347"/>
                  </a:cubicBezTo>
                  <a:cubicBezTo>
                    <a:pt x="27354" y="19280"/>
                    <a:pt x="27554" y="19180"/>
                    <a:pt x="27587" y="19113"/>
                  </a:cubicBezTo>
                  <a:cubicBezTo>
                    <a:pt x="27654" y="19013"/>
                    <a:pt x="27754" y="18980"/>
                    <a:pt x="27887" y="18980"/>
                  </a:cubicBezTo>
                  <a:cubicBezTo>
                    <a:pt x="27923" y="18989"/>
                    <a:pt x="27959" y="18993"/>
                    <a:pt x="27993" y="18993"/>
                  </a:cubicBezTo>
                  <a:cubicBezTo>
                    <a:pt x="28085" y="18993"/>
                    <a:pt x="28163" y="18962"/>
                    <a:pt x="28188" y="18913"/>
                  </a:cubicBezTo>
                  <a:cubicBezTo>
                    <a:pt x="28221" y="18880"/>
                    <a:pt x="28354" y="18880"/>
                    <a:pt x="28454" y="18880"/>
                  </a:cubicBezTo>
                  <a:cubicBezTo>
                    <a:pt x="28510" y="18894"/>
                    <a:pt x="28559" y="18902"/>
                    <a:pt x="28601" y="18902"/>
                  </a:cubicBezTo>
                  <a:cubicBezTo>
                    <a:pt x="28659" y="18902"/>
                    <a:pt x="28702" y="18885"/>
                    <a:pt x="28721" y="18846"/>
                  </a:cubicBezTo>
                  <a:cubicBezTo>
                    <a:pt x="28735" y="18833"/>
                    <a:pt x="28749" y="18824"/>
                    <a:pt x="28763" y="18824"/>
                  </a:cubicBezTo>
                  <a:cubicBezTo>
                    <a:pt x="28782" y="18824"/>
                    <a:pt x="28802" y="18841"/>
                    <a:pt x="28821" y="18880"/>
                  </a:cubicBezTo>
                  <a:cubicBezTo>
                    <a:pt x="28830" y="18889"/>
                    <a:pt x="28839" y="18893"/>
                    <a:pt x="28849" y="18893"/>
                  </a:cubicBezTo>
                  <a:cubicBezTo>
                    <a:pt x="28877" y="18893"/>
                    <a:pt x="28915" y="18862"/>
                    <a:pt x="28988" y="18813"/>
                  </a:cubicBezTo>
                  <a:cubicBezTo>
                    <a:pt x="29025" y="18758"/>
                    <a:pt x="29062" y="18733"/>
                    <a:pt x="29093" y="18733"/>
                  </a:cubicBezTo>
                  <a:cubicBezTo>
                    <a:pt x="29118" y="18733"/>
                    <a:pt x="29140" y="18750"/>
                    <a:pt x="29155" y="18780"/>
                  </a:cubicBezTo>
                  <a:cubicBezTo>
                    <a:pt x="29188" y="18846"/>
                    <a:pt x="29288" y="18880"/>
                    <a:pt x="29355" y="18880"/>
                  </a:cubicBezTo>
                  <a:cubicBezTo>
                    <a:pt x="29722" y="18813"/>
                    <a:pt x="30489" y="18513"/>
                    <a:pt x="30689" y="18346"/>
                  </a:cubicBezTo>
                  <a:cubicBezTo>
                    <a:pt x="30789" y="18279"/>
                    <a:pt x="31023" y="18113"/>
                    <a:pt x="31156" y="18046"/>
                  </a:cubicBezTo>
                  <a:cubicBezTo>
                    <a:pt x="31290" y="17946"/>
                    <a:pt x="31423" y="17846"/>
                    <a:pt x="31423" y="17779"/>
                  </a:cubicBezTo>
                  <a:cubicBezTo>
                    <a:pt x="31423" y="17730"/>
                    <a:pt x="31459" y="17699"/>
                    <a:pt x="31517" y="17699"/>
                  </a:cubicBezTo>
                  <a:cubicBezTo>
                    <a:pt x="31539" y="17699"/>
                    <a:pt x="31563" y="17703"/>
                    <a:pt x="31590" y="17712"/>
                  </a:cubicBezTo>
                  <a:cubicBezTo>
                    <a:pt x="31690" y="17712"/>
                    <a:pt x="31757" y="17679"/>
                    <a:pt x="31857" y="17545"/>
                  </a:cubicBezTo>
                  <a:cubicBezTo>
                    <a:pt x="31924" y="17479"/>
                    <a:pt x="32124" y="17245"/>
                    <a:pt x="32324" y="17112"/>
                  </a:cubicBezTo>
                  <a:cubicBezTo>
                    <a:pt x="32524" y="16945"/>
                    <a:pt x="32791" y="16712"/>
                    <a:pt x="32924" y="16578"/>
                  </a:cubicBezTo>
                  <a:cubicBezTo>
                    <a:pt x="33158" y="16311"/>
                    <a:pt x="33558" y="14777"/>
                    <a:pt x="33458" y="14410"/>
                  </a:cubicBezTo>
                  <a:cubicBezTo>
                    <a:pt x="33437" y="14240"/>
                    <a:pt x="33483" y="14137"/>
                    <a:pt x="33563" y="14137"/>
                  </a:cubicBezTo>
                  <a:cubicBezTo>
                    <a:pt x="33608" y="14137"/>
                    <a:pt x="33664" y="14171"/>
                    <a:pt x="33725" y="14243"/>
                  </a:cubicBezTo>
                  <a:cubicBezTo>
                    <a:pt x="33853" y="14390"/>
                    <a:pt x="33931" y="14466"/>
                    <a:pt x="33981" y="14466"/>
                  </a:cubicBezTo>
                  <a:cubicBezTo>
                    <a:pt x="34022" y="14466"/>
                    <a:pt x="34043" y="14415"/>
                    <a:pt x="34058" y="14310"/>
                  </a:cubicBezTo>
                  <a:cubicBezTo>
                    <a:pt x="34092" y="14176"/>
                    <a:pt x="34025" y="14010"/>
                    <a:pt x="33691" y="13476"/>
                  </a:cubicBezTo>
                  <a:cubicBezTo>
                    <a:pt x="33256" y="12730"/>
                    <a:pt x="33053" y="12505"/>
                    <a:pt x="32892" y="12505"/>
                  </a:cubicBezTo>
                  <a:cubicBezTo>
                    <a:pt x="32880" y="12505"/>
                    <a:pt x="32869" y="12506"/>
                    <a:pt x="32858" y="12509"/>
                  </a:cubicBezTo>
                  <a:cubicBezTo>
                    <a:pt x="32836" y="12512"/>
                    <a:pt x="32817" y="12514"/>
                    <a:pt x="32800" y="12514"/>
                  </a:cubicBezTo>
                  <a:cubicBezTo>
                    <a:pt x="32652" y="12514"/>
                    <a:pt x="32638" y="12394"/>
                    <a:pt x="32757" y="12275"/>
                  </a:cubicBezTo>
                  <a:cubicBezTo>
                    <a:pt x="32858" y="12175"/>
                    <a:pt x="32858" y="12108"/>
                    <a:pt x="32791" y="12075"/>
                  </a:cubicBezTo>
                  <a:cubicBezTo>
                    <a:pt x="32691" y="12008"/>
                    <a:pt x="32691" y="11941"/>
                    <a:pt x="32757" y="11908"/>
                  </a:cubicBezTo>
                  <a:cubicBezTo>
                    <a:pt x="32767" y="11898"/>
                    <a:pt x="32777" y="11894"/>
                    <a:pt x="32786" y="11894"/>
                  </a:cubicBezTo>
                  <a:cubicBezTo>
                    <a:pt x="32808" y="11894"/>
                    <a:pt x="32824" y="11918"/>
                    <a:pt x="32824" y="11941"/>
                  </a:cubicBezTo>
                  <a:cubicBezTo>
                    <a:pt x="32824" y="11975"/>
                    <a:pt x="32891" y="12008"/>
                    <a:pt x="33024" y="12008"/>
                  </a:cubicBezTo>
                  <a:cubicBezTo>
                    <a:pt x="33043" y="12002"/>
                    <a:pt x="33062" y="11999"/>
                    <a:pt x="33082" y="11999"/>
                  </a:cubicBezTo>
                  <a:cubicBezTo>
                    <a:pt x="33171" y="11999"/>
                    <a:pt x="33270" y="12054"/>
                    <a:pt x="33325" y="12108"/>
                  </a:cubicBezTo>
                  <a:cubicBezTo>
                    <a:pt x="33425" y="12275"/>
                    <a:pt x="33892" y="12742"/>
                    <a:pt x="34259" y="13109"/>
                  </a:cubicBezTo>
                  <a:cubicBezTo>
                    <a:pt x="34363" y="13213"/>
                    <a:pt x="34428" y="13265"/>
                    <a:pt x="34503" y="13265"/>
                  </a:cubicBezTo>
                  <a:cubicBezTo>
                    <a:pt x="34548" y="13265"/>
                    <a:pt x="34596" y="13247"/>
                    <a:pt x="34659" y="13209"/>
                  </a:cubicBezTo>
                  <a:cubicBezTo>
                    <a:pt x="34892" y="13076"/>
                    <a:pt x="34959" y="12542"/>
                    <a:pt x="34792" y="12142"/>
                  </a:cubicBezTo>
                  <a:cubicBezTo>
                    <a:pt x="34759" y="12008"/>
                    <a:pt x="34659" y="11741"/>
                    <a:pt x="34592" y="11575"/>
                  </a:cubicBezTo>
                  <a:cubicBezTo>
                    <a:pt x="34525" y="11441"/>
                    <a:pt x="34292" y="10974"/>
                    <a:pt x="34025" y="10607"/>
                  </a:cubicBezTo>
                  <a:lnTo>
                    <a:pt x="33591" y="9907"/>
                  </a:lnTo>
                  <a:lnTo>
                    <a:pt x="33825" y="9940"/>
                  </a:lnTo>
                  <a:cubicBezTo>
                    <a:pt x="33958" y="9973"/>
                    <a:pt x="34025" y="10040"/>
                    <a:pt x="34025" y="10140"/>
                  </a:cubicBezTo>
                  <a:cubicBezTo>
                    <a:pt x="34025" y="10207"/>
                    <a:pt x="34058" y="10274"/>
                    <a:pt x="34092" y="10274"/>
                  </a:cubicBezTo>
                  <a:cubicBezTo>
                    <a:pt x="34125" y="10274"/>
                    <a:pt x="34292" y="10474"/>
                    <a:pt x="34425" y="10707"/>
                  </a:cubicBezTo>
                  <a:cubicBezTo>
                    <a:pt x="34613" y="10965"/>
                    <a:pt x="34801" y="11141"/>
                    <a:pt x="34884" y="11141"/>
                  </a:cubicBezTo>
                  <a:cubicBezTo>
                    <a:pt x="34919" y="11141"/>
                    <a:pt x="34936" y="11110"/>
                    <a:pt x="34926" y="11041"/>
                  </a:cubicBezTo>
                  <a:cubicBezTo>
                    <a:pt x="34904" y="10921"/>
                    <a:pt x="34946" y="10869"/>
                    <a:pt x="35024" y="10869"/>
                  </a:cubicBezTo>
                  <a:cubicBezTo>
                    <a:pt x="35185" y="10869"/>
                    <a:pt x="35501" y="11093"/>
                    <a:pt x="35726" y="11408"/>
                  </a:cubicBezTo>
                  <a:cubicBezTo>
                    <a:pt x="35810" y="11575"/>
                    <a:pt x="35867" y="11651"/>
                    <a:pt x="35923" y="11651"/>
                  </a:cubicBezTo>
                  <a:cubicBezTo>
                    <a:pt x="35957" y="11651"/>
                    <a:pt x="35989" y="11624"/>
                    <a:pt x="36026" y="11575"/>
                  </a:cubicBezTo>
                  <a:cubicBezTo>
                    <a:pt x="36093" y="11508"/>
                    <a:pt x="36160" y="11408"/>
                    <a:pt x="36227" y="11374"/>
                  </a:cubicBezTo>
                  <a:cubicBezTo>
                    <a:pt x="36260" y="11341"/>
                    <a:pt x="36327" y="11141"/>
                    <a:pt x="36360" y="10974"/>
                  </a:cubicBezTo>
                  <a:cubicBezTo>
                    <a:pt x="36389" y="10829"/>
                    <a:pt x="36418" y="10734"/>
                    <a:pt x="36425" y="10734"/>
                  </a:cubicBezTo>
                  <a:cubicBezTo>
                    <a:pt x="36426" y="10734"/>
                    <a:pt x="36427" y="10736"/>
                    <a:pt x="36427" y="10741"/>
                  </a:cubicBezTo>
                  <a:cubicBezTo>
                    <a:pt x="36437" y="10758"/>
                    <a:pt x="36445" y="10766"/>
                    <a:pt x="36451" y="10766"/>
                  </a:cubicBezTo>
                  <a:cubicBezTo>
                    <a:pt x="36499" y="10766"/>
                    <a:pt x="36379" y="10179"/>
                    <a:pt x="36260" y="9940"/>
                  </a:cubicBezTo>
                  <a:cubicBezTo>
                    <a:pt x="36191" y="9780"/>
                    <a:pt x="36185" y="9636"/>
                    <a:pt x="36231" y="9636"/>
                  </a:cubicBezTo>
                  <a:cubicBezTo>
                    <a:pt x="36253" y="9636"/>
                    <a:pt x="36285" y="9666"/>
                    <a:pt x="36327" y="9740"/>
                  </a:cubicBezTo>
                  <a:cubicBezTo>
                    <a:pt x="36345" y="9767"/>
                    <a:pt x="36370" y="9779"/>
                    <a:pt x="36398" y="9779"/>
                  </a:cubicBezTo>
                  <a:cubicBezTo>
                    <a:pt x="36476" y="9779"/>
                    <a:pt x="36578" y="9686"/>
                    <a:pt x="36627" y="9540"/>
                  </a:cubicBezTo>
                  <a:cubicBezTo>
                    <a:pt x="36627" y="9473"/>
                    <a:pt x="36594" y="9340"/>
                    <a:pt x="36560" y="9240"/>
                  </a:cubicBezTo>
                  <a:cubicBezTo>
                    <a:pt x="36493" y="9106"/>
                    <a:pt x="36493" y="8906"/>
                    <a:pt x="36527" y="8739"/>
                  </a:cubicBezTo>
                  <a:cubicBezTo>
                    <a:pt x="36560" y="8506"/>
                    <a:pt x="36560" y="8439"/>
                    <a:pt x="36327" y="8172"/>
                  </a:cubicBezTo>
                  <a:cubicBezTo>
                    <a:pt x="36193" y="8039"/>
                    <a:pt x="35993" y="7839"/>
                    <a:pt x="35860" y="7805"/>
                  </a:cubicBezTo>
                  <a:cubicBezTo>
                    <a:pt x="35593" y="7705"/>
                    <a:pt x="35326" y="7405"/>
                    <a:pt x="35493" y="7405"/>
                  </a:cubicBezTo>
                  <a:cubicBezTo>
                    <a:pt x="35559" y="7405"/>
                    <a:pt x="35593" y="7372"/>
                    <a:pt x="35593" y="7305"/>
                  </a:cubicBezTo>
                  <a:cubicBezTo>
                    <a:pt x="35589" y="7287"/>
                    <a:pt x="35595" y="7279"/>
                    <a:pt x="35609" y="7279"/>
                  </a:cubicBezTo>
                  <a:cubicBezTo>
                    <a:pt x="35726" y="7279"/>
                    <a:pt x="36389" y="7845"/>
                    <a:pt x="36627" y="8172"/>
                  </a:cubicBezTo>
                  <a:cubicBezTo>
                    <a:pt x="36836" y="8441"/>
                    <a:pt x="37099" y="8569"/>
                    <a:pt x="37319" y="8569"/>
                  </a:cubicBezTo>
                  <a:cubicBezTo>
                    <a:pt x="37591" y="8569"/>
                    <a:pt x="37798" y="8374"/>
                    <a:pt x="37761" y="8005"/>
                  </a:cubicBezTo>
                  <a:cubicBezTo>
                    <a:pt x="37761" y="7738"/>
                    <a:pt x="37661" y="7572"/>
                    <a:pt x="37161" y="6871"/>
                  </a:cubicBezTo>
                  <a:cubicBezTo>
                    <a:pt x="36627" y="6104"/>
                    <a:pt x="36527" y="5870"/>
                    <a:pt x="36694" y="5770"/>
                  </a:cubicBezTo>
                  <a:cubicBezTo>
                    <a:pt x="36707" y="5760"/>
                    <a:pt x="36733" y="5755"/>
                    <a:pt x="36768" y="5755"/>
                  </a:cubicBezTo>
                  <a:cubicBezTo>
                    <a:pt x="37073" y="5755"/>
                    <a:pt x="38081" y="6111"/>
                    <a:pt x="37961" y="6171"/>
                  </a:cubicBezTo>
                  <a:cubicBezTo>
                    <a:pt x="37928" y="6204"/>
                    <a:pt x="37961" y="6204"/>
                    <a:pt x="38061" y="6204"/>
                  </a:cubicBezTo>
                  <a:cubicBezTo>
                    <a:pt x="38428" y="6137"/>
                    <a:pt x="38562" y="5637"/>
                    <a:pt x="38361" y="5270"/>
                  </a:cubicBezTo>
                  <a:cubicBezTo>
                    <a:pt x="38253" y="5118"/>
                    <a:pt x="38215" y="5065"/>
                    <a:pt x="38257" y="5065"/>
                  </a:cubicBezTo>
                  <a:cubicBezTo>
                    <a:pt x="38280" y="5065"/>
                    <a:pt x="38325" y="5080"/>
                    <a:pt x="38395" y="5103"/>
                  </a:cubicBezTo>
                  <a:cubicBezTo>
                    <a:pt x="38450" y="5125"/>
                    <a:pt x="38488" y="5137"/>
                    <a:pt x="38513" y="5137"/>
                  </a:cubicBezTo>
                  <a:cubicBezTo>
                    <a:pt x="38565" y="5137"/>
                    <a:pt x="38573" y="5092"/>
                    <a:pt x="38595" y="5003"/>
                  </a:cubicBezTo>
                  <a:cubicBezTo>
                    <a:pt x="38595" y="4957"/>
                    <a:pt x="38595" y="4932"/>
                    <a:pt x="38598" y="4932"/>
                  </a:cubicBezTo>
                  <a:cubicBezTo>
                    <a:pt x="38602" y="4932"/>
                    <a:pt x="38610" y="4965"/>
                    <a:pt x="38628" y="5036"/>
                  </a:cubicBezTo>
                  <a:cubicBezTo>
                    <a:pt x="38662" y="5137"/>
                    <a:pt x="38720" y="5187"/>
                    <a:pt x="38816" y="5187"/>
                  </a:cubicBezTo>
                  <a:cubicBezTo>
                    <a:pt x="38912" y="5187"/>
                    <a:pt x="39045" y="5137"/>
                    <a:pt x="39229" y="5036"/>
                  </a:cubicBezTo>
                  <a:cubicBezTo>
                    <a:pt x="39462" y="4870"/>
                    <a:pt x="39529" y="4770"/>
                    <a:pt x="39662" y="4369"/>
                  </a:cubicBezTo>
                  <a:cubicBezTo>
                    <a:pt x="39762" y="3936"/>
                    <a:pt x="39762" y="3869"/>
                    <a:pt x="39596" y="3669"/>
                  </a:cubicBezTo>
                  <a:cubicBezTo>
                    <a:pt x="39429" y="3469"/>
                    <a:pt x="39429" y="3369"/>
                    <a:pt x="39496" y="3035"/>
                  </a:cubicBezTo>
                  <a:cubicBezTo>
                    <a:pt x="39629" y="2468"/>
                    <a:pt x="39529" y="2168"/>
                    <a:pt x="38962" y="1300"/>
                  </a:cubicBezTo>
                  <a:cubicBezTo>
                    <a:pt x="38528" y="667"/>
                    <a:pt x="38395" y="533"/>
                    <a:pt x="37995" y="300"/>
                  </a:cubicBezTo>
                  <a:cubicBezTo>
                    <a:pt x="37928" y="266"/>
                    <a:pt x="37828" y="200"/>
                    <a:pt x="37761" y="166"/>
                  </a:cubicBezTo>
                  <a:cubicBezTo>
                    <a:pt x="37605" y="49"/>
                    <a:pt x="37414" y="1"/>
                    <a:pt x="371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3" name="Google Shape;953;p59"/>
          <p:cNvGrpSpPr/>
          <p:nvPr/>
        </p:nvGrpSpPr>
        <p:grpSpPr>
          <a:xfrm rot="2434884">
            <a:off x="344810" y="1644420"/>
            <a:ext cx="1893264" cy="1305235"/>
            <a:chOff x="5047100" y="2342125"/>
            <a:chExt cx="1063300" cy="733050"/>
          </a:xfrm>
        </p:grpSpPr>
        <p:sp>
          <p:nvSpPr>
            <p:cNvPr id="954" name="Google Shape;954;p59"/>
            <p:cNvSpPr/>
            <p:nvPr/>
          </p:nvSpPr>
          <p:spPr>
            <a:xfrm>
              <a:off x="5958600" y="2516400"/>
              <a:ext cx="151800" cy="259375"/>
            </a:xfrm>
            <a:custGeom>
              <a:avLst/>
              <a:gdLst/>
              <a:ahLst/>
              <a:cxnLst/>
              <a:rect l="l" t="t" r="r" b="b"/>
              <a:pathLst>
                <a:path w="6072" h="10375" extrusionOk="0">
                  <a:moveTo>
                    <a:pt x="4737" y="5705"/>
                  </a:moveTo>
                  <a:cubicBezTo>
                    <a:pt x="4737" y="5803"/>
                    <a:pt x="4737" y="5902"/>
                    <a:pt x="4705" y="6000"/>
                  </a:cubicBezTo>
                  <a:lnTo>
                    <a:pt x="4705" y="6000"/>
                  </a:lnTo>
                  <a:cubicBezTo>
                    <a:pt x="4708" y="5904"/>
                    <a:pt x="4716" y="5811"/>
                    <a:pt x="4737" y="5705"/>
                  </a:cubicBezTo>
                  <a:close/>
                  <a:moveTo>
                    <a:pt x="2481" y="360"/>
                  </a:moveTo>
                  <a:lnTo>
                    <a:pt x="2481" y="360"/>
                  </a:lnTo>
                  <a:cubicBezTo>
                    <a:pt x="2574" y="554"/>
                    <a:pt x="2638" y="776"/>
                    <a:pt x="2702" y="968"/>
                  </a:cubicBezTo>
                  <a:cubicBezTo>
                    <a:pt x="2869" y="1469"/>
                    <a:pt x="3036" y="1969"/>
                    <a:pt x="3169" y="2469"/>
                  </a:cubicBezTo>
                  <a:cubicBezTo>
                    <a:pt x="3203" y="2603"/>
                    <a:pt x="3236" y="2736"/>
                    <a:pt x="3269" y="2870"/>
                  </a:cubicBezTo>
                  <a:cubicBezTo>
                    <a:pt x="3336" y="3103"/>
                    <a:pt x="3369" y="3337"/>
                    <a:pt x="3436" y="3603"/>
                  </a:cubicBezTo>
                  <a:cubicBezTo>
                    <a:pt x="3469" y="3737"/>
                    <a:pt x="3503" y="3904"/>
                    <a:pt x="3503" y="4037"/>
                  </a:cubicBezTo>
                  <a:cubicBezTo>
                    <a:pt x="3536" y="4271"/>
                    <a:pt x="3569" y="4504"/>
                    <a:pt x="3603" y="4704"/>
                  </a:cubicBezTo>
                  <a:cubicBezTo>
                    <a:pt x="3670" y="5138"/>
                    <a:pt x="3703" y="5572"/>
                    <a:pt x="3736" y="6039"/>
                  </a:cubicBezTo>
                  <a:cubicBezTo>
                    <a:pt x="3703" y="5905"/>
                    <a:pt x="3670" y="5805"/>
                    <a:pt x="3670" y="5705"/>
                  </a:cubicBezTo>
                  <a:cubicBezTo>
                    <a:pt x="3569" y="5338"/>
                    <a:pt x="3503" y="4971"/>
                    <a:pt x="3403" y="4604"/>
                  </a:cubicBezTo>
                  <a:cubicBezTo>
                    <a:pt x="3369" y="4471"/>
                    <a:pt x="3336" y="4337"/>
                    <a:pt x="3303" y="4204"/>
                  </a:cubicBezTo>
                  <a:cubicBezTo>
                    <a:pt x="3303" y="4104"/>
                    <a:pt x="3269" y="4037"/>
                    <a:pt x="3269" y="3937"/>
                  </a:cubicBezTo>
                  <a:cubicBezTo>
                    <a:pt x="3203" y="3737"/>
                    <a:pt x="3169" y="3537"/>
                    <a:pt x="3102" y="3303"/>
                  </a:cubicBezTo>
                  <a:cubicBezTo>
                    <a:pt x="3069" y="3170"/>
                    <a:pt x="3069" y="3003"/>
                    <a:pt x="3002" y="2836"/>
                  </a:cubicBezTo>
                  <a:cubicBezTo>
                    <a:pt x="2969" y="2636"/>
                    <a:pt x="2902" y="2403"/>
                    <a:pt x="2869" y="2202"/>
                  </a:cubicBezTo>
                  <a:cubicBezTo>
                    <a:pt x="2740" y="1588"/>
                    <a:pt x="2610" y="974"/>
                    <a:pt x="2481" y="360"/>
                  </a:cubicBezTo>
                  <a:close/>
                  <a:moveTo>
                    <a:pt x="4704" y="6172"/>
                  </a:moveTo>
                  <a:cubicBezTo>
                    <a:pt x="4704" y="6305"/>
                    <a:pt x="4704" y="6439"/>
                    <a:pt x="4704" y="6539"/>
                  </a:cubicBezTo>
                  <a:cubicBezTo>
                    <a:pt x="4704" y="6439"/>
                    <a:pt x="4670" y="6305"/>
                    <a:pt x="4704" y="6172"/>
                  </a:cubicBezTo>
                  <a:close/>
                  <a:moveTo>
                    <a:pt x="4737" y="1"/>
                  </a:moveTo>
                  <a:cubicBezTo>
                    <a:pt x="4670" y="1"/>
                    <a:pt x="4570" y="1"/>
                    <a:pt x="4503" y="34"/>
                  </a:cubicBezTo>
                  <a:lnTo>
                    <a:pt x="4170" y="34"/>
                  </a:lnTo>
                  <a:cubicBezTo>
                    <a:pt x="3903" y="68"/>
                    <a:pt x="3636" y="101"/>
                    <a:pt x="3369" y="134"/>
                  </a:cubicBezTo>
                  <a:cubicBezTo>
                    <a:pt x="3071" y="201"/>
                    <a:pt x="2773" y="267"/>
                    <a:pt x="2475" y="333"/>
                  </a:cubicBezTo>
                  <a:cubicBezTo>
                    <a:pt x="2473" y="322"/>
                    <a:pt x="2471" y="312"/>
                    <a:pt x="2469" y="301"/>
                  </a:cubicBezTo>
                  <a:cubicBezTo>
                    <a:pt x="2335" y="334"/>
                    <a:pt x="2202" y="368"/>
                    <a:pt x="2068" y="401"/>
                  </a:cubicBezTo>
                  <a:cubicBezTo>
                    <a:pt x="1935" y="435"/>
                    <a:pt x="1802" y="468"/>
                    <a:pt x="1635" y="501"/>
                  </a:cubicBezTo>
                  <a:cubicBezTo>
                    <a:pt x="1435" y="568"/>
                    <a:pt x="1201" y="601"/>
                    <a:pt x="968" y="635"/>
                  </a:cubicBezTo>
                  <a:cubicBezTo>
                    <a:pt x="901" y="635"/>
                    <a:pt x="801" y="635"/>
                    <a:pt x="734" y="668"/>
                  </a:cubicBezTo>
                  <a:cubicBezTo>
                    <a:pt x="601" y="668"/>
                    <a:pt x="434" y="701"/>
                    <a:pt x="267" y="735"/>
                  </a:cubicBezTo>
                  <a:cubicBezTo>
                    <a:pt x="167" y="768"/>
                    <a:pt x="100" y="768"/>
                    <a:pt x="0" y="801"/>
                  </a:cubicBezTo>
                  <a:lnTo>
                    <a:pt x="67" y="902"/>
                  </a:lnTo>
                  <a:lnTo>
                    <a:pt x="234" y="1235"/>
                  </a:lnTo>
                  <a:cubicBezTo>
                    <a:pt x="300" y="1435"/>
                    <a:pt x="401" y="1602"/>
                    <a:pt x="467" y="1802"/>
                  </a:cubicBezTo>
                  <a:cubicBezTo>
                    <a:pt x="567" y="2002"/>
                    <a:pt x="667" y="2169"/>
                    <a:pt x="734" y="2369"/>
                  </a:cubicBezTo>
                  <a:cubicBezTo>
                    <a:pt x="801" y="2436"/>
                    <a:pt x="834" y="2536"/>
                    <a:pt x="868" y="2603"/>
                  </a:cubicBezTo>
                  <a:lnTo>
                    <a:pt x="1034" y="2903"/>
                  </a:lnTo>
                  <a:cubicBezTo>
                    <a:pt x="1134" y="3103"/>
                    <a:pt x="1268" y="3303"/>
                    <a:pt x="1368" y="3503"/>
                  </a:cubicBezTo>
                  <a:cubicBezTo>
                    <a:pt x="1435" y="3637"/>
                    <a:pt x="1501" y="3804"/>
                    <a:pt x="1568" y="3937"/>
                  </a:cubicBezTo>
                  <a:cubicBezTo>
                    <a:pt x="1635" y="4037"/>
                    <a:pt x="1668" y="4137"/>
                    <a:pt x="1701" y="4237"/>
                  </a:cubicBezTo>
                  <a:cubicBezTo>
                    <a:pt x="1768" y="4371"/>
                    <a:pt x="1802" y="4471"/>
                    <a:pt x="1835" y="4571"/>
                  </a:cubicBezTo>
                  <a:cubicBezTo>
                    <a:pt x="1868" y="4704"/>
                    <a:pt x="1935" y="4871"/>
                    <a:pt x="1968" y="5004"/>
                  </a:cubicBezTo>
                  <a:cubicBezTo>
                    <a:pt x="2035" y="5138"/>
                    <a:pt x="2035" y="5238"/>
                    <a:pt x="2068" y="5371"/>
                  </a:cubicBezTo>
                  <a:cubicBezTo>
                    <a:pt x="2102" y="5471"/>
                    <a:pt x="2135" y="5572"/>
                    <a:pt x="2168" y="5672"/>
                  </a:cubicBezTo>
                  <a:cubicBezTo>
                    <a:pt x="2202" y="5938"/>
                    <a:pt x="2269" y="6205"/>
                    <a:pt x="2335" y="6472"/>
                  </a:cubicBezTo>
                  <a:cubicBezTo>
                    <a:pt x="2369" y="6739"/>
                    <a:pt x="2402" y="7006"/>
                    <a:pt x="2469" y="7239"/>
                  </a:cubicBezTo>
                  <a:cubicBezTo>
                    <a:pt x="2502" y="7473"/>
                    <a:pt x="2535" y="7673"/>
                    <a:pt x="2569" y="7907"/>
                  </a:cubicBezTo>
                  <a:cubicBezTo>
                    <a:pt x="2602" y="8040"/>
                    <a:pt x="2602" y="8207"/>
                    <a:pt x="2635" y="8340"/>
                  </a:cubicBezTo>
                  <a:cubicBezTo>
                    <a:pt x="2635" y="8474"/>
                    <a:pt x="2635" y="8574"/>
                    <a:pt x="2669" y="8674"/>
                  </a:cubicBezTo>
                  <a:cubicBezTo>
                    <a:pt x="2669" y="8807"/>
                    <a:pt x="2669" y="8907"/>
                    <a:pt x="2669" y="9041"/>
                  </a:cubicBezTo>
                  <a:cubicBezTo>
                    <a:pt x="2669" y="9174"/>
                    <a:pt x="2669" y="9341"/>
                    <a:pt x="2669" y="9474"/>
                  </a:cubicBezTo>
                  <a:cubicBezTo>
                    <a:pt x="2669" y="9708"/>
                    <a:pt x="2669" y="9908"/>
                    <a:pt x="2669" y="10141"/>
                  </a:cubicBezTo>
                  <a:cubicBezTo>
                    <a:pt x="2669" y="10208"/>
                    <a:pt x="2669" y="10308"/>
                    <a:pt x="2669" y="10375"/>
                  </a:cubicBezTo>
                  <a:lnTo>
                    <a:pt x="2702" y="10342"/>
                  </a:lnTo>
                  <a:cubicBezTo>
                    <a:pt x="3069" y="9841"/>
                    <a:pt x="3403" y="9308"/>
                    <a:pt x="3736" y="8774"/>
                  </a:cubicBezTo>
                  <a:lnTo>
                    <a:pt x="3770" y="8740"/>
                  </a:lnTo>
                  <a:lnTo>
                    <a:pt x="3903" y="8507"/>
                  </a:lnTo>
                  <a:cubicBezTo>
                    <a:pt x="4036" y="8307"/>
                    <a:pt x="4170" y="8107"/>
                    <a:pt x="4303" y="7907"/>
                  </a:cubicBezTo>
                  <a:cubicBezTo>
                    <a:pt x="4470" y="7606"/>
                    <a:pt x="4637" y="7339"/>
                    <a:pt x="4770" y="7073"/>
                  </a:cubicBezTo>
                  <a:cubicBezTo>
                    <a:pt x="5104" y="6405"/>
                    <a:pt x="5371" y="5705"/>
                    <a:pt x="5571" y="5105"/>
                  </a:cubicBezTo>
                  <a:cubicBezTo>
                    <a:pt x="5671" y="4838"/>
                    <a:pt x="5738" y="4571"/>
                    <a:pt x="5804" y="4337"/>
                  </a:cubicBezTo>
                  <a:lnTo>
                    <a:pt x="5838" y="4171"/>
                  </a:lnTo>
                  <a:cubicBezTo>
                    <a:pt x="5938" y="3804"/>
                    <a:pt x="6005" y="3437"/>
                    <a:pt x="6038" y="2970"/>
                  </a:cubicBezTo>
                  <a:cubicBezTo>
                    <a:pt x="6071" y="2870"/>
                    <a:pt x="6071" y="2770"/>
                    <a:pt x="6071" y="2669"/>
                  </a:cubicBezTo>
                  <a:lnTo>
                    <a:pt x="6071" y="2569"/>
                  </a:lnTo>
                  <a:lnTo>
                    <a:pt x="6071" y="2403"/>
                  </a:lnTo>
                  <a:cubicBezTo>
                    <a:pt x="6071" y="2336"/>
                    <a:pt x="6071" y="2236"/>
                    <a:pt x="6071" y="2136"/>
                  </a:cubicBezTo>
                  <a:cubicBezTo>
                    <a:pt x="6038" y="1836"/>
                    <a:pt x="6005" y="1369"/>
                    <a:pt x="5904" y="968"/>
                  </a:cubicBezTo>
                  <a:cubicBezTo>
                    <a:pt x="5871" y="835"/>
                    <a:pt x="5804" y="701"/>
                    <a:pt x="5704" y="568"/>
                  </a:cubicBezTo>
                  <a:lnTo>
                    <a:pt x="5671" y="501"/>
                  </a:lnTo>
                  <a:cubicBezTo>
                    <a:pt x="5638" y="401"/>
                    <a:pt x="5571" y="334"/>
                    <a:pt x="5504" y="268"/>
                  </a:cubicBezTo>
                  <a:cubicBezTo>
                    <a:pt x="5371" y="168"/>
                    <a:pt x="5237" y="68"/>
                    <a:pt x="5071" y="34"/>
                  </a:cubicBezTo>
                  <a:cubicBezTo>
                    <a:pt x="4970" y="1"/>
                    <a:pt x="4870" y="1"/>
                    <a:pt x="47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59"/>
            <p:cNvSpPr/>
            <p:nvPr/>
          </p:nvSpPr>
          <p:spPr>
            <a:xfrm>
              <a:off x="5593325" y="2865000"/>
              <a:ext cx="25" cy="850"/>
            </a:xfrm>
            <a:custGeom>
              <a:avLst/>
              <a:gdLst/>
              <a:ahLst/>
              <a:cxnLst/>
              <a:rect l="l" t="t" r="r" b="b"/>
              <a:pathLst>
                <a:path w="1" h="34" extrusionOk="0">
                  <a:moveTo>
                    <a:pt x="1" y="34"/>
                  </a:moveTo>
                  <a:cubicBezTo>
                    <a:pt x="1" y="34"/>
                    <a:pt x="1" y="34"/>
                    <a:pt x="1" y="34"/>
                  </a:cubicBezTo>
                  <a:cubicBezTo>
                    <a:pt x="1" y="34"/>
                    <a:pt x="1" y="0"/>
                    <a:pt x="1" y="0"/>
                  </a:cubicBezTo>
                  <a:cubicBezTo>
                    <a:pt x="1" y="0"/>
                    <a:pt x="1" y="34"/>
                    <a:pt x="1" y="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59"/>
            <p:cNvSpPr/>
            <p:nvPr/>
          </p:nvSpPr>
          <p:spPr>
            <a:xfrm>
              <a:off x="5439050" y="2850825"/>
              <a:ext cx="25" cy="850"/>
            </a:xfrm>
            <a:custGeom>
              <a:avLst/>
              <a:gdLst/>
              <a:ahLst/>
              <a:cxnLst/>
              <a:rect l="l" t="t" r="r" b="b"/>
              <a:pathLst>
                <a:path w="1" h="34" extrusionOk="0">
                  <a:moveTo>
                    <a:pt x="1" y="0"/>
                  </a:moveTo>
                  <a:lnTo>
                    <a:pt x="1" y="34"/>
                  </a:lnTo>
                  <a:lnTo>
                    <a:pt x="1" y="34"/>
                  </a:lnTo>
                  <a:cubicBezTo>
                    <a:pt x="1" y="34"/>
                    <a:pt x="1" y="34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59"/>
            <p:cNvSpPr/>
            <p:nvPr/>
          </p:nvSpPr>
          <p:spPr>
            <a:xfrm>
              <a:off x="5216400" y="2934200"/>
              <a:ext cx="25" cy="875"/>
            </a:xfrm>
            <a:custGeom>
              <a:avLst/>
              <a:gdLst/>
              <a:ahLst/>
              <a:cxnLst/>
              <a:rect l="l" t="t" r="r" b="b"/>
              <a:pathLst>
                <a:path w="1" h="35" extrusionOk="0">
                  <a:moveTo>
                    <a:pt x="0" y="34"/>
                  </a:moveTo>
                  <a:lnTo>
                    <a:pt x="0" y="3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59"/>
            <p:cNvSpPr/>
            <p:nvPr/>
          </p:nvSpPr>
          <p:spPr>
            <a:xfrm>
              <a:off x="5804325" y="27123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59"/>
            <p:cNvSpPr/>
            <p:nvPr/>
          </p:nvSpPr>
          <p:spPr>
            <a:xfrm>
              <a:off x="5342325" y="2911700"/>
              <a:ext cx="25" cy="850"/>
            </a:xfrm>
            <a:custGeom>
              <a:avLst/>
              <a:gdLst/>
              <a:ahLst/>
              <a:cxnLst/>
              <a:rect l="l" t="t" r="r" b="b"/>
              <a:pathLst>
                <a:path w="1" h="34" extrusionOk="0">
                  <a:moveTo>
                    <a:pt x="0" y="34"/>
                  </a:moveTo>
                  <a:lnTo>
                    <a:pt x="0" y="34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34"/>
                    <a:pt x="0" y="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59"/>
            <p:cNvSpPr/>
            <p:nvPr/>
          </p:nvSpPr>
          <p:spPr>
            <a:xfrm>
              <a:off x="5439050" y="28516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59"/>
            <p:cNvSpPr/>
            <p:nvPr/>
          </p:nvSpPr>
          <p:spPr>
            <a:xfrm>
              <a:off x="5832675" y="26798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59"/>
            <p:cNvSpPr/>
            <p:nvPr/>
          </p:nvSpPr>
          <p:spPr>
            <a:xfrm>
              <a:off x="5184700" y="2993425"/>
              <a:ext cx="875" cy="850"/>
            </a:xfrm>
            <a:custGeom>
              <a:avLst/>
              <a:gdLst/>
              <a:ahLst/>
              <a:cxnLst/>
              <a:rect l="l" t="t" r="r" b="b"/>
              <a:pathLst>
                <a:path w="35" h="34" extrusionOk="0">
                  <a:moveTo>
                    <a:pt x="1" y="0"/>
                  </a:moveTo>
                  <a:cubicBezTo>
                    <a:pt x="1" y="34"/>
                    <a:pt x="1" y="34"/>
                    <a:pt x="1" y="34"/>
                  </a:cubicBezTo>
                  <a:lnTo>
                    <a:pt x="34" y="34"/>
                  </a:lnTo>
                  <a:cubicBezTo>
                    <a:pt x="34" y="34"/>
                    <a:pt x="34" y="34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59"/>
            <p:cNvSpPr/>
            <p:nvPr/>
          </p:nvSpPr>
          <p:spPr>
            <a:xfrm>
              <a:off x="5136350" y="29809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59"/>
            <p:cNvSpPr/>
            <p:nvPr/>
          </p:nvSpPr>
          <p:spPr>
            <a:xfrm>
              <a:off x="5220575" y="3060125"/>
              <a:ext cx="850" cy="875"/>
            </a:xfrm>
            <a:custGeom>
              <a:avLst/>
              <a:gdLst/>
              <a:ahLst/>
              <a:cxnLst/>
              <a:rect l="l" t="t" r="r" b="b"/>
              <a:pathLst>
                <a:path w="34" h="35" extrusionOk="0">
                  <a:moveTo>
                    <a:pt x="0" y="1"/>
                  </a:moveTo>
                  <a:cubicBezTo>
                    <a:pt x="0" y="34"/>
                    <a:pt x="33" y="34"/>
                    <a:pt x="33" y="34"/>
                  </a:cubicBezTo>
                  <a:cubicBezTo>
                    <a:pt x="33" y="34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59"/>
            <p:cNvSpPr/>
            <p:nvPr/>
          </p:nvSpPr>
          <p:spPr>
            <a:xfrm>
              <a:off x="5136350" y="2537250"/>
              <a:ext cx="883975" cy="537925"/>
            </a:xfrm>
            <a:custGeom>
              <a:avLst/>
              <a:gdLst/>
              <a:ahLst/>
              <a:cxnLst/>
              <a:rect l="l" t="t" r="r" b="b"/>
              <a:pathLst>
                <a:path w="35359" h="21517" extrusionOk="0">
                  <a:moveTo>
                    <a:pt x="29621" y="10809"/>
                  </a:moveTo>
                  <a:cubicBezTo>
                    <a:pt x="29655" y="11075"/>
                    <a:pt x="29655" y="11342"/>
                    <a:pt x="29688" y="11609"/>
                  </a:cubicBezTo>
                  <a:cubicBezTo>
                    <a:pt x="29688" y="12110"/>
                    <a:pt x="29721" y="12610"/>
                    <a:pt x="29688" y="13144"/>
                  </a:cubicBezTo>
                  <a:cubicBezTo>
                    <a:pt x="29688" y="13344"/>
                    <a:pt x="29688" y="13544"/>
                    <a:pt x="29655" y="13777"/>
                  </a:cubicBezTo>
                  <a:cubicBezTo>
                    <a:pt x="29655" y="13944"/>
                    <a:pt x="29621" y="14111"/>
                    <a:pt x="29621" y="14278"/>
                  </a:cubicBezTo>
                  <a:cubicBezTo>
                    <a:pt x="29588" y="14344"/>
                    <a:pt x="29588" y="14411"/>
                    <a:pt x="29588" y="14478"/>
                  </a:cubicBezTo>
                  <a:cubicBezTo>
                    <a:pt x="29521" y="14745"/>
                    <a:pt x="29488" y="15012"/>
                    <a:pt x="29421" y="15278"/>
                  </a:cubicBezTo>
                  <a:cubicBezTo>
                    <a:pt x="29388" y="15412"/>
                    <a:pt x="29354" y="15579"/>
                    <a:pt x="29321" y="15712"/>
                  </a:cubicBezTo>
                  <a:cubicBezTo>
                    <a:pt x="29288" y="15879"/>
                    <a:pt x="29254" y="16046"/>
                    <a:pt x="29188" y="16212"/>
                  </a:cubicBezTo>
                  <a:cubicBezTo>
                    <a:pt x="29221" y="16046"/>
                    <a:pt x="29221" y="15879"/>
                    <a:pt x="29254" y="15745"/>
                  </a:cubicBezTo>
                  <a:cubicBezTo>
                    <a:pt x="29254" y="15645"/>
                    <a:pt x="29254" y="15579"/>
                    <a:pt x="29254" y="15479"/>
                  </a:cubicBezTo>
                  <a:cubicBezTo>
                    <a:pt x="29288" y="15245"/>
                    <a:pt x="29288" y="14978"/>
                    <a:pt x="29321" y="14711"/>
                  </a:cubicBezTo>
                  <a:cubicBezTo>
                    <a:pt x="29321" y="14611"/>
                    <a:pt x="29354" y="14511"/>
                    <a:pt x="29354" y="14378"/>
                  </a:cubicBezTo>
                  <a:cubicBezTo>
                    <a:pt x="29354" y="14178"/>
                    <a:pt x="29354" y="13944"/>
                    <a:pt x="29388" y="13744"/>
                  </a:cubicBezTo>
                  <a:cubicBezTo>
                    <a:pt x="29388" y="13511"/>
                    <a:pt x="29421" y="13310"/>
                    <a:pt x="29421" y="13110"/>
                  </a:cubicBezTo>
                  <a:cubicBezTo>
                    <a:pt x="29454" y="12810"/>
                    <a:pt x="29488" y="12543"/>
                    <a:pt x="29488" y="12243"/>
                  </a:cubicBezTo>
                  <a:cubicBezTo>
                    <a:pt x="29521" y="12043"/>
                    <a:pt x="29555" y="11809"/>
                    <a:pt x="29555" y="11609"/>
                  </a:cubicBezTo>
                  <a:cubicBezTo>
                    <a:pt x="29588" y="11342"/>
                    <a:pt x="29621" y="11075"/>
                    <a:pt x="29621" y="10809"/>
                  </a:cubicBezTo>
                  <a:close/>
                  <a:moveTo>
                    <a:pt x="24584" y="15078"/>
                  </a:moveTo>
                  <a:cubicBezTo>
                    <a:pt x="24618" y="15278"/>
                    <a:pt x="24618" y="15479"/>
                    <a:pt x="24651" y="15679"/>
                  </a:cubicBezTo>
                  <a:cubicBezTo>
                    <a:pt x="24718" y="16146"/>
                    <a:pt x="24751" y="16613"/>
                    <a:pt x="24784" y="17046"/>
                  </a:cubicBezTo>
                  <a:cubicBezTo>
                    <a:pt x="24818" y="17180"/>
                    <a:pt x="24818" y="17280"/>
                    <a:pt x="24818" y="17380"/>
                  </a:cubicBezTo>
                  <a:cubicBezTo>
                    <a:pt x="24851" y="17680"/>
                    <a:pt x="24851" y="17980"/>
                    <a:pt x="24851" y="18247"/>
                  </a:cubicBezTo>
                  <a:cubicBezTo>
                    <a:pt x="24818" y="18381"/>
                    <a:pt x="24818" y="18547"/>
                    <a:pt x="24751" y="18681"/>
                  </a:cubicBezTo>
                  <a:cubicBezTo>
                    <a:pt x="24718" y="18781"/>
                    <a:pt x="24618" y="18881"/>
                    <a:pt x="24518" y="18914"/>
                  </a:cubicBezTo>
                  <a:cubicBezTo>
                    <a:pt x="24451" y="18948"/>
                    <a:pt x="24384" y="18981"/>
                    <a:pt x="24317" y="18981"/>
                  </a:cubicBezTo>
                  <a:lnTo>
                    <a:pt x="24151" y="18981"/>
                  </a:lnTo>
                  <a:cubicBezTo>
                    <a:pt x="23984" y="18981"/>
                    <a:pt x="23850" y="18948"/>
                    <a:pt x="23717" y="18914"/>
                  </a:cubicBezTo>
                  <a:lnTo>
                    <a:pt x="24217" y="18914"/>
                  </a:lnTo>
                  <a:cubicBezTo>
                    <a:pt x="24251" y="18914"/>
                    <a:pt x="24317" y="18881"/>
                    <a:pt x="24351" y="18881"/>
                  </a:cubicBezTo>
                  <a:cubicBezTo>
                    <a:pt x="24384" y="18848"/>
                    <a:pt x="24451" y="18848"/>
                    <a:pt x="24484" y="18814"/>
                  </a:cubicBezTo>
                  <a:cubicBezTo>
                    <a:pt x="24484" y="18814"/>
                    <a:pt x="24518" y="18781"/>
                    <a:pt x="24518" y="18781"/>
                  </a:cubicBezTo>
                  <a:cubicBezTo>
                    <a:pt x="24551" y="18748"/>
                    <a:pt x="24551" y="18714"/>
                    <a:pt x="24584" y="18681"/>
                  </a:cubicBezTo>
                  <a:cubicBezTo>
                    <a:pt x="24618" y="18648"/>
                    <a:pt x="24618" y="18581"/>
                    <a:pt x="24618" y="18547"/>
                  </a:cubicBezTo>
                  <a:cubicBezTo>
                    <a:pt x="24651" y="18447"/>
                    <a:pt x="24651" y="18314"/>
                    <a:pt x="24651" y="18214"/>
                  </a:cubicBezTo>
                  <a:cubicBezTo>
                    <a:pt x="24651" y="18114"/>
                    <a:pt x="24651" y="17980"/>
                    <a:pt x="24618" y="17880"/>
                  </a:cubicBezTo>
                  <a:cubicBezTo>
                    <a:pt x="24618" y="17680"/>
                    <a:pt x="24584" y="17513"/>
                    <a:pt x="24584" y="17347"/>
                  </a:cubicBezTo>
                  <a:cubicBezTo>
                    <a:pt x="24584" y="17213"/>
                    <a:pt x="24584" y="17080"/>
                    <a:pt x="24584" y="16980"/>
                  </a:cubicBezTo>
                  <a:cubicBezTo>
                    <a:pt x="24551" y="16780"/>
                    <a:pt x="24551" y="16613"/>
                    <a:pt x="24551" y="16413"/>
                  </a:cubicBezTo>
                  <a:cubicBezTo>
                    <a:pt x="24551" y="15979"/>
                    <a:pt x="24551" y="15512"/>
                    <a:pt x="24584" y="15078"/>
                  </a:cubicBezTo>
                  <a:close/>
                  <a:moveTo>
                    <a:pt x="32824" y="1"/>
                  </a:moveTo>
                  <a:cubicBezTo>
                    <a:pt x="32824" y="34"/>
                    <a:pt x="32790" y="34"/>
                    <a:pt x="32757" y="34"/>
                  </a:cubicBezTo>
                  <a:lnTo>
                    <a:pt x="32690" y="68"/>
                  </a:lnTo>
                  <a:lnTo>
                    <a:pt x="32490" y="134"/>
                  </a:lnTo>
                  <a:cubicBezTo>
                    <a:pt x="32256" y="201"/>
                    <a:pt x="31990" y="268"/>
                    <a:pt x="31756" y="334"/>
                  </a:cubicBezTo>
                  <a:cubicBezTo>
                    <a:pt x="31656" y="368"/>
                    <a:pt x="31523" y="401"/>
                    <a:pt x="31423" y="434"/>
                  </a:cubicBezTo>
                  <a:cubicBezTo>
                    <a:pt x="31222" y="468"/>
                    <a:pt x="31056" y="535"/>
                    <a:pt x="30889" y="568"/>
                  </a:cubicBezTo>
                  <a:cubicBezTo>
                    <a:pt x="30522" y="701"/>
                    <a:pt x="30188" y="835"/>
                    <a:pt x="29955" y="935"/>
                  </a:cubicBezTo>
                  <a:lnTo>
                    <a:pt x="29688" y="1035"/>
                  </a:lnTo>
                  <a:cubicBezTo>
                    <a:pt x="29454" y="1135"/>
                    <a:pt x="29188" y="1235"/>
                    <a:pt x="28954" y="1335"/>
                  </a:cubicBezTo>
                  <a:cubicBezTo>
                    <a:pt x="28721" y="1435"/>
                    <a:pt x="28487" y="1535"/>
                    <a:pt x="28254" y="1669"/>
                  </a:cubicBezTo>
                  <a:cubicBezTo>
                    <a:pt x="28287" y="1702"/>
                    <a:pt x="28320" y="1735"/>
                    <a:pt x="28320" y="1802"/>
                  </a:cubicBezTo>
                  <a:cubicBezTo>
                    <a:pt x="28287" y="1735"/>
                    <a:pt x="28254" y="1702"/>
                    <a:pt x="28220" y="1669"/>
                  </a:cubicBezTo>
                  <a:cubicBezTo>
                    <a:pt x="28187" y="1702"/>
                    <a:pt x="28153" y="1735"/>
                    <a:pt x="28087" y="1735"/>
                  </a:cubicBezTo>
                  <a:cubicBezTo>
                    <a:pt x="27820" y="1902"/>
                    <a:pt x="27586" y="2102"/>
                    <a:pt x="27320" y="2302"/>
                  </a:cubicBezTo>
                  <a:cubicBezTo>
                    <a:pt x="27086" y="2469"/>
                    <a:pt x="26886" y="2636"/>
                    <a:pt x="26652" y="2769"/>
                  </a:cubicBezTo>
                  <a:cubicBezTo>
                    <a:pt x="26452" y="2970"/>
                    <a:pt x="26219" y="3136"/>
                    <a:pt x="25985" y="3303"/>
                  </a:cubicBezTo>
                  <a:cubicBezTo>
                    <a:pt x="26285" y="3503"/>
                    <a:pt x="26552" y="3737"/>
                    <a:pt x="26819" y="4004"/>
                  </a:cubicBezTo>
                  <a:cubicBezTo>
                    <a:pt x="27219" y="4337"/>
                    <a:pt x="27553" y="4738"/>
                    <a:pt x="27820" y="5171"/>
                  </a:cubicBezTo>
                  <a:cubicBezTo>
                    <a:pt x="28087" y="5605"/>
                    <a:pt x="28287" y="6105"/>
                    <a:pt x="28420" y="6606"/>
                  </a:cubicBezTo>
                  <a:cubicBezTo>
                    <a:pt x="28254" y="6305"/>
                    <a:pt x="28053" y="6005"/>
                    <a:pt x="27853" y="5705"/>
                  </a:cubicBezTo>
                  <a:cubicBezTo>
                    <a:pt x="27686" y="5471"/>
                    <a:pt x="27520" y="5238"/>
                    <a:pt x="27320" y="5038"/>
                  </a:cubicBezTo>
                  <a:cubicBezTo>
                    <a:pt x="27153" y="4804"/>
                    <a:pt x="26953" y="4571"/>
                    <a:pt x="26752" y="4337"/>
                  </a:cubicBezTo>
                  <a:cubicBezTo>
                    <a:pt x="26486" y="4004"/>
                    <a:pt x="26185" y="3703"/>
                    <a:pt x="25885" y="3370"/>
                  </a:cubicBezTo>
                  <a:cubicBezTo>
                    <a:pt x="25818" y="3437"/>
                    <a:pt x="25718" y="3503"/>
                    <a:pt x="25652" y="3570"/>
                  </a:cubicBezTo>
                  <a:cubicBezTo>
                    <a:pt x="25418" y="3770"/>
                    <a:pt x="25218" y="3937"/>
                    <a:pt x="25018" y="4137"/>
                  </a:cubicBezTo>
                  <a:cubicBezTo>
                    <a:pt x="25085" y="4170"/>
                    <a:pt x="25151" y="4204"/>
                    <a:pt x="25218" y="4271"/>
                  </a:cubicBezTo>
                  <a:cubicBezTo>
                    <a:pt x="25385" y="4404"/>
                    <a:pt x="25552" y="4537"/>
                    <a:pt x="25718" y="4671"/>
                  </a:cubicBezTo>
                  <a:cubicBezTo>
                    <a:pt x="25852" y="4871"/>
                    <a:pt x="25985" y="5071"/>
                    <a:pt x="26119" y="5271"/>
                  </a:cubicBezTo>
                  <a:cubicBezTo>
                    <a:pt x="26219" y="5438"/>
                    <a:pt x="26319" y="5638"/>
                    <a:pt x="26386" y="5872"/>
                  </a:cubicBezTo>
                  <a:cubicBezTo>
                    <a:pt x="26486" y="6072"/>
                    <a:pt x="26552" y="6272"/>
                    <a:pt x="26619" y="6472"/>
                  </a:cubicBezTo>
                  <a:cubicBezTo>
                    <a:pt x="26652" y="6539"/>
                    <a:pt x="26652" y="6639"/>
                    <a:pt x="26686" y="6706"/>
                  </a:cubicBezTo>
                  <a:cubicBezTo>
                    <a:pt x="26719" y="6839"/>
                    <a:pt x="26752" y="7006"/>
                    <a:pt x="26786" y="7139"/>
                  </a:cubicBezTo>
                  <a:cubicBezTo>
                    <a:pt x="26752" y="7106"/>
                    <a:pt x="26752" y="7039"/>
                    <a:pt x="26752" y="7006"/>
                  </a:cubicBezTo>
                  <a:cubicBezTo>
                    <a:pt x="26652" y="6739"/>
                    <a:pt x="26486" y="6472"/>
                    <a:pt x="26386" y="6239"/>
                  </a:cubicBezTo>
                  <a:cubicBezTo>
                    <a:pt x="26285" y="6072"/>
                    <a:pt x="26185" y="5872"/>
                    <a:pt x="26119" y="5705"/>
                  </a:cubicBezTo>
                  <a:cubicBezTo>
                    <a:pt x="26019" y="5571"/>
                    <a:pt x="25952" y="5438"/>
                    <a:pt x="25885" y="5305"/>
                  </a:cubicBezTo>
                  <a:cubicBezTo>
                    <a:pt x="25785" y="5171"/>
                    <a:pt x="25718" y="5038"/>
                    <a:pt x="25618" y="4904"/>
                  </a:cubicBezTo>
                  <a:cubicBezTo>
                    <a:pt x="25518" y="4738"/>
                    <a:pt x="25385" y="4604"/>
                    <a:pt x="25251" y="4471"/>
                  </a:cubicBezTo>
                  <a:cubicBezTo>
                    <a:pt x="25151" y="4371"/>
                    <a:pt x="25051" y="4271"/>
                    <a:pt x="24951" y="4204"/>
                  </a:cubicBezTo>
                  <a:cubicBezTo>
                    <a:pt x="24684" y="4437"/>
                    <a:pt x="24451" y="4704"/>
                    <a:pt x="24217" y="4938"/>
                  </a:cubicBezTo>
                  <a:cubicBezTo>
                    <a:pt x="23884" y="5338"/>
                    <a:pt x="23584" y="5805"/>
                    <a:pt x="23283" y="6405"/>
                  </a:cubicBezTo>
                  <a:cubicBezTo>
                    <a:pt x="23250" y="6472"/>
                    <a:pt x="23217" y="6539"/>
                    <a:pt x="23183" y="6606"/>
                  </a:cubicBezTo>
                  <a:cubicBezTo>
                    <a:pt x="23083" y="6772"/>
                    <a:pt x="23016" y="6939"/>
                    <a:pt x="22916" y="7073"/>
                  </a:cubicBezTo>
                  <a:cubicBezTo>
                    <a:pt x="22816" y="7273"/>
                    <a:pt x="22683" y="7473"/>
                    <a:pt x="22516" y="7673"/>
                  </a:cubicBezTo>
                  <a:cubicBezTo>
                    <a:pt x="22349" y="7906"/>
                    <a:pt x="22183" y="8073"/>
                    <a:pt x="22016" y="8240"/>
                  </a:cubicBezTo>
                  <a:cubicBezTo>
                    <a:pt x="21916" y="8373"/>
                    <a:pt x="21782" y="8507"/>
                    <a:pt x="21649" y="8607"/>
                  </a:cubicBezTo>
                  <a:cubicBezTo>
                    <a:pt x="21582" y="8707"/>
                    <a:pt x="21482" y="8774"/>
                    <a:pt x="21382" y="8874"/>
                  </a:cubicBezTo>
                  <a:cubicBezTo>
                    <a:pt x="21282" y="8974"/>
                    <a:pt x="21182" y="9107"/>
                    <a:pt x="21048" y="9241"/>
                  </a:cubicBezTo>
                  <a:cubicBezTo>
                    <a:pt x="21082" y="9274"/>
                    <a:pt x="21082" y="9307"/>
                    <a:pt x="21082" y="9307"/>
                  </a:cubicBezTo>
                  <a:cubicBezTo>
                    <a:pt x="21182" y="9541"/>
                    <a:pt x="21249" y="9741"/>
                    <a:pt x="21315" y="9941"/>
                  </a:cubicBezTo>
                  <a:cubicBezTo>
                    <a:pt x="21449" y="10375"/>
                    <a:pt x="21549" y="10809"/>
                    <a:pt x="21682" y="11209"/>
                  </a:cubicBezTo>
                  <a:cubicBezTo>
                    <a:pt x="21582" y="10975"/>
                    <a:pt x="21482" y="10742"/>
                    <a:pt x="21382" y="10508"/>
                  </a:cubicBezTo>
                  <a:cubicBezTo>
                    <a:pt x="21282" y="10342"/>
                    <a:pt x="21215" y="10175"/>
                    <a:pt x="21148" y="9975"/>
                  </a:cubicBezTo>
                  <a:cubicBezTo>
                    <a:pt x="21148" y="9975"/>
                    <a:pt x="21148" y="10008"/>
                    <a:pt x="21148" y="10008"/>
                  </a:cubicBezTo>
                  <a:cubicBezTo>
                    <a:pt x="21082" y="9808"/>
                    <a:pt x="21015" y="9574"/>
                    <a:pt x="20948" y="9374"/>
                  </a:cubicBezTo>
                  <a:cubicBezTo>
                    <a:pt x="20948" y="9374"/>
                    <a:pt x="20915" y="9408"/>
                    <a:pt x="20915" y="9408"/>
                  </a:cubicBezTo>
                  <a:lnTo>
                    <a:pt x="20848" y="9474"/>
                  </a:lnTo>
                  <a:lnTo>
                    <a:pt x="20782" y="9574"/>
                  </a:lnTo>
                  <a:cubicBezTo>
                    <a:pt x="20615" y="9774"/>
                    <a:pt x="20415" y="10008"/>
                    <a:pt x="20214" y="10175"/>
                  </a:cubicBezTo>
                  <a:cubicBezTo>
                    <a:pt x="19881" y="10408"/>
                    <a:pt x="19481" y="10608"/>
                    <a:pt x="19080" y="10775"/>
                  </a:cubicBezTo>
                  <a:cubicBezTo>
                    <a:pt x="18613" y="10942"/>
                    <a:pt x="18180" y="11075"/>
                    <a:pt x="17679" y="11176"/>
                  </a:cubicBezTo>
                  <a:cubicBezTo>
                    <a:pt x="17579" y="11209"/>
                    <a:pt x="17479" y="11209"/>
                    <a:pt x="17412" y="11242"/>
                  </a:cubicBezTo>
                  <a:cubicBezTo>
                    <a:pt x="17412" y="11309"/>
                    <a:pt x="17446" y="11409"/>
                    <a:pt x="17479" y="11476"/>
                  </a:cubicBezTo>
                  <a:cubicBezTo>
                    <a:pt x="17579" y="11776"/>
                    <a:pt x="17713" y="12076"/>
                    <a:pt x="17846" y="12343"/>
                  </a:cubicBezTo>
                  <a:cubicBezTo>
                    <a:pt x="17913" y="12476"/>
                    <a:pt x="17980" y="12610"/>
                    <a:pt x="18046" y="12743"/>
                  </a:cubicBezTo>
                  <a:cubicBezTo>
                    <a:pt x="18113" y="12877"/>
                    <a:pt x="18213" y="13010"/>
                    <a:pt x="18280" y="13110"/>
                  </a:cubicBezTo>
                  <a:cubicBezTo>
                    <a:pt x="18346" y="13210"/>
                    <a:pt x="18413" y="13277"/>
                    <a:pt x="18447" y="13344"/>
                  </a:cubicBezTo>
                  <a:cubicBezTo>
                    <a:pt x="18490" y="13387"/>
                    <a:pt x="18520" y="13431"/>
                    <a:pt x="18554" y="13466"/>
                  </a:cubicBezTo>
                  <a:lnTo>
                    <a:pt x="18554" y="13466"/>
                  </a:lnTo>
                  <a:cubicBezTo>
                    <a:pt x="18440" y="13380"/>
                    <a:pt x="18327" y="13290"/>
                    <a:pt x="18213" y="13177"/>
                  </a:cubicBezTo>
                  <a:cubicBezTo>
                    <a:pt x="18080" y="13044"/>
                    <a:pt x="17946" y="12910"/>
                    <a:pt x="17846" y="12743"/>
                  </a:cubicBezTo>
                  <a:cubicBezTo>
                    <a:pt x="17746" y="12577"/>
                    <a:pt x="17646" y="12443"/>
                    <a:pt x="17546" y="12276"/>
                  </a:cubicBezTo>
                  <a:cubicBezTo>
                    <a:pt x="17446" y="12110"/>
                    <a:pt x="17379" y="11943"/>
                    <a:pt x="17312" y="11776"/>
                  </a:cubicBezTo>
                  <a:cubicBezTo>
                    <a:pt x="17246" y="11609"/>
                    <a:pt x="17212" y="11442"/>
                    <a:pt x="17146" y="11276"/>
                  </a:cubicBezTo>
                  <a:cubicBezTo>
                    <a:pt x="17112" y="11309"/>
                    <a:pt x="17046" y="11309"/>
                    <a:pt x="17012" y="11309"/>
                  </a:cubicBezTo>
                  <a:cubicBezTo>
                    <a:pt x="16745" y="11376"/>
                    <a:pt x="16478" y="11409"/>
                    <a:pt x="16212" y="11476"/>
                  </a:cubicBezTo>
                  <a:cubicBezTo>
                    <a:pt x="15244" y="11676"/>
                    <a:pt x="14244" y="11843"/>
                    <a:pt x="13243" y="11976"/>
                  </a:cubicBezTo>
                  <a:cubicBezTo>
                    <a:pt x="12943" y="12043"/>
                    <a:pt x="12642" y="12076"/>
                    <a:pt x="12342" y="12110"/>
                  </a:cubicBezTo>
                  <a:lnTo>
                    <a:pt x="12275" y="12110"/>
                  </a:lnTo>
                  <a:lnTo>
                    <a:pt x="12209" y="12143"/>
                  </a:lnTo>
                  <a:lnTo>
                    <a:pt x="12075" y="12143"/>
                  </a:lnTo>
                  <a:cubicBezTo>
                    <a:pt x="12075" y="12276"/>
                    <a:pt x="12109" y="12443"/>
                    <a:pt x="12109" y="12577"/>
                  </a:cubicBezTo>
                  <a:cubicBezTo>
                    <a:pt x="12142" y="12877"/>
                    <a:pt x="12175" y="13177"/>
                    <a:pt x="12242" y="13477"/>
                  </a:cubicBezTo>
                  <a:cubicBezTo>
                    <a:pt x="12275" y="13611"/>
                    <a:pt x="12309" y="13744"/>
                    <a:pt x="12342" y="13911"/>
                  </a:cubicBezTo>
                  <a:cubicBezTo>
                    <a:pt x="12376" y="14144"/>
                    <a:pt x="12442" y="14411"/>
                    <a:pt x="12509" y="14645"/>
                  </a:cubicBezTo>
                  <a:cubicBezTo>
                    <a:pt x="12409" y="14445"/>
                    <a:pt x="12309" y="14211"/>
                    <a:pt x="12209" y="13978"/>
                  </a:cubicBezTo>
                  <a:cubicBezTo>
                    <a:pt x="12109" y="13777"/>
                    <a:pt x="12042" y="13544"/>
                    <a:pt x="11975" y="13310"/>
                  </a:cubicBezTo>
                  <a:cubicBezTo>
                    <a:pt x="11875" y="13010"/>
                    <a:pt x="11808" y="12743"/>
                    <a:pt x="11775" y="12410"/>
                  </a:cubicBezTo>
                  <a:cubicBezTo>
                    <a:pt x="11775" y="12343"/>
                    <a:pt x="11775" y="12243"/>
                    <a:pt x="11775" y="12176"/>
                  </a:cubicBezTo>
                  <a:cubicBezTo>
                    <a:pt x="11608" y="12176"/>
                    <a:pt x="11475" y="12210"/>
                    <a:pt x="11341" y="12210"/>
                  </a:cubicBezTo>
                  <a:cubicBezTo>
                    <a:pt x="10941" y="12243"/>
                    <a:pt x="10574" y="12310"/>
                    <a:pt x="10241" y="12376"/>
                  </a:cubicBezTo>
                  <a:cubicBezTo>
                    <a:pt x="10107" y="12376"/>
                    <a:pt x="9940" y="12410"/>
                    <a:pt x="9807" y="12443"/>
                  </a:cubicBezTo>
                  <a:cubicBezTo>
                    <a:pt x="9640" y="12443"/>
                    <a:pt x="9507" y="12476"/>
                    <a:pt x="9340" y="12510"/>
                  </a:cubicBezTo>
                  <a:lnTo>
                    <a:pt x="9273" y="12510"/>
                  </a:lnTo>
                  <a:cubicBezTo>
                    <a:pt x="8940" y="12577"/>
                    <a:pt x="8640" y="12610"/>
                    <a:pt x="8339" y="12677"/>
                  </a:cubicBezTo>
                  <a:cubicBezTo>
                    <a:pt x="8306" y="12677"/>
                    <a:pt x="8273" y="12677"/>
                    <a:pt x="8239" y="12710"/>
                  </a:cubicBezTo>
                  <a:lnTo>
                    <a:pt x="8239" y="12977"/>
                  </a:lnTo>
                  <a:cubicBezTo>
                    <a:pt x="8206" y="13177"/>
                    <a:pt x="8206" y="13410"/>
                    <a:pt x="8206" y="13611"/>
                  </a:cubicBezTo>
                  <a:cubicBezTo>
                    <a:pt x="8206" y="14078"/>
                    <a:pt x="8206" y="14545"/>
                    <a:pt x="8239" y="14978"/>
                  </a:cubicBezTo>
                  <a:cubicBezTo>
                    <a:pt x="8239" y="15212"/>
                    <a:pt x="8273" y="15445"/>
                    <a:pt x="8306" y="15645"/>
                  </a:cubicBezTo>
                  <a:cubicBezTo>
                    <a:pt x="8306" y="15846"/>
                    <a:pt x="8373" y="16012"/>
                    <a:pt x="8439" y="16212"/>
                  </a:cubicBezTo>
                  <a:lnTo>
                    <a:pt x="8406" y="16212"/>
                  </a:lnTo>
                  <a:cubicBezTo>
                    <a:pt x="8273" y="15946"/>
                    <a:pt x="8173" y="15645"/>
                    <a:pt x="8072" y="15379"/>
                  </a:cubicBezTo>
                  <a:cubicBezTo>
                    <a:pt x="7906" y="14811"/>
                    <a:pt x="7839" y="14244"/>
                    <a:pt x="7872" y="13677"/>
                  </a:cubicBezTo>
                  <a:cubicBezTo>
                    <a:pt x="7639" y="13611"/>
                    <a:pt x="7372" y="13477"/>
                    <a:pt x="7138" y="13377"/>
                  </a:cubicBezTo>
                  <a:cubicBezTo>
                    <a:pt x="7105" y="13344"/>
                    <a:pt x="7038" y="13310"/>
                    <a:pt x="7005" y="13310"/>
                  </a:cubicBezTo>
                  <a:cubicBezTo>
                    <a:pt x="6972" y="13277"/>
                    <a:pt x="6938" y="13277"/>
                    <a:pt x="6938" y="13277"/>
                  </a:cubicBezTo>
                  <a:cubicBezTo>
                    <a:pt x="6905" y="13244"/>
                    <a:pt x="6905" y="13244"/>
                    <a:pt x="6905" y="13244"/>
                  </a:cubicBezTo>
                  <a:cubicBezTo>
                    <a:pt x="6872" y="13244"/>
                    <a:pt x="6838" y="13210"/>
                    <a:pt x="6838" y="13210"/>
                  </a:cubicBezTo>
                  <a:cubicBezTo>
                    <a:pt x="6805" y="13210"/>
                    <a:pt x="6772" y="13177"/>
                    <a:pt x="6738" y="13177"/>
                  </a:cubicBezTo>
                  <a:lnTo>
                    <a:pt x="6505" y="13244"/>
                  </a:lnTo>
                  <a:cubicBezTo>
                    <a:pt x="5971" y="13444"/>
                    <a:pt x="5471" y="13644"/>
                    <a:pt x="4970" y="13877"/>
                  </a:cubicBezTo>
                  <a:lnTo>
                    <a:pt x="4670" y="14011"/>
                  </a:lnTo>
                  <a:cubicBezTo>
                    <a:pt x="4170" y="14244"/>
                    <a:pt x="3769" y="14445"/>
                    <a:pt x="3402" y="14645"/>
                  </a:cubicBezTo>
                  <a:cubicBezTo>
                    <a:pt x="3369" y="14678"/>
                    <a:pt x="3369" y="14745"/>
                    <a:pt x="3336" y="14778"/>
                  </a:cubicBezTo>
                  <a:cubicBezTo>
                    <a:pt x="3269" y="14878"/>
                    <a:pt x="3236" y="14978"/>
                    <a:pt x="3202" y="15112"/>
                  </a:cubicBezTo>
                  <a:cubicBezTo>
                    <a:pt x="3169" y="15379"/>
                    <a:pt x="3169" y="15645"/>
                    <a:pt x="3202" y="15912"/>
                  </a:cubicBezTo>
                  <a:cubicBezTo>
                    <a:pt x="3236" y="16212"/>
                    <a:pt x="3269" y="16546"/>
                    <a:pt x="3402" y="16846"/>
                  </a:cubicBezTo>
                  <a:lnTo>
                    <a:pt x="3402" y="16880"/>
                  </a:lnTo>
                  <a:cubicBezTo>
                    <a:pt x="3536" y="17247"/>
                    <a:pt x="3736" y="17613"/>
                    <a:pt x="3936" y="17980"/>
                  </a:cubicBezTo>
                  <a:cubicBezTo>
                    <a:pt x="4036" y="18147"/>
                    <a:pt x="4136" y="18347"/>
                    <a:pt x="4236" y="18514"/>
                  </a:cubicBezTo>
                  <a:cubicBezTo>
                    <a:pt x="4336" y="18714"/>
                    <a:pt x="4437" y="18881"/>
                    <a:pt x="4537" y="19048"/>
                  </a:cubicBezTo>
                  <a:cubicBezTo>
                    <a:pt x="4670" y="19315"/>
                    <a:pt x="4837" y="19582"/>
                    <a:pt x="4970" y="19848"/>
                  </a:cubicBezTo>
                  <a:cubicBezTo>
                    <a:pt x="5070" y="19982"/>
                    <a:pt x="5137" y="20082"/>
                    <a:pt x="5204" y="20215"/>
                  </a:cubicBezTo>
                  <a:cubicBezTo>
                    <a:pt x="5237" y="20282"/>
                    <a:pt x="5270" y="20315"/>
                    <a:pt x="5304" y="20349"/>
                  </a:cubicBezTo>
                  <a:cubicBezTo>
                    <a:pt x="5337" y="20415"/>
                    <a:pt x="5371" y="20482"/>
                    <a:pt x="5437" y="20549"/>
                  </a:cubicBezTo>
                  <a:cubicBezTo>
                    <a:pt x="5437" y="20582"/>
                    <a:pt x="5471" y="20616"/>
                    <a:pt x="5504" y="20649"/>
                  </a:cubicBezTo>
                  <a:cubicBezTo>
                    <a:pt x="5437" y="20616"/>
                    <a:pt x="5404" y="20549"/>
                    <a:pt x="5337" y="20482"/>
                  </a:cubicBezTo>
                  <a:cubicBezTo>
                    <a:pt x="5304" y="20449"/>
                    <a:pt x="5270" y="20382"/>
                    <a:pt x="5237" y="20349"/>
                  </a:cubicBezTo>
                  <a:cubicBezTo>
                    <a:pt x="5170" y="20215"/>
                    <a:pt x="5070" y="20115"/>
                    <a:pt x="5004" y="19982"/>
                  </a:cubicBezTo>
                  <a:cubicBezTo>
                    <a:pt x="4937" y="19882"/>
                    <a:pt x="4870" y="19815"/>
                    <a:pt x="4837" y="19715"/>
                  </a:cubicBezTo>
                  <a:cubicBezTo>
                    <a:pt x="4703" y="19548"/>
                    <a:pt x="4603" y="19415"/>
                    <a:pt x="4503" y="19248"/>
                  </a:cubicBezTo>
                  <a:cubicBezTo>
                    <a:pt x="4370" y="19014"/>
                    <a:pt x="4203" y="18781"/>
                    <a:pt x="4070" y="18547"/>
                  </a:cubicBezTo>
                  <a:cubicBezTo>
                    <a:pt x="3970" y="18381"/>
                    <a:pt x="3869" y="18214"/>
                    <a:pt x="3769" y="18047"/>
                  </a:cubicBezTo>
                  <a:cubicBezTo>
                    <a:pt x="3669" y="17880"/>
                    <a:pt x="3603" y="17714"/>
                    <a:pt x="3503" y="17547"/>
                  </a:cubicBezTo>
                  <a:cubicBezTo>
                    <a:pt x="3436" y="17380"/>
                    <a:pt x="3336" y="17213"/>
                    <a:pt x="3269" y="17013"/>
                  </a:cubicBezTo>
                  <a:cubicBezTo>
                    <a:pt x="3202" y="16846"/>
                    <a:pt x="3169" y="16679"/>
                    <a:pt x="3136" y="16479"/>
                  </a:cubicBezTo>
                  <a:cubicBezTo>
                    <a:pt x="3069" y="16112"/>
                    <a:pt x="3036" y="15745"/>
                    <a:pt x="3102" y="15345"/>
                  </a:cubicBezTo>
                  <a:cubicBezTo>
                    <a:pt x="3102" y="15278"/>
                    <a:pt x="3136" y="15178"/>
                    <a:pt x="3136" y="15078"/>
                  </a:cubicBezTo>
                  <a:cubicBezTo>
                    <a:pt x="3169" y="15012"/>
                    <a:pt x="3202" y="14945"/>
                    <a:pt x="3236" y="14845"/>
                  </a:cubicBezTo>
                  <a:cubicBezTo>
                    <a:pt x="3269" y="14811"/>
                    <a:pt x="3302" y="14745"/>
                    <a:pt x="3336" y="14678"/>
                  </a:cubicBezTo>
                  <a:lnTo>
                    <a:pt x="3336" y="14678"/>
                  </a:lnTo>
                  <a:cubicBezTo>
                    <a:pt x="3269" y="14745"/>
                    <a:pt x="3169" y="14778"/>
                    <a:pt x="3102" y="14845"/>
                  </a:cubicBezTo>
                  <a:cubicBezTo>
                    <a:pt x="2902" y="14945"/>
                    <a:pt x="2702" y="15078"/>
                    <a:pt x="2502" y="15212"/>
                  </a:cubicBezTo>
                  <a:cubicBezTo>
                    <a:pt x="2235" y="15379"/>
                    <a:pt x="1935" y="15545"/>
                    <a:pt x="1668" y="15745"/>
                  </a:cubicBezTo>
                  <a:cubicBezTo>
                    <a:pt x="1401" y="15912"/>
                    <a:pt x="1134" y="16112"/>
                    <a:pt x="901" y="16346"/>
                  </a:cubicBezTo>
                  <a:cubicBezTo>
                    <a:pt x="767" y="16479"/>
                    <a:pt x="634" y="16613"/>
                    <a:pt x="534" y="16780"/>
                  </a:cubicBezTo>
                  <a:cubicBezTo>
                    <a:pt x="467" y="16846"/>
                    <a:pt x="400" y="16913"/>
                    <a:pt x="334" y="16980"/>
                  </a:cubicBezTo>
                  <a:cubicBezTo>
                    <a:pt x="234" y="17113"/>
                    <a:pt x="100" y="17247"/>
                    <a:pt x="0" y="17380"/>
                  </a:cubicBezTo>
                  <a:cubicBezTo>
                    <a:pt x="0" y="17513"/>
                    <a:pt x="0" y="17613"/>
                    <a:pt x="0" y="17747"/>
                  </a:cubicBezTo>
                  <a:cubicBezTo>
                    <a:pt x="33" y="18080"/>
                    <a:pt x="100" y="18414"/>
                    <a:pt x="200" y="18748"/>
                  </a:cubicBezTo>
                  <a:cubicBezTo>
                    <a:pt x="267" y="19081"/>
                    <a:pt x="367" y="19415"/>
                    <a:pt x="467" y="19715"/>
                  </a:cubicBezTo>
                  <a:cubicBezTo>
                    <a:pt x="600" y="20049"/>
                    <a:pt x="734" y="20415"/>
                    <a:pt x="934" y="20716"/>
                  </a:cubicBezTo>
                  <a:cubicBezTo>
                    <a:pt x="1001" y="20882"/>
                    <a:pt x="1101" y="21049"/>
                    <a:pt x="1201" y="21216"/>
                  </a:cubicBezTo>
                  <a:cubicBezTo>
                    <a:pt x="1234" y="21283"/>
                    <a:pt x="1268" y="21349"/>
                    <a:pt x="1334" y="21416"/>
                  </a:cubicBezTo>
                  <a:lnTo>
                    <a:pt x="1534" y="21416"/>
                  </a:lnTo>
                  <a:cubicBezTo>
                    <a:pt x="1801" y="21383"/>
                    <a:pt x="2035" y="21349"/>
                    <a:pt x="2268" y="21316"/>
                  </a:cubicBezTo>
                  <a:lnTo>
                    <a:pt x="2368" y="21283"/>
                  </a:lnTo>
                  <a:cubicBezTo>
                    <a:pt x="2602" y="21283"/>
                    <a:pt x="2835" y="21249"/>
                    <a:pt x="3136" y="21249"/>
                  </a:cubicBezTo>
                  <a:cubicBezTo>
                    <a:pt x="2935" y="21016"/>
                    <a:pt x="2802" y="20749"/>
                    <a:pt x="2635" y="20516"/>
                  </a:cubicBezTo>
                  <a:cubicBezTo>
                    <a:pt x="2468" y="20215"/>
                    <a:pt x="2335" y="19948"/>
                    <a:pt x="2202" y="19682"/>
                  </a:cubicBezTo>
                  <a:cubicBezTo>
                    <a:pt x="2068" y="19381"/>
                    <a:pt x="1935" y="19081"/>
                    <a:pt x="1835" y="18781"/>
                  </a:cubicBezTo>
                  <a:cubicBezTo>
                    <a:pt x="1735" y="18481"/>
                    <a:pt x="1668" y="18181"/>
                    <a:pt x="1601" y="17880"/>
                  </a:cubicBezTo>
                  <a:cubicBezTo>
                    <a:pt x="1568" y="17714"/>
                    <a:pt x="1534" y="17547"/>
                    <a:pt x="1534" y="17413"/>
                  </a:cubicBezTo>
                  <a:cubicBezTo>
                    <a:pt x="1534" y="17247"/>
                    <a:pt x="1501" y="17113"/>
                    <a:pt x="1534" y="16946"/>
                  </a:cubicBezTo>
                  <a:cubicBezTo>
                    <a:pt x="1568" y="16780"/>
                    <a:pt x="1601" y="16646"/>
                    <a:pt x="1635" y="16479"/>
                  </a:cubicBezTo>
                  <a:cubicBezTo>
                    <a:pt x="1668" y="16413"/>
                    <a:pt x="1701" y="16346"/>
                    <a:pt x="1701" y="16246"/>
                  </a:cubicBezTo>
                  <a:cubicBezTo>
                    <a:pt x="1727" y="16220"/>
                    <a:pt x="1753" y="16175"/>
                    <a:pt x="1778" y="16140"/>
                  </a:cubicBezTo>
                  <a:lnTo>
                    <a:pt x="1778" y="16140"/>
                  </a:lnTo>
                  <a:cubicBezTo>
                    <a:pt x="1765" y="16186"/>
                    <a:pt x="1758" y="16233"/>
                    <a:pt x="1735" y="16279"/>
                  </a:cubicBezTo>
                  <a:cubicBezTo>
                    <a:pt x="1735" y="16346"/>
                    <a:pt x="1701" y="16413"/>
                    <a:pt x="1701" y="16513"/>
                  </a:cubicBezTo>
                  <a:lnTo>
                    <a:pt x="1701" y="16479"/>
                  </a:lnTo>
                  <a:cubicBezTo>
                    <a:pt x="1668" y="16713"/>
                    <a:pt x="1635" y="16913"/>
                    <a:pt x="1635" y="17146"/>
                  </a:cubicBezTo>
                  <a:cubicBezTo>
                    <a:pt x="1701" y="17513"/>
                    <a:pt x="1801" y="17914"/>
                    <a:pt x="1935" y="18281"/>
                  </a:cubicBezTo>
                  <a:cubicBezTo>
                    <a:pt x="2035" y="18514"/>
                    <a:pt x="2135" y="18781"/>
                    <a:pt x="2235" y="19014"/>
                  </a:cubicBezTo>
                  <a:cubicBezTo>
                    <a:pt x="2335" y="19248"/>
                    <a:pt x="2468" y="19481"/>
                    <a:pt x="2569" y="19682"/>
                  </a:cubicBezTo>
                  <a:cubicBezTo>
                    <a:pt x="2835" y="20115"/>
                    <a:pt x="3102" y="20549"/>
                    <a:pt x="3369" y="20983"/>
                  </a:cubicBezTo>
                  <a:cubicBezTo>
                    <a:pt x="3436" y="21049"/>
                    <a:pt x="3503" y="21149"/>
                    <a:pt x="3569" y="21249"/>
                  </a:cubicBezTo>
                  <a:lnTo>
                    <a:pt x="4136" y="21249"/>
                  </a:lnTo>
                  <a:cubicBezTo>
                    <a:pt x="4537" y="21249"/>
                    <a:pt x="4937" y="21283"/>
                    <a:pt x="5337" y="21316"/>
                  </a:cubicBezTo>
                  <a:cubicBezTo>
                    <a:pt x="5571" y="21316"/>
                    <a:pt x="5804" y="21316"/>
                    <a:pt x="6038" y="21349"/>
                  </a:cubicBezTo>
                  <a:cubicBezTo>
                    <a:pt x="6271" y="21349"/>
                    <a:pt x="6505" y="21349"/>
                    <a:pt x="6738" y="21383"/>
                  </a:cubicBezTo>
                  <a:cubicBezTo>
                    <a:pt x="6705" y="21249"/>
                    <a:pt x="6638" y="21149"/>
                    <a:pt x="6571" y="21049"/>
                  </a:cubicBezTo>
                  <a:cubicBezTo>
                    <a:pt x="6538" y="20949"/>
                    <a:pt x="6471" y="20816"/>
                    <a:pt x="6405" y="20716"/>
                  </a:cubicBezTo>
                  <a:cubicBezTo>
                    <a:pt x="6338" y="20582"/>
                    <a:pt x="6271" y="20449"/>
                    <a:pt x="6204" y="20315"/>
                  </a:cubicBezTo>
                  <a:cubicBezTo>
                    <a:pt x="6138" y="20215"/>
                    <a:pt x="6071" y="20082"/>
                    <a:pt x="6004" y="19948"/>
                  </a:cubicBezTo>
                  <a:cubicBezTo>
                    <a:pt x="5938" y="19848"/>
                    <a:pt x="5904" y="19748"/>
                    <a:pt x="5838" y="19648"/>
                  </a:cubicBezTo>
                  <a:cubicBezTo>
                    <a:pt x="5704" y="19448"/>
                    <a:pt x="5571" y="19215"/>
                    <a:pt x="5437" y="18981"/>
                  </a:cubicBezTo>
                  <a:cubicBezTo>
                    <a:pt x="5304" y="18714"/>
                    <a:pt x="5137" y="18447"/>
                    <a:pt x="4970" y="18181"/>
                  </a:cubicBezTo>
                  <a:cubicBezTo>
                    <a:pt x="4803" y="17880"/>
                    <a:pt x="4637" y="17580"/>
                    <a:pt x="4537" y="17280"/>
                  </a:cubicBezTo>
                  <a:cubicBezTo>
                    <a:pt x="4470" y="17113"/>
                    <a:pt x="4403" y="16913"/>
                    <a:pt x="4336" y="16746"/>
                  </a:cubicBezTo>
                  <a:cubicBezTo>
                    <a:pt x="4303" y="16546"/>
                    <a:pt x="4303" y="16379"/>
                    <a:pt x="4303" y="16212"/>
                  </a:cubicBezTo>
                  <a:cubicBezTo>
                    <a:pt x="4303" y="16012"/>
                    <a:pt x="4303" y="15812"/>
                    <a:pt x="4336" y="15612"/>
                  </a:cubicBezTo>
                  <a:cubicBezTo>
                    <a:pt x="4370" y="15412"/>
                    <a:pt x="4403" y="15245"/>
                    <a:pt x="4470" y="15078"/>
                  </a:cubicBezTo>
                  <a:cubicBezTo>
                    <a:pt x="4537" y="14711"/>
                    <a:pt x="4670" y="14344"/>
                    <a:pt x="4803" y="13978"/>
                  </a:cubicBezTo>
                  <a:lnTo>
                    <a:pt x="4803" y="13978"/>
                  </a:lnTo>
                  <a:cubicBezTo>
                    <a:pt x="4770" y="14078"/>
                    <a:pt x="4770" y="14178"/>
                    <a:pt x="4737" y="14278"/>
                  </a:cubicBezTo>
                  <a:cubicBezTo>
                    <a:pt x="4703" y="14445"/>
                    <a:pt x="4670" y="14578"/>
                    <a:pt x="4637" y="14745"/>
                  </a:cubicBezTo>
                  <a:cubicBezTo>
                    <a:pt x="4603" y="14978"/>
                    <a:pt x="4570" y="15212"/>
                    <a:pt x="4537" y="15479"/>
                  </a:cubicBezTo>
                  <a:cubicBezTo>
                    <a:pt x="4537" y="15712"/>
                    <a:pt x="4537" y="15912"/>
                    <a:pt x="4537" y="16146"/>
                  </a:cubicBezTo>
                  <a:cubicBezTo>
                    <a:pt x="4537" y="16279"/>
                    <a:pt x="4570" y="16379"/>
                    <a:pt x="4603" y="16513"/>
                  </a:cubicBezTo>
                  <a:cubicBezTo>
                    <a:pt x="4603" y="16613"/>
                    <a:pt x="4637" y="16713"/>
                    <a:pt x="4670" y="16813"/>
                  </a:cubicBezTo>
                  <a:cubicBezTo>
                    <a:pt x="4770" y="17046"/>
                    <a:pt x="4904" y="17280"/>
                    <a:pt x="5037" y="17513"/>
                  </a:cubicBezTo>
                  <a:cubicBezTo>
                    <a:pt x="5137" y="17680"/>
                    <a:pt x="5237" y="17847"/>
                    <a:pt x="5337" y="17980"/>
                  </a:cubicBezTo>
                  <a:cubicBezTo>
                    <a:pt x="5471" y="18181"/>
                    <a:pt x="5604" y="18381"/>
                    <a:pt x="5704" y="18581"/>
                  </a:cubicBezTo>
                  <a:cubicBezTo>
                    <a:pt x="5804" y="18681"/>
                    <a:pt x="5871" y="18814"/>
                    <a:pt x="5938" y="18914"/>
                  </a:cubicBezTo>
                  <a:cubicBezTo>
                    <a:pt x="6071" y="19148"/>
                    <a:pt x="6204" y="19348"/>
                    <a:pt x="6338" y="19582"/>
                  </a:cubicBezTo>
                  <a:cubicBezTo>
                    <a:pt x="6471" y="19815"/>
                    <a:pt x="6571" y="20015"/>
                    <a:pt x="6705" y="20249"/>
                  </a:cubicBezTo>
                  <a:cubicBezTo>
                    <a:pt x="6805" y="20516"/>
                    <a:pt x="6938" y="20749"/>
                    <a:pt x="7038" y="20983"/>
                  </a:cubicBezTo>
                  <a:cubicBezTo>
                    <a:pt x="7105" y="21116"/>
                    <a:pt x="7172" y="21249"/>
                    <a:pt x="7205" y="21383"/>
                  </a:cubicBezTo>
                  <a:cubicBezTo>
                    <a:pt x="7472" y="21416"/>
                    <a:pt x="7706" y="21416"/>
                    <a:pt x="7939" y="21450"/>
                  </a:cubicBezTo>
                  <a:lnTo>
                    <a:pt x="8072" y="21450"/>
                  </a:lnTo>
                  <a:cubicBezTo>
                    <a:pt x="8373" y="21483"/>
                    <a:pt x="8640" y="21516"/>
                    <a:pt x="8940" y="21516"/>
                  </a:cubicBezTo>
                  <a:lnTo>
                    <a:pt x="9874" y="21516"/>
                  </a:lnTo>
                  <a:cubicBezTo>
                    <a:pt x="9807" y="21383"/>
                    <a:pt x="9740" y="21249"/>
                    <a:pt x="9707" y="21116"/>
                  </a:cubicBezTo>
                  <a:cubicBezTo>
                    <a:pt x="9674" y="20983"/>
                    <a:pt x="9607" y="20849"/>
                    <a:pt x="9574" y="20682"/>
                  </a:cubicBezTo>
                  <a:cubicBezTo>
                    <a:pt x="9540" y="20649"/>
                    <a:pt x="9507" y="20582"/>
                    <a:pt x="9507" y="20516"/>
                  </a:cubicBezTo>
                  <a:cubicBezTo>
                    <a:pt x="9440" y="20282"/>
                    <a:pt x="9373" y="20049"/>
                    <a:pt x="9307" y="19815"/>
                  </a:cubicBezTo>
                  <a:cubicBezTo>
                    <a:pt x="9307" y="19748"/>
                    <a:pt x="9307" y="19682"/>
                    <a:pt x="9273" y="19615"/>
                  </a:cubicBezTo>
                  <a:lnTo>
                    <a:pt x="9240" y="19181"/>
                  </a:lnTo>
                  <a:cubicBezTo>
                    <a:pt x="9207" y="19115"/>
                    <a:pt x="9207" y="19014"/>
                    <a:pt x="9207" y="18948"/>
                  </a:cubicBezTo>
                  <a:cubicBezTo>
                    <a:pt x="9207" y="18814"/>
                    <a:pt x="9173" y="18681"/>
                    <a:pt x="9173" y="18547"/>
                  </a:cubicBezTo>
                  <a:cubicBezTo>
                    <a:pt x="9173" y="18447"/>
                    <a:pt x="9173" y="18381"/>
                    <a:pt x="9173" y="18314"/>
                  </a:cubicBezTo>
                  <a:cubicBezTo>
                    <a:pt x="9173" y="18181"/>
                    <a:pt x="9173" y="18047"/>
                    <a:pt x="9173" y="17947"/>
                  </a:cubicBezTo>
                  <a:cubicBezTo>
                    <a:pt x="9207" y="17680"/>
                    <a:pt x="9207" y="17447"/>
                    <a:pt x="9240" y="17180"/>
                  </a:cubicBezTo>
                  <a:cubicBezTo>
                    <a:pt x="9240" y="17347"/>
                    <a:pt x="9240" y="17480"/>
                    <a:pt x="9273" y="17613"/>
                  </a:cubicBezTo>
                  <a:cubicBezTo>
                    <a:pt x="9273" y="17714"/>
                    <a:pt x="9273" y="17847"/>
                    <a:pt x="9273" y="17947"/>
                  </a:cubicBezTo>
                  <a:cubicBezTo>
                    <a:pt x="9307" y="18080"/>
                    <a:pt x="9307" y="18247"/>
                    <a:pt x="9340" y="18381"/>
                  </a:cubicBezTo>
                  <a:cubicBezTo>
                    <a:pt x="9340" y="18447"/>
                    <a:pt x="9340" y="18481"/>
                    <a:pt x="9340" y="18547"/>
                  </a:cubicBezTo>
                  <a:cubicBezTo>
                    <a:pt x="9373" y="18648"/>
                    <a:pt x="9373" y="18748"/>
                    <a:pt x="9407" y="18848"/>
                  </a:cubicBezTo>
                  <a:cubicBezTo>
                    <a:pt x="9407" y="18981"/>
                    <a:pt x="9440" y="19081"/>
                    <a:pt x="9473" y="19215"/>
                  </a:cubicBezTo>
                  <a:cubicBezTo>
                    <a:pt x="9473" y="19315"/>
                    <a:pt x="9507" y="19415"/>
                    <a:pt x="9507" y="19515"/>
                  </a:cubicBezTo>
                  <a:cubicBezTo>
                    <a:pt x="9540" y="19582"/>
                    <a:pt x="9540" y="19648"/>
                    <a:pt x="9540" y="19682"/>
                  </a:cubicBezTo>
                  <a:cubicBezTo>
                    <a:pt x="9607" y="19915"/>
                    <a:pt x="9640" y="20149"/>
                    <a:pt x="9707" y="20382"/>
                  </a:cubicBezTo>
                  <a:cubicBezTo>
                    <a:pt x="9740" y="20582"/>
                    <a:pt x="9807" y="20782"/>
                    <a:pt x="9840" y="20949"/>
                  </a:cubicBezTo>
                  <a:cubicBezTo>
                    <a:pt x="9907" y="21149"/>
                    <a:pt x="9940" y="21316"/>
                    <a:pt x="10007" y="21516"/>
                  </a:cubicBezTo>
                  <a:cubicBezTo>
                    <a:pt x="10574" y="21516"/>
                    <a:pt x="11208" y="21483"/>
                    <a:pt x="11808" y="21450"/>
                  </a:cubicBezTo>
                  <a:cubicBezTo>
                    <a:pt x="12442" y="21416"/>
                    <a:pt x="13076" y="21383"/>
                    <a:pt x="13610" y="21383"/>
                  </a:cubicBezTo>
                  <a:cubicBezTo>
                    <a:pt x="13543" y="21316"/>
                    <a:pt x="13476" y="21283"/>
                    <a:pt x="13410" y="21216"/>
                  </a:cubicBezTo>
                  <a:cubicBezTo>
                    <a:pt x="13343" y="21149"/>
                    <a:pt x="13243" y="21083"/>
                    <a:pt x="13176" y="21016"/>
                  </a:cubicBezTo>
                  <a:cubicBezTo>
                    <a:pt x="13009" y="20882"/>
                    <a:pt x="12843" y="20716"/>
                    <a:pt x="12709" y="20549"/>
                  </a:cubicBezTo>
                  <a:cubicBezTo>
                    <a:pt x="12609" y="20382"/>
                    <a:pt x="12476" y="20182"/>
                    <a:pt x="12376" y="19982"/>
                  </a:cubicBezTo>
                  <a:cubicBezTo>
                    <a:pt x="12275" y="19782"/>
                    <a:pt x="12209" y="19582"/>
                    <a:pt x="12142" y="19381"/>
                  </a:cubicBezTo>
                  <a:cubicBezTo>
                    <a:pt x="12109" y="19281"/>
                    <a:pt x="12109" y="19148"/>
                    <a:pt x="12075" y="19048"/>
                  </a:cubicBezTo>
                  <a:cubicBezTo>
                    <a:pt x="12042" y="18948"/>
                    <a:pt x="12042" y="18848"/>
                    <a:pt x="12009" y="18714"/>
                  </a:cubicBezTo>
                  <a:lnTo>
                    <a:pt x="12009" y="18714"/>
                  </a:lnTo>
                  <a:cubicBezTo>
                    <a:pt x="12042" y="18848"/>
                    <a:pt x="12075" y="18948"/>
                    <a:pt x="12109" y="19048"/>
                  </a:cubicBezTo>
                  <a:cubicBezTo>
                    <a:pt x="12142" y="19148"/>
                    <a:pt x="12175" y="19248"/>
                    <a:pt x="12209" y="19348"/>
                  </a:cubicBezTo>
                  <a:cubicBezTo>
                    <a:pt x="12275" y="19515"/>
                    <a:pt x="12342" y="19682"/>
                    <a:pt x="12409" y="19815"/>
                  </a:cubicBezTo>
                  <a:cubicBezTo>
                    <a:pt x="12509" y="19948"/>
                    <a:pt x="12576" y="20082"/>
                    <a:pt x="12676" y="20215"/>
                  </a:cubicBezTo>
                  <a:cubicBezTo>
                    <a:pt x="12809" y="20415"/>
                    <a:pt x="12976" y="20582"/>
                    <a:pt x="13143" y="20782"/>
                  </a:cubicBezTo>
                  <a:cubicBezTo>
                    <a:pt x="13310" y="20949"/>
                    <a:pt x="13476" y="21116"/>
                    <a:pt x="13643" y="21249"/>
                  </a:cubicBezTo>
                  <a:cubicBezTo>
                    <a:pt x="13710" y="21283"/>
                    <a:pt x="13743" y="21349"/>
                    <a:pt x="13777" y="21383"/>
                  </a:cubicBezTo>
                  <a:lnTo>
                    <a:pt x="14210" y="21349"/>
                  </a:lnTo>
                  <a:cubicBezTo>
                    <a:pt x="14644" y="21349"/>
                    <a:pt x="15111" y="21349"/>
                    <a:pt x="15544" y="21283"/>
                  </a:cubicBezTo>
                  <a:cubicBezTo>
                    <a:pt x="16078" y="21249"/>
                    <a:pt x="16645" y="21183"/>
                    <a:pt x="17146" y="21083"/>
                  </a:cubicBezTo>
                  <a:cubicBezTo>
                    <a:pt x="17312" y="21083"/>
                    <a:pt x="17446" y="21049"/>
                    <a:pt x="17579" y="21049"/>
                  </a:cubicBezTo>
                  <a:cubicBezTo>
                    <a:pt x="17679" y="21016"/>
                    <a:pt x="17779" y="21016"/>
                    <a:pt x="17913" y="20983"/>
                  </a:cubicBezTo>
                  <a:cubicBezTo>
                    <a:pt x="17746" y="20882"/>
                    <a:pt x="17579" y="20749"/>
                    <a:pt x="17412" y="20616"/>
                  </a:cubicBezTo>
                  <a:cubicBezTo>
                    <a:pt x="17112" y="20349"/>
                    <a:pt x="16845" y="20115"/>
                    <a:pt x="16579" y="19815"/>
                  </a:cubicBezTo>
                  <a:cubicBezTo>
                    <a:pt x="16345" y="19515"/>
                    <a:pt x="16112" y="19215"/>
                    <a:pt x="15911" y="18881"/>
                  </a:cubicBezTo>
                  <a:cubicBezTo>
                    <a:pt x="15711" y="18547"/>
                    <a:pt x="15544" y="18214"/>
                    <a:pt x="15411" y="17847"/>
                  </a:cubicBezTo>
                  <a:cubicBezTo>
                    <a:pt x="15244" y="17513"/>
                    <a:pt x="15111" y="17146"/>
                    <a:pt x="14977" y="16780"/>
                  </a:cubicBezTo>
                  <a:cubicBezTo>
                    <a:pt x="14844" y="16413"/>
                    <a:pt x="14744" y="16012"/>
                    <a:pt x="14644" y="15645"/>
                  </a:cubicBezTo>
                  <a:cubicBezTo>
                    <a:pt x="14577" y="15445"/>
                    <a:pt x="14510" y="15245"/>
                    <a:pt x="14477" y="15045"/>
                  </a:cubicBezTo>
                  <a:cubicBezTo>
                    <a:pt x="14410" y="14845"/>
                    <a:pt x="14377" y="14645"/>
                    <a:pt x="14344" y="14478"/>
                  </a:cubicBezTo>
                  <a:lnTo>
                    <a:pt x="14344" y="14478"/>
                  </a:lnTo>
                  <a:cubicBezTo>
                    <a:pt x="14410" y="14645"/>
                    <a:pt x="14477" y="14845"/>
                    <a:pt x="14544" y="15045"/>
                  </a:cubicBezTo>
                  <a:cubicBezTo>
                    <a:pt x="14644" y="15245"/>
                    <a:pt x="14711" y="15445"/>
                    <a:pt x="14777" y="15612"/>
                  </a:cubicBezTo>
                  <a:cubicBezTo>
                    <a:pt x="14944" y="15979"/>
                    <a:pt x="15077" y="16346"/>
                    <a:pt x="15244" y="16713"/>
                  </a:cubicBezTo>
                  <a:cubicBezTo>
                    <a:pt x="15411" y="17080"/>
                    <a:pt x="15578" y="17413"/>
                    <a:pt x="15745" y="17780"/>
                  </a:cubicBezTo>
                  <a:cubicBezTo>
                    <a:pt x="15945" y="18114"/>
                    <a:pt x="16112" y="18414"/>
                    <a:pt x="16345" y="18748"/>
                  </a:cubicBezTo>
                  <a:cubicBezTo>
                    <a:pt x="16512" y="19014"/>
                    <a:pt x="16712" y="19248"/>
                    <a:pt x="16945" y="19481"/>
                  </a:cubicBezTo>
                  <a:cubicBezTo>
                    <a:pt x="17179" y="19715"/>
                    <a:pt x="17412" y="19948"/>
                    <a:pt x="17646" y="20149"/>
                  </a:cubicBezTo>
                  <a:cubicBezTo>
                    <a:pt x="17946" y="20415"/>
                    <a:pt x="18280" y="20682"/>
                    <a:pt x="18613" y="20916"/>
                  </a:cubicBezTo>
                  <a:cubicBezTo>
                    <a:pt x="18914" y="20882"/>
                    <a:pt x="19214" y="20816"/>
                    <a:pt x="19514" y="20782"/>
                  </a:cubicBezTo>
                  <a:cubicBezTo>
                    <a:pt x="19814" y="20749"/>
                    <a:pt x="20114" y="20649"/>
                    <a:pt x="20381" y="20582"/>
                  </a:cubicBezTo>
                  <a:lnTo>
                    <a:pt x="20481" y="20549"/>
                  </a:lnTo>
                  <a:cubicBezTo>
                    <a:pt x="20782" y="20482"/>
                    <a:pt x="21115" y="20382"/>
                    <a:pt x="21415" y="20282"/>
                  </a:cubicBezTo>
                  <a:cubicBezTo>
                    <a:pt x="21515" y="20249"/>
                    <a:pt x="21615" y="20215"/>
                    <a:pt x="21716" y="20182"/>
                  </a:cubicBezTo>
                  <a:lnTo>
                    <a:pt x="21682" y="20149"/>
                  </a:lnTo>
                  <a:cubicBezTo>
                    <a:pt x="21515" y="20082"/>
                    <a:pt x="21349" y="19982"/>
                    <a:pt x="21182" y="19882"/>
                  </a:cubicBezTo>
                  <a:cubicBezTo>
                    <a:pt x="20615" y="19582"/>
                    <a:pt x="20081" y="19281"/>
                    <a:pt x="19547" y="18948"/>
                  </a:cubicBezTo>
                  <a:lnTo>
                    <a:pt x="19547" y="18948"/>
                  </a:lnTo>
                  <a:cubicBezTo>
                    <a:pt x="20281" y="19281"/>
                    <a:pt x="21048" y="19615"/>
                    <a:pt x="21782" y="19982"/>
                  </a:cubicBezTo>
                  <a:cubicBezTo>
                    <a:pt x="21849" y="20015"/>
                    <a:pt x="21916" y="20049"/>
                    <a:pt x="21982" y="20049"/>
                  </a:cubicBezTo>
                  <a:cubicBezTo>
                    <a:pt x="22316" y="19948"/>
                    <a:pt x="22616" y="19782"/>
                    <a:pt x="22916" y="19648"/>
                  </a:cubicBezTo>
                  <a:cubicBezTo>
                    <a:pt x="23083" y="19582"/>
                    <a:pt x="23250" y="19515"/>
                    <a:pt x="23383" y="19448"/>
                  </a:cubicBezTo>
                  <a:lnTo>
                    <a:pt x="23650" y="19348"/>
                  </a:lnTo>
                  <a:cubicBezTo>
                    <a:pt x="23850" y="19248"/>
                    <a:pt x="24084" y="19148"/>
                    <a:pt x="24284" y="19048"/>
                  </a:cubicBezTo>
                  <a:cubicBezTo>
                    <a:pt x="24518" y="18948"/>
                    <a:pt x="24718" y="18848"/>
                    <a:pt x="24918" y="18714"/>
                  </a:cubicBezTo>
                  <a:lnTo>
                    <a:pt x="25185" y="18614"/>
                  </a:lnTo>
                  <a:lnTo>
                    <a:pt x="25518" y="18447"/>
                  </a:lnTo>
                  <a:cubicBezTo>
                    <a:pt x="25718" y="18347"/>
                    <a:pt x="25885" y="18247"/>
                    <a:pt x="26085" y="18181"/>
                  </a:cubicBezTo>
                  <a:cubicBezTo>
                    <a:pt x="26185" y="18114"/>
                    <a:pt x="26285" y="18047"/>
                    <a:pt x="26386" y="18014"/>
                  </a:cubicBezTo>
                  <a:lnTo>
                    <a:pt x="26386" y="17980"/>
                  </a:lnTo>
                  <a:cubicBezTo>
                    <a:pt x="26419" y="17680"/>
                    <a:pt x="26452" y="17347"/>
                    <a:pt x="26452" y="17046"/>
                  </a:cubicBezTo>
                  <a:cubicBezTo>
                    <a:pt x="26452" y="16846"/>
                    <a:pt x="26452" y="16679"/>
                    <a:pt x="26486" y="16479"/>
                  </a:cubicBezTo>
                  <a:cubicBezTo>
                    <a:pt x="26486" y="16313"/>
                    <a:pt x="26486" y="16146"/>
                    <a:pt x="26486" y="15979"/>
                  </a:cubicBezTo>
                  <a:cubicBezTo>
                    <a:pt x="26486" y="15645"/>
                    <a:pt x="26486" y="15345"/>
                    <a:pt x="26486" y="15012"/>
                  </a:cubicBezTo>
                  <a:cubicBezTo>
                    <a:pt x="26486" y="14878"/>
                    <a:pt x="26486" y="14745"/>
                    <a:pt x="26486" y="14611"/>
                  </a:cubicBezTo>
                  <a:lnTo>
                    <a:pt x="26452" y="14178"/>
                  </a:lnTo>
                  <a:cubicBezTo>
                    <a:pt x="26452" y="13711"/>
                    <a:pt x="26452" y="13210"/>
                    <a:pt x="26419" y="12743"/>
                  </a:cubicBezTo>
                  <a:cubicBezTo>
                    <a:pt x="26386" y="12410"/>
                    <a:pt x="26352" y="12110"/>
                    <a:pt x="26285" y="11809"/>
                  </a:cubicBezTo>
                  <a:cubicBezTo>
                    <a:pt x="26219" y="11509"/>
                    <a:pt x="26152" y="11209"/>
                    <a:pt x="26052" y="10909"/>
                  </a:cubicBezTo>
                  <a:cubicBezTo>
                    <a:pt x="25919" y="10608"/>
                    <a:pt x="25785" y="10275"/>
                    <a:pt x="25652" y="9975"/>
                  </a:cubicBezTo>
                  <a:lnTo>
                    <a:pt x="25652" y="9975"/>
                  </a:lnTo>
                  <a:cubicBezTo>
                    <a:pt x="25852" y="10241"/>
                    <a:pt x="26019" y="10542"/>
                    <a:pt x="26219" y="10842"/>
                  </a:cubicBezTo>
                  <a:cubicBezTo>
                    <a:pt x="26319" y="11009"/>
                    <a:pt x="26386" y="11176"/>
                    <a:pt x="26452" y="11342"/>
                  </a:cubicBezTo>
                  <a:cubicBezTo>
                    <a:pt x="26552" y="11542"/>
                    <a:pt x="26619" y="11743"/>
                    <a:pt x="26686" y="11943"/>
                  </a:cubicBezTo>
                  <a:cubicBezTo>
                    <a:pt x="26752" y="12143"/>
                    <a:pt x="26786" y="12376"/>
                    <a:pt x="26853" y="12577"/>
                  </a:cubicBezTo>
                  <a:cubicBezTo>
                    <a:pt x="26886" y="12810"/>
                    <a:pt x="26919" y="13010"/>
                    <a:pt x="26919" y="13244"/>
                  </a:cubicBezTo>
                  <a:cubicBezTo>
                    <a:pt x="26986" y="13644"/>
                    <a:pt x="26986" y="14011"/>
                    <a:pt x="26986" y="14411"/>
                  </a:cubicBezTo>
                  <a:cubicBezTo>
                    <a:pt x="27019" y="14678"/>
                    <a:pt x="26986" y="14945"/>
                    <a:pt x="26986" y="15212"/>
                  </a:cubicBezTo>
                  <a:lnTo>
                    <a:pt x="26953" y="15812"/>
                  </a:lnTo>
                  <a:cubicBezTo>
                    <a:pt x="26953" y="15912"/>
                    <a:pt x="26953" y="16046"/>
                    <a:pt x="26919" y="16179"/>
                  </a:cubicBezTo>
                  <a:cubicBezTo>
                    <a:pt x="26886" y="16513"/>
                    <a:pt x="26853" y="16846"/>
                    <a:pt x="26786" y="17180"/>
                  </a:cubicBezTo>
                  <a:cubicBezTo>
                    <a:pt x="26752" y="17313"/>
                    <a:pt x="26719" y="17447"/>
                    <a:pt x="26686" y="17580"/>
                  </a:cubicBezTo>
                  <a:cubicBezTo>
                    <a:pt x="26686" y="17680"/>
                    <a:pt x="26652" y="17780"/>
                    <a:pt x="26619" y="17880"/>
                  </a:cubicBezTo>
                  <a:cubicBezTo>
                    <a:pt x="26719" y="17814"/>
                    <a:pt x="26786" y="17780"/>
                    <a:pt x="26886" y="17714"/>
                  </a:cubicBezTo>
                  <a:cubicBezTo>
                    <a:pt x="27053" y="17613"/>
                    <a:pt x="27253" y="17513"/>
                    <a:pt x="27420" y="17380"/>
                  </a:cubicBezTo>
                  <a:cubicBezTo>
                    <a:pt x="27520" y="17347"/>
                    <a:pt x="27586" y="17280"/>
                    <a:pt x="27686" y="17247"/>
                  </a:cubicBezTo>
                  <a:cubicBezTo>
                    <a:pt x="27620" y="17046"/>
                    <a:pt x="27553" y="16846"/>
                    <a:pt x="27453" y="16680"/>
                  </a:cubicBezTo>
                  <a:lnTo>
                    <a:pt x="27453" y="16680"/>
                  </a:lnTo>
                  <a:cubicBezTo>
                    <a:pt x="27553" y="16846"/>
                    <a:pt x="27653" y="17013"/>
                    <a:pt x="27753" y="17213"/>
                  </a:cubicBezTo>
                  <a:cubicBezTo>
                    <a:pt x="27987" y="17080"/>
                    <a:pt x="28254" y="16913"/>
                    <a:pt x="28487" y="16746"/>
                  </a:cubicBezTo>
                  <a:cubicBezTo>
                    <a:pt x="28687" y="16613"/>
                    <a:pt x="28921" y="16479"/>
                    <a:pt x="29121" y="16313"/>
                  </a:cubicBezTo>
                  <a:lnTo>
                    <a:pt x="29321" y="16179"/>
                  </a:lnTo>
                  <a:cubicBezTo>
                    <a:pt x="29421" y="16112"/>
                    <a:pt x="29521" y="16046"/>
                    <a:pt x="29621" y="15979"/>
                  </a:cubicBezTo>
                  <a:cubicBezTo>
                    <a:pt x="29788" y="15879"/>
                    <a:pt x="29988" y="15745"/>
                    <a:pt x="30155" y="15645"/>
                  </a:cubicBezTo>
                  <a:cubicBezTo>
                    <a:pt x="30422" y="15445"/>
                    <a:pt x="30722" y="15212"/>
                    <a:pt x="31022" y="14945"/>
                  </a:cubicBezTo>
                  <a:cubicBezTo>
                    <a:pt x="31156" y="14778"/>
                    <a:pt x="31322" y="14611"/>
                    <a:pt x="31456" y="14478"/>
                  </a:cubicBezTo>
                  <a:lnTo>
                    <a:pt x="31689" y="14211"/>
                  </a:lnTo>
                  <a:cubicBezTo>
                    <a:pt x="31890" y="14011"/>
                    <a:pt x="32090" y="13844"/>
                    <a:pt x="32256" y="13677"/>
                  </a:cubicBezTo>
                  <a:lnTo>
                    <a:pt x="32423" y="13544"/>
                  </a:lnTo>
                  <a:cubicBezTo>
                    <a:pt x="32657" y="13277"/>
                    <a:pt x="32924" y="13044"/>
                    <a:pt x="33124" y="12777"/>
                  </a:cubicBezTo>
                  <a:cubicBezTo>
                    <a:pt x="33291" y="12610"/>
                    <a:pt x="33424" y="12410"/>
                    <a:pt x="33557" y="12243"/>
                  </a:cubicBezTo>
                  <a:cubicBezTo>
                    <a:pt x="33557" y="11876"/>
                    <a:pt x="33557" y="11509"/>
                    <a:pt x="33557" y="11176"/>
                  </a:cubicBezTo>
                  <a:cubicBezTo>
                    <a:pt x="33557" y="10875"/>
                    <a:pt x="33557" y="10608"/>
                    <a:pt x="33557" y="10308"/>
                  </a:cubicBezTo>
                  <a:cubicBezTo>
                    <a:pt x="33557" y="10175"/>
                    <a:pt x="33557" y="10041"/>
                    <a:pt x="33524" y="9941"/>
                  </a:cubicBezTo>
                  <a:cubicBezTo>
                    <a:pt x="33524" y="9774"/>
                    <a:pt x="33524" y="9608"/>
                    <a:pt x="33491" y="9441"/>
                  </a:cubicBezTo>
                  <a:cubicBezTo>
                    <a:pt x="33457" y="9041"/>
                    <a:pt x="33424" y="8607"/>
                    <a:pt x="33324" y="8173"/>
                  </a:cubicBezTo>
                  <a:cubicBezTo>
                    <a:pt x="33291" y="7973"/>
                    <a:pt x="33257" y="7773"/>
                    <a:pt x="33224" y="7573"/>
                  </a:cubicBezTo>
                  <a:cubicBezTo>
                    <a:pt x="33157" y="7373"/>
                    <a:pt x="33090" y="7206"/>
                    <a:pt x="33024" y="7006"/>
                  </a:cubicBezTo>
                  <a:cubicBezTo>
                    <a:pt x="32957" y="6772"/>
                    <a:pt x="32857" y="6572"/>
                    <a:pt x="32757" y="6339"/>
                  </a:cubicBezTo>
                  <a:cubicBezTo>
                    <a:pt x="32690" y="6239"/>
                    <a:pt x="32657" y="6105"/>
                    <a:pt x="32590" y="6005"/>
                  </a:cubicBezTo>
                  <a:lnTo>
                    <a:pt x="32290" y="5438"/>
                  </a:lnTo>
                  <a:cubicBezTo>
                    <a:pt x="32223" y="5305"/>
                    <a:pt x="32156" y="5171"/>
                    <a:pt x="32090" y="5038"/>
                  </a:cubicBezTo>
                  <a:cubicBezTo>
                    <a:pt x="32023" y="4938"/>
                    <a:pt x="31956" y="4804"/>
                    <a:pt x="31890" y="4704"/>
                  </a:cubicBezTo>
                  <a:cubicBezTo>
                    <a:pt x="31589" y="4137"/>
                    <a:pt x="31289" y="3603"/>
                    <a:pt x="30989" y="3036"/>
                  </a:cubicBezTo>
                  <a:cubicBezTo>
                    <a:pt x="30889" y="2870"/>
                    <a:pt x="30789" y="2669"/>
                    <a:pt x="30689" y="2503"/>
                  </a:cubicBezTo>
                  <a:cubicBezTo>
                    <a:pt x="30655" y="2436"/>
                    <a:pt x="30622" y="2369"/>
                    <a:pt x="30589" y="2302"/>
                  </a:cubicBezTo>
                  <a:cubicBezTo>
                    <a:pt x="30422" y="1936"/>
                    <a:pt x="30255" y="1569"/>
                    <a:pt x="30088" y="1202"/>
                  </a:cubicBezTo>
                  <a:lnTo>
                    <a:pt x="30088" y="1202"/>
                  </a:lnTo>
                  <a:cubicBezTo>
                    <a:pt x="30288" y="1535"/>
                    <a:pt x="30489" y="1869"/>
                    <a:pt x="30722" y="2202"/>
                  </a:cubicBezTo>
                  <a:cubicBezTo>
                    <a:pt x="30755" y="2269"/>
                    <a:pt x="30789" y="2336"/>
                    <a:pt x="30855" y="2403"/>
                  </a:cubicBezTo>
                  <a:cubicBezTo>
                    <a:pt x="30956" y="2569"/>
                    <a:pt x="31056" y="2736"/>
                    <a:pt x="31189" y="2903"/>
                  </a:cubicBezTo>
                  <a:cubicBezTo>
                    <a:pt x="31523" y="3403"/>
                    <a:pt x="31856" y="3937"/>
                    <a:pt x="32223" y="4437"/>
                  </a:cubicBezTo>
                  <a:cubicBezTo>
                    <a:pt x="32357" y="4637"/>
                    <a:pt x="32457" y="4838"/>
                    <a:pt x="32590" y="5038"/>
                  </a:cubicBezTo>
                  <a:cubicBezTo>
                    <a:pt x="32790" y="5371"/>
                    <a:pt x="32990" y="5705"/>
                    <a:pt x="33190" y="6072"/>
                  </a:cubicBezTo>
                  <a:cubicBezTo>
                    <a:pt x="33391" y="6439"/>
                    <a:pt x="33557" y="6839"/>
                    <a:pt x="33657" y="7239"/>
                  </a:cubicBezTo>
                  <a:cubicBezTo>
                    <a:pt x="33791" y="7673"/>
                    <a:pt x="33858" y="8073"/>
                    <a:pt x="33891" y="8507"/>
                  </a:cubicBezTo>
                  <a:cubicBezTo>
                    <a:pt x="33924" y="8840"/>
                    <a:pt x="33958" y="9174"/>
                    <a:pt x="33958" y="9508"/>
                  </a:cubicBezTo>
                  <a:cubicBezTo>
                    <a:pt x="33958" y="9708"/>
                    <a:pt x="33958" y="9875"/>
                    <a:pt x="33958" y="10075"/>
                  </a:cubicBezTo>
                  <a:cubicBezTo>
                    <a:pt x="33958" y="10208"/>
                    <a:pt x="33958" y="10375"/>
                    <a:pt x="33958" y="10508"/>
                  </a:cubicBezTo>
                  <a:cubicBezTo>
                    <a:pt x="33958" y="10642"/>
                    <a:pt x="33924" y="10809"/>
                    <a:pt x="33924" y="10942"/>
                  </a:cubicBezTo>
                  <a:cubicBezTo>
                    <a:pt x="33891" y="11209"/>
                    <a:pt x="33858" y="11509"/>
                    <a:pt x="33824" y="11809"/>
                  </a:cubicBezTo>
                  <a:cubicBezTo>
                    <a:pt x="33824" y="11843"/>
                    <a:pt x="33824" y="11843"/>
                    <a:pt x="33824" y="11876"/>
                  </a:cubicBezTo>
                  <a:cubicBezTo>
                    <a:pt x="34024" y="11609"/>
                    <a:pt x="34191" y="11376"/>
                    <a:pt x="34391" y="11109"/>
                  </a:cubicBezTo>
                  <a:cubicBezTo>
                    <a:pt x="34625" y="10775"/>
                    <a:pt x="34858" y="10442"/>
                    <a:pt x="35092" y="10108"/>
                  </a:cubicBezTo>
                  <a:cubicBezTo>
                    <a:pt x="35192" y="10008"/>
                    <a:pt x="35292" y="9908"/>
                    <a:pt x="35359" y="9774"/>
                  </a:cubicBezTo>
                  <a:cubicBezTo>
                    <a:pt x="35359" y="9608"/>
                    <a:pt x="35359" y="9408"/>
                    <a:pt x="35325" y="9241"/>
                  </a:cubicBezTo>
                  <a:cubicBezTo>
                    <a:pt x="35325" y="9041"/>
                    <a:pt x="35325" y="8874"/>
                    <a:pt x="35325" y="8674"/>
                  </a:cubicBezTo>
                  <a:cubicBezTo>
                    <a:pt x="35292" y="8507"/>
                    <a:pt x="35292" y="8373"/>
                    <a:pt x="35259" y="8207"/>
                  </a:cubicBezTo>
                  <a:cubicBezTo>
                    <a:pt x="35259" y="8040"/>
                    <a:pt x="35225" y="7906"/>
                    <a:pt x="35225" y="7773"/>
                  </a:cubicBezTo>
                  <a:cubicBezTo>
                    <a:pt x="35192" y="7673"/>
                    <a:pt x="35159" y="7573"/>
                    <a:pt x="35159" y="7473"/>
                  </a:cubicBezTo>
                  <a:cubicBezTo>
                    <a:pt x="35092" y="7206"/>
                    <a:pt x="35058" y="6906"/>
                    <a:pt x="34992" y="6639"/>
                  </a:cubicBezTo>
                  <a:cubicBezTo>
                    <a:pt x="34925" y="6405"/>
                    <a:pt x="34892" y="6172"/>
                    <a:pt x="34825" y="5938"/>
                  </a:cubicBezTo>
                  <a:cubicBezTo>
                    <a:pt x="34792" y="5705"/>
                    <a:pt x="34725" y="5505"/>
                    <a:pt x="34692" y="5271"/>
                  </a:cubicBezTo>
                  <a:cubicBezTo>
                    <a:pt x="34658" y="5138"/>
                    <a:pt x="34625" y="4971"/>
                    <a:pt x="34591" y="4804"/>
                  </a:cubicBezTo>
                  <a:cubicBezTo>
                    <a:pt x="34558" y="4704"/>
                    <a:pt x="34525" y="4604"/>
                    <a:pt x="34491" y="4471"/>
                  </a:cubicBezTo>
                  <a:cubicBezTo>
                    <a:pt x="34458" y="4371"/>
                    <a:pt x="34425" y="4271"/>
                    <a:pt x="34391" y="4170"/>
                  </a:cubicBezTo>
                  <a:cubicBezTo>
                    <a:pt x="34358" y="4070"/>
                    <a:pt x="34325" y="3937"/>
                    <a:pt x="34291" y="3804"/>
                  </a:cubicBezTo>
                  <a:cubicBezTo>
                    <a:pt x="34225" y="3637"/>
                    <a:pt x="34158" y="3470"/>
                    <a:pt x="34091" y="3303"/>
                  </a:cubicBezTo>
                  <a:cubicBezTo>
                    <a:pt x="34091" y="3236"/>
                    <a:pt x="34024" y="3170"/>
                    <a:pt x="34024" y="3103"/>
                  </a:cubicBezTo>
                  <a:cubicBezTo>
                    <a:pt x="33958" y="3003"/>
                    <a:pt x="33924" y="2903"/>
                    <a:pt x="33891" y="2803"/>
                  </a:cubicBezTo>
                  <a:cubicBezTo>
                    <a:pt x="33791" y="2603"/>
                    <a:pt x="33691" y="2403"/>
                    <a:pt x="33624" y="2202"/>
                  </a:cubicBezTo>
                  <a:lnTo>
                    <a:pt x="33424" y="1769"/>
                  </a:lnTo>
                  <a:cubicBezTo>
                    <a:pt x="33391" y="1669"/>
                    <a:pt x="33357" y="1569"/>
                    <a:pt x="33324" y="1469"/>
                  </a:cubicBezTo>
                  <a:cubicBezTo>
                    <a:pt x="33224" y="1202"/>
                    <a:pt x="33124" y="968"/>
                    <a:pt x="33057" y="701"/>
                  </a:cubicBezTo>
                  <a:cubicBezTo>
                    <a:pt x="32990" y="468"/>
                    <a:pt x="32890" y="234"/>
                    <a:pt x="328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59"/>
            <p:cNvSpPr/>
            <p:nvPr/>
          </p:nvSpPr>
          <p:spPr>
            <a:xfrm>
              <a:off x="5752600" y="29842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59"/>
            <p:cNvSpPr/>
            <p:nvPr/>
          </p:nvSpPr>
          <p:spPr>
            <a:xfrm>
              <a:off x="5740925" y="3010100"/>
              <a:ext cx="875" cy="25"/>
            </a:xfrm>
            <a:custGeom>
              <a:avLst/>
              <a:gdLst/>
              <a:ahLst/>
              <a:cxnLst/>
              <a:rect l="l" t="t" r="r" b="b"/>
              <a:pathLst>
                <a:path w="35" h="1" extrusionOk="0">
                  <a:moveTo>
                    <a:pt x="34" y="0"/>
                  </a:moveTo>
                  <a:lnTo>
                    <a:pt x="34" y="0"/>
                  </a:lnTo>
                  <a:lnTo>
                    <a:pt x="1" y="0"/>
                  </a:lnTo>
                  <a:cubicBezTo>
                    <a:pt x="1" y="0"/>
                    <a:pt x="34" y="0"/>
                    <a:pt x="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59"/>
            <p:cNvSpPr/>
            <p:nvPr/>
          </p:nvSpPr>
          <p:spPr>
            <a:xfrm>
              <a:off x="5309800" y="2856650"/>
              <a:ext cx="25875" cy="22550"/>
            </a:xfrm>
            <a:custGeom>
              <a:avLst/>
              <a:gdLst/>
              <a:ahLst/>
              <a:cxnLst/>
              <a:rect l="l" t="t" r="r" b="b"/>
              <a:pathLst>
                <a:path w="1035" h="902" extrusionOk="0">
                  <a:moveTo>
                    <a:pt x="1034" y="1"/>
                  </a:moveTo>
                  <a:lnTo>
                    <a:pt x="1034" y="1"/>
                  </a:lnTo>
                  <a:cubicBezTo>
                    <a:pt x="701" y="67"/>
                    <a:pt x="334" y="201"/>
                    <a:pt x="0" y="334"/>
                  </a:cubicBezTo>
                  <a:cubicBezTo>
                    <a:pt x="34" y="334"/>
                    <a:pt x="67" y="368"/>
                    <a:pt x="100" y="368"/>
                  </a:cubicBezTo>
                  <a:cubicBezTo>
                    <a:pt x="367" y="568"/>
                    <a:pt x="634" y="735"/>
                    <a:pt x="934" y="901"/>
                  </a:cubicBezTo>
                  <a:cubicBezTo>
                    <a:pt x="934" y="868"/>
                    <a:pt x="934" y="835"/>
                    <a:pt x="934" y="768"/>
                  </a:cubicBezTo>
                  <a:cubicBezTo>
                    <a:pt x="968" y="501"/>
                    <a:pt x="1001" y="268"/>
                    <a:pt x="10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59"/>
            <p:cNvSpPr/>
            <p:nvPr/>
          </p:nvSpPr>
          <p:spPr>
            <a:xfrm>
              <a:off x="5221400" y="29584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59"/>
            <p:cNvSpPr/>
            <p:nvPr/>
          </p:nvSpPr>
          <p:spPr>
            <a:xfrm>
              <a:off x="5221400" y="2958400"/>
              <a:ext cx="25" cy="850"/>
            </a:xfrm>
            <a:custGeom>
              <a:avLst/>
              <a:gdLst/>
              <a:ahLst/>
              <a:cxnLst/>
              <a:rect l="l" t="t" r="r" b="b"/>
              <a:pathLst>
                <a:path w="1" h="34" extrusionOk="0">
                  <a:moveTo>
                    <a:pt x="0" y="3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59"/>
            <p:cNvSpPr/>
            <p:nvPr/>
          </p:nvSpPr>
          <p:spPr>
            <a:xfrm>
              <a:off x="5112150" y="2975075"/>
              <a:ext cx="55900" cy="97600"/>
            </a:xfrm>
            <a:custGeom>
              <a:avLst/>
              <a:gdLst/>
              <a:ahLst/>
              <a:cxnLst/>
              <a:rect l="l" t="t" r="r" b="b"/>
              <a:pathLst>
                <a:path w="2236" h="3904" extrusionOk="0">
                  <a:moveTo>
                    <a:pt x="868" y="0"/>
                  </a:moveTo>
                  <a:cubicBezTo>
                    <a:pt x="801" y="34"/>
                    <a:pt x="768" y="100"/>
                    <a:pt x="735" y="167"/>
                  </a:cubicBezTo>
                  <a:cubicBezTo>
                    <a:pt x="568" y="401"/>
                    <a:pt x="401" y="668"/>
                    <a:pt x="234" y="968"/>
                  </a:cubicBezTo>
                  <a:cubicBezTo>
                    <a:pt x="234" y="1001"/>
                    <a:pt x="234" y="1034"/>
                    <a:pt x="201" y="1068"/>
                  </a:cubicBezTo>
                  <a:cubicBezTo>
                    <a:pt x="167" y="1168"/>
                    <a:pt x="134" y="1235"/>
                    <a:pt x="101" y="1335"/>
                  </a:cubicBezTo>
                  <a:cubicBezTo>
                    <a:pt x="67" y="1501"/>
                    <a:pt x="67" y="1635"/>
                    <a:pt x="34" y="1802"/>
                  </a:cubicBezTo>
                  <a:lnTo>
                    <a:pt x="34" y="1835"/>
                  </a:lnTo>
                  <a:cubicBezTo>
                    <a:pt x="1" y="2102"/>
                    <a:pt x="34" y="2369"/>
                    <a:pt x="101" y="2636"/>
                  </a:cubicBezTo>
                  <a:cubicBezTo>
                    <a:pt x="134" y="2736"/>
                    <a:pt x="167" y="2836"/>
                    <a:pt x="201" y="2936"/>
                  </a:cubicBezTo>
                  <a:cubicBezTo>
                    <a:pt x="234" y="3003"/>
                    <a:pt x="268" y="3036"/>
                    <a:pt x="301" y="3069"/>
                  </a:cubicBezTo>
                  <a:cubicBezTo>
                    <a:pt x="368" y="3169"/>
                    <a:pt x="434" y="3269"/>
                    <a:pt x="534" y="3336"/>
                  </a:cubicBezTo>
                  <a:cubicBezTo>
                    <a:pt x="634" y="3470"/>
                    <a:pt x="768" y="3536"/>
                    <a:pt x="901" y="3603"/>
                  </a:cubicBezTo>
                  <a:cubicBezTo>
                    <a:pt x="1068" y="3703"/>
                    <a:pt x="1268" y="3770"/>
                    <a:pt x="1402" y="3803"/>
                  </a:cubicBezTo>
                  <a:cubicBezTo>
                    <a:pt x="1435" y="3803"/>
                    <a:pt x="1502" y="3803"/>
                    <a:pt x="1568" y="3836"/>
                  </a:cubicBezTo>
                  <a:cubicBezTo>
                    <a:pt x="1802" y="3870"/>
                    <a:pt x="2002" y="3903"/>
                    <a:pt x="2236" y="3903"/>
                  </a:cubicBezTo>
                  <a:cubicBezTo>
                    <a:pt x="2202" y="3836"/>
                    <a:pt x="2136" y="3736"/>
                    <a:pt x="2102" y="3670"/>
                  </a:cubicBezTo>
                  <a:cubicBezTo>
                    <a:pt x="1935" y="3436"/>
                    <a:pt x="1769" y="3169"/>
                    <a:pt x="1635" y="2902"/>
                  </a:cubicBezTo>
                  <a:cubicBezTo>
                    <a:pt x="1468" y="2569"/>
                    <a:pt x="1302" y="2202"/>
                    <a:pt x="1168" y="1835"/>
                  </a:cubicBezTo>
                  <a:cubicBezTo>
                    <a:pt x="1101" y="1635"/>
                    <a:pt x="1068" y="1435"/>
                    <a:pt x="1001" y="1235"/>
                  </a:cubicBezTo>
                  <a:cubicBezTo>
                    <a:pt x="968" y="1034"/>
                    <a:pt x="935" y="834"/>
                    <a:pt x="901" y="634"/>
                  </a:cubicBezTo>
                  <a:cubicBezTo>
                    <a:pt x="868" y="434"/>
                    <a:pt x="868" y="234"/>
                    <a:pt x="868" y="34"/>
                  </a:cubicBezTo>
                  <a:lnTo>
                    <a:pt x="8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59"/>
            <p:cNvSpPr/>
            <p:nvPr/>
          </p:nvSpPr>
          <p:spPr>
            <a:xfrm>
              <a:off x="5741775" y="30101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59"/>
            <p:cNvSpPr/>
            <p:nvPr/>
          </p:nvSpPr>
          <p:spPr>
            <a:xfrm>
              <a:off x="5255600" y="28941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59"/>
            <p:cNvSpPr/>
            <p:nvPr/>
          </p:nvSpPr>
          <p:spPr>
            <a:xfrm>
              <a:off x="5439050" y="28516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59"/>
            <p:cNvSpPr/>
            <p:nvPr/>
          </p:nvSpPr>
          <p:spPr>
            <a:xfrm>
              <a:off x="5439050" y="28516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59"/>
            <p:cNvSpPr/>
            <p:nvPr/>
          </p:nvSpPr>
          <p:spPr>
            <a:xfrm>
              <a:off x="5834325" y="2419675"/>
              <a:ext cx="25" cy="1700"/>
            </a:xfrm>
            <a:custGeom>
              <a:avLst/>
              <a:gdLst/>
              <a:ahLst/>
              <a:cxnLst/>
              <a:rect l="l" t="t" r="r" b="b"/>
              <a:pathLst>
                <a:path w="1" h="68" extrusionOk="0">
                  <a:moveTo>
                    <a:pt x="1" y="0"/>
                  </a:moveTo>
                  <a:cubicBezTo>
                    <a:pt x="1" y="34"/>
                    <a:pt x="1" y="34"/>
                    <a:pt x="1" y="34"/>
                  </a:cubicBezTo>
                  <a:lnTo>
                    <a:pt x="1" y="67"/>
                  </a:lnTo>
                  <a:cubicBezTo>
                    <a:pt x="1" y="34"/>
                    <a:pt x="1" y="34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59"/>
            <p:cNvSpPr/>
            <p:nvPr/>
          </p:nvSpPr>
          <p:spPr>
            <a:xfrm>
              <a:off x="5171375" y="2692375"/>
              <a:ext cx="25" cy="850"/>
            </a:xfrm>
            <a:custGeom>
              <a:avLst/>
              <a:gdLst/>
              <a:ahLst/>
              <a:cxnLst/>
              <a:rect l="l" t="t" r="r" b="b"/>
              <a:pathLst>
                <a:path w="1" h="34" extrusionOk="0">
                  <a:moveTo>
                    <a:pt x="0" y="34"/>
                  </a:moveTo>
                  <a:cubicBezTo>
                    <a:pt x="0" y="34"/>
                    <a:pt x="0" y="34"/>
                    <a:pt x="0" y="34"/>
                  </a:cubicBezTo>
                  <a:cubicBezTo>
                    <a:pt x="0" y="34"/>
                    <a:pt x="0" y="34"/>
                    <a:pt x="0" y="0"/>
                  </a:cubicBezTo>
                  <a:cubicBezTo>
                    <a:pt x="0" y="34"/>
                    <a:pt x="0" y="34"/>
                    <a:pt x="0" y="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59"/>
            <p:cNvSpPr/>
            <p:nvPr/>
          </p:nvSpPr>
          <p:spPr>
            <a:xfrm>
              <a:off x="5351500" y="25931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59"/>
            <p:cNvSpPr/>
            <p:nvPr/>
          </p:nvSpPr>
          <p:spPr>
            <a:xfrm>
              <a:off x="5351500" y="25931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59"/>
            <p:cNvSpPr/>
            <p:nvPr/>
          </p:nvSpPr>
          <p:spPr>
            <a:xfrm>
              <a:off x="5154675" y="2342125"/>
              <a:ext cx="680525" cy="485375"/>
            </a:xfrm>
            <a:custGeom>
              <a:avLst/>
              <a:gdLst/>
              <a:ahLst/>
              <a:cxnLst/>
              <a:rect l="l" t="t" r="r" b="b"/>
              <a:pathLst>
                <a:path w="27221" h="19415" extrusionOk="0">
                  <a:moveTo>
                    <a:pt x="21116" y="0"/>
                  </a:moveTo>
                  <a:cubicBezTo>
                    <a:pt x="20882" y="0"/>
                    <a:pt x="20616" y="34"/>
                    <a:pt x="20382" y="67"/>
                  </a:cubicBezTo>
                  <a:cubicBezTo>
                    <a:pt x="20049" y="100"/>
                    <a:pt x="19748" y="134"/>
                    <a:pt x="19448" y="234"/>
                  </a:cubicBezTo>
                  <a:cubicBezTo>
                    <a:pt x="19248" y="267"/>
                    <a:pt x="19048" y="367"/>
                    <a:pt x="18848" y="434"/>
                  </a:cubicBezTo>
                  <a:lnTo>
                    <a:pt x="18781" y="467"/>
                  </a:lnTo>
                  <a:cubicBezTo>
                    <a:pt x="18614" y="567"/>
                    <a:pt x="18481" y="634"/>
                    <a:pt x="18347" y="734"/>
                  </a:cubicBezTo>
                  <a:cubicBezTo>
                    <a:pt x="18047" y="934"/>
                    <a:pt x="17747" y="1168"/>
                    <a:pt x="17447" y="1435"/>
                  </a:cubicBezTo>
                  <a:cubicBezTo>
                    <a:pt x="17613" y="1802"/>
                    <a:pt x="17780" y="2202"/>
                    <a:pt x="17947" y="2569"/>
                  </a:cubicBezTo>
                  <a:cubicBezTo>
                    <a:pt x="18047" y="2802"/>
                    <a:pt x="18181" y="3002"/>
                    <a:pt x="18281" y="3203"/>
                  </a:cubicBezTo>
                  <a:cubicBezTo>
                    <a:pt x="18381" y="3403"/>
                    <a:pt x="18481" y="3603"/>
                    <a:pt x="18581" y="3803"/>
                  </a:cubicBezTo>
                  <a:cubicBezTo>
                    <a:pt x="18414" y="3603"/>
                    <a:pt x="18281" y="3436"/>
                    <a:pt x="18147" y="3236"/>
                  </a:cubicBezTo>
                  <a:cubicBezTo>
                    <a:pt x="18014" y="3036"/>
                    <a:pt x="17880" y="2836"/>
                    <a:pt x="17747" y="2635"/>
                  </a:cubicBezTo>
                  <a:cubicBezTo>
                    <a:pt x="17580" y="2269"/>
                    <a:pt x="17447" y="1868"/>
                    <a:pt x="17380" y="1468"/>
                  </a:cubicBezTo>
                  <a:cubicBezTo>
                    <a:pt x="17180" y="1635"/>
                    <a:pt x="16980" y="1802"/>
                    <a:pt x="16780" y="1968"/>
                  </a:cubicBezTo>
                  <a:cubicBezTo>
                    <a:pt x="16446" y="2269"/>
                    <a:pt x="16112" y="2635"/>
                    <a:pt x="15779" y="3036"/>
                  </a:cubicBezTo>
                  <a:cubicBezTo>
                    <a:pt x="15812" y="3102"/>
                    <a:pt x="15846" y="3169"/>
                    <a:pt x="15879" y="3236"/>
                  </a:cubicBezTo>
                  <a:cubicBezTo>
                    <a:pt x="15979" y="3403"/>
                    <a:pt x="16046" y="3536"/>
                    <a:pt x="16112" y="3670"/>
                  </a:cubicBezTo>
                  <a:cubicBezTo>
                    <a:pt x="16246" y="3970"/>
                    <a:pt x="16346" y="4237"/>
                    <a:pt x="16446" y="4537"/>
                  </a:cubicBezTo>
                  <a:cubicBezTo>
                    <a:pt x="16479" y="4604"/>
                    <a:pt x="16513" y="4670"/>
                    <a:pt x="16546" y="4737"/>
                  </a:cubicBezTo>
                  <a:cubicBezTo>
                    <a:pt x="16579" y="4804"/>
                    <a:pt x="16613" y="4870"/>
                    <a:pt x="16613" y="4937"/>
                  </a:cubicBezTo>
                  <a:cubicBezTo>
                    <a:pt x="16679" y="5071"/>
                    <a:pt x="16746" y="5171"/>
                    <a:pt x="16813" y="5304"/>
                  </a:cubicBezTo>
                  <a:cubicBezTo>
                    <a:pt x="16980" y="5604"/>
                    <a:pt x="17113" y="5904"/>
                    <a:pt x="17280" y="6205"/>
                  </a:cubicBezTo>
                  <a:cubicBezTo>
                    <a:pt x="17046" y="5904"/>
                    <a:pt x="16813" y="5638"/>
                    <a:pt x="16579" y="5337"/>
                  </a:cubicBezTo>
                  <a:cubicBezTo>
                    <a:pt x="16513" y="5204"/>
                    <a:pt x="16413" y="5071"/>
                    <a:pt x="16346" y="4937"/>
                  </a:cubicBezTo>
                  <a:cubicBezTo>
                    <a:pt x="16279" y="4837"/>
                    <a:pt x="16212" y="4704"/>
                    <a:pt x="16146" y="4570"/>
                  </a:cubicBezTo>
                  <a:cubicBezTo>
                    <a:pt x="16012" y="4337"/>
                    <a:pt x="15912" y="4070"/>
                    <a:pt x="15779" y="3836"/>
                  </a:cubicBezTo>
                  <a:cubicBezTo>
                    <a:pt x="15712" y="3670"/>
                    <a:pt x="15645" y="3503"/>
                    <a:pt x="15579" y="3336"/>
                  </a:cubicBezTo>
                  <a:cubicBezTo>
                    <a:pt x="15579" y="3336"/>
                    <a:pt x="15579" y="3303"/>
                    <a:pt x="15579" y="3303"/>
                  </a:cubicBezTo>
                  <a:cubicBezTo>
                    <a:pt x="15245" y="3670"/>
                    <a:pt x="14912" y="4070"/>
                    <a:pt x="14578" y="4403"/>
                  </a:cubicBezTo>
                  <a:cubicBezTo>
                    <a:pt x="14511" y="4503"/>
                    <a:pt x="14411" y="4604"/>
                    <a:pt x="14311" y="4704"/>
                  </a:cubicBezTo>
                  <a:cubicBezTo>
                    <a:pt x="14244" y="4804"/>
                    <a:pt x="14144" y="4904"/>
                    <a:pt x="14044" y="4970"/>
                  </a:cubicBezTo>
                  <a:lnTo>
                    <a:pt x="13944" y="5137"/>
                  </a:lnTo>
                  <a:cubicBezTo>
                    <a:pt x="13777" y="5271"/>
                    <a:pt x="13644" y="5437"/>
                    <a:pt x="13477" y="5571"/>
                  </a:cubicBezTo>
                  <a:cubicBezTo>
                    <a:pt x="13344" y="5671"/>
                    <a:pt x="13177" y="5738"/>
                    <a:pt x="13010" y="5838"/>
                  </a:cubicBezTo>
                  <a:cubicBezTo>
                    <a:pt x="12877" y="5871"/>
                    <a:pt x="12743" y="5938"/>
                    <a:pt x="12643" y="5971"/>
                  </a:cubicBezTo>
                  <a:cubicBezTo>
                    <a:pt x="12543" y="5971"/>
                    <a:pt x="12443" y="6005"/>
                    <a:pt x="12343" y="6038"/>
                  </a:cubicBezTo>
                  <a:lnTo>
                    <a:pt x="11442" y="6038"/>
                  </a:lnTo>
                  <a:cubicBezTo>
                    <a:pt x="11276" y="6038"/>
                    <a:pt x="11075" y="6005"/>
                    <a:pt x="10875" y="6005"/>
                  </a:cubicBezTo>
                  <a:lnTo>
                    <a:pt x="10542" y="6005"/>
                  </a:lnTo>
                  <a:cubicBezTo>
                    <a:pt x="10342" y="6005"/>
                    <a:pt x="10141" y="5971"/>
                    <a:pt x="9941" y="5971"/>
                  </a:cubicBezTo>
                  <a:cubicBezTo>
                    <a:pt x="9608" y="5938"/>
                    <a:pt x="9274" y="5938"/>
                    <a:pt x="8941" y="5938"/>
                  </a:cubicBezTo>
                  <a:lnTo>
                    <a:pt x="8740" y="5938"/>
                  </a:lnTo>
                  <a:cubicBezTo>
                    <a:pt x="8774" y="6105"/>
                    <a:pt x="8841" y="6305"/>
                    <a:pt x="8907" y="6505"/>
                  </a:cubicBezTo>
                  <a:cubicBezTo>
                    <a:pt x="9041" y="6805"/>
                    <a:pt x="9174" y="7139"/>
                    <a:pt x="9374" y="7406"/>
                  </a:cubicBezTo>
                  <a:cubicBezTo>
                    <a:pt x="9474" y="7539"/>
                    <a:pt x="9574" y="7672"/>
                    <a:pt x="9674" y="7772"/>
                  </a:cubicBezTo>
                  <a:cubicBezTo>
                    <a:pt x="9808" y="7906"/>
                    <a:pt x="9908" y="8006"/>
                    <a:pt x="10041" y="8106"/>
                  </a:cubicBezTo>
                  <a:cubicBezTo>
                    <a:pt x="10175" y="8239"/>
                    <a:pt x="10375" y="8373"/>
                    <a:pt x="10508" y="8506"/>
                  </a:cubicBezTo>
                  <a:cubicBezTo>
                    <a:pt x="10642" y="8573"/>
                    <a:pt x="10742" y="8673"/>
                    <a:pt x="10842" y="8740"/>
                  </a:cubicBezTo>
                  <a:cubicBezTo>
                    <a:pt x="10909" y="8807"/>
                    <a:pt x="11009" y="8873"/>
                    <a:pt x="11075" y="8940"/>
                  </a:cubicBezTo>
                  <a:cubicBezTo>
                    <a:pt x="11176" y="9007"/>
                    <a:pt x="11276" y="9073"/>
                    <a:pt x="11409" y="9140"/>
                  </a:cubicBezTo>
                  <a:cubicBezTo>
                    <a:pt x="11342" y="9107"/>
                    <a:pt x="11309" y="9107"/>
                    <a:pt x="11242" y="9073"/>
                  </a:cubicBezTo>
                  <a:cubicBezTo>
                    <a:pt x="11075" y="8973"/>
                    <a:pt x="10909" y="8907"/>
                    <a:pt x="10742" y="8807"/>
                  </a:cubicBezTo>
                  <a:cubicBezTo>
                    <a:pt x="10642" y="8740"/>
                    <a:pt x="10542" y="8673"/>
                    <a:pt x="10442" y="8606"/>
                  </a:cubicBezTo>
                  <a:cubicBezTo>
                    <a:pt x="10242" y="8473"/>
                    <a:pt x="10075" y="8373"/>
                    <a:pt x="9908" y="8239"/>
                  </a:cubicBezTo>
                  <a:cubicBezTo>
                    <a:pt x="9775" y="8173"/>
                    <a:pt x="9674" y="8073"/>
                    <a:pt x="9574" y="7973"/>
                  </a:cubicBezTo>
                  <a:cubicBezTo>
                    <a:pt x="9474" y="7873"/>
                    <a:pt x="9408" y="7806"/>
                    <a:pt x="9308" y="7706"/>
                  </a:cubicBezTo>
                  <a:cubicBezTo>
                    <a:pt x="9141" y="7472"/>
                    <a:pt x="9041" y="7239"/>
                    <a:pt x="8941" y="7005"/>
                  </a:cubicBezTo>
                  <a:cubicBezTo>
                    <a:pt x="8841" y="6738"/>
                    <a:pt x="8740" y="6505"/>
                    <a:pt x="8707" y="6238"/>
                  </a:cubicBezTo>
                  <a:cubicBezTo>
                    <a:pt x="8707" y="6138"/>
                    <a:pt x="8674" y="6038"/>
                    <a:pt x="8674" y="5938"/>
                  </a:cubicBezTo>
                  <a:cubicBezTo>
                    <a:pt x="8340" y="5938"/>
                    <a:pt x="7973" y="6005"/>
                    <a:pt x="7506" y="6105"/>
                  </a:cubicBezTo>
                  <a:cubicBezTo>
                    <a:pt x="7440" y="6138"/>
                    <a:pt x="7339" y="6138"/>
                    <a:pt x="7239" y="6171"/>
                  </a:cubicBezTo>
                  <a:cubicBezTo>
                    <a:pt x="7039" y="6205"/>
                    <a:pt x="6806" y="6271"/>
                    <a:pt x="6572" y="6305"/>
                  </a:cubicBezTo>
                  <a:cubicBezTo>
                    <a:pt x="6339" y="6371"/>
                    <a:pt x="6105" y="6472"/>
                    <a:pt x="5872" y="6572"/>
                  </a:cubicBezTo>
                  <a:cubicBezTo>
                    <a:pt x="5872" y="6605"/>
                    <a:pt x="5872" y="6672"/>
                    <a:pt x="5872" y="6705"/>
                  </a:cubicBezTo>
                  <a:cubicBezTo>
                    <a:pt x="5938" y="7105"/>
                    <a:pt x="6039" y="7506"/>
                    <a:pt x="6172" y="7873"/>
                  </a:cubicBezTo>
                  <a:cubicBezTo>
                    <a:pt x="6272" y="8173"/>
                    <a:pt x="6405" y="8473"/>
                    <a:pt x="6606" y="8773"/>
                  </a:cubicBezTo>
                  <a:cubicBezTo>
                    <a:pt x="6772" y="8973"/>
                    <a:pt x="6906" y="9173"/>
                    <a:pt x="7106" y="9340"/>
                  </a:cubicBezTo>
                  <a:cubicBezTo>
                    <a:pt x="7206" y="9474"/>
                    <a:pt x="7306" y="9574"/>
                    <a:pt x="7440" y="9674"/>
                  </a:cubicBezTo>
                  <a:cubicBezTo>
                    <a:pt x="7506" y="9741"/>
                    <a:pt x="7573" y="9807"/>
                    <a:pt x="7640" y="9874"/>
                  </a:cubicBezTo>
                  <a:cubicBezTo>
                    <a:pt x="7706" y="9941"/>
                    <a:pt x="7773" y="10007"/>
                    <a:pt x="7840" y="10041"/>
                  </a:cubicBezTo>
                  <a:cubicBezTo>
                    <a:pt x="7873" y="10074"/>
                    <a:pt x="7907" y="10107"/>
                    <a:pt x="7940" y="10141"/>
                  </a:cubicBezTo>
                  <a:cubicBezTo>
                    <a:pt x="7973" y="10174"/>
                    <a:pt x="8040" y="10208"/>
                    <a:pt x="8073" y="10241"/>
                  </a:cubicBezTo>
                  <a:cubicBezTo>
                    <a:pt x="7973" y="10208"/>
                    <a:pt x="7873" y="10141"/>
                    <a:pt x="7773" y="10074"/>
                  </a:cubicBezTo>
                  <a:cubicBezTo>
                    <a:pt x="7706" y="10007"/>
                    <a:pt x="7640" y="9974"/>
                    <a:pt x="7573" y="9907"/>
                  </a:cubicBezTo>
                  <a:cubicBezTo>
                    <a:pt x="7473" y="9841"/>
                    <a:pt x="7373" y="9774"/>
                    <a:pt x="7306" y="9707"/>
                  </a:cubicBezTo>
                  <a:cubicBezTo>
                    <a:pt x="7139" y="9607"/>
                    <a:pt x="7006" y="9474"/>
                    <a:pt x="6872" y="9374"/>
                  </a:cubicBezTo>
                  <a:cubicBezTo>
                    <a:pt x="6706" y="9173"/>
                    <a:pt x="6539" y="9007"/>
                    <a:pt x="6405" y="8807"/>
                  </a:cubicBezTo>
                  <a:cubicBezTo>
                    <a:pt x="6239" y="8573"/>
                    <a:pt x="6139" y="8373"/>
                    <a:pt x="6039" y="8139"/>
                  </a:cubicBezTo>
                  <a:cubicBezTo>
                    <a:pt x="5972" y="7873"/>
                    <a:pt x="5905" y="7639"/>
                    <a:pt x="5838" y="7406"/>
                  </a:cubicBezTo>
                  <a:cubicBezTo>
                    <a:pt x="5805" y="7139"/>
                    <a:pt x="5772" y="6905"/>
                    <a:pt x="5805" y="6638"/>
                  </a:cubicBezTo>
                  <a:cubicBezTo>
                    <a:pt x="5805" y="6638"/>
                    <a:pt x="5805" y="6605"/>
                    <a:pt x="5805" y="6605"/>
                  </a:cubicBezTo>
                  <a:cubicBezTo>
                    <a:pt x="5672" y="6638"/>
                    <a:pt x="5572" y="6705"/>
                    <a:pt x="5471" y="6738"/>
                  </a:cubicBezTo>
                  <a:cubicBezTo>
                    <a:pt x="5338" y="6805"/>
                    <a:pt x="5205" y="6872"/>
                    <a:pt x="5071" y="6972"/>
                  </a:cubicBezTo>
                  <a:cubicBezTo>
                    <a:pt x="4904" y="7072"/>
                    <a:pt x="4738" y="7172"/>
                    <a:pt x="4604" y="7272"/>
                  </a:cubicBezTo>
                  <a:cubicBezTo>
                    <a:pt x="4271" y="7506"/>
                    <a:pt x="3937" y="7772"/>
                    <a:pt x="3637" y="8006"/>
                  </a:cubicBezTo>
                  <a:cubicBezTo>
                    <a:pt x="3403" y="8239"/>
                    <a:pt x="3170" y="8440"/>
                    <a:pt x="2936" y="8673"/>
                  </a:cubicBezTo>
                  <a:cubicBezTo>
                    <a:pt x="2803" y="8807"/>
                    <a:pt x="2703" y="8907"/>
                    <a:pt x="2569" y="9040"/>
                  </a:cubicBezTo>
                  <a:cubicBezTo>
                    <a:pt x="2603" y="9040"/>
                    <a:pt x="2636" y="9073"/>
                    <a:pt x="2636" y="9107"/>
                  </a:cubicBezTo>
                  <a:cubicBezTo>
                    <a:pt x="2736" y="9240"/>
                    <a:pt x="2870" y="9374"/>
                    <a:pt x="2970" y="9507"/>
                  </a:cubicBezTo>
                  <a:cubicBezTo>
                    <a:pt x="3036" y="9574"/>
                    <a:pt x="3070" y="9607"/>
                    <a:pt x="3136" y="9674"/>
                  </a:cubicBezTo>
                  <a:cubicBezTo>
                    <a:pt x="3203" y="9741"/>
                    <a:pt x="3270" y="9807"/>
                    <a:pt x="3303" y="9841"/>
                  </a:cubicBezTo>
                  <a:cubicBezTo>
                    <a:pt x="3437" y="9974"/>
                    <a:pt x="3570" y="10107"/>
                    <a:pt x="3704" y="10241"/>
                  </a:cubicBezTo>
                  <a:cubicBezTo>
                    <a:pt x="3804" y="10308"/>
                    <a:pt x="3870" y="10408"/>
                    <a:pt x="3970" y="10474"/>
                  </a:cubicBezTo>
                  <a:cubicBezTo>
                    <a:pt x="4037" y="10574"/>
                    <a:pt x="4137" y="10641"/>
                    <a:pt x="4237" y="10741"/>
                  </a:cubicBezTo>
                  <a:cubicBezTo>
                    <a:pt x="4271" y="10775"/>
                    <a:pt x="4271" y="10775"/>
                    <a:pt x="4304" y="10808"/>
                  </a:cubicBezTo>
                  <a:cubicBezTo>
                    <a:pt x="4237" y="10775"/>
                    <a:pt x="4171" y="10708"/>
                    <a:pt x="4137" y="10675"/>
                  </a:cubicBezTo>
                  <a:cubicBezTo>
                    <a:pt x="3904" y="10508"/>
                    <a:pt x="3670" y="10308"/>
                    <a:pt x="3470" y="10107"/>
                  </a:cubicBezTo>
                  <a:cubicBezTo>
                    <a:pt x="3370" y="10007"/>
                    <a:pt x="3270" y="9907"/>
                    <a:pt x="3170" y="9841"/>
                  </a:cubicBezTo>
                  <a:cubicBezTo>
                    <a:pt x="3036" y="9707"/>
                    <a:pt x="2936" y="9574"/>
                    <a:pt x="2803" y="9407"/>
                  </a:cubicBezTo>
                  <a:cubicBezTo>
                    <a:pt x="2736" y="9340"/>
                    <a:pt x="2703" y="9274"/>
                    <a:pt x="2636" y="9207"/>
                  </a:cubicBezTo>
                  <a:cubicBezTo>
                    <a:pt x="2603" y="9140"/>
                    <a:pt x="2569" y="9107"/>
                    <a:pt x="2569" y="9073"/>
                  </a:cubicBezTo>
                  <a:cubicBezTo>
                    <a:pt x="2269" y="9340"/>
                    <a:pt x="2036" y="9640"/>
                    <a:pt x="1769" y="9941"/>
                  </a:cubicBezTo>
                  <a:lnTo>
                    <a:pt x="1602" y="10141"/>
                  </a:lnTo>
                  <a:cubicBezTo>
                    <a:pt x="1502" y="10241"/>
                    <a:pt x="1402" y="10374"/>
                    <a:pt x="1302" y="10474"/>
                  </a:cubicBezTo>
                  <a:cubicBezTo>
                    <a:pt x="1202" y="10574"/>
                    <a:pt x="1102" y="10708"/>
                    <a:pt x="1002" y="10841"/>
                  </a:cubicBezTo>
                  <a:cubicBezTo>
                    <a:pt x="735" y="11142"/>
                    <a:pt x="468" y="11442"/>
                    <a:pt x="201" y="11809"/>
                  </a:cubicBezTo>
                  <a:cubicBezTo>
                    <a:pt x="134" y="11909"/>
                    <a:pt x="68" y="12009"/>
                    <a:pt x="1" y="12109"/>
                  </a:cubicBezTo>
                  <a:cubicBezTo>
                    <a:pt x="34" y="12242"/>
                    <a:pt x="68" y="12376"/>
                    <a:pt x="101" y="12509"/>
                  </a:cubicBezTo>
                  <a:cubicBezTo>
                    <a:pt x="201" y="12676"/>
                    <a:pt x="268" y="12843"/>
                    <a:pt x="301" y="13010"/>
                  </a:cubicBezTo>
                  <a:cubicBezTo>
                    <a:pt x="435" y="13343"/>
                    <a:pt x="535" y="13710"/>
                    <a:pt x="668" y="14044"/>
                  </a:cubicBezTo>
                  <a:cubicBezTo>
                    <a:pt x="868" y="14644"/>
                    <a:pt x="1135" y="15211"/>
                    <a:pt x="1435" y="15778"/>
                  </a:cubicBezTo>
                  <a:cubicBezTo>
                    <a:pt x="1602" y="16045"/>
                    <a:pt x="1735" y="16345"/>
                    <a:pt x="1902" y="16612"/>
                  </a:cubicBezTo>
                  <a:cubicBezTo>
                    <a:pt x="2069" y="16879"/>
                    <a:pt x="2269" y="17146"/>
                    <a:pt x="2436" y="17413"/>
                  </a:cubicBezTo>
                  <a:cubicBezTo>
                    <a:pt x="2736" y="17780"/>
                    <a:pt x="3003" y="18180"/>
                    <a:pt x="3303" y="18547"/>
                  </a:cubicBezTo>
                  <a:cubicBezTo>
                    <a:pt x="3537" y="18847"/>
                    <a:pt x="3804" y="19147"/>
                    <a:pt x="4070" y="19414"/>
                  </a:cubicBezTo>
                  <a:cubicBezTo>
                    <a:pt x="4271" y="19314"/>
                    <a:pt x="4471" y="19181"/>
                    <a:pt x="4704" y="19081"/>
                  </a:cubicBezTo>
                  <a:cubicBezTo>
                    <a:pt x="4904" y="18947"/>
                    <a:pt x="5138" y="18814"/>
                    <a:pt x="5371" y="18714"/>
                  </a:cubicBezTo>
                  <a:cubicBezTo>
                    <a:pt x="5371" y="18680"/>
                    <a:pt x="5371" y="18680"/>
                    <a:pt x="5371" y="18680"/>
                  </a:cubicBezTo>
                  <a:cubicBezTo>
                    <a:pt x="5138" y="18513"/>
                    <a:pt x="4871" y="18380"/>
                    <a:pt x="4638" y="18247"/>
                  </a:cubicBezTo>
                  <a:cubicBezTo>
                    <a:pt x="4371" y="18080"/>
                    <a:pt x="4171" y="17913"/>
                    <a:pt x="3970" y="17713"/>
                  </a:cubicBezTo>
                  <a:cubicBezTo>
                    <a:pt x="3704" y="17479"/>
                    <a:pt x="3503" y="17179"/>
                    <a:pt x="3270" y="16912"/>
                  </a:cubicBezTo>
                  <a:cubicBezTo>
                    <a:pt x="3136" y="16746"/>
                    <a:pt x="3003" y="16579"/>
                    <a:pt x="2903" y="16412"/>
                  </a:cubicBezTo>
                  <a:cubicBezTo>
                    <a:pt x="2770" y="16212"/>
                    <a:pt x="2636" y="16012"/>
                    <a:pt x="2503" y="15812"/>
                  </a:cubicBezTo>
                  <a:lnTo>
                    <a:pt x="2503" y="15812"/>
                  </a:lnTo>
                  <a:lnTo>
                    <a:pt x="3337" y="16679"/>
                  </a:lnTo>
                  <a:cubicBezTo>
                    <a:pt x="3470" y="16812"/>
                    <a:pt x="3603" y="16946"/>
                    <a:pt x="3737" y="17079"/>
                  </a:cubicBezTo>
                  <a:cubicBezTo>
                    <a:pt x="4004" y="17346"/>
                    <a:pt x="4304" y="17646"/>
                    <a:pt x="4604" y="17913"/>
                  </a:cubicBezTo>
                  <a:cubicBezTo>
                    <a:pt x="4704" y="18013"/>
                    <a:pt x="4838" y="18113"/>
                    <a:pt x="4971" y="18180"/>
                  </a:cubicBezTo>
                  <a:cubicBezTo>
                    <a:pt x="5071" y="18280"/>
                    <a:pt x="5205" y="18347"/>
                    <a:pt x="5305" y="18447"/>
                  </a:cubicBezTo>
                  <a:cubicBezTo>
                    <a:pt x="5371" y="18513"/>
                    <a:pt x="5405" y="18580"/>
                    <a:pt x="5471" y="18647"/>
                  </a:cubicBezTo>
                  <a:cubicBezTo>
                    <a:pt x="5505" y="18614"/>
                    <a:pt x="5538" y="18580"/>
                    <a:pt x="5572" y="18580"/>
                  </a:cubicBezTo>
                  <a:cubicBezTo>
                    <a:pt x="5905" y="18380"/>
                    <a:pt x="6205" y="18213"/>
                    <a:pt x="6472" y="18080"/>
                  </a:cubicBezTo>
                  <a:cubicBezTo>
                    <a:pt x="6572" y="18046"/>
                    <a:pt x="6672" y="18013"/>
                    <a:pt x="6806" y="17980"/>
                  </a:cubicBezTo>
                  <a:cubicBezTo>
                    <a:pt x="6939" y="17913"/>
                    <a:pt x="7073" y="17846"/>
                    <a:pt x="7206" y="17813"/>
                  </a:cubicBezTo>
                  <a:cubicBezTo>
                    <a:pt x="7473" y="17680"/>
                    <a:pt x="7740" y="17579"/>
                    <a:pt x="8007" y="17479"/>
                  </a:cubicBezTo>
                  <a:cubicBezTo>
                    <a:pt x="7940" y="17479"/>
                    <a:pt x="7873" y="17479"/>
                    <a:pt x="7840" y="17446"/>
                  </a:cubicBezTo>
                  <a:cubicBezTo>
                    <a:pt x="7506" y="17346"/>
                    <a:pt x="7173" y="17213"/>
                    <a:pt x="6872" y="17012"/>
                  </a:cubicBezTo>
                  <a:cubicBezTo>
                    <a:pt x="6539" y="16846"/>
                    <a:pt x="6239" y="16645"/>
                    <a:pt x="5938" y="16412"/>
                  </a:cubicBezTo>
                  <a:cubicBezTo>
                    <a:pt x="5672" y="16212"/>
                    <a:pt x="5438" y="16012"/>
                    <a:pt x="5205" y="15745"/>
                  </a:cubicBezTo>
                  <a:cubicBezTo>
                    <a:pt x="5071" y="15611"/>
                    <a:pt x="4938" y="15478"/>
                    <a:pt x="4838" y="15345"/>
                  </a:cubicBezTo>
                  <a:cubicBezTo>
                    <a:pt x="4738" y="15211"/>
                    <a:pt x="4638" y="15111"/>
                    <a:pt x="4571" y="14944"/>
                  </a:cubicBezTo>
                  <a:cubicBezTo>
                    <a:pt x="4404" y="14677"/>
                    <a:pt x="4304" y="14377"/>
                    <a:pt x="4237" y="14044"/>
                  </a:cubicBezTo>
                  <a:lnTo>
                    <a:pt x="4237" y="14044"/>
                  </a:lnTo>
                  <a:cubicBezTo>
                    <a:pt x="4371" y="14310"/>
                    <a:pt x="4504" y="14577"/>
                    <a:pt x="4671" y="14844"/>
                  </a:cubicBezTo>
                  <a:cubicBezTo>
                    <a:pt x="4838" y="15078"/>
                    <a:pt x="5038" y="15278"/>
                    <a:pt x="5271" y="15478"/>
                  </a:cubicBezTo>
                  <a:cubicBezTo>
                    <a:pt x="5605" y="15745"/>
                    <a:pt x="5938" y="15978"/>
                    <a:pt x="6305" y="16212"/>
                  </a:cubicBezTo>
                  <a:cubicBezTo>
                    <a:pt x="6672" y="16445"/>
                    <a:pt x="7039" y="16645"/>
                    <a:pt x="7406" y="16846"/>
                  </a:cubicBezTo>
                  <a:cubicBezTo>
                    <a:pt x="7740" y="16979"/>
                    <a:pt x="8107" y="17146"/>
                    <a:pt x="8474" y="17213"/>
                  </a:cubicBezTo>
                  <a:cubicBezTo>
                    <a:pt x="8574" y="17213"/>
                    <a:pt x="8640" y="17246"/>
                    <a:pt x="8740" y="17246"/>
                  </a:cubicBezTo>
                  <a:lnTo>
                    <a:pt x="9074" y="17146"/>
                  </a:lnTo>
                  <a:cubicBezTo>
                    <a:pt x="9341" y="17046"/>
                    <a:pt x="9641" y="16946"/>
                    <a:pt x="9975" y="16846"/>
                  </a:cubicBezTo>
                  <a:cubicBezTo>
                    <a:pt x="10308" y="16779"/>
                    <a:pt x="10575" y="16679"/>
                    <a:pt x="10875" y="16612"/>
                  </a:cubicBezTo>
                  <a:cubicBezTo>
                    <a:pt x="10975" y="16612"/>
                    <a:pt x="11075" y="16579"/>
                    <a:pt x="11176" y="16545"/>
                  </a:cubicBezTo>
                  <a:cubicBezTo>
                    <a:pt x="11409" y="16512"/>
                    <a:pt x="11609" y="16445"/>
                    <a:pt x="11843" y="16412"/>
                  </a:cubicBezTo>
                  <a:cubicBezTo>
                    <a:pt x="12410" y="16245"/>
                    <a:pt x="13010" y="16078"/>
                    <a:pt x="13611" y="15878"/>
                  </a:cubicBezTo>
                  <a:cubicBezTo>
                    <a:pt x="13144" y="15611"/>
                    <a:pt x="12677" y="15311"/>
                    <a:pt x="12210" y="15011"/>
                  </a:cubicBezTo>
                  <a:cubicBezTo>
                    <a:pt x="12143" y="14978"/>
                    <a:pt x="12076" y="14911"/>
                    <a:pt x="12043" y="14878"/>
                  </a:cubicBezTo>
                  <a:cubicBezTo>
                    <a:pt x="11876" y="14744"/>
                    <a:pt x="11709" y="14644"/>
                    <a:pt x="11542" y="14511"/>
                  </a:cubicBezTo>
                  <a:cubicBezTo>
                    <a:pt x="11376" y="14377"/>
                    <a:pt x="11209" y="14244"/>
                    <a:pt x="11042" y="14110"/>
                  </a:cubicBezTo>
                  <a:cubicBezTo>
                    <a:pt x="10875" y="13977"/>
                    <a:pt x="10709" y="13843"/>
                    <a:pt x="10575" y="13677"/>
                  </a:cubicBezTo>
                  <a:lnTo>
                    <a:pt x="10575" y="13677"/>
                  </a:lnTo>
                  <a:cubicBezTo>
                    <a:pt x="10742" y="13777"/>
                    <a:pt x="10909" y="13877"/>
                    <a:pt x="11075" y="13977"/>
                  </a:cubicBezTo>
                  <a:cubicBezTo>
                    <a:pt x="11176" y="14044"/>
                    <a:pt x="11309" y="14110"/>
                    <a:pt x="11409" y="14177"/>
                  </a:cubicBezTo>
                  <a:cubicBezTo>
                    <a:pt x="11709" y="14344"/>
                    <a:pt x="11976" y="14477"/>
                    <a:pt x="12243" y="14644"/>
                  </a:cubicBezTo>
                  <a:cubicBezTo>
                    <a:pt x="12410" y="14744"/>
                    <a:pt x="12577" y="14811"/>
                    <a:pt x="12777" y="14911"/>
                  </a:cubicBezTo>
                  <a:cubicBezTo>
                    <a:pt x="12977" y="15011"/>
                    <a:pt x="13210" y="15144"/>
                    <a:pt x="13444" y="15244"/>
                  </a:cubicBezTo>
                  <a:cubicBezTo>
                    <a:pt x="13677" y="15345"/>
                    <a:pt x="13911" y="15478"/>
                    <a:pt x="14144" y="15578"/>
                  </a:cubicBezTo>
                  <a:cubicBezTo>
                    <a:pt x="14211" y="15611"/>
                    <a:pt x="14278" y="15645"/>
                    <a:pt x="14344" y="15678"/>
                  </a:cubicBezTo>
                  <a:cubicBezTo>
                    <a:pt x="14411" y="15645"/>
                    <a:pt x="14478" y="15645"/>
                    <a:pt x="14545" y="15611"/>
                  </a:cubicBezTo>
                  <a:cubicBezTo>
                    <a:pt x="14811" y="15511"/>
                    <a:pt x="15112" y="15445"/>
                    <a:pt x="15445" y="15311"/>
                  </a:cubicBezTo>
                  <a:cubicBezTo>
                    <a:pt x="15779" y="15178"/>
                    <a:pt x="16112" y="15078"/>
                    <a:pt x="16446" y="14911"/>
                  </a:cubicBezTo>
                  <a:cubicBezTo>
                    <a:pt x="16146" y="14711"/>
                    <a:pt x="15846" y="14511"/>
                    <a:pt x="15579" y="14310"/>
                  </a:cubicBezTo>
                  <a:lnTo>
                    <a:pt x="15579" y="14310"/>
                  </a:lnTo>
                  <a:cubicBezTo>
                    <a:pt x="15912" y="14477"/>
                    <a:pt x="16246" y="14644"/>
                    <a:pt x="16546" y="14844"/>
                  </a:cubicBezTo>
                  <a:cubicBezTo>
                    <a:pt x="16846" y="14711"/>
                    <a:pt x="17113" y="14577"/>
                    <a:pt x="17347" y="14411"/>
                  </a:cubicBezTo>
                  <a:cubicBezTo>
                    <a:pt x="17914" y="14077"/>
                    <a:pt x="18481" y="13677"/>
                    <a:pt x="18948" y="13176"/>
                  </a:cubicBezTo>
                  <a:cubicBezTo>
                    <a:pt x="19014" y="13110"/>
                    <a:pt x="19081" y="13043"/>
                    <a:pt x="19148" y="12976"/>
                  </a:cubicBezTo>
                  <a:cubicBezTo>
                    <a:pt x="19181" y="12743"/>
                    <a:pt x="19215" y="12509"/>
                    <a:pt x="19248" y="12276"/>
                  </a:cubicBezTo>
                  <a:cubicBezTo>
                    <a:pt x="19281" y="12142"/>
                    <a:pt x="19281" y="12009"/>
                    <a:pt x="19281" y="11875"/>
                  </a:cubicBezTo>
                  <a:cubicBezTo>
                    <a:pt x="19315" y="11609"/>
                    <a:pt x="19315" y="11342"/>
                    <a:pt x="19281" y="11108"/>
                  </a:cubicBezTo>
                  <a:cubicBezTo>
                    <a:pt x="19281" y="10908"/>
                    <a:pt x="19248" y="10741"/>
                    <a:pt x="19215" y="10574"/>
                  </a:cubicBezTo>
                  <a:lnTo>
                    <a:pt x="19148" y="10174"/>
                  </a:lnTo>
                  <a:cubicBezTo>
                    <a:pt x="19148" y="10074"/>
                    <a:pt x="19115" y="9974"/>
                    <a:pt x="19081" y="9874"/>
                  </a:cubicBezTo>
                  <a:cubicBezTo>
                    <a:pt x="19081" y="9774"/>
                    <a:pt x="19048" y="9707"/>
                    <a:pt x="19014" y="9607"/>
                  </a:cubicBezTo>
                  <a:cubicBezTo>
                    <a:pt x="18914" y="9173"/>
                    <a:pt x="18814" y="8706"/>
                    <a:pt x="18714" y="8239"/>
                  </a:cubicBezTo>
                  <a:lnTo>
                    <a:pt x="18714" y="8239"/>
                  </a:lnTo>
                  <a:cubicBezTo>
                    <a:pt x="18848" y="8540"/>
                    <a:pt x="18981" y="8840"/>
                    <a:pt x="19115" y="9140"/>
                  </a:cubicBezTo>
                  <a:lnTo>
                    <a:pt x="19281" y="9540"/>
                  </a:lnTo>
                  <a:cubicBezTo>
                    <a:pt x="19348" y="9707"/>
                    <a:pt x="19415" y="9874"/>
                    <a:pt x="19481" y="10041"/>
                  </a:cubicBezTo>
                  <a:cubicBezTo>
                    <a:pt x="19515" y="10208"/>
                    <a:pt x="19548" y="10341"/>
                    <a:pt x="19615" y="10508"/>
                  </a:cubicBezTo>
                  <a:cubicBezTo>
                    <a:pt x="19648" y="10641"/>
                    <a:pt x="19648" y="10775"/>
                    <a:pt x="19682" y="10875"/>
                  </a:cubicBezTo>
                  <a:cubicBezTo>
                    <a:pt x="19715" y="11108"/>
                    <a:pt x="19748" y="11308"/>
                    <a:pt x="19715" y="11542"/>
                  </a:cubicBezTo>
                  <a:cubicBezTo>
                    <a:pt x="19715" y="11742"/>
                    <a:pt x="19682" y="11975"/>
                    <a:pt x="19648" y="12176"/>
                  </a:cubicBezTo>
                  <a:cubicBezTo>
                    <a:pt x="19648" y="12242"/>
                    <a:pt x="19615" y="12309"/>
                    <a:pt x="19615" y="12376"/>
                  </a:cubicBezTo>
                  <a:cubicBezTo>
                    <a:pt x="19682" y="12242"/>
                    <a:pt x="19782" y="12109"/>
                    <a:pt x="19848" y="12009"/>
                  </a:cubicBezTo>
                  <a:cubicBezTo>
                    <a:pt x="19948" y="11842"/>
                    <a:pt x="20049" y="11709"/>
                    <a:pt x="20149" y="11575"/>
                  </a:cubicBezTo>
                  <a:cubicBezTo>
                    <a:pt x="20249" y="11442"/>
                    <a:pt x="20382" y="11308"/>
                    <a:pt x="20516" y="11142"/>
                  </a:cubicBezTo>
                  <a:cubicBezTo>
                    <a:pt x="20649" y="11041"/>
                    <a:pt x="20749" y="10941"/>
                    <a:pt x="20849" y="10875"/>
                  </a:cubicBezTo>
                  <a:cubicBezTo>
                    <a:pt x="20949" y="10775"/>
                    <a:pt x="21016" y="10708"/>
                    <a:pt x="21116" y="10641"/>
                  </a:cubicBezTo>
                  <a:cubicBezTo>
                    <a:pt x="21216" y="10541"/>
                    <a:pt x="21316" y="10441"/>
                    <a:pt x="21450" y="10308"/>
                  </a:cubicBezTo>
                  <a:cubicBezTo>
                    <a:pt x="21516" y="10241"/>
                    <a:pt x="21583" y="10174"/>
                    <a:pt x="21650" y="10107"/>
                  </a:cubicBezTo>
                  <a:cubicBezTo>
                    <a:pt x="21783" y="10007"/>
                    <a:pt x="21917" y="9874"/>
                    <a:pt x="22050" y="9741"/>
                  </a:cubicBezTo>
                  <a:cubicBezTo>
                    <a:pt x="22050" y="9640"/>
                    <a:pt x="22050" y="9574"/>
                    <a:pt x="22050" y="9474"/>
                  </a:cubicBezTo>
                  <a:cubicBezTo>
                    <a:pt x="22017" y="9107"/>
                    <a:pt x="21950" y="8773"/>
                    <a:pt x="21816" y="8473"/>
                  </a:cubicBezTo>
                  <a:cubicBezTo>
                    <a:pt x="21783" y="8273"/>
                    <a:pt x="21716" y="8106"/>
                    <a:pt x="21650" y="7906"/>
                  </a:cubicBezTo>
                  <a:cubicBezTo>
                    <a:pt x="21583" y="7639"/>
                    <a:pt x="21516" y="7339"/>
                    <a:pt x="21450" y="7072"/>
                  </a:cubicBezTo>
                  <a:cubicBezTo>
                    <a:pt x="21349" y="6438"/>
                    <a:pt x="21249" y="5771"/>
                    <a:pt x="21183" y="5137"/>
                  </a:cubicBezTo>
                  <a:lnTo>
                    <a:pt x="21183" y="5137"/>
                  </a:lnTo>
                  <a:cubicBezTo>
                    <a:pt x="21249" y="5337"/>
                    <a:pt x="21316" y="5571"/>
                    <a:pt x="21416" y="5804"/>
                  </a:cubicBezTo>
                  <a:cubicBezTo>
                    <a:pt x="21516" y="6105"/>
                    <a:pt x="21583" y="6405"/>
                    <a:pt x="21683" y="6705"/>
                  </a:cubicBezTo>
                  <a:cubicBezTo>
                    <a:pt x="21750" y="6905"/>
                    <a:pt x="21816" y="7072"/>
                    <a:pt x="21850" y="7239"/>
                  </a:cubicBezTo>
                  <a:cubicBezTo>
                    <a:pt x="21917" y="7406"/>
                    <a:pt x="21950" y="7572"/>
                    <a:pt x="22017" y="7739"/>
                  </a:cubicBezTo>
                  <a:cubicBezTo>
                    <a:pt x="22050" y="7906"/>
                    <a:pt x="22083" y="8039"/>
                    <a:pt x="22117" y="8173"/>
                  </a:cubicBezTo>
                  <a:cubicBezTo>
                    <a:pt x="22183" y="8440"/>
                    <a:pt x="22250" y="8706"/>
                    <a:pt x="22283" y="9007"/>
                  </a:cubicBezTo>
                  <a:cubicBezTo>
                    <a:pt x="22283" y="9207"/>
                    <a:pt x="22283" y="9407"/>
                    <a:pt x="22283" y="9607"/>
                  </a:cubicBezTo>
                  <a:cubicBezTo>
                    <a:pt x="22417" y="9507"/>
                    <a:pt x="22584" y="9407"/>
                    <a:pt x="22750" y="9307"/>
                  </a:cubicBezTo>
                  <a:cubicBezTo>
                    <a:pt x="22917" y="9207"/>
                    <a:pt x="23084" y="9140"/>
                    <a:pt x="23318" y="9040"/>
                  </a:cubicBezTo>
                  <a:cubicBezTo>
                    <a:pt x="23618" y="8907"/>
                    <a:pt x="23951" y="8807"/>
                    <a:pt x="24285" y="8706"/>
                  </a:cubicBezTo>
                  <a:cubicBezTo>
                    <a:pt x="24285" y="8673"/>
                    <a:pt x="24285" y="8640"/>
                    <a:pt x="24285" y="8606"/>
                  </a:cubicBezTo>
                  <a:cubicBezTo>
                    <a:pt x="24252" y="8573"/>
                    <a:pt x="24252" y="8540"/>
                    <a:pt x="24252" y="8473"/>
                  </a:cubicBezTo>
                  <a:cubicBezTo>
                    <a:pt x="24218" y="8373"/>
                    <a:pt x="24185" y="8273"/>
                    <a:pt x="24151" y="8173"/>
                  </a:cubicBezTo>
                  <a:cubicBezTo>
                    <a:pt x="24151" y="8073"/>
                    <a:pt x="24118" y="8006"/>
                    <a:pt x="24118" y="7939"/>
                  </a:cubicBezTo>
                  <a:cubicBezTo>
                    <a:pt x="24018" y="7572"/>
                    <a:pt x="23951" y="7205"/>
                    <a:pt x="23851" y="6838"/>
                  </a:cubicBezTo>
                  <a:lnTo>
                    <a:pt x="23851" y="6838"/>
                  </a:lnTo>
                  <a:cubicBezTo>
                    <a:pt x="23918" y="6972"/>
                    <a:pt x="23985" y="7139"/>
                    <a:pt x="24018" y="7305"/>
                  </a:cubicBezTo>
                  <a:cubicBezTo>
                    <a:pt x="24085" y="7472"/>
                    <a:pt x="24151" y="7672"/>
                    <a:pt x="24185" y="7839"/>
                  </a:cubicBezTo>
                  <a:cubicBezTo>
                    <a:pt x="24252" y="8006"/>
                    <a:pt x="24285" y="8173"/>
                    <a:pt x="24318" y="8340"/>
                  </a:cubicBezTo>
                  <a:cubicBezTo>
                    <a:pt x="24318" y="8406"/>
                    <a:pt x="24352" y="8473"/>
                    <a:pt x="24352" y="8506"/>
                  </a:cubicBezTo>
                  <a:lnTo>
                    <a:pt x="24385" y="8673"/>
                  </a:lnTo>
                  <a:cubicBezTo>
                    <a:pt x="24618" y="8606"/>
                    <a:pt x="24919" y="8540"/>
                    <a:pt x="25186" y="8506"/>
                  </a:cubicBezTo>
                  <a:cubicBezTo>
                    <a:pt x="25853" y="8340"/>
                    <a:pt x="26386" y="8239"/>
                    <a:pt x="26887" y="8173"/>
                  </a:cubicBezTo>
                  <a:cubicBezTo>
                    <a:pt x="27020" y="8173"/>
                    <a:pt x="27120" y="8173"/>
                    <a:pt x="27220" y="8139"/>
                  </a:cubicBezTo>
                  <a:cubicBezTo>
                    <a:pt x="27220" y="7873"/>
                    <a:pt x="27187" y="7606"/>
                    <a:pt x="27187" y="7305"/>
                  </a:cubicBezTo>
                  <a:cubicBezTo>
                    <a:pt x="27187" y="7039"/>
                    <a:pt x="27187" y="6738"/>
                    <a:pt x="27187" y="6438"/>
                  </a:cubicBezTo>
                  <a:cubicBezTo>
                    <a:pt x="27187" y="6105"/>
                    <a:pt x="27187" y="5771"/>
                    <a:pt x="27187" y="5437"/>
                  </a:cubicBezTo>
                  <a:cubicBezTo>
                    <a:pt x="27187" y="5304"/>
                    <a:pt x="27187" y="5171"/>
                    <a:pt x="27187" y="5004"/>
                  </a:cubicBezTo>
                  <a:cubicBezTo>
                    <a:pt x="27187" y="4904"/>
                    <a:pt x="27187" y="4770"/>
                    <a:pt x="27187" y="4670"/>
                  </a:cubicBezTo>
                  <a:lnTo>
                    <a:pt x="27187" y="4036"/>
                  </a:lnTo>
                  <a:cubicBezTo>
                    <a:pt x="27187" y="3736"/>
                    <a:pt x="27154" y="3436"/>
                    <a:pt x="27120" y="3169"/>
                  </a:cubicBezTo>
                  <a:cubicBezTo>
                    <a:pt x="27087" y="2702"/>
                    <a:pt x="27020" y="2235"/>
                    <a:pt x="26920" y="1768"/>
                  </a:cubicBezTo>
                  <a:cubicBezTo>
                    <a:pt x="26687" y="1668"/>
                    <a:pt x="26453" y="1535"/>
                    <a:pt x="26220" y="1401"/>
                  </a:cubicBezTo>
                  <a:cubicBezTo>
                    <a:pt x="26019" y="1268"/>
                    <a:pt x="25719" y="1101"/>
                    <a:pt x="25419" y="968"/>
                  </a:cubicBezTo>
                  <a:cubicBezTo>
                    <a:pt x="25019" y="801"/>
                    <a:pt x="24685" y="667"/>
                    <a:pt x="24352" y="567"/>
                  </a:cubicBezTo>
                  <a:cubicBezTo>
                    <a:pt x="24085" y="501"/>
                    <a:pt x="23818" y="434"/>
                    <a:pt x="23551" y="367"/>
                  </a:cubicBezTo>
                  <a:lnTo>
                    <a:pt x="23551" y="367"/>
                  </a:lnTo>
                  <a:cubicBezTo>
                    <a:pt x="23651" y="701"/>
                    <a:pt x="23718" y="1001"/>
                    <a:pt x="23785" y="1335"/>
                  </a:cubicBezTo>
                  <a:cubicBezTo>
                    <a:pt x="23985" y="2235"/>
                    <a:pt x="24118" y="3136"/>
                    <a:pt x="24252" y="4036"/>
                  </a:cubicBezTo>
                  <a:cubicBezTo>
                    <a:pt x="24118" y="3636"/>
                    <a:pt x="24018" y="3236"/>
                    <a:pt x="23918" y="2802"/>
                  </a:cubicBezTo>
                  <a:cubicBezTo>
                    <a:pt x="23851" y="2602"/>
                    <a:pt x="23818" y="2369"/>
                    <a:pt x="23751" y="2168"/>
                  </a:cubicBezTo>
                  <a:cubicBezTo>
                    <a:pt x="23718" y="1935"/>
                    <a:pt x="23684" y="1668"/>
                    <a:pt x="23618" y="1435"/>
                  </a:cubicBezTo>
                  <a:cubicBezTo>
                    <a:pt x="23584" y="1068"/>
                    <a:pt x="23518" y="701"/>
                    <a:pt x="23484" y="334"/>
                  </a:cubicBezTo>
                  <a:lnTo>
                    <a:pt x="23418" y="334"/>
                  </a:lnTo>
                  <a:cubicBezTo>
                    <a:pt x="23084" y="267"/>
                    <a:pt x="22784" y="200"/>
                    <a:pt x="22517" y="167"/>
                  </a:cubicBezTo>
                  <a:cubicBezTo>
                    <a:pt x="22083" y="100"/>
                    <a:pt x="21716" y="34"/>
                    <a:pt x="2131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59"/>
            <p:cNvSpPr/>
            <p:nvPr/>
          </p:nvSpPr>
          <p:spPr>
            <a:xfrm>
              <a:off x="5168025" y="2882500"/>
              <a:ext cx="850" cy="25"/>
            </a:xfrm>
            <a:custGeom>
              <a:avLst/>
              <a:gdLst/>
              <a:ahLst/>
              <a:cxnLst/>
              <a:rect l="l" t="t" r="r" b="b"/>
              <a:pathLst>
                <a:path w="34" h="1" extrusionOk="0">
                  <a:moveTo>
                    <a:pt x="34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59"/>
            <p:cNvSpPr/>
            <p:nvPr/>
          </p:nvSpPr>
          <p:spPr>
            <a:xfrm>
              <a:off x="5116325" y="2645675"/>
              <a:ext cx="130950" cy="246025"/>
            </a:xfrm>
            <a:custGeom>
              <a:avLst/>
              <a:gdLst/>
              <a:ahLst/>
              <a:cxnLst/>
              <a:rect l="l" t="t" r="r" b="b"/>
              <a:pathLst>
                <a:path w="5238" h="9841" extrusionOk="0">
                  <a:moveTo>
                    <a:pt x="1568" y="0"/>
                  </a:moveTo>
                  <a:cubicBezTo>
                    <a:pt x="1468" y="134"/>
                    <a:pt x="1401" y="267"/>
                    <a:pt x="1335" y="434"/>
                  </a:cubicBezTo>
                  <a:lnTo>
                    <a:pt x="1268" y="501"/>
                  </a:lnTo>
                  <a:cubicBezTo>
                    <a:pt x="1201" y="634"/>
                    <a:pt x="1135" y="767"/>
                    <a:pt x="1068" y="868"/>
                  </a:cubicBezTo>
                  <a:cubicBezTo>
                    <a:pt x="1001" y="1034"/>
                    <a:pt x="901" y="1168"/>
                    <a:pt x="834" y="1335"/>
                  </a:cubicBezTo>
                  <a:lnTo>
                    <a:pt x="768" y="1435"/>
                  </a:lnTo>
                  <a:cubicBezTo>
                    <a:pt x="634" y="1668"/>
                    <a:pt x="501" y="1935"/>
                    <a:pt x="367" y="2168"/>
                  </a:cubicBezTo>
                  <a:cubicBezTo>
                    <a:pt x="234" y="2435"/>
                    <a:pt x="134" y="2736"/>
                    <a:pt x="0" y="3036"/>
                  </a:cubicBezTo>
                  <a:cubicBezTo>
                    <a:pt x="0" y="3403"/>
                    <a:pt x="0" y="3770"/>
                    <a:pt x="34" y="4137"/>
                  </a:cubicBezTo>
                  <a:cubicBezTo>
                    <a:pt x="101" y="4670"/>
                    <a:pt x="167" y="5237"/>
                    <a:pt x="301" y="5771"/>
                  </a:cubicBezTo>
                  <a:cubicBezTo>
                    <a:pt x="434" y="6305"/>
                    <a:pt x="568" y="6805"/>
                    <a:pt x="734" y="7339"/>
                  </a:cubicBezTo>
                  <a:cubicBezTo>
                    <a:pt x="934" y="7839"/>
                    <a:pt x="1168" y="8373"/>
                    <a:pt x="1502" y="8807"/>
                  </a:cubicBezTo>
                  <a:cubicBezTo>
                    <a:pt x="1668" y="9073"/>
                    <a:pt x="1868" y="9274"/>
                    <a:pt x="2069" y="9474"/>
                  </a:cubicBezTo>
                  <a:cubicBezTo>
                    <a:pt x="2235" y="9607"/>
                    <a:pt x="2402" y="9741"/>
                    <a:pt x="2602" y="9841"/>
                  </a:cubicBezTo>
                  <a:cubicBezTo>
                    <a:pt x="2802" y="9607"/>
                    <a:pt x="3003" y="9374"/>
                    <a:pt x="3203" y="9174"/>
                  </a:cubicBezTo>
                  <a:cubicBezTo>
                    <a:pt x="3370" y="8973"/>
                    <a:pt x="3570" y="8807"/>
                    <a:pt x="3736" y="8673"/>
                  </a:cubicBezTo>
                  <a:lnTo>
                    <a:pt x="3870" y="8540"/>
                  </a:lnTo>
                  <a:cubicBezTo>
                    <a:pt x="4003" y="8440"/>
                    <a:pt x="4137" y="8306"/>
                    <a:pt x="4304" y="8173"/>
                  </a:cubicBezTo>
                  <a:cubicBezTo>
                    <a:pt x="3970" y="8073"/>
                    <a:pt x="3636" y="7939"/>
                    <a:pt x="3336" y="7773"/>
                  </a:cubicBezTo>
                  <a:cubicBezTo>
                    <a:pt x="2903" y="7539"/>
                    <a:pt x="2469" y="7239"/>
                    <a:pt x="2069" y="6939"/>
                  </a:cubicBezTo>
                  <a:lnTo>
                    <a:pt x="2069" y="6939"/>
                  </a:lnTo>
                  <a:lnTo>
                    <a:pt x="2736" y="7272"/>
                  </a:lnTo>
                  <a:cubicBezTo>
                    <a:pt x="2969" y="7372"/>
                    <a:pt x="3203" y="7472"/>
                    <a:pt x="3436" y="7572"/>
                  </a:cubicBezTo>
                  <a:cubicBezTo>
                    <a:pt x="3670" y="7672"/>
                    <a:pt x="3903" y="7773"/>
                    <a:pt x="4137" y="7839"/>
                  </a:cubicBezTo>
                  <a:cubicBezTo>
                    <a:pt x="4237" y="7906"/>
                    <a:pt x="4370" y="7939"/>
                    <a:pt x="4504" y="7973"/>
                  </a:cubicBezTo>
                  <a:cubicBezTo>
                    <a:pt x="4537" y="7973"/>
                    <a:pt x="4537" y="7939"/>
                    <a:pt x="4570" y="7939"/>
                  </a:cubicBezTo>
                  <a:cubicBezTo>
                    <a:pt x="4804" y="7773"/>
                    <a:pt x="5037" y="7606"/>
                    <a:pt x="5238" y="7472"/>
                  </a:cubicBezTo>
                  <a:cubicBezTo>
                    <a:pt x="5004" y="7272"/>
                    <a:pt x="4771" y="7005"/>
                    <a:pt x="4537" y="6738"/>
                  </a:cubicBezTo>
                  <a:cubicBezTo>
                    <a:pt x="4304" y="6472"/>
                    <a:pt x="4070" y="6205"/>
                    <a:pt x="3870" y="5904"/>
                  </a:cubicBezTo>
                  <a:cubicBezTo>
                    <a:pt x="3636" y="5604"/>
                    <a:pt x="3436" y="5304"/>
                    <a:pt x="3236" y="4970"/>
                  </a:cubicBezTo>
                  <a:cubicBezTo>
                    <a:pt x="3069" y="4670"/>
                    <a:pt x="2869" y="4337"/>
                    <a:pt x="2736" y="4003"/>
                  </a:cubicBezTo>
                  <a:cubicBezTo>
                    <a:pt x="2402" y="3369"/>
                    <a:pt x="2169" y="2669"/>
                    <a:pt x="1969" y="1968"/>
                  </a:cubicBezTo>
                  <a:cubicBezTo>
                    <a:pt x="1868" y="1601"/>
                    <a:pt x="1802" y="1268"/>
                    <a:pt x="1735" y="901"/>
                  </a:cubicBezTo>
                  <a:cubicBezTo>
                    <a:pt x="1702" y="701"/>
                    <a:pt x="1635" y="534"/>
                    <a:pt x="1602" y="334"/>
                  </a:cubicBezTo>
                  <a:lnTo>
                    <a:pt x="15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59"/>
            <p:cNvSpPr/>
            <p:nvPr/>
          </p:nvSpPr>
          <p:spPr>
            <a:xfrm>
              <a:off x="5117150" y="2748250"/>
              <a:ext cx="25" cy="850"/>
            </a:xfrm>
            <a:custGeom>
              <a:avLst/>
              <a:gdLst/>
              <a:ahLst/>
              <a:cxnLst/>
              <a:rect l="l" t="t" r="r" b="b"/>
              <a:pathLst>
                <a:path w="1" h="34" extrusionOk="0">
                  <a:moveTo>
                    <a:pt x="1" y="34"/>
                  </a:moveTo>
                  <a:lnTo>
                    <a:pt x="1" y="34"/>
                  </a:lnTo>
                  <a:lnTo>
                    <a:pt x="1" y="0"/>
                  </a:lnTo>
                  <a:cubicBezTo>
                    <a:pt x="1" y="34"/>
                    <a:pt x="1" y="34"/>
                    <a:pt x="1" y="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59"/>
            <p:cNvSpPr/>
            <p:nvPr/>
          </p:nvSpPr>
          <p:spPr>
            <a:xfrm>
              <a:off x="5134675" y="2827475"/>
              <a:ext cx="25" cy="1675"/>
            </a:xfrm>
            <a:custGeom>
              <a:avLst/>
              <a:gdLst/>
              <a:ahLst/>
              <a:cxnLst/>
              <a:rect l="l" t="t" r="r" b="b"/>
              <a:pathLst>
                <a:path w="1" h="67" extrusionOk="0">
                  <a:moveTo>
                    <a:pt x="0" y="67"/>
                  </a:moveTo>
                  <a:cubicBezTo>
                    <a:pt x="0" y="67"/>
                    <a:pt x="0" y="67"/>
                    <a:pt x="0" y="67"/>
                  </a:cubicBezTo>
                  <a:lnTo>
                    <a:pt x="0" y="0"/>
                  </a:lnTo>
                  <a:cubicBezTo>
                    <a:pt x="0" y="34"/>
                    <a:pt x="0" y="34"/>
                    <a:pt x="0" y="6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59"/>
            <p:cNvSpPr/>
            <p:nvPr/>
          </p:nvSpPr>
          <p:spPr>
            <a:xfrm>
              <a:off x="5082125" y="2735725"/>
              <a:ext cx="97600" cy="187675"/>
            </a:xfrm>
            <a:custGeom>
              <a:avLst/>
              <a:gdLst/>
              <a:ahLst/>
              <a:cxnLst/>
              <a:rect l="l" t="t" r="r" b="b"/>
              <a:pathLst>
                <a:path w="3904" h="7507" extrusionOk="0">
                  <a:moveTo>
                    <a:pt x="1135" y="1"/>
                  </a:moveTo>
                  <a:cubicBezTo>
                    <a:pt x="1102" y="168"/>
                    <a:pt x="1035" y="334"/>
                    <a:pt x="968" y="535"/>
                  </a:cubicBezTo>
                  <a:cubicBezTo>
                    <a:pt x="868" y="801"/>
                    <a:pt x="801" y="1102"/>
                    <a:pt x="701" y="1502"/>
                  </a:cubicBezTo>
                  <a:cubicBezTo>
                    <a:pt x="568" y="1936"/>
                    <a:pt x="501" y="2369"/>
                    <a:pt x="401" y="2803"/>
                  </a:cubicBezTo>
                  <a:cubicBezTo>
                    <a:pt x="368" y="3003"/>
                    <a:pt x="334" y="3203"/>
                    <a:pt x="301" y="3403"/>
                  </a:cubicBezTo>
                  <a:cubicBezTo>
                    <a:pt x="234" y="3704"/>
                    <a:pt x="168" y="4004"/>
                    <a:pt x="101" y="4304"/>
                  </a:cubicBezTo>
                  <a:cubicBezTo>
                    <a:pt x="68" y="4471"/>
                    <a:pt x="34" y="4604"/>
                    <a:pt x="1" y="4738"/>
                  </a:cubicBezTo>
                  <a:cubicBezTo>
                    <a:pt x="34" y="4838"/>
                    <a:pt x="101" y="4938"/>
                    <a:pt x="134" y="5038"/>
                  </a:cubicBezTo>
                  <a:cubicBezTo>
                    <a:pt x="234" y="5271"/>
                    <a:pt x="368" y="5471"/>
                    <a:pt x="501" y="5672"/>
                  </a:cubicBezTo>
                  <a:cubicBezTo>
                    <a:pt x="701" y="5972"/>
                    <a:pt x="935" y="6205"/>
                    <a:pt x="1202" y="6439"/>
                  </a:cubicBezTo>
                  <a:cubicBezTo>
                    <a:pt x="1602" y="6806"/>
                    <a:pt x="2069" y="7073"/>
                    <a:pt x="2536" y="7339"/>
                  </a:cubicBezTo>
                  <a:cubicBezTo>
                    <a:pt x="2636" y="7406"/>
                    <a:pt x="2736" y="7473"/>
                    <a:pt x="2836" y="7506"/>
                  </a:cubicBezTo>
                  <a:cubicBezTo>
                    <a:pt x="3036" y="7306"/>
                    <a:pt x="3270" y="7106"/>
                    <a:pt x="3437" y="6839"/>
                  </a:cubicBezTo>
                  <a:cubicBezTo>
                    <a:pt x="3537" y="6739"/>
                    <a:pt x="3603" y="6639"/>
                    <a:pt x="3703" y="6539"/>
                  </a:cubicBezTo>
                  <a:cubicBezTo>
                    <a:pt x="3770" y="6472"/>
                    <a:pt x="3837" y="6405"/>
                    <a:pt x="3904" y="6305"/>
                  </a:cubicBezTo>
                  <a:cubicBezTo>
                    <a:pt x="3804" y="6272"/>
                    <a:pt x="3670" y="6205"/>
                    <a:pt x="3570" y="6172"/>
                  </a:cubicBezTo>
                  <a:cubicBezTo>
                    <a:pt x="3236" y="6005"/>
                    <a:pt x="2970" y="5772"/>
                    <a:pt x="2703" y="5471"/>
                  </a:cubicBezTo>
                  <a:cubicBezTo>
                    <a:pt x="2269" y="4971"/>
                    <a:pt x="1936" y="4371"/>
                    <a:pt x="1702" y="3737"/>
                  </a:cubicBezTo>
                  <a:cubicBezTo>
                    <a:pt x="1602" y="3403"/>
                    <a:pt x="1469" y="3070"/>
                    <a:pt x="1402" y="2736"/>
                  </a:cubicBezTo>
                  <a:cubicBezTo>
                    <a:pt x="1335" y="2403"/>
                    <a:pt x="1268" y="2036"/>
                    <a:pt x="1235" y="1702"/>
                  </a:cubicBezTo>
                  <a:cubicBezTo>
                    <a:pt x="1168" y="1135"/>
                    <a:pt x="1135" y="568"/>
                    <a:pt x="11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59"/>
            <p:cNvSpPr/>
            <p:nvPr/>
          </p:nvSpPr>
          <p:spPr>
            <a:xfrm>
              <a:off x="5047100" y="2872500"/>
              <a:ext cx="103450" cy="114275"/>
            </a:xfrm>
            <a:custGeom>
              <a:avLst/>
              <a:gdLst/>
              <a:ahLst/>
              <a:cxnLst/>
              <a:rect l="l" t="t" r="r" b="b"/>
              <a:pathLst>
                <a:path w="4138" h="4571" extrusionOk="0">
                  <a:moveTo>
                    <a:pt x="1268" y="0"/>
                  </a:moveTo>
                  <a:cubicBezTo>
                    <a:pt x="1168" y="634"/>
                    <a:pt x="1035" y="1301"/>
                    <a:pt x="801" y="1902"/>
                  </a:cubicBezTo>
                  <a:cubicBezTo>
                    <a:pt x="701" y="2102"/>
                    <a:pt x="601" y="2269"/>
                    <a:pt x="501" y="2469"/>
                  </a:cubicBezTo>
                  <a:lnTo>
                    <a:pt x="468" y="2536"/>
                  </a:lnTo>
                  <a:cubicBezTo>
                    <a:pt x="334" y="2736"/>
                    <a:pt x="201" y="3003"/>
                    <a:pt x="101" y="3236"/>
                  </a:cubicBezTo>
                  <a:cubicBezTo>
                    <a:pt x="34" y="3503"/>
                    <a:pt x="1" y="3903"/>
                    <a:pt x="168" y="4170"/>
                  </a:cubicBezTo>
                  <a:cubicBezTo>
                    <a:pt x="268" y="4337"/>
                    <a:pt x="434" y="4470"/>
                    <a:pt x="635" y="4537"/>
                  </a:cubicBezTo>
                  <a:cubicBezTo>
                    <a:pt x="668" y="4570"/>
                    <a:pt x="735" y="4570"/>
                    <a:pt x="801" y="4570"/>
                  </a:cubicBezTo>
                  <a:cubicBezTo>
                    <a:pt x="935" y="4570"/>
                    <a:pt x="1068" y="4537"/>
                    <a:pt x="1235" y="4437"/>
                  </a:cubicBezTo>
                  <a:cubicBezTo>
                    <a:pt x="1368" y="4404"/>
                    <a:pt x="1469" y="4304"/>
                    <a:pt x="1569" y="4203"/>
                  </a:cubicBezTo>
                  <a:cubicBezTo>
                    <a:pt x="1602" y="4203"/>
                    <a:pt x="1635" y="4203"/>
                    <a:pt x="1669" y="4170"/>
                  </a:cubicBezTo>
                  <a:cubicBezTo>
                    <a:pt x="1902" y="4070"/>
                    <a:pt x="2102" y="3937"/>
                    <a:pt x="2302" y="3803"/>
                  </a:cubicBezTo>
                  <a:cubicBezTo>
                    <a:pt x="2503" y="3670"/>
                    <a:pt x="2703" y="3470"/>
                    <a:pt x="2836" y="3336"/>
                  </a:cubicBezTo>
                  <a:lnTo>
                    <a:pt x="3003" y="3203"/>
                  </a:lnTo>
                  <a:cubicBezTo>
                    <a:pt x="3170" y="3036"/>
                    <a:pt x="3337" y="2869"/>
                    <a:pt x="3503" y="2736"/>
                  </a:cubicBezTo>
                  <a:cubicBezTo>
                    <a:pt x="3737" y="2536"/>
                    <a:pt x="3937" y="2335"/>
                    <a:pt x="4137" y="2135"/>
                  </a:cubicBezTo>
                  <a:cubicBezTo>
                    <a:pt x="4070" y="2135"/>
                    <a:pt x="4004" y="2102"/>
                    <a:pt x="3904" y="2069"/>
                  </a:cubicBezTo>
                  <a:cubicBezTo>
                    <a:pt x="3403" y="1868"/>
                    <a:pt x="2870" y="1635"/>
                    <a:pt x="2403" y="1301"/>
                  </a:cubicBezTo>
                  <a:cubicBezTo>
                    <a:pt x="2102" y="1068"/>
                    <a:pt x="1802" y="834"/>
                    <a:pt x="1569" y="501"/>
                  </a:cubicBezTo>
                  <a:cubicBezTo>
                    <a:pt x="1469" y="334"/>
                    <a:pt x="1368" y="167"/>
                    <a:pt x="12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59"/>
            <p:cNvSpPr/>
            <p:nvPr/>
          </p:nvSpPr>
          <p:spPr>
            <a:xfrm>
              <a:off x="5831000" y="2387150"/>
              <a:ext cx="59225" cy="158475"/>
            </a:xfrm>
            <a:custGeom>
              <a:avLst/>
              <a:gdLst/>
              <a:ahLst/>
              <a:cxnLst/>
              <a:rect l="l" t="t" r="r" b="b"/>
              <a:pathLst>
                <a:path w="2369" h="6339" extrusionOk="0">
                  <a:moveTo>
                    <a:pt x="1" y="1"/>
                  </a:moveTo>
                  <a:lnTo>
                    <a:pt x="1" y="1"/>
                  </a:lnTo>
                  <a:cubicBezTo>
                    <a:pt x="134" y="401"/>
                    <a:pt x="267" y="768"/>
                    <a:pt x="367" y="1168"/>
                  </a:cubicBezTo>
                  <a:cubicBezTo>
                    <a:pt x="434" y="1535"/>
                    <a:pt x="501" y="1902"/>
                    <a:pt x="534" y="2302"/>
                  </a:cubicBezTo>
                  <a:cubicBezTo>
                    <a:pt x="568" y="2436"/>
                    <a:pt x="568" y="2569"/>
                    <a:pt x="601" y="2702"/>
                  </a:cubicBezTo>
                  <a:cubicBezTo>
                    <a:pt x="601" y="2769"/>
                    <a:pt x="601" y="2869"/>
                    <a:pt x="601" y="2936"/>
                  </a:cubicBezTo>
                  <a:cubicBezTo>
                    <a:pt x="601" y="3169"/>
                    <a:pt x="634" y="3370"/>
                    <a:pt x="634" y="3603"/>
                  </a:cubicBezTo>
                  <a:cubicBezTo>
                    <a:pt x="634" y="3870"/>
                    <a:pt x="634" y="4137"/>
                    <a:pt x="601" y="4437"/>
                  </a:cubicBezTo>
                  <a:cubicBezTo>
                    <a:pt x="601" y="4771"/>
                    <a:pt x="568" y="5104"/>
                    <a:pt x="534" y="5438"/>
                  </a:cubicBezTo>
                  <a:cubicBezTo>
                    <a:pt x="534" y="5738"/>
                    <a:pt x="501" y="6005"/>
                    <a:pt x="468" y="6305"/>
                  </a:cubicBezTo>
                  <a:lnTo>
                    <a:pt x="468" y="6338"/>
                  </a:lnTo>
                  <a:cubicBezTo>
                    <a:pt x="568" y="6305"/>
                    <a:pt x="634" y="6305"/>
                    <a:pt x="734" y="6305"/>
                  </a:cubicBezTo>
                  <a:cubicBezTo>
                    <a:pt x="1168" y="6238"/>
                    <a:pt x="1535" y="6205"/>
                    <a:pt x="1902" y="6138"/>
                  </a:cubicBezTo>
                  <a:cubicBezTo>
                    <a:pt x="2035" y="6105"/>
                    <a:pt x="2169" y="6072"/>
                    <a:pt x="2302" y="6038"/>
                  </a:cubicBezTo>
                  <a:cubicBezTo>
                    <a:pt x="2336" y="5771"/>
                    <a:pt x="2336" y="5538"/>
                    <a:pt x="2336" y="5271"/>
                  </a:cubicBezTo>
                  <a:cubicBezTo>
                    <a:pt x="2369" y="4704"/>
                    <a:pt x="2369" y="4137"/>
                    <a:pt x="2336" y="3570"/>
                  </a:cubicBezTo>
                  <a:cubicBezTo>
                    <a:pt x="2302" y="3270"/>
                    <a:pt x="2236" y="2936"/>
                    <a:pt x="2202" y="2602"/>
                  </a:cubicBezTo>
                  <a:cubicBezTo>
                    <a:pt x="2135" y="2302"/>
                    <a:pt x="2069" y="1969"/>
                    <a:pt x="2002" y="1635"/>
                  </a:cubicBezTo>
                  <a:cubicBezTo>
                    <a:pt x="1935" y="1368"/>
                    <a:pt x="1869" y="1068"/>
                    <a:pt x="1802" y="801"/>
                  </a:cubicBezTo>
                  <a:cubicBezTo>
                    <a:pt x="1769" y="701"/>
                    <a:pt x="1735" y="601"/>
                    <a:pt x="1735" y="501"/>
                  </a:cubicBezTo>
                  <a:lnTo>
                    <a:pt x="1502" y="434"/>
                  </a:lnTo>
                  <a:lnTo>
                    <a:pt x="1335" y="401"/>
                  </a:lnTo>
                  <a:cubicBezTo>
                    <a:pt x="1101" y="367"/>
                    <a:pt x="868" y="301"/>
                    <a:pt x="668" y="234"/>
                  </a:cubicBezTo>
                  <a:cubicBezTo>
                    <a:pt x="468" y="167"/>
                    <a:pt x="234" y="101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59"/>
            <p:cNvSpPr/>
            <p:nvPr/>
          </p:nvSpPr>
          <p:spPr>
            <a:xfrm>
              <a:off x="5883550" y="2402150"/>
              <a:ext cx="97575" cy="135125"/>
            </a:xfrm>
            <a:custGeom>
              <a:avLst/>
              <a:gdLst/>
              <a:ahLst/>
              <a:cxnLst/>
              <a:rect l="l" t="t" r="r" b="b"/>
              <a:pathLst>
                <a:path w="3903" h="5405" extrusionOk="0">
                  <a:moveTo>
                    <a:pt x="0" y="1"/>
                  </a:moveTo>
                  <a:lnTo>
                    <a:pt x="0" y="1"/>
                  </a:lnTo>
                  <a:cubicBezTo>
                    <a:pt x="67" y="168"/>
                    <a:pt x="100" y="335"/>
                    <a:pt x="167" y="501"/>
                  </a:cubicBezTo>
                  <a:cubicBezTo>
                    <a:pt x="234" y="701"/>
                    <a:pt x="300" y="902"/>
                    <a:pt x="367" y="1102"/>
                  </a:cubicBezTo>
                  <a:cubicBezTo>
                    <a:pt x="467" y="1502"/>
                    <a:pt x="567" y="1936"/>
                    <a:pt x="601" y="2369"/>
                  </a:cubicBezTo>
                  <a:cubicBezTo>
                    <a:pt x="634" y="2803"/>
                    <a:pt x="634" y="3237"/>
                    <a:pt x="601" y="3670"/>
                  </a:cubicBezTo>
                  <a:cubicBezTo>
                    <a:pt x="567" y="3970"/>
                    <a:pt x="500" y="4304"/>
                    <a:pt x="467" y="4604"/>
                  </a:cubicBezTo>
                  <a:cubicBezTo>
                    <a:pt x="400" y="4871"/>
                    <a:pt x="334" y="5138"/>
                    <a:pt x="267" y="5405"/>
                  </a:cubicBezTo>
                  <a:cubicBezTo>
                    <a:pt x="434" y="5371"/>
                    <a:pt x="567" y="5305"/>
                    <a:pt x="701" y="5271"/>
                  </a:cubicBezTo>
                  <a:cubicBezTo>
                    <a:pt x="1034" y="5171"/>
                    <a:pt x="1301" y="5071"/>
                    <a:pt x="1535" y="5005"/>
                  </a:cubicBezTo>
                  <a:lnTo>
                    <a:pt x="1801" y="4904"/>
                  </a:lnTo>
                  <a:cubicBezTo>
                    <a:pt x="2302" y="4771"/>
                    <a:pt x="2835" y="4604"/>
                    <a:pt x="3369" y="4471"/>
                  </a:cubicBezTo>
                  <a:lnTo>
                    <a:pt x="3503" y="4437"/>
                  </a:lnTo>
                  <a:cubicBezTo>
                    <a:pt x="3636" y="4404"/>
                    <a:pt x="3769" y="4371"/>
                    <a:pt x="3903" y="4337"/>
                  </a:cubicBezTo>
                  <a:cubicBezTo>
                    <a:pt x="3870" y="4271"/>
                    <a:pt x="3803" y="4171"/>
                    <a:pt x="3769" y="4104"/>
                  </a:cubicBezTo>
                  <a:lnTo>
                    <a:pt x="3669" y="3937"/>
                  </a:lnTo>
                  <a:cubicBezTo>
                    <a:pt x="3536" y="3770"/>
                    <a:pt x="3436" y="3570"/>
                    <a:pt x="3336" y="3370"/>
                  </a:cubicBezTo>
                  <a:cubicBezTo>
                    <a:pt x="3202" y="3070"/>
                    <a:pt x="3102" y="2770"/>
                    <a:pt x="3002" y="2469"/>
                  </a:cubicBezTo>
                  <a:cubicBezTo>
                    <a:pt x="2835" y="1902"/>
                    <a:pt x="2702" y="1335"/>
                    <a:pt x="2602" y="735"/>
                  </a:cubicBezTo>
                  <a:cubicBezTo>
                    <a:pt x="2102" y="601"/>
                    <a:pt x="1601" y="435"/>
                    <a:pt x="1034" y="268"/>
                  </a:cubicBezTo>
                  <a:cubicBezTo>
                    <a:pt x="667" y="168"/>
                    <a:pt x="334" y="68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59"/>
            <p:cNvSpPr/>
            <p:nvPr/>
          </p:nvSpPr>
          <p:spPr>
            <a:xfrm>
              <a:off x="5972775" y="2488900"/>
              <a:ext cx="25" cy="850"/>
            </a:xfrm>
            <a:custGeom>
              <a:avLst/>
              <a:gdLst/>
              <a:ahLst/>
              <a:cxnLst/>
              <a:rect l="l" t="t" r="r" b="b"/>
              <a:pathLst>
                <a:path w="1" h="34" extrusionOk="0">
                  <a:moveTo>
                    <a:pt x="0" y="33"/>
                  </a:moveTo>
                  <a:cubicBezTo>
                    <a:pt x="0" y="33"/>
                    <a:pt x="0" y="33"/>
                    <a:pt x="0" y="3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3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59"/>
            <p:cNvSpPr/>
            <p:nvPr/>
          </p:nvSpPr>
          <p:spPr>
            <a:xfrm>
              <a:off x="5949425" y="2421350"/>
              <a:ext cx="106750" cy="89250"/>
            </a:xfrm>
            <a:custGeom>
              <a:avLst/>
              <a:gdLst/>
              <a:ahLst/>
              <a:cxnLst/>
              <a:rect l="l" t="t" r="r" b="b"/>
              <a:pathLst>
                <a:path w="4270" h="3570" extrusionOk="0">
                  <a:moveTo>
                    <a:pt x="0" y="0"/>
                  </a:moveTo>
                  <a:lnTo>
                    <a:pt x="0" y="0"/>
                  </a:lnTo>
                  <a:cubicBezTo>
                    <a:pt x="167" y="400"/>
                    <a:pt x="334" y="834"/>
                    <a:pt x="467" y="1234"/>
                  </a:cubicBezTo>
                  <a:cubicBezTo>
                    <a:pt x="634" y="1735"/>
                    <a:pt x="768" y="2235"/>
                    <a:pt x="934" y="2735"/>
                  </a:cubicBezTo>
                  <a:cubicBezTo>
                    <a:pt x="1001" y="2869"/>
                    <a:pt x="1068" y="3036"/>
                    <a:pt x="1134" y="3169"/>
                  </a:cubicBezTo>
                  <a:cubicBezTo>
                    <a:pt x="1168" y="3303"/>
                    <a:pt x="1235" y="3436"/>
                    <a:pt x="1301" y="3569"/>
                  </a:cubicBezTo>
                  <a:cubicBezTo>
                    <a:pt x="1401" y="3536"/>
                    <a:pt x="1468" y="3503"/>
                    <a:pt x="1568" y="3469"/>
                  </a:cubicBezTo>
                  <a:cubicBezTo>
                    <a:pt x="1902" y="3369"/>
                    <a:pt x="2135" y="3269"/>
                    <a:pt x="2369" y="3169"/>
                  </a:cubicBezTo>
                  <a:cubicBezTo>
                    <a:pt x="2636" y="3069"/>
                    <a:pt x="2936" y="2936"/>
                    <a:pt x="3236" y="2802"/>
                  </a:cubicBezTo>
                  <a:lnTo>
                    <a:pt x="3570" y="2635"/>
                  </a:lnTo>
                  <a:cubicBezTo>
                    <a:pt x="3636" y="2602"/>
                    <a:pt x="3703" y="2569"/>
                    <a:pt x="3770" y="2535"/>
                  </a:cubicBezTo>
                  <a:cubicBezTo>
                    <a:pt x="3803" y="2535"/>
                    <a:pt x="3836" y="2502"/>
                    <a:pt x="3903" y="2469"/>
                  </a:cubicBezTo>
                  <a:cubicBezTo>
                    <a:pt x="4003" y="2402"/>
                    <a:pt x="4070" y="2335"/>
                    <a:pt x="4137" y="2235"/>
                  </a:cubicBezTo>
                  <a:cubicBezTo>
                    <a:pt x="4270" y="2035"/>
                    <a:pt x="4203" y="1701"/>
                    <a:pt x="4037" y="1535"/>
                  </a:cubicBezTo>
                  <a:cubicBezTo>
                    <a:pt x="3970" y="1468"/>
                    <a:pt x="3870" y="1401"/>
                    <a:pt x="3770" y="1368"/>
                  </a:cubicBezTo>
                  <a:cubicBezTo>
                    <a:pt x="3703" y="1301"/>
                    <a:pt x="3603" y="1301"/>
                    <a:pt x="3503" y="1268"/>
                  </a:cubicBezTo>
                  <a:cubicBezTo>
                    <a:pt x="3436" y="1234"/>
                    <a:pt x="3369" y="1201"/>
                    <a:pt x="3269" y="1201"/>
                  </a:cubicBezTo>
                  <a:cubicBezTo>
                    <a:pt x="3203" y="1168"/>
                    <a:pt x="3136" y="1168"/>
                    <a:pt x="3069" y="1134"/>
                  </a:cubicBezTo>
                  <a:cubicBezTo>
                    <a:pt x="2769" y="1068"/>
                    <a:pt x="2469" y="968"/>
                    <a:pt x="2169" y="834"/>
                  </a:cubicBezTo>
                  <a:cubicBezTo>
                    <a:pt x="1835" y="701"/>
                    <a:pt x="1535" y="567"/>
                    <a:pt x="1201" y="434"/>
                  </a:cubicBezTo>
                  <a:lnTo>
                    <a:pt x="1101" y="400"/>
                  </a:lnTo>
                  <a:cubicBezTo>
                    <a:pt x="834" y="300"/>
                    <a:pt x="567" y="200"/>
                    <a:pt x="334" y="100"/>
                  </a:cubicBezTo>
                  <a:cubicBezTo>
                    <a:pt x="234" y="67"/>
                    <a:pt x="100" y="34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91" name="Google Shape;991;p59"/>
          <p:cNvSpPr/>
          <p:nvPr/>
        </p:nvSpPr>
        <p:spPr>
          <a:xfrm rot="10800000" flipH="1">
            <a:off x="7499200" y="243521"/>
            <a:ext cx="1003507" cy="797644"/>
          </a:xfrm>
          <a:custGeom>
            <a:avLst/>
            <a:gdLst/>
            <a:ahLst/>
            <a:cxnLst/>
            <a:rect l="l" t="t" r="r" b="b"/>
            <a:pathLst>
              <a:path w="8477" h="6738" extrusionOk="0">
                <a:moveTo>
                  <a:pt x="3135" y="0"/>
                </a:moveTo>
                <a:cubicBezTo>
                  <a:pt x="2788" y="0"/>
                  <a:pt x="2453" y="367"/>
                  <a:pt x="2661" y="782"/>
                </a:cubicBezTo>
                <a:cubicBezTo>
                  <a:pt x="3094" y="1583"/>
                  <a:pt x="3495" y="2350"/>
                  <a:pt x="3928" y="3151"/>
                </a:cubicBezTo>
                <a:cubicBezTo>
                  <a:pt x="2861" y="3751"/>
                  <a:pt x="1760" y="4218"/>
                  <a:pt x="526" y="4585"/>
                </a:cubicBezTo>
                <a:cubicBezTo>
                  <a:pt x="1" y="4739"/>
                  <a:pt x="162" y="5467"/>
                  <a:pt x="640" y="5467"/>
                </a:cubicBezTo>
                <a:cubicBezTo>
                  <a:pt x="678" y="5467"/>
                  <a:pt x="718" y="5462"/>
                  <a:pt x="759" y="5452"/>
                </a:cubicBezTo>
                <a:cubicBezTo>
                  <a:pt x="2027" y="5152"/>
                  <a:pt x="3295" y="4718"/>
                  <a:pt x="4462" y="4151"/>
                </a:cubicBezTo>
                <a:cubicBezTo>
                  <a:pt x="4896" y="4919"/>
                  <a:pt x="5329" y="5686"/>
                  <a:pt x="5763" y="6420"/>
                </a:cubicBezTo>
                <a:cubicBezTo>
                  <a:pt x="5906" y="6645"/>
                  <a:pt x="6112" y="6738"/>
                  <a:pt x="6316" y="6738"/>
                </a:cubicBezTo>
                <a:cubicBezTo>
                  <a:pt x="6778" y="6738"/>
                  <a:pt x="7231" y="6261"/>
                  <a:pt x="6930" y="5752"/>
                </a:cubicBezTo>
                <a:cubicBezTo>
                  <a:pt x="6497" y="4985"/>
                  <a:pt x="6063" y="4251"/>
                  <a:pt x="5596" y="3518"/>
                </a:cubicBezTo>
                <a:cubicBezTo>
                  <a:pt x="6463" y="2984"/>
                  <a:pt x="7297" y="2383"/>
                  <a:pt x="8031" y="1683"/>
                </a:cubicBezTo>
                <a:cubicBezTo>
                  <a:pt x="8476" y="1238"/>
                  <a:pt x="8038" y="629"/>
                  <a:pt x="7555" y="629"/>
                </a:cubicBezTo>
                <a:cubicBezTo>
                  <a:pt x="7422" y="629"/>
                  <a:pt x="7286" y="675"/>
                  <a:pt x="7164" y="782"/>
                </a:cubicBezTo>
                <a:cubicBezTo>
                  <a:pt x="6463" y="1416"/>
                  <a:pt x="5730" y="1983"/>
                  <a:pt x="4996" y="2483"/>
                </a:cubicBezTo>
                <a:cubicBezTo>
                  <a:pt x="4529" y="1750"/>
                  <a:pt x="4028" y="982"/>
                  <a:pt x="3561" y="249"/>
                </a:cubicBezTo>
                <a:cubicBezTo>
                  <a:pt x="3448" y="73"/>
                  <a:pt x="3290" y="0"/>
                  <a:pt x="3135" y="0"/>
                </a:cubicBezTo>
                <a:close/>
              </a:path>
            </a:pathLst>
          </a:custGeom>
          <a:solidFill>
            <a:schemeClr val="dk1">
              <a:alpha val="47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2" name="Google Shape;992;p59"/>
          <p:cNvSpPr/>
          <p:nvPr/>
        </p:nvSpPr>
        <p:spPr>
          <a:xfrm rot="5531511" flipH="1">
            <a:off x="8061393" y="838419"/>
            <a:ext cx="685670" cy="351296"/>
          </a:xfrm>
          <a:custGeom>
            <a:avLst/>
            <a:gdLst/>
            <a:ahLst/>
            <a:cxnLst/>
            <a:rect l="l" t="t" r="r" b="b"/>
            <a:pathLst>
              <a:path w="8266" h="4235" extrusionOk="0">
                <a:moveTo>
                  <a:pt x="4013" y="1"/>
                </a:moveTo>
                <a:cubicBezTo>
                  <a:pt x="3874" y="1"/>
                  <a:pt x="3731" y="52"/>
                  <a:pt x="3603" y="171"/>
                </a:cubicBezTo>
                <a:cubicBezTo>
                  <a:pt x="3336" y="404"/>
                  <a:pt x="3170" y="705"/>
                  <a:pt x="3070" y="1038"/>
                </a:cubicBezTo>
                <a:cubicBezTo>
                  <a:pt x="2236" y="971"/>
                  <a:pt x="1402" y="905"/>
                  <a:pt x="568" y="871"/>
                </a:cubicBezTo>
                <a:cubicBezTo>
                  <a:pt x="101" y="871"/>
                  <a:pt x="1" y="1605"/>
                  <a:pt x="434" y="1672"/>
                </a:cubicBezTo>
                <a:cubicBezTo>
                  <a:pt x="1268" y="1805"/>
                  <a:pt x="2069" y="1905"/>
                  <a:pt x="2903" y="2005"/>
                </a:cubicBezTo>
                <a:cubicBezTo>
                  <a:pt x="2869" y="2106"/>
                  <a:pt x="2869" y="2206"/>
                  <a:pt x="2869" y="2339"/>
                </a:cubicBezTo>
                <a:cubicBezTo>
                  <a:pt x="2869" y="2873"/>
                  <a:pt x="2903" y="3640"/>
                  <a:pt x="3403" y="3940"/>
                </a:cubicBezTo>
                <a:cubicBezTo>
                  <a:pt x="3403" y="3974"/>
                  <a:pt x="3403" y="3974"/>
                  <a:pt x="3403" y="3974"/>
                </a:cubicBezTo>
                <a:cubicBezTo>
                  <a:pt x="3472" y="4152"/>
                  <a:pt x="3626" y="4235"/>
                  <a:pt x="3776" y="4235"/>
                </a:cubicBezTo>
                <a:cubicBezTo>
                  <a:pt x="3990" y="4235"/>
                  <a:pt x="4196" y="4067"/>
                  <a:pt x="4137" y="3773"/>
                </a:cubicBezTo>
                <a:cubicBezTo>
                  <a:pt x="4137" y="3740"/>
                  <a:pt x="4104" y="3740"/>
                  <a:pt x="4104" y="3740"/>
                </a:cubicBezTo>
                <a:cubicBezTo>
                  <a:pt x="4270" y="3373"/>
                  <a:pt x="4170" y="2939"/>
                  <a:pt x="4204" y="2539"/>
                </a:cubicBezTo>
                <a:cubicBezTo>
                  <a:pt x="4204" y="2406"/>
                  <a:pt x="4237" y="2272"/>
                  <a:pt x="4237" y="2139"/>
                </a:cubicBezTo>
                <a:cubicBezTo>
                  <a:pt x="5271" y="2272"/>
                  <a:pt x="6272" y="2372"/>
                  <a:pt x="7273" y="2539"/>
                </a:cubicBezTo>
                <a:cubicBezTo>
                  <a:pt x="7314" y="2546"/>
                  <a:pt x="7354" y="2549"/>
                  <a:pt x="7392" y="2549"/>
                </a:cubicBezTo>
                <a:cubicBezTo>
                  <a:pt x="8153" y="2549"/>
                  <a:pt x="8265" y="1338"/>
                  <a:pt x="7439" y="1338"/>
                </a:cubicBezTo>
                <a:cubicBezTo>
                  <a:pt x="6472" y="1305"/>
                  <a:pt x="5505" y="1238"/>
                  <a:pt x="4571" y="1138"/>
                </a:cubicBezTo>
                <a:cubicBezTo>
                  <a:pt x="4604" y="1038"/>
                  <a:pt x="4604" y="905"/>
                  <a:pt x="4637" y="771"/>
                </a:cubicBezTo>
                <a:cubicBezTo>
                  <a:pt x="4710" y="360"/>
                  <a:pt x="4378" y="1"/>
                  <a:pt x="401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3" name="Google Shape;993;p59"/>
          <p:cNvSpPr/>
          <p:nvPr/>
        </p:nvSpPr>
        <p:spPr>
          <a:xfrm flipH="1">
            <a:off x="8398600" y="243533"/>
            <a:ext cx="417895" cy="401933"/>
          </a:xfrm>
          <a:custGeom>
            <a:avLst/>
            <a:gdLst/>
            <a:ahLst/>
            <a:cxnLst/>
            <a:rect l="l" t="t" r="r" b="b"/>
            <a:pathLst>
              <a:path w="8168" h="7856" extrusionOk="0">
                <a:moveTo>
                  <a:pt x="1830" y="2651"/>
                </a:moveTo>
                <a:cubicBezTo>
                  <a:pt x="2164" y="2985"/>
                  <a:pt x="2464" y="3385"/>
                  <a:pt x="2664" y="3886"/>
                </a:cubicBezTo>
                <a:cubicBezTo>
                  <a:pt x="2754" y="4125"/>
                  <a:pt x="3033" y="4258"/>
                  <a:pt x="3306" y="4258"/>
                </a:cubicBezTo>
                <a:cubicBezTo>
                  <a:pt x="3337" y="4258"/>
                  <a:pt x="3368" y="4256"/>
                  <a:pt x="3398" y="4253"/>
                </a:cubicBezTo>
                <a:lnTo>
                  <a:pt x="3398" y="4253"/>
                </a:lnTo>
                <a:cubicBezTo>
                  <a:pt x="3365" y="4286"/>
                  <a:pt x="3331" y="4353"/>
                  <a:pt x="3298" y="4386"/>
                </a:cubicBezTo>
                <a:cubicBezTo>
                  <a:pt x="3198" y="4453"/>
                  <a:pt x="3131" y="4553"/>
                  <a:pt x="3064" y="4686"/>
                </a:cubicBezTo>
                <a:cubicBezTo>
                  <a:pt x="2497" y="4119"/>
                  <a:pt x="2064" y="3419"/>
                  <a:pt x="1830" y="2651"/>
                </a:cubicBezTo>
                <a:close/>
                <a:moveTo>
                  <a:pt x="7345" y="0"/>
                </a:moveTo>
                <a:cubicBezTo>
                  <a:pt x="7217" y="0"/>
                  <a:pt x="7087" y="36"/>
                  <a:pt x="6967" y="116"/>
                </a:cubicBezTo>
                <a:cubicBezTo>
                  <a:pt x="5833" y="850"/>
                  <a:pt x="4732" y="1617"/>
                  <a:pt x="3631" y="2351"/>
                </a:cubicBezTo>
                <a:cubicBezTo>
                  <a:pt x="2998" y="1417"/>
                  <a:pt x="2097" y="750"/>
                  <a:pt x="996" y="383"/>
                </a:cubicBezTo>
                <a:cubicBezTo>
                  <a:pt x="927" y="358"/>
                  <a:pt x="856" y="347"/>
                  <a:pt x="785" y="347"/>
                </a:cubicBezTo>
                <a:cubicBezTo>
                  <a:pt x="383" y="347"/>
                  <a:pt x="0" y="724"/>
                  <a:pt x="29" y="1150"/>
                </a:cubicBezTo>
                <a:cubicBezTo>
                  <a:pt x="62" y="3485"/>
                  <a:pt x="1430" y="5587"/>
                  <a:pt x="3565" y="6554"/>
                </a:cubicBezTo>
                <a:cubicBezTo>
                  <a:pt x="3531" y="6721"/>
                  <a:pt x="3531" y="6888"/>
                  <a:pt x="3498" y="7055"/>
                </a:cubicBezTo>
                <a:cubicBezTo>
                  <a:pt x="3476" y="7588"/>
                  <a:pt x="3883" y="7855"/>
                  <a:pt x="4316" y="7855"/>
                </a:cubicBezTo>
                <a:cubicBezTo>
                  <a:pt x="4532" y="7855"/>
                  <a:pt x="4754" y="7788"/>
                  <a:pt x="4932" y="7655"/>
                </a:cubicBezTo>
                <a:cubicBezTo>
                  <a:pt x="7000" y="5954"/>
                  <a:pt x="8168" y="3485"/>
                  <a:pt x="8168" y="817"/>
                </a:cubicBezTo>
                <a:cubicBezTo>
                  <a:pt x="8143" y="360"/>
                  <a:pt x="7751" y="0"/>
                  <a:pt x="73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4" name="Google Shape;994;p59"/>
          <p:cNvSpPr/>
          <p:nvPr/>
        </p:nvSpPr>
        <p:spPr>
          <a:xfrm rot="10800000" flipH="1">
            <a:off x="7563550" y="282182"/>
            <a:ext cx="722090" cy="537096"/>
          </a:xfrm>
          <a:custGeom>
            <a:avLst/>
            <a:gdLst/>
            <a:ahLst/>
            <a:cxnLst/>
            <a:rect l="l" t="t" r="r" b="b"/>
            <a:pathLst>
              <a:path w="10012" h="7447" extrusionOk="0">
                <a:moveTo>
                  <a:pt x="6227" y="0"/>
                </a:moveTo>
                <a:cubicBezTo>
                  <a:pt x="6143" y="0"/>
                  <a:pt x="6058" y="9"/>
                  <a:pt x="5975" y="28"/>
                </a:cubicBezTo>
                <a:cubicBezTo>
                  <a:pt x="5675" y="94"/>
                  <a:pt x="5508" y="361"/>
                  <a:pt x="5442" y="661"/>
                </a:cubicBezTo>
                <a:cubicBezTo>
                  <a:pt x="4741" y="762"/>
                  <a:pt x="3907" y="728"/>
                  <a:pt x="3374" y="795"/>
                </a:cubicBezTo>
                <a:cubicBezTo>
                  <a:pt x="2540" y="895"/>
                  <a:pt x="2273" y="2062"/>
                  <a:pt x="3173" y="2329"/>
                </a:cubicBezTo>
                <a:cubicBezTo>
                  <a:pt x="3874" y="2529"/>
                  <a:pt x="4574" y="2763"/>
                  <a:pt x="5275" y="2963"/>
                </a:cubicBezTo>
                <a:cubicBezTo>
                  <a:pt x="4731" y="3061"/>
                  <a:pt x="4176" y="3106"/>
                  <a:pt x="3616" y="3106"/>
                </a:cubicBezTo>
                <a:cubicBezTo>
                  <a:pt x="2836" y="3106"/>
                  <a:pt x="2049" y="3018"/>
                  <a:pt x="1272" y="2863"/>
                </a:cubicBezTo>
                <a:cubicBezTo>
                  <a:pt x="1207" y="2849"/>
                  <a:pt x="1144" y="2843"/>
                  <a:pt x="1084" y="2843"/>
                </a:cubicBezTo>
                <a:cubicBezTo>
                  <a:pt x="261" y="2843"/>
                  <a:pt x="1" y="4051"/>
                  <a:pt x="872" y="4331"/>
                </a:cubicBezTo>
                <a:cubicBezTo>
                  <a:pt x="2373" y="4831"/>
                  <a:pt x="3874" y="5365"/>
                  <a:pt x="5375" y="5865"/>
                </a:cubicBezTo>
                <a:cubicBezTo>
                  <a:pt x="3841" y="5965"/>
                  <a:pt x="2339" y="6132"/>
                  <a:pt x="938" y="6566"/>
                </a:cubicBezTo>
                <a:cubicBezTo>
                  <a:pt x="605" y="6666"/>
                  <a:pt x="538" y="7233"/>
                  <a:pt x="938" y="7300"/>
                </a:cubicBezTo>
                <a:cubicBezTo>
                  <a:pt x="1631" y="7406"/>
                  <a:pt x="2342" y="7446"/>
                  <a:pt x="3063" y="7446"/>
                </a:cubicBezTo>
                <a:cubicBezTo>
                  <a:pt x="5051" y="7446"/>
                  <a:pt x="7110" y="7139"/>
                  <a:pt x="9044" y="7066"/>
                </a:cubicBezTo>
                <a:cubicBezTo>
                  <a:pt x="9878" y="6999"/>
                  <a:pt x="10012" y="5899"/>
                  <a:pt x="9244" y="5632"/>
                </a:cubicBezTo>
                <a:cubicBezTo>
                  <a:pt x="8077" y="5198"/>
                  <a:pt x="6909" y="4798"/>
                  <a:pt x="5742" y="4397"/>
                </a:cubicBezTo>
                <a:cubicBezTo>
                  <a:pt x="6643" y="4231"/>
                  <a:pt x="7510" y="3964"/>
                  <a:pt x="8377" y="3597"/>
                </a:cubicBezTo>
                <a:cubicBezTo>
                  <a:pt x="9011" y="3330"/>
                  <a:pt x="8744" y="2363"/>
                  <a:pt x="8177" y="2196"/>
                </a:cubicBezTo>
                <a:cubicBezTo>
                  <a:pt x="7777" y="2062"/>
                  <a:pt x="7376" y="1929"/>
                  <a:pt x="6943" y="1829"/>
                </a:cubicBezTo>
                <a:cubicBezTo>
                  <a:pt x="6976" y="1796"/>
                  <a:pt x="7009" y="1796"/>
                  <a:pt x="7009" y="1796"/>
                </a:cubicBezTo>
                <a:cubicBezTo>
                  <a:pt x="7343" y="1629"/>
                  <a:pt x="7443" y="1262"/>
                  <a:pt x="7376" y="895"/>
                </a:cubicBezTo>
                <a:cubicBezTo>
                  <a:pt x="7290" y="348"/>
                  <a:pt x="6757" y="0"/>
                  <a:pt x="622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5" name="Google Shape;995;p59"/>
          <p:cNvSpPr/>
          <p:nvPr/>
        </p:nvSpPr>
        <p:spPr>
          <a:xfrm>
            <a:off x="3196100" y="4447225"/>
            <a:ext cx="1458575" cy="310600"/>
          </a:xfrm>
          <a:custGeom>
            <a:avLst/>
            <a:gdLst/>
            <a:ahLst/>
            <a:cxnLst/>
            <a:rect l="l" t="t" r="r" b="b"/>
            <a:pathLst>
              <a:path w="58343" h="12424" extrusionOk="0">
                <a:moveTo>
                  <a:pt x="18298" y="0"/>
                </a:moveTo>
                <a:cubicBezTo>
                  <a:pt x="18228" y="0"/>
                  <a:pt x="18155" y="5"/>
                  <a:pt x="18080" y="16"/>
                </a:cubicBezTo>
                <a:cubicBezTo>
                  <a:pt x="17180" y="149"/>
                  <a:pt x="16713" y="1016"/>
                  <a:pt x="16479" y="1783"/>
                </a:cubicBezTo>
                <a:cubicBezTo>
                  <a:pt x="15879" y="3551"/>
                  <a:pt x="15545" y="5486"/>
                  <a:pt x="15212" y="7354"/>
                </a:cubicBezTo>
                <a:cubicBezTo>
                  <a:pt x="14544" y="5086"/>
                  <a:pt x="14878" y="1750"/>
                  <a:pt x="11943" y="1550"/>
                </a:cubicBezTo>
                <a:cubicBezTo>
                  <a:pt x="11899" y="1548"/>
                  <a:pt x="11857" y="1546"/>
                  <a:pt x="11815" y="1546"/>
                </a:cubicBezTo>
                <a:cubicBezTo>
                  <a:pt x="10662" y="1546"/>
                  <a:pt x="10024" y="2417"/>
                  <a:pt x="9541" y="3318"/>
                </a:cubicBezTo>
                <a:cubicBezTo>
                  <a:pt x="8674" y="4919"/>
                  <a:pt x="7906" y="6554"/>
                  <a:pt x="7172" y="8221"/>
                </a:cubicBezTo>
                <a:cubicBezTo>
                  <a:pt x="6872" y="5953"/>
                  <a:pt x="6339" y="3752"/>
                  <a:pt x="5538" y="1583"/>
                </a:cubicBezTo>
                <a:cubicBezTo>
                  <a:pt x="5440" y="1314"/>
                  <a:pt x="5163" y="1081"/>
                  <a:pt x="4864" y="1081"/>
                </a:cubicBezTo>
                <a:cubicBezTo>
                  <a:pt x="4755" y="1081"/>
                  <a:pt x="4644" y="1112"/>
                  <a:pt x="4537" y="1183"/>
                </a:cubicBezTo>
                <a:cubicBezTo>
                  <a:pt x="1435" y="3485"/>
                  <a:pt x="1" y="7254"/>
                  <a:pt x="868" y="11023"/>
                </a:cubicBezTo>
                <a:cubicBezTo>
                  <a:pt x="934" y="11276"/>
                  <a:pt x="1123" y="11386"/>
                  <a:pt x="1318" y="11386"/>
                </a:cubicBezTo>
                <a:cubicBezTo>
                  <a:pt x="1610" y="11386"/>
                  <a:pt x="1915" y="11137"/>
                  <a:pt x="1835" y="10757"/>
                </a:cubicBezTo>
                <a:cubicBezTo>
                  <a:pt x="1302" y="7788"/>
                  <a:pt x="2302" y="4819"/>
                  <a:pt x="4571" y="2851"/>
                </a:cubicBezTo>
                <a:cubicBezTo>
                  <a:pt x="5405" y="5453"/>
                  <a:pt x="5905" y="8055"/>
                  <a:pt x="6005" y="10790"/>
                </a:cubicBezTo>
                <a:cubicBezTo>
                  <a:pt x="6026" y="11192"/>
                  <a:pt x="6410" y="11487"/>
                  <a:pt x="6764" y="11487"/>
                </a:cubicBezTo>
                <a:cubicBezTo>
                  <a:pt x="6968" y="11487"/>
                  <a:pt x="7163" y="11389"/>
                  <a:pt x="7273" y="11157"/>
                </a:cubicBezTo>
                <a:cubicBezTo>
                  <a:pt x="7973" y="9723"/>
                  <a:pt x="8674" y="8288"/>
                  <a:pt x="9341" y="6887"/>
                </a:cubicBezTo>
                <a:cubicBezTo>
                  <a:pt x="9796" y="5951"/>
                  <a:pt x="10674" y="3307"/>
                  <a:pt x="11872" y="3307"/>
                </a:cubicBezTo>
                <a:cubicBezTo>
                  <a:pt x="12253" y="3307"/>
                  <a:pt x="12667" y="3575"/>
                  <a:pt x="13110" y="4252"/>
                </a:cubicBezTo>
                <a:cubicBezTo>
                  <a:pt x="13710" y="5153"/>
                  <a:pt x="13477" y="6620"/>
                  <a:pt x="13710" y="7688"/>
                </a:cubicBezTo>
                <a:cubicBezTo>
                  <a:pt x="13911" y="8622"/>
                  <a:pt x="14278" y="9356"/>
                  <a:pt x="15011" y="9989"/>
                </a:cubicBezTo>
                <a:cubicBezTo>
                  <a:pt x="15163" y="10116"/>
                  <a:pt x="15363" y="10180"/>
                  <a:pt x="15560" y="10180"/>
                </a:cubicBezTo>
                <a:cubicBezTo>
                  <a:pt x="15882" y="10180"/>
                  <a:pt x="16196" y="10008"/>
                  <a:pt x="16279" y="9656"/>
                </a:cubicBezTo>
                <a:cubicBezTo>
                  <a:pt x="16613" y="8188"/>
                  <a:pt x="16946" y="6720"/>
                  <a:pt x="17280" y="5219"/>
                </a:cubicBezTo>
                <a:cubicBezTo>
                  <a:pt x="17446" y="4552"/>
                  <a:pt x="17580" y="3885"/>
                  <a:pt x="17747" y="3218"/>
                </a:cubicBezTo>
                <a:cubicBezTo>
                  <a:pt x="17780" y="2818"/>
                  <a:pt x="17913" y="2451"/>
                  <a:pt x="18047" y="2084"/>
                </a:cubicBezTo>
                <a:cubicBezTo>
                  <a:pt x="18064" y="1858"/>
                  <a:pt x="18118" y="1750"/>
                  <a:pt x="18203" y="1750"/>
                </a:cubicBezTo>
                <a:cubicBezTo>
                  <a:pt x="18281" y="1750"/>
                  <a:pt x="18386" y="1841"/>
                  <a:pt x="18514" y="2017"/>
                </a:cubicBezTo>
                <a:cubicBezTo>
                  <a:pt x="19114" y="2217"/>
                  <a:pt x="20082" y="5119"/>
                  <a:pt x="20382" y="5686"/>
                </a:cubicBezTo>
                <a:lnTo>
                  <a:pt x="22583" y="10123"/>
                </a:lnTo>
                <a:cubicBezTo>
                  <a:pt x="22716" y="10389"/>
                  <a:pt x="22999" y="10517"/>
                  <a:pt x="23285" y="10517"/>
                </a:cubicBezTo>
                <a:cubicBezTo>
                  <a:pt x="23646" y="10517"/>
                  <a:pt x="24010" y="10313"/>
                  <a:pt x="24085" y="9923"/>
                </a:cubicBezTo>
                <a:cubicBezTo>
                  <a:pt x="24518" y="7554"/>
                  <a:pt x="25419" y="5453"/>
                  <a:pt x="26820" y="3551"/>
                </a:cubicBezTo>
                <a:cubicBezTo>
                  <a:pt x="27654" y="6253"/>
                  <a:pt x="28488" y="8955"/>
                  <a:pt x="29288" y="11657"/>
                </a:cubicBezTo>
                <a:cubicBezTo>
                  <a:pt x="29418" y="12062"/>
                  <a:pt x="29724" y="12241"/>
                  <a:pt x="30039" y="12241"/>
                </a:cubicBezTo>
                <a:cubicBezTo>
                  <a:pt x="30451" y="12241"/>
                  <a:pt x="30880" y="11934"/>
                  <a:pt x="30956" y="11424"/>
                </a:cubicBezTo>
                <a:cubicBezTo>
                  <a:pt x="31290" y="8622"/>
                  <a:pt x="32090" y="5953"/>
                  <a:pt x="33358" y="3451"/>
                </a:cubicBezTo>
                <a:cubicBezTo>
                  <a:pt x="34826" y="5686"/>
                  <a:pt x="36093" y="8021"/>
                  <a:pt x="37094" y="10490"/>
                </a:cubicBezTo>
                <a:cubicBezTo>
                  <a:pt x="37265" y="10893"/>
                  <a:pt x="37652" y="11102"/>
                  <a:pt x="38018" y="11102"/>
                </a:cubicBezTo>
                <a:cubicBezTo>
                  <a:pt x="38438" y="11102"/>
                  <a:pt x="38828" y="10827"/>
                  <a:pt x="38828" y="10256"/>
                </a:cubicBezTo>
                <a:cubicBezTo>
                  <a:pt x="38828" y="8955"/>
                  <a:pt x="38995" y="7654"/>
                  <a:pt x="39395" y="6387"/>
                </a:cubicBezTo>
                <a:cubicBezTo>
                  <a:pt x="39596" y="5853"/>
                  <a:pt x="39896" y="4752"/>
                  <a:pt x="40329" y="4385"/>
                </a:cubicBezTo>
                <a:cubicBezTo>
                  <a:pt x="40546" y="4203"/>
                  <a:pt x="40696" y="4122"/>
                  <a:pt x="40817" y="4122"/>
                </a:cubicBezTo>
                <a:cubicBezTo>
                  <a:pt x="41052" y="4122"/>
                  <a:pt x="41178" y="4424"/>
                  <a:pt x="41464" y="4886"/>
                </a:cubicBezTo>
                <a:cubicBezTo>
                  <a:pt x="42798" y="6987"/>
                  <a:pt x="43598" y="9622"/>
                  <a:pt x="44633" y="11891"/>
                </a:cubicBezTo>
                <a:cubicBezTo>
                  <a:pt x="44771" y="12196"/>
                  <a:pt x="45048" y="12328"/>
                  <a:pt x="45339" y="12328"/>
                </a:cubicBezTo>
                <a:cubicBezTo>
                  <a:pt x="45747" y="12328"/>
                  <a:pt x="46183" y="12067"/>
                  <a:pt x="46300" y="11657"/>
                </a:cubicBezTo>
                <a:cubicBezTo>
                  <a:pt x="47068" y="8889"/>
                  <a:pt x="48202" y="6253"/>
                  <a:pt x="49669" y="3785"/>
                </a:cubicBezTo>
                <a:cubicBezTo>
                  <a:pt x="50937" y="6320"/>
                  <a:pt x="51938" y="8955"/>
                  <a:pt x="52638" y="11757"/>
                </a:cubicBezTo>
                <a:cubicBezTo>
                  <a:pt x="52755" y="12191"/>
                  <a:pt x="53147" y="12408"/>
                  <a:pt x="53539" y="12408"/>
                </a:cubicBezTo>
                <a:cubicBezTo>
                  <a:pt x="53931" y="12408"/>
                  <a:pt x="54323" y="12191"/>
                  <a:pt x="54440" y="11757"/>
                </a:cubicBezTo>
                <a:cubicBezTo>
                  <a:pt x="54907" y="9756"/>
                  <a:pt x="55374" y="7788"/>
                  <a:pt x="55841" y="5820"/>
                </a:cubicBezTo>
                <a:cubicBezTo>
                  <a:pt x="56241" y="7588"/>
                  <a:pt x="56274" y="9422"/>
                  <a:pt x="55941" y="11290"/>
                </a:cubicBezTo>
                <a:cubicBezTo>
                  <a:pt x="55820" y="11971"/>
                  <a:pt x="56410" y="12424"/>
                  <a:pt x="56944" y="12424"/>
                </a:cubicBezTo>
                <a:cubicBezTo>
                  <a:pt x="57298" y="12424"/>
                  <a:pt x="57629" y="12224"/>
                  <a:pt x="57709" y="11757"/>
                </a:cubicBezTo>
                <a:cubicBezTo>
                  <a:pt x="58342" y="8388"/>
                  <a:pt x="57942" y="5153"/>
                  <a:pt x="56508" y="2017"/>
                </a:cubicBezTo>
                <a:cubicBezTo>
                  <a:pt x="56353" y="1707"/>
                  <a:pt x="56055" y="1570"/>
                  <a:pt x="55750" y="1570"/>
                </a:cubicBezTo>
                <a:cubicBezTo>
                  <a:pt x="55333" y="1570"/>
                  <a:pt x="54903" y="1827"/>
                  <a:pt x="54806" y="2250"/>
                </a:cubicBezTo>
                <a:cubicBezTo>
                  <a:pt x="54339" y="4152"/>
                  <a:pt x="53906" y="6053"/>
                  <a:pt x="53439" y="7955"/>
                </a:cubicBezTo>
                <a:cubicBezTo>
                  <a:pt x="52672" y="5720"/>
                  <a:pt x="51671" y="3585"/>
                  <a:pt x="50503" y="1483"/>
                </a:cubicBezTo>
                <a:cubicBezTo>
                  <a:pt x="50341" y="1192"/>
                  <a:pt x="50054" y="1058"/>
                  <a:pt x="49759" y="1058"/>
                </a:cubicBezTo>
                <a:cubicBezTo>
                  <a:pt x="49446" y="1058"/>
                  <a:pt x="49124" y="1209"/>
                  <a:pt x="48936" y="1483"/>
                </a:cubicBezTo>
                <a:cubicBezTo>
                  <a:pt x="47401" y="3818"/>
                  <a:pt x="46167" y="6287"/>
                  <a:pt x="45266" y="8889"/>
                </a:cubicBezTo>
                <a:cubicBezTo>
                  <a:pt x="44633" y="7488"/>
                  <a:pt x="43999" y="6087"/>
                  <a:pt x="43332" y="4686"/>
                </a:cubicBezTo>
                <a:cubicBezTo>
                  <a:pt x="42841" y="3540"/>
                  <a:pt x="42382" y="1882"/>
                  <a:pt x="40885" y="1882"/>
                </a:cubicBezTo>
                <a:cubicBezTo>
                  <a:pt x="40856" y="1882"/>
                  <a:pt x="40826" y="1882"/>
                  <a:pt x="40796" y="1884"/>
                </a:cubicBezTo>
                <a:cubicBezTo>
                  <a:pt x="38828" y="1984"/>
                  <a:pt x="37828" y="4552"/>
                  <a:pt x="37394" y="6954"/>
                </a:cubicBezTo>
                <a:cubicBezTo>
                  <a:pt x="36427" y="4986"/>
                  <a:pt x="35293" y="3151"/>
                  <a:pt x="34025" y="1350"/>
                </a:cubicBezTo>
                <a:cubicBezTo>
                  <a:pt x="33833" y="1088"/>
                  <a:pt x="33523" y="936"/>
                  <a:pt x="33223" y="936"/>
                </a:cubicBezTo>
                <a:cubicBezTo>
                  <a:pt x="32949" y="936"/>
                  <a:pt x="32683" y="1063"/>
                  <a:pt x="32524" y="1350"/>
                </a:cubicBezTo>
                <a:cubicBezTo>
                  <a:pt x="31323" y="3451"/>
                  <a:pt x="30489" y="5653"/>
                  <a:pt x="29922" y="7955"/>
                </a:cubicBezTo>
                <a:cubicBezTo>
                  <a:pt x="29255" y="5820"/>
                  <a:pt x="28621" y="3718"/>
                  <a:pt x="27954" y="1617"/>
                </a:cubicBezTo>
                <a:cubicBezTo>
                  <a:pt x="27846" y="1251"/>
                  <a:pt x="27490" y="1010"/>
                  <a:pt x="27133" y="1010"/>
                </a:cubicBezTo>
                <a:cubicBezTo>
                  <a:pt x="26937" y="1010"/>
                  <a:pt x="26740" y="1084"/>
                  <a:pt x="26586" y="1250"/>
                </a:cubicBezTo>
                <a:cubicBezTo>
                  <a:pt x="24952" y="3084"/>
                  <a:pt x="23751" y="5119"/>
                  <a:pt x="23050" y="7354"/>
                </a:cubicBezTo>
                <a:cubicBezTo>
                  <a:pt x="22250" y="5820"/>
                  <a:pt x="21449" y="4252"/>
                  <a:pt x="20682" y="2684"/>
                </a:cubicBezTo>
                <a:cubicBezTo>
                  <a:pt x="20176" y="1703"/>
                  <a:pt x="19609" y="0"/>
                  <a:pt x="18298" y="0"/>
                </a:cubicBezTo>
                <a:close/>
              </a:path>
            </a:pathLst>
          </a:custGeom>
          <a:solidFill>
            <a:schemeClr val="dk1">
              <a:alpha val="47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6" name="Google Shape;996;p59"/>
          <p:cNvSpPr/>
          <p:nvPr/>
        </p:nvSpPr>
        <p:spPr>
          <a:xfrm>
            <a:off x="3424700" y="4523425"/>
            <a:ext cx="1458575" cy="310600"/>
          </a:xfrm>
          <a:custGeom>
            <a:avLst/>
            <a:gdLst/>
            <a:ahLst/>
            <a:cxnLst/>
            <a:rect l="l" t="t" r="r" b="b"/>
            <a:pathLst>
              <a:path w="58343" h="12424" extrusionOk="0">
                <a:moveTo>
                  <a:pt x="18298" y="0"/>
                </a:moveTo>
                <a:cubicBezTo>
                  <a:pt x="18228" y="0"/>
                  <a:pt x="18155" y="5"/>
                  <a:pt x="18080" y="16"/>
                </a:cubicBezTo>
                <a:cubicBezTo>
                  <a:pt x="17180" y="149"/>
                  <a:pt x="16713" y="1016"/>
                  <a:pt x="16479" y="1783"/>
                </a:cubicBezTo>
                <a:cubicBezTo>
                  <a:pt x="15879" y="3551"/>
                  <a:pt x="15545" y="5486"/>
                  <a:pt x="15212" y="7354"/>
                </a:cubicBezTo>
                <a:cubicBezTo>
                  <a:pt x="14544" y="5086"/>
                  <a:pt x="14878" y="1750"/>
                  <a:pt x="11943" y="1550"/>
                </a:cubicBezTo>
                <a:cubicBezTo>
                  <a:pt x="11899" y="1548"/>
                  <a:pt x="11857" y="1546"/>
                  <a:pt x="11815" y="1546"/>
                </a:cubicBezTo>
                <a:cubicBezTo>
                  <a:pt x="10662" y="1546"/>
                  <a:pt x="10024" y="2417"/>
                  <a:pt x="9541" y="3318"/>
                </a:cubicBezTo>
                <a:cubicBezTo>
                  <a:pt x="8674" y="4919"/>
                  <a:pt x="7906" y="6554"/>
                  <a:pt x="7172" y="8221"/>
                </a:cubicBezTo>
                <a:cubicBezTo>
                  <a:pt x="6872" y="5953"/>
                  <a:pt x="6339" y="3752"/>
                  <a:pt x="5538" y="1583"/>
                </a:cubicBezTo>
                <a:cubicBezTo>
                  <a:pt x="5440" y="1314"/>
                  <a:pt x="5163" y="1081"/>
                  <a:pt x="4864" y="1081"/>
                </a:cubicBezTo>
                <a:cubicBezTo>
                  <a:pt x="4755" y="1081"/>
                  <a:pt x="4644" y="1112"/>
                  <a:pt x="4537" y="1183"/>
                </a:cubicBezTo>
                <a:cubicBezTo>
                  <a:pt x="1435" y="3485"/>
                  <a:pt x="1" y="7254"/>
                  <a:pt x="868" y="11023"/>
                </a:cubicBezTo>
                <a:cubicBezTo>
                  <a:pt x="934" y="11276"/>
                  <a:pt x="1123" y="11386"/>
                  <a:pt x="1318" y="11386"/>
                </a:cubicBezTo>
                <a:cubicBezTo>
                  <a:pt x="1610" y="11386"/>
                  <a:pt x="1915" y="11137"/>
                  <a:pt x="1835" y="10757"/>
                </a:cubicBezTo>
                <a:cubicBezTo>
                  <a:pt x="1302" y="7788"/>
                  <a:pt x="2302" y="4819"/>
                  <a:pt x="4571" y="2851"/>
                </a:cubicBezTo>
                <a:cubicBezTo>
                  <a:pt x="5405" y="5453"/>
                  <a:pt x="5905" y="8055"/>
                  <a:pt x="6005" y="10790"/>
                </a:cubicBezTo>
                <a:cubicBezTo>
                  <a:pt x="6026" y="11192"/>
                  <a:pt x="6410" y="11487"/>
                  <a:pt x="6764" y="11487"/>
                </a:cubicBezTo>
                <a:cubicBezTo>
                  <a:pt x="6968" y="11487"/>
                  <a:pt x="7163" y="11389"/>
                  <a:pt x="7273" y="11157"/>
                </a:cubicBezTo>
                <a:cubicBezTo>
                  <a:pt x="7973" y="9723"/>
                  <a:pt x="8674" y="8288"/>
                  <a:pt x="9341" y="6887"/>
                </a:cubicBezTo>
                <a:cubicBezTo>
                  <a:pt x="9796" y="5951"/>
                  <a:pt x="10674" y="3307"/>
                  <a:pt x="11872" y="3307"/>
                </a:cubicBezTo>
                <a:cubicBezTo>
                  <a:pt x="12253" y="3307"/>
                  <a:pt x="12667" y="3575"/>
                  <a:pt x="13110" y="4252"/>
                </a:cubicBezTo>
                <a:cubicBezTo>
                  <a:pt x="13710" y="5153"/>
                  <a:pt x="13477" y="6620"/>
                  <a:pt x="13710" y="7688"/>
                </a:cubicBezTo>
                <a:cubicBezTo>
                  <a:pt x="13911" y="8622"/>
                  <a:pt x="14278" y="9356"/>
                  <a:pt x="15011" y="9989"/>
                </a:cubicBezTo>
                <a:cubicBezTo>
                  <a:pt x="15163" y="10116"/>
                  <a:pt x="15363" y="10180"/>
                  <a:pt x="15560" y="10180"/>
                </a:cubicBezTo>
                <a:cubicBezTo>
                  <a:pt x="15882" y="10180"/>
                  <a:pt x="16196" y="10008"/>
                  <a:pt x="16279" y="9656"/>
                </a:cubicBezTo>
                <a:cubicBezTo>
                  <a:pt x="16613" y="8188"/>
                  <a:pt x="16946" y="6720"/>
                  <a:pt x="17280" y="5219"/>
                </a:cubicBezTo>
                <a:cubicBezTo>
                  <a:pt x="17446" y="4552"/>
                  <a:pt x="17580" y="3885"/>
                  <a:pt x="17747" y="3218"/>
                </a:cubicBezTo>
                <a:cubicBezTo>
                  <a:pt x="17780" y="2818"/>
                  <a:pt x="17913" y="2451"/>
                  <a:pt x="18047" y="2084"/>
                </a:cubicBezTo>
                <a:cubicBezTo>
                  <a:pt x="18064" y="1858"/>
                  <a:pt x="18118" y="1750"/>
                  <a:pt x="18203" y="1750"/>
                </a:cubicBezTo>
                <a:cubicBezTo>
                  <a:pt x="18281" y="1750"/>
                  <a:pt x="18386" y="1841"/>
                  <a:pt x="18514" y="2017"/>
                </a:cubicBezTo>
                <a:cubicBezTo>
                  <a:pt x="19114" y="2217"/>
                  <a:pt x="20082" y="5119"/>
                  <a:pt x="20382" y="5686"/>
                </a:cubicBezTo>
                <a:lnTo>
                  <a:pt x="22583" y="10123"/>
                </a:lnTo>
                <a:cubicBezTo>
                  <a:pt x="22716" y="10389"/>
                  <a:pt x="22999" y="10517"/>
                  <a:pt x="23285" y="10517"/>
                </a:cubicBezTo>
                <a:cubicBezTo>
                  <a:pt x="23646" y="10517"/>
                  <a:pt x="24010" y="10313"/>
                  <a:pt x="24085" y="9923"/>
                </a:cubicBezTo>
                <a:cubicBezTo>
                  <a:pt x="24518" y="7554"/>
                  <a:pt x="25419" y="5453"/>
                  <a:pt x="26820" y="3551"/>
                </a:cubicBezTo>
                <a:cubicBezTo>
                  <a:pt x="27654" y="6253"/>
                  <a:pt x="28488" y="8955"/>
                  <a:pt x="29288" y="11657"/>
                </a:cubicBezTo>
                <a:cubicBezTo>
                  <a:pt x="29418" y="12062"/>
                  <a:pt x="29724" y="12241"/>
                  <a:pt x="30039" y="12241"/>
                </a:cubicBezTo>
                <a:cubicBezTo>
                  <a:pt x="30451" y="12241"/>
                  <a:pt x="30880" y="11934"/>
                  <a:pt x="30956" y="11424"/>
                </a:cubicBezTo>
                <a:cubicBezTo>
                  <a:pt x="31290" y="8622"/>
                  <a:pt x="32090" y="5953"/>
                  <a:pt x="33358" y="3451"/>
                </a:cubicBezTo>
                <a:cubicBezTo>
                  <a:pt x="34826" y="5686"/>
                  <a:pt x="36093" y="8021"/>
                  <a:pt x="37094" y="10490"/>
                </a:cubicBezTo>
                <a:cubicBezTo>
                  <a:pt x="37265" y="10893"/>
                  <a:pt x="37652" y="11102"/>
                  <a:pt x="38018" y="11102"/>
                </a:cubicBezTo>
                <a:cubicBezTo>
                  <a:pt x="38438" y="11102"/>
                  <a:pt x="38828" y="10827"/>
                  <a:pt x="38828" y="10256"/>
                </a:cubicBezTo>
                <a:cubicBezTo>
                  <a:pt x="38828" y="8955"/>
                  <a:pt x="38995" y="7654"/>
                  <a:pt x="39395" y="6387"/>
                </a:cubicBezTo>
                <a:cubicBezTo>
                  <a:pt x="39596" y="5853"/>
                  <a:pt x="39896" y="4752"/>
                  <a:pt x="40329" y="4385"/>
                </a:cubicBezTo>
                <a:cubicBezTo>
                  <a:pt x="40546" y="4203"/>
                  <a:pt x="40696" y="4122"/>
                  <a:pt x="40817" y="4122"/>
                </a:cubicBezTo>
                <a:cubicBezTo>
                  <a:pt x="41052" y="4122"/>
                  <a:pt x="41178" y="4424"/>
                  <a:pt x="41464" y="4886"/>
                </a:cubicBezTo>
                <a:cubicBezTo>
                  <a:pt x="42798" y="6987"/>
                  <a:pt x="43598" y="9622"/>
                  <a:pt x="44633" y="11891"/>
                </a:cubicBezTo>
                <a:cubicBezTo>
                  <a:pt x="44771" y="12196"/>
                  <a:pt x="45048" y="12328"/>
                  <a:pt x="45339" y="12328"/>
                </a:cubicBezTo>
                <a:cubicBezTo>
                  <a:pt x="45747" y="12328"/>
                  <a:pt x="46183" y="12067"/>
                  <a:pt x="46300" y="11657"/>
                </a:cubicBezTo>
                <a:cubicBezTo>
                  <a:pt x="47068" y="8889"/>
                  <a:pt x="48202" y="6253"/>
                  <a:pt x="49669" y="3785"/>
                </a:cubicBezTo>
                <a:cubicBezTo>
                  <a:pt x="50937" y="6320"/>
                  <a:pt x="51938" y="8955"/>
                  <a:pt x="52638" y="11757"/>
                </a:cubicBezTo>
                <a:cubicBezTo>
                  <a:pt x="52755" y="12191"/>
                  <a:pt x="53147" y="12408"/>
                  <a:pt x="53539" y="12408"/>
                </a:cubicBezTo>
                <a:cubicBezTo>
                  <a:pt x="53931" y="12408"/>
                  <a:pt x="54323" y="12191"/>
                  <a:pt x="54440" y="11757"/>
                </a:cubicBezTo>
                <a:cubicBezTo>
                  <a:pt x="54907" y="9756"/>
                  <a:pt x="55374" y="7788"/>
                  <a:pt x="55841" y="5820"/>
                </a:cubicBezTo>
                <a:cubicBezTo>
                  <a:pt x="56241" y="7588"/>
                  <a:pt x="56274" y="9422"/>
                  <a:pt x="55941" y="11290"/>
                </a:cubicBezTo>
                <a:cubicBezTo>
                  <a:pt x="55820" y="11971"/>
                  <a:pt x="56410" y="12424"/>
                  <a:pt x="56944" y="12424"/>
                </a:cubicBezTo>
                <a:cubicBezTo>
                  <a:pt x="57298" y="12424"/>
                  <a:pt x="57629" y="12224"/>
                  <a:pt x="57709" y="11757"/>
                </a:cubicBezTo>
                <a:cubicBezTo>
                  <a:pt x="58342" y="8388"/>
                  <a:pt x="57942" y="5153"/>
                  <a:pt x="56508" y="2017"/>
                </a:cubicBezTo>
                <a:cubicBezTo>
                  <a:pt x="56353" y="1707"/>
                  <a:pt x="56055" y="1570"/>
                  <a:pt x="55750" y="1570"/>
                </a:cubicBezTo>
                <a:cubicBezTo>
                  <a:pt x="55333" y="1570"/>
                  <a:pt x="54903" y="1827"/>
                  <a:pt x="54806" y="2250"/>
                </a:cubicBezTo>
                <a:cubicBezTo>
                  <a:pt x="54339" y="4152"/>
                  <a:pt x="53906" y="6053"/>
                  <a:pt x="53439" y="7955"/>
                </a:cubicBezTo>
                <a:cubicBezTo>
                  <a:pt x="52672" y="5720"/>
                  <a:pt x="51671" y="3585"/>
                  <a:pt x="50503" y="1483"/>
                </a:cubicBezTo>
                <a:cubicBezTo>
                  <a:pt x="50341" y="1192"/>
                  <a:pt x="50054" y="1058"/>
                  <a:pt x="49759" y="1058"/>
                </a:cubicBezTo>
                <a:cubicBezTo>
                  <a:pt x="49446" y="1058"/>
                  <a:pt x="49124" y="1209"/>
                  <a:pt x="48936" y="1483"/>
                </a:cubicBezTo>
                <a:cubicBezTo>
                  <a:pt x="47401" y="3818"/>
                  <a:pt x="46167" y="6287"/>
                  <a:pt x="45266" y="8889"/>
                </a:cubicBezTo>
                <a:cubicBezTo>
                  <a:pt x="44633" y="7488"/>
                  <a:pt x="43999" y="6087"/>
                  <a:pt x="43332" y="4686"/>
                </a:cubicBezTo>
                <a:cubicBezTo>
                  <a:pt x="42841" y="3540"/>
                  <a:pt x="42382" y="1882"/>
                  <a:pt x="40885" y="1882"/>
                </a:cubicBezTo>
                <a:cubicBezTo>
                  <a:pt x="40856" y="1882"/>
                  <a:pt x="40826" y="1882"/>
                  <a:pt x="40796" y="1884"/>
                </a:cubicBezTo>
                <a:cubicBezTo>
                  <a:pt x="38828" y="1984"/>
                  <a:pt x="37828" y="4552"/>
                  <a:pt x="37394" y="6954"/>
                </a:cubicBezTo>
                <a:cubicBezTo>
                  <a:pt x="36427" y="4986"/>
                  <a:pt x="35293" y="3151"/>
                  <a:pt x="34025" y="1350"/>
                </a:cubicBezTo>
                <a:cubicBezTo>
                  <a:pt x="33833" y="1088"/>
                  <a:pt x="33523" y="936"/>
                  <a:pt x="33223" y="936"/>
                </a:cubicBezTo>
                <a:cubicBezTo>
                  <a:pt x="32949" y="936"/>
                  <a:pt x="32683" y="1063"/>
                  <a:pt x="32524" y="1350"/>
                </a:cubicBezTo>
                <a:cubicBezTo>
                  <a:pt x="31323" y="3451"/>
                  <a:pt x="30489" y="5653"/>
                  <a:pt x="29922" y="7955"/>
                </a:cubicBezTo>
                <a:cubicBezTo>
                  <a:pt x="29255" y="5820"/>
                  <a:pt x="28621" y="3718"/>
                  <a:pt x="27954" y="1617"/>
                </a:cubicBezTo>
                <a:cubicBezTo>
                  <a:pt x="27846" y="1251"/>
                  <a:pt x="27490" y="1010"/>
                  <a:pt x="27133" y="1010"/>
                </a:cubicBezTo>
                <a:cubicBezTo>
                  <a:pt x="26937" y="1010"/>
                  <a:pt x="26740" y="1084"/>
                  <a:pt x="26586" y="1250"/>
                </a:cubicBezTo>
                <a:cubicBezTo>
                  <a:pt x="24952" y="3084"/>
                  <a:pt x="23751" y="5119"/>
                  <a:pt x="23050" y="7354"/>
                </a:cubicBezTo>
                <a:cubicBezTo>
                  <a:pt x="22250" y="5820"/>
                  <a:pt x="21449" y="4252"/>
                  <a:pt x="20682" y="2684"/>
                </a:cubicBezTo>
                <a:cubicBezTo>
                  <a:pt x="20176" y="1703"/>
                  <a:pt x="19609" y="0"/>
                  <a:pt x="182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7" name="Google Shape;997;p59"/>
          <p:cNvSpPr/>
          <p:nvPr/>
        </p:nvSpPr>
        <p:spPr>
          <a:xfrm rot="5983918">
            <a:off x="2749048" y="4274772"/>
            <a:ext cx="824685" cy="655506"/>
          </a:xfrm>
          <a:custGeom>
            <a:avLst/>
            <a:gdLst/>
            <a:ahLst/>
            <a:cxnLst/>
            <a:rect l="l" t="t" r="r" b="b"/>
            <a:pathLst>
              <a:path w="8477" h="6738" extrusionOk="0">
                <a:moveTo>
                  <a:pt x="3135" y="0"/>
                </a:moveTo>
                <a:cubicBezTo>
                  <a:pt x="2788" y="0"/>
                  <a:pt x="2453" y="367"/>
                  <a:pt x="2661" y="782"/>
                </a:cubicBezTo>
                <a:cubicBezTo>
                  <a:pt x="3094" y="1583"/>
                  <a:pt x="3495" y="2350"/>
                  <a:pt x="3928" y="3151"/>
                </a:cubicBezTo>
                <a:cubicBezTo>
                  <a:pt x="2861" y="3751"/>
                  <a:pt x="1760" y="4218"/>
                  <a:pt x="526" y="4585"/>
                </a:cubicBezTo>
                <a:cubicBezTo>
                  <a:pt x="1" y="4739"/>
                  <a:pt x="162" y="5467"/>
                  <a:pt x="640" y="5467"/>
                </a:cubicBezTo>
                <a:cubicBezTo>
                  <a:pt x="678" y="5467"/>
                  <a:pt x="718" y="5462"/>
                  <a:pt x="759" y="5452"/>
                </a:cubicBezTo>
                <a:cubicBezTo>
                  <a:pt x="2027" y="5152"/>
                  <a:pt x="3295" y="4718"/>
                  <a:pt x="4462" y="4151"/>
                </a:cubicBezTo>
                <a:cubicBezTo>
                  <a:pt x="4896" y="4919"/>
                  <a:pt x="5329" y="5686"/>
                  <a:pt x="5763" y="6420"/>
                </a:cubicBezTo>
                <a:cubicBezTo>
                  <a:pt x="5906" y="6645"/>
                  <a:pt x="6112" y="6738"/>
                  <a:pt x="6316" y="6738"/>
                </a:cubicBezTo>
                <a:cubicBezTo>
                  <a:pt x="6778" y="6738"/>
                  <a:pt x="7231" y="6261"/>
                  <a:pt x="6930" y="5752"/>
                </a:cubicBezTo>
                <a:cubicBezTo>
                  <a:pt x="6497" y="4985"/>
                  <a:pt x="6063" y="4251"/>
                  <a:pt x="5596" y="3518"/>
                </a:cubicBezTo>
                <a:cubicBezTo>
                  <a:pt x="6463" y="2984"/>
                  <a:pt x="7297" y="2383"/>
                  <a:pt x="8031" y="1683"/>
                </a:cubicBezTo>
                <a:cubicBezTo>
                  <a:pt x="8476" y="1238"/>
                  <a:pt x="8038" y="629"/>
                  <a:pt x="7555" y="629"/>
                </a:cubicBezTo>
                <a:cubicBezTo>
                  <a:pt x="7422" y="629"/>
                  <a:pt x="7286" y="675"/>
                  <a:pt x="7164" y="782"/>
                </a:cubicBezTo>
                <a:cubicBezTo>
                  <a:pt x="6463" y="1416"/>
                  <a:pt x="5730" y="1983"/>
                  <a:pt x="4996" y="2483"/>
                </a:cubicBezTo>
                <a:cubicBezTo>
                  <a:pt x="4529" y="1750"/>
                  <a:pt x="4028" y="982"/>
                  <a:pt x="3561" y="249"/>
                </a:cubicBezTo>
                <a:cubicBezTo>
                  <a:pt x="3448" y="73"/>
                  <a:pt x="3290" y="0"/>
                  <a:pt x="313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8" name="Google Shape;998;p59"/>
          <p:cNvSpPr/>
          <p:nvPr/>
        </p:nvSpPr>
        <p:spPr>
          <a:xfrm rot="5983991">
            <a:off x="2858718" y="4186889"/>
            <a:ext cx="340955" cy="295135"/>
          </a:xfrm>
          <a:custGeom>
            <a:avLst/>
            <a:gdLst/>
            <a:ahLst/>
            <a:cxnLst/>
            <a:rect l="l" t="t" r="r" b="b"/>
            <a:pathLst>
              <a:path w="7907" h="6844" extrusionOk="0">
                <a:moveTo>
                  <a:pt x="3695" y="1308"/>
                </a:moveTo>
                <a:cubicBezTo>
                  <a:pt x="4238" y="1308"/>
                  <a:pt x="4789" y="1500"/>
                  <a:pt x="5171" y="1906"/>
                </a:cubicBezTo>
                <a:cubicBezTo>
                  <a:pt x="6072" y="2906"/>
                  <a:pt x="6139" y="4474"/>
                  <a:pt x="4938" y="5208"/>
                </a:cubicBezTo>
                <a:cubicBezTo>
                  <a:pt x="4536" y="5449"/>
                  <a:pt x="4058" y="5577"/>
                  <a:pt x="3588" y="5577"/>
                </a:cubicBezTo>
                <a:cubicBezTo>
                  <a:pt x="2887" y="5577"/>
                  <a:pt x="2201" y="5293"/>
                  <a:pt x="1802" y="4674"/>
                </a:cubicBezTo>
                <a:cubicBezTo>
                  <a:pt x="1669" y="4408"/>
                  <a:pt x="1569" y="4141"/>
                  <a:pt x="1535" y="3874"/>
                </a:cubicBezTo>
                <a:cubicBezTo>
                  <a:pt x="1769" y="3774"/>
                  <a:pt x="1969" y="3540"/>
                  <a:pt x="1902" y="3207"/>
                </a:cubicBezTo>
                <a:cubicBezTo>
                  <a:pt x="1685" y="1987"/>
                  <a:pt x="2675" y="1308"/>
                  <a:pt x="3695" y="1308"/>
                </a:cubicBezTo>
                <a:close/>
                <a:moveTo>
                  <a:pt x="3813" y="1"/>
                </a:moveTo>
                <a:cubicBezTo>
                  <a:pt x="2836" y="1"/>
                  <a:pt x="1873" y="467"/>
                  <a:pt x="1302" y="1205"/>
                </a:cubicBezTo>
                <a:cubicBezTo>
                  <a:pt x="201" y="2373"/>
                  <a:pt x="1" y="4341"/>
                  <a:pt x="1035" y="5642"/>
                </a:cubicBezTo>
                <a:cubicBezTo>
                  <a:pt x="1672" y="6458"/>
                  <a:pt x="2645" y="6843"/>
                  <a:pt x="3628" y="6843"/>
                </a:cubicBezTo>
                <a:cubicBezTo>
                  <a:pt x="4654" y="6843"/>
                  <a:pt x="5691" y="6425"/>
                  <a:pt x="6372" y="5642"/>
                </a:cubicBezTo>
                <a:cubicBezTo>
                  <a:pt x="7907" y="3907"/>
                  <a:pt x="6973" y="1105"/>
                  <a:pt x="4971" y="238"/>
                </a:cubicBezTo>
                <a:cubicBezTo>
                  <a:pt x="4599" y="76"/>
                  <a:pt x="4205" y="1"/>
                  <a:pt x="3813" y="1"/>
                </a:cubicBezTo>
                <a:close/>
              </a:path>
            </a:pathLst>
          </a:custGeom>
          <a:solidFill>
            <a:schemeClr val="dk1">
              <a:alpha val="47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jalla One"/>
              <a:buNone/>
              <a:defRPr sz="3000" b="1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jalla One"/>
              <a:buNone/>
              <a:defRPr sz="3000" b="1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jalla One"/>
              <a:buNone/>
              <a:defRPr sz="3000" b="1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jalla One"/>
              <a:buNone/>
              <a:defRPr sz="3000" b="1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jalla One"/>
              <a:buNone/>
              <a:defRPr sz="3000" b="1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jalla One"/>
              <a:buNone/>
              <a:defRPr sz="3000" b="1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jalla One"/>
              <a:buNone/>
              <a:defRPr sz="3000" b="1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jalla One"/>
              <a:buNone/>
              <a:defRPr sz="3000" b="1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jalla One"/>
              <a:buNone/>
              <a:defRPr sz="3000" b="1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loria Hallelujah"/>
              <a:buChar char="●"/>
              <a:defRPr sz="1800">
                <a:solidFill>
                  <a:schemeClr val="dk1"/>
                </a:solidFill>
                <a:latin typeface="Gloria Hallelujah"/>
                <a:ea typeface="Gloria Hallelujah"/>
                <a:cs typeface="Gloria Hallelujah"/>
                <a:sym typeface="Gloria Hallelujah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loria Hallelujah"/>
              <a:buChar char="○"/>
              <a:defRPr>
                <a:solidFill>
                  <a:schemeClr val="dk1"/>
                </a:solidFill>
                <a:latin typeface="Gloria Hallelujah"/>
                <a:ea typeface="Gloria Hallelujah"/>
                <a:cs typeface="Gloria Hallelujah"/>
                <a:sym typeface="Gloria Hallelujah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loria Hallelujah"/>
              <a:buChar char="■"/>
              <a:defRPr>
                <a:solidFill>
                  <a:schemeClr val="dk1"/>
                </a:solidFill>
                <a:latin typeface="Gloria Hallelujah"/>
                <a:ea typeface="Gloria Hallelujah"/>
                <a:cs typeface="Gloria Hallelujah"/>
                <a:sym typeface="Gloria Hallelujah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loria Hallelujah"/>
              <a:buChar char="●"/>
              <a:defRPr>
                <a:solidFill>
                  <a:schemeClr val="dk1"/>
                </a:solidFill>
                <a:latin typeface="Gloria Hallelujah"/>
                <a:ea typeface="Gloria Hallelujah"/>
                <a:cs typeface="Gloria Hallelujah"/>
                <a:sym typeface="Gloria Hallelujah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loria Hallelujah"/>
              <a:buChar char="○"/>
              <a:defRPr>
                <a:solidFill>
                  <a:schemeClr val="dk1"/>
                </a:solidFill>
                <a:latin typeface="Gloria Hallelujah"/>
                <a:ea typeface="Gloria Hallelujah"/>
                <a:cs typeface="Gloria Hallelujah"/>
                <a:sym typeface="Gloria Hallelujah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loria Hallelujah"/>
              <a:buChar char="■"/>
              <a:defRPr>
                <a:solidFill>
                  <a:schemeClr val="dk1"/>
                </a:solidFill>
                <a:latin typeface="Gloria Hallelujah"/>
                <a:ea typeface="Gloria Hallelujah"/>
                <a:cs typeface="Gloria Hallelujah"/>
                <a:sym typeface="Gloria Hallelujah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loria Hallelujah"/>
              <a:buChar char="●"/>
              <a:defRPr>
                <a:solidFill>
                  <a:schemeClr val="dk1"/>
                </a:solidFill>
                <a:latin typeface="Gloria Hallelujah"/>
                <a:ea typeface="Gloria Hallelujah"/>
                <a:cs typeface="Gloria Hallelujah"/>
                <a:sym typeface="Gloria Hallelujah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loria Hallelujah"/>
              <a:buChar char="○"/>
              <a:defRPr>
                <a:solidFill>
                  <a:schemeClr val="dk1"/>
                </a:solidFill>
                <a:latin typeface="Gloria Hallelujah"/>
                <a:ea typeface="Gloria Hallelujah"/>
                <a:cs typeface="Gloria Hallelujah"/>
                <a:sym typeface="Gloria Hallelujah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loria Hallelujah"/>
              <a:buChar char="■"/>
              <a:defRPr>
                <a:solidFill>
                  <a:schemeClr val="dk1"/>
                </a:solidFill>
                <a:latin typeface="Gloria Hallelujah"/>
                <a:ea typeface="Gloria Hallelujah"/>
                <a:cs typeface="Gloria Hallelujah"/>
                <a:sym typeface="Gloria Hallelujah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rgbClr val="A64D79"/>
                </a:solidFill>
              </a:defRPr>
            </a:lvl1pPr>
            <a:lvl2pPr lvl="1" algn="r">
              <a:buNone/>
              <a:defRPr sz="1000">
                <a:solidFill>
                  <a:srgbClr val="A64D79"/>
                </a:solidFill>
              </a:defRPr>
            </a:lvl2pPr>
            <a:lvl3pPr lvl="2" algn="r">
              <a:buNone/>
              <a:defRPr sz="1000">
                <a:solidFill>
                  <a:srgbClr val="A64D79"/>
                </a:solidFill>
              </a:defRPr>
            </a:lvl3pPr>
            <a:lvl4pPr lvl="3" algn="r">
              <a:buNone/>
              <a:defRPr sz="1000">
                <a:solidFill>
                  <a:srgbClr val="A64D79"/>
                </a:solidFill>
              </a:defRPr>
            </a:lvl4pPr>
            <a:lvl5pPr lvl="4" algn="r">
              <a:buNone/>
              <a:defRPr sz="1000">
                <a:solidFill>
                  <a:srgbClr val="A64D79"/>
                </a:solidFill>
              </a:defRPr>
            </a:lvl5pPr>
            <a:lvl6pPr lvl="5" algn="r">
              <a:buNone/>
              <a:defRPr sz="1000">
                <a:solidFill>
                  <a:srgbClr val="A64D79"/>
                </a:solidFill>
              </a:defRPr>
            </a:lvl6pPr>
            <a:lvl7pPr lvl="6" algn="r">
              <a:buNone/>
              <a:defRPr sz="1000">
                <a:solidFill>
                  <a:srgbClr val="A64D79"/>
                </a:solidFill>
              </a:defRPr>
            </a:lvl7pPr>
            <a:lvl8pPr lvl="7" algn="r">
              <a:buNone/>
              <a:defRPr sz="1000">
                <a:solidFill>
                  <a:srgbClr val="A64D79"/>
                </a:solidFill>
              </a:defRPr>
            </a:lvl8pPr>
            <a:lvl9pPr lvl="8" algn="r">
              <a:buNone/>
              <a:defRPr sz="1000">
                <a:solidFill>
                  <a:srgbClr val="A64D79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4" r:id="rId3"/>
    <p:sldLayoutId id="2147483658" r:id="rId4"/>
    <p:sldLayoutId id="2147483659" r:id="rId5"/>
    <p:sldLayoutId id="2147483671" r:id="rId6"/>
    <p:sldLayoutId id="2147483703" r:id="rId7"/>
    <p:sldLayoutId id="2147483704" r:id="rId8"/>
    <p:sldLayoutId id="2147483705" r:id="rId9"/>
  </p:sldLayoutIdLst>
  <p:transition spd="slow">
    <p:push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64"/>
          <p:cNvSpPr/>
          <p:nvPr/>
        </p:nvSpPr>
        <p:spPr>
          <a:xfrm>
            <a:off x="3963038" y="2410481"/>
            <a:ext cx="659578" cy="876203"/>
          </a:xfrm>
          <a:custGeom>
            <a:avLst/>
            <a:gdLst/>
            <a:ahLst/>
            <a:cxnLst/>
            <a:rect l="l" t="t" r="r" b="b"/>
            <a:pathLst>
              <a:path w="18281" h="24285" extrusionOk="0">
                <a:moveTo>
                  <a:pt x="18281" y="0"/>
                </a:moveTo>
                <a:lnTo>
                  <a:pt x="1669" y="1368"/>
                </a:lnTo>
                <a:lnTo>
                  <a:pt x="1" y="21749"/>
                </a:lnTo>
                <a:lnTo>
                  <a:pt x="17046" y="24284"/>
                </a:lnTo>
                <a:lnTo>
                  <a:pt x="18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1013;p64"/>
          <p:cNvSpPr/>
          <p:nvPr/>
        </p:nvSpPr>
        <p:spPr>
          <a:xfrm rot="174856">
            <a:off x="4446857" y="2294059"/>
            <a:ext cx="732316" cy="1064387"/>
          </a:xfrm>
          <a:custGeom>
            <a:avLst/>
            <a:gdLst/>
            <a:ahLst/>
            <a:cxnLst/>
            <a:rect l="l" t="t" r="r" b="b"/>
            <a:pathLst>
              <a:path w="25285" h="26820" extrusionOk="0">
                <a:moveTo>
                  <a:pt x="17879" y="0"/>
                </a:moveTo>
                <a:lnTo>
                  <a:pt x="0" y="534"/>
                </a:lnTo>
                <a:lnTo>
                  <a:pt x="901" y="26819"/>
                </a:lnTo>
                <a:lnTo>
                  <a:pt x="25285" y="23717"/>
                </a:lnTo>
                <a:lnTo>
                  <a:pt x="17879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" name="Google Shape;1014;p64"/>
          <p:cNvSpPr/>
          <p:nvPr/>
        </p:nvSpPr>
        <p:spPr>
          <a:xfrm>
            <a:off x="4840709" y="2328160"/>
            <a:ext cx="662401" cy="928239"/>
          </a:xfrm>
          <a:custGeom>
            <a:avLst/>
            <a:gdLst/>
            <a:ahLst/>
            <a:cxnLst/>
            <a:rect l="l" t="t" r="r" b="b"/>
            <a:pathLst>
              <a:path w="18981" h="25052" extrusionOk="0">
                <a:moveTo>
                  <a:pt x="1468" y="0"/>
                </a:moveTo>
                <a:lnTo>
                  <a:pt x="1" y="24418"/>
                </a:lnTo>
                <a:lnTo>
                  <a:pt x="16246" y="25052"/>
                </a:lnTo>
                <a:lnTo>
                  <a:pt x="17913" y="16012"/>
                </a:lnTo>
                <a:lnTo>
                  <a:pt x="18981" y="2035"/>
                </a:lnTo>
                <a:cubicBezTo>
                  <a:pt x="18981" y="2035"/>
                  <a:pt x="3537" y="634"/>
                  <a:pt x="146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1014;p64">
            <a:extLst>
              <a:ext uri="{FF2B5EF4-FFF2-40B4-BE49-F238E27FC236}">
                <a16:creationId xmlns:a16="http://schemas.microsoft.com/office/drawing/2014/main" id="{D4B68F8A-2DBF-BFB0-75B0-15811D62D82B}"/>
              </a:ext>
            </a:extLst>
          </p:cNvPr>
          <p:cNvSpPr/>
          <p:nvPr/>
        </p:nvSpPr>
        <p:spPr>
          <a:xfrm>
            <a:off x="4414550" y="1600945"/>
            <a:ext cx="646619" cy="712477"/>
          </a:xfrm>
          <a:custGeom>
            <a:avLst/>
            <a:gdLst/>
            <a:ahLst/>
            <a:cxnLst/>
            <a:rect l="l" t="t" r="r" b="b"/>
            <a:pathLst>
              <a:path w="18981" h="25052" extrusionOk="0">
                <a:moveTo>
                  <a:pt x="1468" y="0"/>
                </a:moveTo>
                <a:lnTo>
                  <a:pt x="1" y="24418"/>
                </a:lnTo>
                <a:lnTo>
                  <a:pt x="16246" y="25052"/>
                </a:lnTo>
                <a:lnTo>
                  <a:pt x="17913" y="16012"/>
                </a:lnTo>
                <a:lnTo>
                  <a:pt x="18981" y="2035"/>
                </a:lnTo>
                <a:cubicBezTo>
                  <a:pt x="18981" y="2035"/>
                  <a:pt x="3537" y="634"/>
                  <a:pt x="146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6" name="Google Shape;1016;p64"/>
          <p:cNvSpPr/>
          <p:nvPr/>
        </p:nvSpPr>
        <p:spPr>
          <a:xfrm rot="10634992" flipH="1">
            <a:off x="2245216" y="2175285"/>
            <a:ext cx="845809" cy="1064439"/>
          </a:xfrm>
          <a:custGeom>
            <a:avLst/>
            <a:gdLst/>
            <a:ahLst/>
            <a:cxnLst/>
            <a:rect l="l" t="t" r="r" b="b"/>
            <a:pathLst>
              <a:path w="25285" h="26820" extrusionOk="0">
                <a:moveTo>
                  <a:pt x="17879" y="0"/>
                </a:moveTo>
                <a:lnTo>
                  <a:pt x="0" y="534"/>
                </a:lnTo>
                <a:lnTo>
                  <a:pt x="901" y="26819"/>
                </a:lnTo>
                <a:lnTo>
                  <a:pt x="25285" y="23717"/>
                </a:lnTo>
                <a:lnTo>
                  <a:pt x="17879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1014;p64"/>
          <p:cNvSpPr/>
          <p:nvPr/>
        </p:nvSpPr>
        <p:spPr>
          <a:xfrm>
            <a:off x="7091595" y="2328098"/>
            <a:ext cx="785481" cy="928239"/>
          </a:xfrm>
          <a:custGeom>
            <a:avLst/>
            <a:gdLst/>
            <a:ahLst/>
            <a:cxnLst/>
            <a:rect l="l" t="t" r="r" b="b"/>
            <a:pathLst>
              <a:path w="18981" h="25052" extrusionOk="0">
                <a:moveTo>
                  <a:pt x="1468" y="0"/>
                </a:moveTo>
                <a:lnTo>
                  <a:pt x="1" y="24418"/>
                </a:lnTo>
                <a:lnTo>
                  <a:pt x="16246" y="25052"/>
                </a:lnTo>
                <a:lnTo>
                  <a:pt x="17913" y="16012"/>
                </a:lnTo>
                <a:lnTo>
                  <a:pt x="18981" y="2035"/>
                </a:lnTo>
                <a:cubicBezTo>
                  <a:pt x="18981" y="2035"/>
                  <a:pt x="3537" y="634"/>
                  <a:pt x="146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1016;p64"/>
          <p:cNvSpPr/>
          <p:nvPr/>
        </p:nvSpPr>
        <p:spPr>
          <a:xfrm rot="10634992" flipH="1">
            <a:off x="6546125" y="2213036"/>
            <a:ext cx="845809" cy="1064439"/>
          </a:xfrm>
          <a:custGeom>
            <a:avLst/>
            <a:gdLst/>
            <a:ahLst/>
            <a:cxnLst/>
            <a:rect l="l" t="t" r="r" b="b"/>
            <a:pathLst>
              <a:path w="25285" h="26820" extrusionOk="0">
                <a:moveTo>
                  <a:pt x="17879" y="0"/>
                </a:moveTo>
                <a:lnTo>
                  <a:pt x="0" y="534"/>
                </a:lnTo>
                <a:lnTo>
                  <a:pt x="901" y="26819"/>
                </a:lnTo>
                <a:lnTo>
                  <a:pt x="25285" y="23717"/>
                </a:lnTo>
                <a:lnTo>
                  <a:pt x="17879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1013;p64"/>
          <p:cNvSpPr/>
          <p:nvPr/>
        </p:nvSpPr>
        <p:spPr>
          <a:xfrm rot="174856">
            <a:off x="7722168" y="2332464"/>
            <a:ext cx="634974" cy="961186"/>
          </a:xfrm>
          <a:custGeom>
            <a:avLst/>
            <a:gdLst/>
            <a:ahLst/>
            <a:cxnLst/>
            <a:rect l="l" t="t" r="r" b="b"/>
            <a:pathLst>
              <a:path w="25285" h="26820" extrusionOk="0">
                <a:moveTo>
                  <a:pt x="17879" y="0"/>
                </a:moveTo>
                <a:lnTo>
                  <a:pt x="0" y="534"/>
                </a:lnTo>
                <a:lnTo>
                  <a:pt x="901" y="26819"/>
                </a:lnTo>
                <a:lnTo>
                  <a:pt x="25285" y="23717"/>
                </a:lnTo>
                <a:lnTo>
                  <a:pt x="17879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1013;p64"/>
          <p:cNvSpPr/>
          <p:nvPr/>
        </p:nvSpPr>
        <p:spPr>
          <a:xfrm rot="10800000">
            <a:off x="5287418" y="2226797"/>
            <a:ext cx="732316" cy="1064387"/>
          </a:xfrm>
          <a:custGeom>
            <a:avLst/>
            <a:gdLst/>
            <a:ahLst/>
            <a:cxnLst/>
            <a:rect l="l" t="t" r="r" b="b"/>
            <a:pathLst>
              <a:path w="25285" h="26820" extrusionOk="0">
                <a:moveTo>
                  <a:pt x="17879" y="0"/>
                </a:moveTo>
                <a:lnTo>
                  <a:pt x="0" y="534"/>
                </a:lnTo>
                <a:lnTo>
                  <a:pt x="901" y="26819"/>
                </a:lnTo>
                <a:lnTo>
                  <a:pt x="25285" y="23717"/>
                </a:lnTo>
                <a:lnTo>
                  <a:pt x="17879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1014;p64"/>
          <p:cNvSpPr/>
          <p:nvPr/>
        </p:nvSpPr>
        <p:spPr>
          <a:xfrm rot="9884343">
            <a:off x="5869209" y="2334867"/>
            <a:ext cx="800435" cy="928239"/>
          </a:xfrm>
          <a:custGeom>
            <a:avLst/>
            <a:gdLst/>
            <a:ahLst/>
            <a:cxnLst/>
            <a:rect l="l" t="t" r="r" b="b"/>
            <a:pathLst>
              <a:path w="18981" h="25052" extrusionOk="0">
                <a:moveTo>
                  <a:pt x="1468" y="0"/>
                </a:moveTo>
                <a:lnTo>
                  <a:pt x="1" y="24418"/>
                </a:lnTo>
                <a:lnTo>
                  <a:pt x="16246" y="25052"/>
                </a:lnTo>
                <a:lnTo>
                  <a:pt x="17913" y="16012"/>
                </a:lnTo>
                <a:lnTo>
                  <a:pt x="18981" y="2035"/>
                </a:lnTo>
                <a:cubicBezTo>
                  <a:pt x="18981" y="2035"/>
                  <a:pt x="3537" y="634"/>
                  <a:pt x="146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3" name="Google Shape;1013;p64"/>
          <p:cNvSpPr/>
          <p:nvPr/>
        </p:nvSpPr>
        <p:spPr>
          <a:xfrm rot="174856">
            <a:off x="4276420" y="604154"/>
            <a:ext cx="732316" cy="1064387"/>
          </a:xfrm>
          <a:custGeom>
            <a:avLst/>
            <a:gdLst/>
            <a:ahLst/>
            <a:cxnLst/>
            <a:rect l="l" t="t" r="r" b="b"/>
            <a:pathLst>
              <a:path w="25285" h="26820" extrusionOk="0">
                <a:moveTo>
                  <a:pt x="17879" y="0"/>
                </a:moveTo>
                <a:lnTo>
                  <a:pt x="0" y="534"/>
                </a:lnTo>
                <a:lnTo>
                  <a:pt x="901" y="26819"/>
                </a:lnTo>
                <a:lnTo>
                  <a:pt x="25285" y="23717"/>
                </a:lnTo>
                <a:lnTo>
                  <a:pt x="17879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1" name="Google Shape;1011;p64"/>
          <p:cNvSpPr/>
          <p:nvPr/>
        </p:nvSpPr>
        <p:spPr>
          <a:xfrm>
            <a:off x="4805815" y="680238"/>
            <a:ext cx="659578" cy="994816"/>
          </a:xfrm>
          <a:custGeom>
            <a:avLst/>
            <a:gdLst/>
            <a:ahLst/>
            <a:cxnLst/>
            <a:rect l="l" t="t" r="r" b="b"/>
            <a:pathLst>
              <a:path w="18281" h="24285" extrusionOk="0">
                <a:moveTo>
                  <a:pt x="18281" y="0"/>
                </a:moveTo>
                <a:lnTo>
                  <a:pt x="1669" y="1368"/>
                </a:lnTo>
                <a:lnTo>
                  <a:pt x="1" y="21749"/>
                </a:lnTo>
                <a:lnTo>
                  <a:pt x="17046" y="24284"/>
                </a:lnTo>
                <a:lnTo>
                  <a:pt x="18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4" name="Google Shape;1014;p64"/>
          <p:cNvSpPr/>
          <p:nvPr/>
        </p:nvSpPr>
        <p:spPr>
          <a:xfrm>
            <a:off x="3596324" y="757552"/>
            <a:ext cx="785481" cy="928239"/>
          </a:xfrm>
          <a:custGeom>
            <a:avLst/>
            <a:gdLst/>
            <a:ahLst/>
            <a:cxnLst/>
            <a:rect l="l" t="t" r="r" b="b"/>
            <a:pathLst>
              <a:path w="18981" h="25052" extrusionOk="0">
                <a:moveTo>
                  <a:pt x="1468" y="0"/>
                </a:moveTo>
                <a:lnTo>
                  <a:pt x="1" y="24418"/>
                </a:lnTo>
                <a:lnTo>
                  <a:pt x="16246" y="25052"/>
                </a:lnTo>
                <a:lnTo>
                  <a:pt x="17913" y="16012"/>
                </a:lnTo>
                <a:lnTo>
                  <a:pt x="18981" y="2035"/>
                </a:lnTo>
                <a:cubicBezTo>
                  <a:pt x="18981" y="2035"/>
                  <a:pt x="3537" y="634"/>
                  <a:pt x="146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5" name="Google Shape;1015;p64"/>
          <p:cNvSpPr/>
          <p:nvPr/>
        </p:nvSpPr>
        <p:spPr>
          <a:xfrm rot="511722">
            <a:off x="2809494" y="2248116"/>
            <a:ext cx="613161" cy="1064386"/>
          </a:xfrm>
          <a:custGeom>
            <a:avLst/>
            <a:gdLst/>
            <a:ahLst/>
            <a:cxnLst/>
            <a:rect l="l" t="t" r="r" b="b"/>
            <a:pathLst>
              <a:path w="25285" h="26820" extrusionOk="0">
                <a:moveTo>
                  <a:pt x="17879" y="0"/>
                </a:moveTo>
                <a:lnTo>
                  <a:pt x="0" y="534"/>
                </a:lnTo>
                <a:lnTo>
                  <a:pt x="901" y="26819"/>
                </a:lnTo>
                <a:lnTo>
                  <a:pt x="25285" y="23717"/>
                </a:lnTo>
                <a:lnTo>
                  <a:pt x="1787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7" name="Google Shape;1017;p64"/>
          <p:cNvSpPr/>
          <p:nvPr/>
        </p:nvSpPr>
        <p:spPr>
          <a:xfrm rot="10965008">
            <a:off x="1559696" y="2192951"/>
            <a:ext cx="845809" cy="1064439"/>
          </a:xfrm>
          <a:custGeom>
            <a:avLst/>
            <a:gdLst/>
            <a:ahLst/>
            <a:cxnLst/>
            <a:rect l="l" t="t" r="r" b="b"/>
            <a:pathLst>
              <a:path w="25285" h="26820" extrusionOk="0">
                <a:moveTo>
                  <a:pt x="17879" y="0"/>
                </a:moveTo>
                <a:lnTo>
                  <a:pt x="0" y="534"/>
                </a:lnTo>
                <a:lnTo>
                  <a:pt x="901" y="26819"/>
                </a:lnTo>
                <a:lnTo>
                  <a:pt x="25285" y="23717"/>
                </a:lnTo>
                <a:lnTo>
                  <a:pt x="1787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9" name="Google Shape;1019;p64"/>
          <p:cNvSpPr/>
          <p:nvPr/>
        </p:nvSpPr>
        <p:spPr>
          <a:xfrm>
            <a:off x="3220918" y="2265886"/>
            <a:ext cx="785479" cy="1099328"/>
          </a:xfrm>
          <a:custGeom>
            <a:avLst/>
            <a:gdLst/>
            <a:ahLst/>
            <a:cxnLst/>
            <a:rect l="l" t="t" r="r" b="b"/>
            <a:pathLst>
              <a:path w="15612" h="21850" extrusionOk="0">
                <a:moveTo>
                  <a:pt x="2702" y="0"/>
                </a:moveTo>
                <a:lnTo>
                  <a:pt x="0" y="19848"/>
                </a:lnTo>
                <a:lnTo>
                  <a:pt x="14744" y="21849"/>
                </a:lnTo>
                <a:lnTo>
                  <a:pt x="15611" y="2135"/>
                </a:lnTo>
                <a:lnTo>
                  <a:pt x="270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0" name="Google Shape;1020;p64"/>
          <p:cNvSpPr/>
          <p:nvPr/>
        </p:nvSpPr>
        <p:spPr>
          <a:xfrm>
            <a:off x="3863368" y="1649178"/>
            <a:ext cx="646619" cy="674981"/>
          </a:xfrm>
          <a:custGeom>
            <a:avLst/>
            <a:gdLst/>
            <a:ahLst/>
            <a:cxnLst/>
            <a:rect l="l" t="t" r="r" b="b"/>
            <a:pathLst>
              <a:path w="19982" h="27033" extrusionOk="0">
                <a:moveTo>
                  <a:pt x="19090" y="0"/>
                </a:moveTo>
                <a:cubicBezTo>
                  <a:pt x="16072" y="0"/>
                  <a:pt x="1" y="2782"/>
                  <a:pt x="1" y="2782"/>
                </a:cubicBezTo>
                <a:cubicBezTo>
                  <a:pt x="1" y="2782"/>
                  <a:pt x="1502" y="26399"/>
                  <a:pt x="1835" y="27033"/>
                </a:cubicBezTo>
                <a:lnTo>
                  <a:pt x="19982" y="23463"/>
                </a:lnTo>
                <a:lnTo>
                  <a:pt x="19381" y="13"/>
                </a:lnTo>
                <a:cubicBezTo>
                  <a:pt x="19305" y="5"/>
                  <a:pt x="19207" y="0"/>
                  <a:pt x="1909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4" name="Google Shape;1024;p64"/>
          <p:cNvSpPr/>
          <p:nvPr/>
        </p:nvSpPr>
        <p:spPr>
          <a:xfrm rot="174856">
            <a:off x="1160794" y="2225627"/>
            <a:ext cx="732316" cy="1064387"/>
          </a:xfrm>
          <a:custGeom>
            <a:avLst/>
            <a:gdLst/>
            <a:ahLst/>
            <a:cxnLst/>
            <a:rect l="l" t="t" r="r" b="b"/>
            <a:pathLst>
              <a:path w="25285" h="26820" extrusionOk="0">
                <a:moveTo>
                  <a:pt x="17879" y="0"/>
                </a:moveTo>
                <a:lnTo>
                  <a:pt x="0" y="534"/>
                </a:lnTo>
                <a:lnTo>
                  <a:pt x="901" y="26819"/>
                </a:lnTo>
                <a:lnTo>
                  <a:pt x="25285" y="23717"/>
                </a:lnTo>
                <a:lnTo>
                  <a:pt x="17879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5" name="Google Shape;1025;p64"/>
          <p:cNvSpPr/>
          <p:nvPr/>
        </p:nvSpPr>
        <p:spPr>
          <a:xfrm rot="11476677" flipH="1">
            <a:off x="497725" y="2129262"/>
            <a:ext cx="843938" cy="1064459"/>
          </a:xfrm>
          <a:custGeom>
            <a:avLst/>
            <a:gdLst/>
            <a:ahLst/>
            <a:cxnLst/>
            <a:rect l="l" t="t" r="r" b="b"/>
            <a:pathLst>
              <a:path w="25285" h="26820" extrusionOk="0">
                <a:moveTo>
                  <a:pt x="17879" y="0"/>
                </a:moveTo>
                <a:lnTo>
                  <a:pt x="0" y="534"/>
                </a:lnTo>
                <a:lnTo>
                  <a:pt x="901" y="26819"/>
                </a:lnTo>
                <a:lnTo>
                  <a:pt x="25285" y="23717"/>
                </a:lnTo>
                <a:lnTo>
                  <a:pt x="1787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6" name="Google Shape;1026;p64"/>
          <p:cNvSpPr txBox="1">
            <a:spLocks noGrp="1"/>
          </p:cNvSpPr>
          <p:nvPr>
            <p:ph type="ctrTitle"/>
          </p:nvPr>
        </p:nvSpPr>
        <p:spPr>
          <a:xfrm>
            <a:off x="-201351" y="1957183"/>
            <a:ext cx="9546701" cy="120953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sz="4400" dirty="0">
                <a:solidFill>
                  <a:schemeClr val="bg1"/>
                </a:solidFill>
                <a:latin typeface="Lora"/>
                <a:ea typeface="Lora"/>
                <a:cs typeface="Lora"/>
              </a:rPr>
              <a:t>N</a:t>
            </a:r>
            <a:r>
              <a:rPr lang="hu-HU" sz="4400" dirty="0">
                <a:solidFill>
                  <a:schemeClr val="bg1"/>
                </a:solidFill>
                <a:latin typeface="Lora"/>
                <a:ea typeface="Lora"/>
                <a:cs typeface="Lora"/>
              </a:rPr>
              <a:t> </a:t>
            </a:r>
            <a:r>
              <a:rPr lang="en" sz="4400" dirty="0">
                <a:solidFill>
                  <a:schemeClr val="tx1"/>
                </a:solidFill>
                <a:latin typeface="Lora"/>
                <a:ea typeface="Lora"/>
                <a:cs typeface="Lora"/>
              </a:rPr>
              <a:t>ő</a:t>
            </a:r>
            <a:r>
              <a:rPr lang="hu-HU" sz="4400" dirty="0">
                <a:solidFill>
                  <a:schemeClr val="tx1"/>
                </a:solidFill>
                <a:latin typeface="Lora"/>
                <a:ea typeface="Lora"/>
                <a:cs typeface="Lora"/>
              </a:rPr>
              <a:t> </a:t>
            </a:r>
            <a:r>
              <a:rPr lang="en" sz="4400" dirty="0">
                <a:solidFill>
                  <a:schemeClr val="bg1"/>
                </a:solidFill>
                <a:latin typeface="Lora"/>
                <a:ea typeface="Lora"/>
                <a:cs typeface="Lora"/>
              </a:rPr>
              <a:t>k</a:t>
            </a:r>
            <a:r>
              <a:rPr lang="en" sz="4400" dirty="0">
                <a:solidFill>
                  <a:schemeClr val="tx1"/>
                </a:solidFill>
                <a:latin typeface="Lora"/>
                <a:ea typeface="Lora"/>
                <a:cs typeface="Lora"/>
              </a:rPr>
              <a:t> </a:t>
            </a:r>
            <a:br>
              <a:rPr lang="en" sz="4400" dirty="0">
                <a:solidFill>
                  <a:schemeClr val="tx1"/>
                </a:solidFill>
                <a:latin typeface="Lora"/>
                <a:ea typeface="Lora"/>
                <a:cs typeface="Lora"/>
              </a:rPr>
            </a:br>
            <a:r>
              <a:rPr lang="en" sz="4400" dirty="0">
                <a:solidFill>
                  <a:schemeClr val="tx1"/>
                </a:solidFill>
                <a:latin typeface="Lora"/>
                <a:ea typeface="Lora"/>
                <a:cs typeface="Lora"/>
              </a:rPr>
              <a:t>a</a:t>
            </a:r>
            <a:r>
              <a:rPr lang="hu-HU" sz="4400" dirty="0">
                <a:solidFill>
                  <a:schemeClr val="bg1"/>
                </a:solidFill>
                <a:latin typeface="Lora"/>
                <a:ea typeface="Lora"/>
                <a:cs typeface="Lora"/>
              </a:rPr>
              <a:t> z</a:t>
            </a:r>
            <a:br>
              <a:rPr lang="hu-HU" sz="4400" dirty="0">
                <a:solidFill>
                  <a:schemeClr val="tx1"/>
                </a:solidFill>
                <a:latin typeface="Lora"/>
                <a:ea typeface="Lora"/>
                <a:cs typeface="Lora"/>
              </a:rPr>
            </a:br>
            <a:r>
              <a:rPr lang="hu-HU" sz="4400" dirty="0">
                <a:solidFill>
                  <a:schemeClr val="bg1"/>
                </a:solidFill>
                <a:latin typeface="Lora"/>
                <a:ea typeface="Lora"/>
                <a:cs typeface="Lora"/>
              </a:rPr>
              <a:t>i</a:t>
            </a:r>
            <a:r>
              <a:rPr lang="en" sz="4400" dirty="0">
                <a:solidFill>
                  <a:schemeClr val="bg1"/>
                </a:solidFill>
                <a:latin typeface="Lora"/>
                <a:ea typeface="Lora"/>
                <a:cs typeface="Lora"/>
              </a:rPr>
              <a:t> </a:t>
            </a:r>
            <a:r>
              <a:rPr lang="en" sz="4400" dirty="0">
                <a:solidFill>
                  <a:schemeClr val="tx1"/>
                </a:solidFill>
                <a:latin typeface="Lora"/>
                <a:ea typeface="Lora"/>
                <a:cs typeface="Lora"/>
              </a:rPr>
              <a:t> </a:t>
            </a:r>
            <a:r>
              <a:rPr lang="hu-HU" sz="4400" dirty="0">
                <a:solidFill>
                  <a:schemeClr val="tx1"/>
                </a:solidFill>
                <a:latin typeface="Lora"/>
                <a:ea typeface="Lora"/>
                <a:cs typeface="Lora"/>
              </a:rPr>
              <a:t>n</a:t>
            </a:r>
            <a:r>
              <a:rPr lang="en" sz="4400" dirty="0">
                <a:solidFill>
                  <a:schemeClr val="tx1"/>
                </a:solidFill>
                <a:latin typeface="Lora"/>
                <a:ea typeface="Lora"/>
                <a:cs typeface="Lora"/>
              </a:rPr>
              <a:t>  </a:t>
            </a:r>
            <a:r>
              <a:rPr lang="hu-HU" sz="4400" dirty="0">
                <a:solidFill>
                  <a:schemeClr val="bg1"/>
                </a:solidFill>
                <a:latin typeface="Lora"/>
                <a:ea typeface="Lora"/>
                <a:cs typeface="Lora"/>
              </a:rPr>
              <a:t>f</a:t>
            </a:r>
            <a:r>
              <a:rPr lang="en" sz="4400" dirty="0">
                <a:solidFill>
                  <a:schemeClr val="bg1"/>
                </a:solidFill>
                <a:latin typeface="Lora"/>
                <a:ea typeface="Lora"/>
                <a:cs typeface="Lora"/>
              </a:rPr>
              <a:t> </a:t>
            </a:r>
            <a:r>
              <a:rPr lang="hu-HU" sz="4400" dirty="0">
                <a:solidFill>
                  <a:schemeClr val="tx1"/>
                </a:solidFill>
                <a:latin typeface="Lora"/>
                <a:ea typeface="Lora"/>
                <a:cs typeface="Lora"/>
              </a:rPr>
              <a:t> o</a:t>
            </a:r>
            <a:r>
              <a:rPr lang="en" sz="4400" dirty="0">
                <a:solidFill>
                  <a:schemeClr val="bg1"/>
                </a:solidFill>
                <a:latin typeface="Lora"/>
                <a:ea typeface="Lora"/>
                <a:cs typeface="Lora"/>
              </a:rPr>
              <a:t> </a:t>
            </a:r>
            <a:r>
              <a:rPr lang="hu-HU" sz="4400" dirty="0">
                <a:solidFill>
                  <a:schemeClr val="bg1"/>
                </a:solidFill>
                <a:latin typeface="Lora"/>
                <a:ea typeface="Lora"/>
                <a:cs typeface="Lora"/>
              </a:rPr>
              <a:t>r </a:t>
            </a:r>
            <a:r>
              <a:rPr lang="hu-HU" sz="4400" dirty="0">
                <a:solidFill>
                  <a:schemeClr val="tx1"/>
                </a:solidFill>
                <a:latin typeface="Lora"/>
                <a:ea typeface="Lora"/>
                <a:cs typeface="Lora"/>
              </a:rPr>
              <a:t>m</a:t>
            </a:r>
            <a:r>
              <a:rPr lang="en" sz="4400" dirty="0">
                <a:solidFill>
                  <a:schemeClr val="bg1"/>
                </a:solidFill>
                <a:latin typeface="Lora"/>
                <a:ea typeface="Lora"/>
                <a:cs typeface="Lora"/>
              </a:rPr>
              <a:t> </a:t>
            </a:r>
            <a:r>
              <a:rPr lang="hu-HU" sz="4400" dirty="0">
                <a:solidFill>
                  <a:schemeClr val="bg1"/>
                </a:solidFill>
                <a:latin typeface="Lora"/>
                <a:ea typeface="Lora"/>
                <a:cs typeface="Lora"/>
              </a:rPr>
              <a:t>a</a:t>
            </a:r>
            <a:r>
              <a:rPr lang="en" sz="4400" dirty="0">
                <a:solidFill>
                  <a:schemeClr val="bg1"/>
                </a:solidFill>
                <a:latin typeface="Lora"/>
                <a:ea typeface="Lora"/>
                <a:cs typeface="Lora"/>
              </a:rPr>
              <a:t> </a:t>
            </a:r>
            <a:r>
              <a:rPr lang="hu-HU" sz="4400" dirty="0">
                <a:solidFill>
                  <a:schemeClr val="tx1"/>
                </a:solidFill>
                <a:latin typeface="Lora"/>
                <a:ea typeface="Lora"/>
                <a:cs typeface="Lora"/>
              </a:rPr>
              <a:t>t</a:t>
            </a:r>
            <a:r>
              <a:rPr lang="en" sz="4400" dirty="0">
                <a:solidFill>
                  <a:schemeClr val="tx1"/>
                </a:solidFill>
                <a:latin typeface="Lora"/>
                <a:ea typeface="Lora"/>
                <a:cs typeface="Lora"/>
              </a:rPr>
              <a:t>  </a:t>
            </a:r>
            <a:r>
              <a:rPr lang="hu-HU" sz="4400" dirty="0">
                <a:solidFill>
                  <a:schemeClr val="bg1"/>
                </a:solidFill>
                <a:latin typeface="Lora"/>
                <a:ea typeface="Lora"/>
                <a:cs typeface="Lora"/>
              </a:rPr>
              <a:t>i</a:t>
            </a:r>
            <a:r>
              <a:rPr lang="en" sz="4400" dirty="0">
                <a:solidFill>
                  <a:schemeClr val="bg1"/>
                </a:solidFill>
                <a:latin typeface="Lora"/>
                <a:ea typeface="Lora"/>
                <a:cs typeface="Lora"/>
              </a:rPr>
              <a:t> </a:t>
            </a:r>
            <a:r>
              <a:rPr lang="en" sz="4400" dirty="0">
                <a:solidFill>
                  <a:schemeClr val="tx1"/>
                </a:solidFill>
                <a:latin typeface="Lora"/>
                <a:ea typeface="Lora"/>
                <a:cs typeface="Lora"/>
              </a:rPr>
              <a:t> </a:t>
            </a:r>
            <a:r>
              <a:rPr lang="hu-HU" sz="4400" dirty="0">
                <a:solidFill>
                  <a:schemeClr val="tx1"/>
                </a:solidFill>
                <a:latin typeface="Lora"/>
                <a:ea typeface="Lora"/>
                <a:cs typeface="Lora"/>
              </a:rPr>
              <a:t>k</a:t>
            </a:r>
            <a:r>
              <a:rPr lang="en" sz="4400" dirty="0">
                <a:solidFill>
                  <a:schemeClr val="tx1"/>
                </a:solidFill>
                <a:latin typeface="Lora"/>
                <a:ea typeface="Lora"/>
                <a:cs typeface="Lora"/>
              </a:rPr>
              <a:t> </a:t>
            </a:r>
            <a:r>
              <a:rPr lang="en" sz="4400" dirty="0">
                <a:solidFill>
                  <a:schemeClr val="bg1"/>
                </a:solidFill>
                <a:latin typeface="Lora"/>
                <a:ea typeface="Lora"/>
                <a:cs typeface="Lora"/>
              </a:rPr>
              <a:t> á</a:t>
            </a:r>
            <a:r>
              <a:rPr lang="en" sz="4400" dirty="0">
                <a:solidFill>
                  <a:schemeClr val="tx1"/>
                </a:solidFill>
                <a:latin typeface="Lora"/>
                <a:ea typeface="Lora"/>
                <a:cs typeface="Lora"/>
              </a:rPr>
              <a:t>  b  </a:t>
            </a:r>
            <a:r>
              <a:rPr lang="en" sz="4400" dirty="0">
                <a:solidFill>
                  <a:schemeClr val="bg1"/>
                </a:solidFill>
                <a:latin typeface="Lora"/>
                <a:ea typeface="Lora"/>
                <a:cs typeface="Lora"/>
              </a:rPr>
              <a:t>a </a:t>
            </a:r>
            <a:r>
              <a:rPr lang="en" sz="4400" dirty="0">
                <a:solidFill>
                  <a:schemeClr val="tx1"/>
                </a:solidFill>
                <a:latin typeface="Lora"/>
                <a:ea typeface="Lora"/>
                <a:cs typeface="Lora"/>
              </a:rPr>
              <a:t> n</a:t>
            </a:r>
          </a:p>
        </p:txBody>
      </p:sp>
      <p:grpSp>
        <p:nvGrpSpPr>
          <p:cNvPr id="1028" name="Google Shape;1028;p64"/>
          <p:cNvGrpSpPr/>
          <p:nvPr/>
        </p:nvGrpSpPr>
        <p:grpSpPr>
          <a:xfrm rot="20788530">
            <a:off x="7732889" y="3259140"/>
            <a:ext cx="1532288" cy="1480293"/>
            <a:chOff x="4025005" y="-349716"/>
            <a:chExt cx="2082177" cy="2011523"/>
          </a:xfrm>
        </p:grpSpPr>
        <p:sp>
          <p:nvSpPr>
            <p:cNvPr id="1029" name="Google Shape;1029;p64"/>
            <p:cNvSpPr/>
            <p:nvPr/>
          </p:nvSpPr>
          <p:spPr>
            <a:xfrm rot="-9887279">
              <a:off x="4217529" y="464150"/>
              <a:ext cx="1676772" cy="995105"/>
            </a:xfrm>
            <a:custGeom>
              <a:avLst/>
              <a:gdLst/>
              <a:ahLst/>
              <a:cxnLst/>
              <a:rect l="l" t="t" r="r" b="b"/>
              <a:pathLst>
                <a:path w="35960" h="21341" extrusionOk="0">
                  <a:moveTo>
                    <a:pt x="25914" y="478"/>
                  </a:moveTo>
                  <a:cubicBezTo>
                    <a:pt x="25939" y="478"/>
                    <a:pt x="25971" y="519"/>
                    <a:pt x="26019" y="599"/>
                  </a:cubicBezTo>
                  <a:cubicBezTo>
                    <a:pt x="26052" y="699"/>
                    <a:pt x="26019" y="766"/>
                    <a:pt x="25952" y="766"/>
                  </a:cubicBezTo>
                  <a:cubicBezTo>
                    <a:pt x="25937" y="774"/>
                    <a:pt x="25923" y="778"/>
                    <a:pt x="25911" y="778"/>
                  </a:cubicBezTo>
                  <a:cubicBezTo>
                    <a:pt x="25872" y="778"/>
                    <a:pt x="25852" y="734"/>
                    <a:pt x="25852" y="632"/>
                  </a:cubicBezTo>
                  <a:cubicBezTo>
                    <a:pt x="25870" y="528"/>
                    <a:pt x="25887" y="478"/>
                    <a:pt x="25914" y="478"/>
                  </a:cubicBezTo>
                  <a:close/>
                  <a:moveTo>
                    <a:pt x="25719" y="1066"/>
                  </a:moveTo>
                  <a:cubicBezTo>
                    <a:pt x="25786" y="1066"/>
                    <a:pt x="25819" y="1066"/>
                    <a:pt x="25852" y="1133"/>
                  </a:cubicBezTo>
                  <a:cubicBezTo>
                    <a:pt x="25886" y="1199"/>
                    <a:pt x="25919" y="1266"/>
                    <a:pt x="25886" y="1333"/>
                  </a:cubicBezTo>
                  <a:cubicBezTo>
                    <a:pt x="25873" y="1345"/>
                    <a:pt x="25857" y="1353"/>
                    <a:pt x="25839" y="1353"/>
                  </a:cubicBezTo>
                  <a:cubicBezTo>
                    <a:pt x="25808" y="1353"/>
                    <a:pt x="25773" y="1330"/>
                    <a:pt x="25752" y="1266"/>
                  </a:cubicBezTo>
                  <a:cubicBezTo>
                    <a:pt x="25685" y="1199"/>
                    <a:pt x="25685" y="1099"/>
                    <a:pt x="25719" y="1066"/>
                  </a:cubicBezTo>
                  <a:close/>
                  <a:moveTo>
                    <a:pt x="26226" y="1001"/>
                  </a:moveTo>
                  <a:cubicBezTo>
                    <a:pt x="26264" y="1001"/>
                    <a:pt x="26312" y="1044"/>
                    <a:pt x="26386" y="1133"/>
                  </a:cubicBezTo>
                  <a:cubicBezTo>
                    <a:pt x="26573" y="1346"/>
                    <a:pt x="26567" y="1496"/>
                    <a:pt x="26404" y="1496"/>
                  </a:cubicBezTo>
                  <a:cubicBezTo>
                    <a:pt x="26363" y="1496"/>
                    <a:pt x="26313" y="1486"/>
                    <a:pt x="26253" y="1466"/>
                  </a:cubicBezTo>
                  <a:cubicBezTo>
                    <a:pt x="26019" y="1400"/>
                    <a:pt x="26019" y="1400"/>
                    <a:pt x="26086" y="1199"/>
                  </a:cubicBezTo>
                  <a:cubicBezTo>
                    <a:pt x="26142" y="1069"/>
                    <a:pt x="26177" y="1001"/>
                    <a:pt x="26226" y="1001"/>
                  </a:cubicBezTo>
                  <a:close/>
                  <a:moveTo>
                    <a:pt x="26006" y="1611"/>
                  </a:moveTo>
                  <a:cubicBezTo>
                    <a:pt x="26035" y="1611"/>
                    <a:pt x="26066" y="1627"/>
                    <a:pt x="26086" y="1666"/>
                  </a:cubicBezTo>
                  <a:cubicBezTo>
                    <a:pt x="26086" y="1700"/>
                    <a:pt x="26086" y="1733"/>
                    <a:pt x="26052" y="1767"/>
                  </a:cubicBezTo>
                  <a:cubicBezTo>
                    <a:pt x="26043" y="1776"/>
                    <a:pt x="26030" y="1780"/>
                    <a:pt x="26016" y="1780"/>
                  </a:cubicBezTo>
                  <a:cubicBezTo>
                    <a:pt x="25983" y="1780"/>
                    <a:pt x="25943" y="1757"/>
                    <a:pt x="25919" y="1733"/>
                  </a:cubicBezTo>
                  <a:cubicBezTo>
                    <a:pt x="25919" y="1700"/>
                    <a:pt x="25919" y="1633"/>
                    <a:pt x="25952" y="1633"/>
                  </a:cubicBezTo>
                  <a:cubicBezTo>
                    <a:pt x="25966" y="1619"/>
                    <a:pt x="25986" y="1611"/>
                    <a:pt x="26006" y="1611"/>
                  </a:cubicBezTo>
                  <a:close/>
                  <a:moveTo>
                    <a:pt x="26086" y="1833"/>
                  </a:moveTo>
                  <a:cubicBezTo>
                    <a:pt x="26286" y="1833"/>
                    <a:pt x="26286" y="1833"/>
                    <a:pt x="26219" y="2000"/>
                  </a:cubicBezTo>
                  <a:cubicBezTo>
                    <a:pt x="26152" y="2167"/>
                    <a:pt x="26152" y="2167"/>
                    <a:pt x="26319" y="2167"/>
                  </a:cubicBezTo>
                  <a:cubicBezTo>
                    <a:pt x="26332" y="2160"/>
                    <a:pt x="26346" y="2158"/>
                    <a:pt x="26360" y="2158"/>
                  </a:cubicBezTo>
                  <a:cubicBezTo>
                    <a:pt x="26421" y="2158"/>
                    <a:pt x="26486" y="2207"/>
                    <a:pt x="26486" y="2234"/>
                  </a:cubicBezTo>
                  <a:cubicBezTo>
                    <a:pt x="26486" y="2300"/>
                    <a:pt x="26586" y="2367"/>
                    <a:pt x="26653" y="2367"/>
                  </a:cubicBezTo>
                  <a:cubicBezTo>
                    <a:pt x="26689" y="2376"/>
                    <a:pt x="26715" y="2380"/>
                    <a:pt x="26732" y="2380"/>
                  </a:cubicBezTo>
                  <a:cubicBezTo>
                    <a:pt x="26779" y="2380"/>
                    <a:pt x="26759" y="2349"/>
                    <a:pt x="26686" y="2300"/>
                  </a:cubicBezTo>
                  <a:cubicBezTo>
                    <a:pt x="26653" y="2234"/>
                    <a:pt x="26553" y="2133"/>
                    <a:pt x="26486" y="2067"/>
                  </a:cubicBezTo>
                  <a:cubicBezTo>
                    <a:pt x="26386" y="2000"/>
                    <a:pt x="26386" y="1967"/>
                    <a:pt x="26486" y="1900"/>
                  </a:cubicBezTo>
                  <a:cubicBezTo>
                    <a:pt x="26515" y="1881"/>
                    <a:pt x="26541" y="1870"/>
                    <a:pt x="26567" y="1870"/>
                  </a:cubicBezTo>
                  <a:cubicBezTo>
                    <a:pt x="26631" y="1870"/>
                    <a:pt x="26692" y="1935"/>
                    <a:pt x="26786" y="2100"/>
                  </a:cubicBezTo>
                  <a:cubicBezTo>
                    <a:pt x="26886" y="2234"/>
                    <a:pt x="27020" y="2434"/>
                    <a:pt x="27086" y="2534"/>
                  </a:cubicBezTo>
                  <a:cubicBezTo>
                    <a:pt x="27187" y="2634"/>
                    <a:pt x="27220" y="2701"/>
                    <a:pt x="27187" y="2734"/>
                  </a:cubicBezTo>
                  <a:cubicBezTo>
                    <a:pt x="27171" y="2745"/>
                    <a:pt x="27144" y="2749"/>
                    <a:pt x="27109" y="2749"/>
                  </a:cubicBezTo>
                  <a:cubicBezTo>
                    <a:pt x="26928" y="2749"/>
                    <a:pt x="26542" y="2618"/>
                    <a:pt x="26486" y="2534"/>
                  </a:cubicBezTo>
                  <a:cubicBezTo>
                    <a:pt x="26486" y="2467"/>
                    <a:pt x="26353" y="2400"/>
                    <a:pt x="26219" y="2400"/>
                  </a:cubicBezTo>
                  <a:cubicBezTo>
                    <a:pt x="26119" y="2367"/>
                    <a:pt x="25986" y="2300"/>
                    <a:pt x="25986" y="2234"/>
                  </a:cubicBezTo>
                  <a:cubicBezTo>
                    <a:pt x="25886" y="1833"/>
                    <a:pt x="25886" y="1833"/>
                    <a:pt x="26086" y="1833"/>
                  </a:cubicBezTo>
                  <a:close/>
                  <a:moveTo>
                    <a:pt x="14146" y="3020"/>
                  </a:moveTo>
                  <a:cubicBezTo>
                    <a:pt x="14177" y="3020"/>
                    <a:pt x="14211" y="3044"/>
                    <a:pt x="14211" y="3067"/>
                  </a:cubicBezTo>
                  <a:cubicBezTo>
                    <a:pt x="14244" y="3101"/>
                    <a:pt x="14244" y="3168"/>
                    <a:pt x="14211" y="3168"/>
                  </a:cubicBezTo>
                  <a:cubicBezTo>
                    <a:pt x="14177" y="3184"/>
                    <a:pt x="14152" y="3193"/>
                    <a:pt x="14131" y="3193"/>
                  </a:cubicBezTo>
                  <a:cubicBezTo>
                    <a:pt x="14111" y="3193"/>
                    <a:pt x="14094" y="3184"/>
                    <a:pt x="14077" y="3168"/>
                  </a:cubicBezTo>
                  <a:cubicBezTo>
                    <a:pt x="14044" y="3101"/>
                    <a:pt x="14077" y="3067"/>
                    <a:pt x="14111" y="3034"/>
                  </a:cubicBezTo>
                  <a:cubicBezTo>
                    <a:pt x="14120" y="3024"/>
                    <a:pt x="14133" y="3020"/>
                    <a:pt x="14146" y="3020"/>
                  </a:cubicBezTo>
                  <a:close/>
                  <a:moveTo>
                    <a:pt x="14461" y="3226"/>
                  </a:moveTo>
                  <a:cubicBezTo>
                    <a:pt x="14487" y="3226"/>
                    <a:pt x="14505" y="3291"/>
                    <a:pt x="14477" y="3401"/>
                  </a:cubicBezTo>
                  <a:cubicBezTo>
                    <a:pt x="14449" y="3517"/>
                    <a:pt x="14420" y="3608"/>
                    <a:pt x="14391" y="3608"/>
                  </a:cubicBezTo>
                  <a:cubicBezTo>
                    <a:pt x="14386" y="3608"/>
                    <a:pt x="14382" y="3606"/>
                    <a:pt x="14377" y="3601"/>
                  </a:cubicBezTo>
                  <a:cubicBezTo>
                    <a:pt x="14311" y="3601"/>
                    <a:pt x="14344" y="3301"/>
                    <a:pt x="14444" y="3234"/>
                  </a:cubicBezTo>
                  <a:cubicBezTo>
                    <a:pt x="14450" y="3229"/>
                    <a:pt x="14456" y="3226"/>
                    <a:pt x="14461" y="3226"/>
                  </a:cubicBezTo>
                  <a:close/>
                  <a:moveTo>
                    <a:pt x="14578" y="3668"/>
                  </a:moveTo>
                  <a:cubicBezTo>
                    <a:pt x="14611" y="3701"/>
                    <a:pt x="14578" y="3735"/>
                    <a:pt x="14578" y="3801"/>
                  </a:cubicBezTo>
                  <a:cubicBezTo>
                    <a:pt x="14561" y="3818"/>
                    <a:pt x="14544" y="3826"/>
                    <a:pt x="14528" y="3826"/>
                  </a:cubicBezTo>
                  <a:cubicBezTo>
                    <a:pt x="14511" y="3826"/>
                    <a:pt x="14494" y="3818"/>
                    <a:pt x="14477" y="3801"/>
                  </a:cubicBezTo>
                  <a:cubicBezTo>
                    <a:pt x="14444" y="3768"/>
                    <a:pt x="14444" y="3701"/>
                    <a:pt x="14511" y="3668"/>
                  </a:cubicBezTo>
                  <a:close/>
                  <a:moveTo>
                    <a:pt x="31698" y="3779"/>
                  </a:moveTo>
                  <a:cubicBezTo>
                    <a:pt x="31717" y="3779"/>
                    <a:pt x="31737" y="3796"/>
                    <a:pt x="31756" y="3835"/>
                  </a:cubicBezTo>
                  <a:cubicBezTo>
                    <a:pt x="31790" y="3868"/>
                    <a:pt x="31790" y="3901"/>
                    <a:pt x="31756" y="3901"/>
                  </a:cubicBezTo>
                  <a:cubicBezTo>
                    <a:pt x="31756" y="3913"/>
                    <a:pt x="31749" y="3916"/>
                    <a:pt x="31738" y="3916"/>
                  </a:cubicBezTo>
                  <a:cubicBezTo>
                    <a:pt x="31716" y="3916"/>
                    <a:pt x="31679" y="3901"/>
                    <a:pt x="31656" y="3901"/>
                  </a:cubicBezTo>
                  <a:cubicBezTo>
                    <a:pt x="31623" y="3868"/>
                    <a:pt x="31590" y="3835"/>
                    <a:pt x="31656" y="3801"/>
                  </a:cubicBezTo>
                  <a:cubicBezTo>
                    <a:pt x="31670" y="3788"/>
                    <a:pt x="31684" y="3779"/>
                    <a:pt x="31698" y="3779"/>
                  </a:cubicBezTo>
                  <a:close/>
                  <a:moveTo>
                    <a:pt x="19776" y="2975"/>
                  </a:moveTo>
                  <a:cubicBezTo>
                    <a:pt x="19832" y="2975"/>
                    <a:pt x="19956" y="3039"/>
                    <a:pt x="20148" y="3168"/>
                  </a:cubicBezTo>
                  <a:cubicBezTo>
                    <a:pt x="20381" y="3313"/>
                    <a:pt x="20588" y="3407"/>
                    <a:pt x="20659" y="3407"/>
                  </a:cubicBezTo>
                  <a:cubicBezTo>
                    <a:pt x="20670" y="3407"/>
                    <a:pt x="20678" y="3405"/>
                    <a:pt x="20682" y="3401"/>
                  </a:cubicBezTo>
                  <a:cubicBezTo>
                    <a:pt x="20693" y="3395"/>
                    <a:pt x="20706" y="3393"/>
                    <a:pt x="20720" y="3393"/>
                  </a:cubicBezTo>
                  <a:cubicBezTo>
                    <a:pt x="20867" y="3393"/>
                    <a:pt x="21141" y="3711"/>
                    <a:pt x="21416" y="4168"/>
                  </a:cubicBezTo>
                  <a:cubicBezTo>
                    <a:pt x="21573" y="4460"/>
                    <a:pt x="21639" y="4586"/>
                    <a:pt x="21615" y="4586"/>
                  </a:cubicBezTo>
                  <a:cubicBezTo>
                    <a:pt x="21603" y="4586"/>
                    <a:pt x="21570" y="4556"/>
                    <a:pt x="21516" y="4502"/>
                  </a:cubicBezTo>
                  <a:cubicBezTo>
                    <a:pt x="21416" y="4402"/>
                    <a:pt x="21216" y="4302"/>
                    <a:pt x="21082" y="4268"/>
                  </a:cubicBezTo>
                  <a:cubicBezTo>
                    <a:pt x="20949" y="4202"/>
                    <a:pt x="20815" y="4135"/>
                    <a:pt x="20782" y="4068"/>
                  </a:cubicBezTo>
                  <a:cubicBezTo>
                    <a:pt x="20749" y="4001"/>
                    <a:pt x="20682" y="4001"/>
                    <a:pt x="20649" y="4001"/>
                  </a:cubicBezTo>
                  <a:cubicBezTo>
                    <a:pt x="20636" y="4010"/>
                    <a:pt x="20620" y="4014"/>
                    <a:pt x="20603" y="4014"/>
                  </a:cubicBezTo>
                  <a:cubicBezTo>
                    <a:pt x="20481" y="4014"/>
                    <a:pt x="20248" y="3817"/>
                    <a:pt x="20015" y="3468"/>
                  </a:cubicBezTo>
                  <a:cubicBezTo>
                    <a:pt x="19768" y="3139"/>
                    <a:pt x="19686" y="2975"/>
                    <a:pt x="19776" y="2975"/>
                  </a:cubicBezTo>
                  <a:close/>
                  <a:moveTo>
                    <a:pt x="22072" y="4790"/>
                  </a:moveTo>
                  <a:cubicBezTo>
                    <a:pt x="22091" y="4790"/>
                    <a:pt x="22116" y="4794"/>
                    <a:pt x="22150" y="4802"/>
                  </a:cubicBezTo>
                  <a:cubicBezTo>
                    <a:pt x="22250" y="4835"/>
                    <a:pt x="22283" y="4869"/>
                    <a:pt x="22283" y="4935"/>
                  </a:cubicBezTo>
                  <a:cubicBezTo>
                    <a:pt x="22267" y="4998"/>
                    <a:pt x="22214" y="5032"/>
                    <a:pt x="22159" y="5032"/>
                  </a:cubicBezTo>
                  <a:cubicBezTo>
                    <a:pt x="22098" y="5032"/>
                    <a:pt x="22034" y="4990"/>
                    <a:pt x="22016" y="4902"/>
                  </a:cubicBezTo>
                  <a:cubicBezTo>
                    <a:pt x="22016" y="4827"/>
                    <a:pt x="22016" y="4790"/>
                    <a:pt x="22072" y="4790"/>
                  </a:cubicBezTo>
                  <a:close/>
                  <a:moveTo>
                    <a:pt x="12471" y="4593"/>
                  </a:moveTo>
                  <a:cubicBezTo>
                    <a:pt x="12508" y="4593"/>
                    <a:pt x="12504" y="4658"/>
                    <a:pt x="12476" y="4769"/>
                  </a:cubicBezTo>
                  <a:cubicBezTo>
                    <a:pt x="12443" y="4935"/>
                    <a:pt x="12443" y="4969"/>
                    <a:pt x="12609" y="4969"/>
                  </a:cubicBezTo>
                  <a:cubicBezTo>
                    <a:pt x="12810" y="4969"/>
                    <a:pt x="12810" y="5202"/>
                    <a:pt x="12609" y="5236"/>
                  </a:cubicBezTo>
                  <a:cubicBezTo>
                    <a:pt x="12543" y="5236"/>
                    <a:pt x="12543" y="5302"/>
                    <a:pt x="12676" y="5503"/>
                  </a:cubicBezTo>
                  <a:cubicBezTo>
                    <a:pt x="12769" y="5669"/>
                    <a:pt x="12789" y="5764"/>
                    <a:pt x="12755" y="5764"/>
                  </a:cubicBezTo>
                  <a:cubicBezTo>
                    <a:pt x="12728" y="5764"/>
                    <a:pt x="12665" y="5703"/>
                    <a:pt x="12576" y="5569"/>
                  </a:cubicBezTo>
                  <a:lnTo>
                    <a:pt x="12443" y="5369"/>
                  </a:lnTo>
                  <a:lnTo>
                    <a:pt x="12409" y="5603"/>
                  </a:lnTo>
                  <a:lnTo>
                    <a:pt x="12409" y="5836"/>
                  </a:lnTo>
                  <a:lnTo>
                    <a:pt x="12042" y="5803"/>
                  </a:lnTo>
                  <a:cubicBezTo>
                    <a:pt x="11542" y="5736"/>
                    <a:pt x="11242" y="5503"/>
                    <a:pt x="11309" y="5202"/>
                  </a:cubicBezTo>
                  <a:cubicBezTo>
                    <a:pt x="11370" y="5048"/>
                    <a:pt x="11661" y="4865"/>
                    <a:pt x="11836" y="4865"/>
                  </a:cubicBezTo>
                  <a:cubicBezTo>
                    <a:pt x="11850" y="4865"/>
                    <a:pt x="11863" y="4866"/>
                    <a:pt x="11876" y="4869"/>
                  </a:cubicBezTo>
                  <a:cubicBezTo>
                    <a:pt x="11942" y="4902"/>
                    <a:pt x="12042" y="5036"/>
                    <a:pt x="12076" y="5136"/>
                  </a:cubicBezTo>
                  <a:cubicBezTo>
                    <a:pt x="12111" y="5224"/>
                    <a:pt x="12128" y="5265"/>
                    <a:pt x="12140" y="5265"/>
                  </a:cubicBezTo>
                  <a:cubicBezTo>
                    <a:pt x="12152" y="5265"/>
                    <a:pt x="12160" y="5232"/>
                    <a:pt x="12176" y="5169"/>
                  </a:cubicBezTo>
                  <a:cubicBezTo>
                    <a:pt x="12176" y="5069"/>
                    <a:pt x="12109" y="4935"/>
                    <a:pt x="12076" y="4902"/>
                  </a:cubicBezTo>
                  <a:cubicBezTo>
                    <a:pt x="11965" y="4813"/>
                    <a:pt x="12002" y="4754"/>
                    <a:pt x="12098" y="4754"/>
                  </a:cubicBezTo>
                  <a:cubicBezTo>
                    <a:pt x="12146" y="4754"/>
                    <a:pt x="12209" y="4769"/>
                    <a:pt x="12276" y="4802"/>
                  </a:cubicBezTo>
                  <a:cubicBezTo>
                    <a:pt x="12331" y="4816"/>
                    <a:pt x="12369" y="4824"/>
                    <a:pt x="12393" y="4824"/>
                  </a:cubicBezTo>
                  <a:cubicBezTo>
                    <a:pt x="12426" y="4824"/>
                    <a:pt x="12429" y="4808"/>
                    <a:pt x="12409" y="4769"/>
                  </a:cubicBezTo>
                  <a:cubicBezTo>
                    <a:pt x="12376" y="4702"/>
                    <a:pt x="12409" y="4635"/>
                    <a:pt x="12443" y="4602"/>
                  </a:cubicBezTo>
                  <a:cubicBezTo>
                    <a:pt x="12454" y="4596"/>
                    <a:pt x="12464" y="4593"/>
                    <a:pt x="12471" y="4593"/>
                  </a:cubicBezTo>
                  <a:close/>
                  <a:moveTo>
                    <a:pt x="7641" y="6460"/>
                  </a:moveTo>
                  <a:cubicBezTo>
                    <a:pt x="7669" y="6460"/>
                    <a:pt x="7688" y="6495"/>
                    <a:pt x="7673" y="6570"/>
                  </a:cubicBezTo>
                  <a:cubicBezTo>
                    <a:pt x="7673" y="6637"/>
                    <a:pt x="7639" y="6703"/>
                    <a:pt x="7606" y="6737"/>
                  </a:cubicBezTo>
                  <a:cubicBezTo>
                    <a:pt x="7594" y="6743"/>
                    <a:pt x="7584" y="6745"/>
                    <a:pt x="7576" y="6745"/>
                  </a:cubicBezTo>
                  <a:cubicBezTo>
                    <a:pt x="7539" y="6745"/>
                    <a:pt x="7539" y="6686"/>
                    <a:pt x="7539" y="6603"/>
                  </a:cubicBezTo>
                  <a:cubicBezTo>
                    <a:pt x="7558" y="6512"/>
                    <a:pt x="7606" y="6460"/>
                    <a:pt x="7641" y="6460"/>
                  </a:cubicBezTo>
                  <a:close/>
                  <a:moveTo>
                    <a:pt x="32059" y="3921"/>
                  </a:moveTo>
                  <a:cubicBezTo>
                    <a:pt x="32081" y="3921"/>
                    <a:pt x="32104" y="3925"/>
                    <a:pt x="32123" y="3935"/>
                  </a:cubicBezTo>
                  <a:cubicBezTo>
                    <a:pt x="32223" y="3968"/>
                    <a:pt x="32257" y="4035"/>
                    <a:pt x="32223" y="4102"/>
                  </a:cubicBezTo>
                  <a:cubicBezTo>
                    <a:pt x="32200" y="4125"/>
                    <a:pt x="32160" y="4149"/>
                    <a:pt x="32114" y="4149"/>
                  </a:cubicBezTo>
                  <a:cubicBezTo>
                    <a:pt x="32096" y="4149"/>
                    <a:pt x="32076" y="4145"/>
                    <a:pt x="32057" y="4135"/>
                  </a:cubicBezTo>
                  <a:cubicBezTo>
                    <a:pt x="32020" y="4123"/>
                    <a:pt x="31997" y="4115"/>
                    <a:pt x="31982" y="4115"/>
                  </a:cubicBezTo>
                  <a:cubicBezTo>
                    <a:pt x="31957" y="4115"/>
                    <a:pt x="31957" y="4138"/>
                    <a:pt x="31957" y="4202"/>
                  </a:cubicBezTo>
                  <a:cubicBezTo>
                    <a:pt x="31957" y="4277"/>
                    <a:pt x="31975" y="4314"/>
                    <a:pt x="32013" y="4314"/>
                  </a:cubicBezTo>
                  <a:cubicBezTo>
                    <a:pt x="32025" y="4314"/>
                    <a:pt x="32040" y="4310"/>
                    <a:pt x="32057" y="4302"/>
                  </a:cubicBezTo>
                  <a:cubicBezTo>
                    <a:pt x="32090" y="4302"/>
                    <a:pt x="32190" y="4335"/>
                    <a:pt x="32223" y="4402"/>
                  </a:cubicBezTo>
                  <a:cubicBezTo>
                    <a:pt x="32257" y="4452"/>
                    <a:pt x="32274" y="4477"/>
                    <a:pt x="32282" y="4477"/>
                  </a:cubicBezTo>
                  <a:cubicBezTo>
                    <a:pt x="32290" y="4477"/>
                    <a:pt x="32290" y="4452"/>
                    <a:pt x="32290" y="4402"/>
                  </a:cubicBezTo>
                  <a:cubicBezTo>
                    <a:pt x="32290" y="4268"/>
                    <a:pt x="32357" y="4235"/>
                    <a:pt x="32524" y="4235"/>
                  </a:cubicBezTo>
                  <a:cubicBezTo>
                    <a:pt x="32624" y="4235"/>
                    <a:pt x="32690" y="4235"/>
                    <a:pt x="32657" y="4268"/>
                  </a:cubicBezTo>
                  <a:cubicBezTo>
                    <a:pt x="32590" y="4302"/>
                    <a:pt x="32624" y="4368"/>
                    <a:pt x="32757" y="4502"/>
                  </a:cubicBezTo>
                  <a:cubicBezTo>
                    <a:pt x="32924" y="4635"/>
                    <a:pt x="32957" y="4702"/>
                    <a:pt x="32957" y="4902"/>
                  </a:cubicBezTo>
                  <a:cubicBezTo>
                    <a:pt x="32957" y="5059"/>
                    <a:pt x="32978" y="5114"/>
                    <a:pt x="33019" y="5114"/>
                  </a:cubicBezTo>
                  <a:cubicBezTo>
                    <a:pt x="33030" y="5114"/>
                    <a:pt x="33043" y="5109"/>
                    <a:pt x="33057" y="5102"/>
                  </a:cubicBezTo>
                  <a:cubicBezTo>
                    <a:pt x="33065" y="5097"/>
                    <a:pt x="33071" y="5095"/>
                    <a:pt x="33076" y="5095"/>
                  </a:cubicBezTo>
                  <a:cubicBezTo>
                    <a:pt x="33137" y="5095"/>
                    <a:pt x="33014" y="5441"/>
                    <a:pt x="32891" y="5503"/>
                  </a:cubicBezTo>
                  <a:cubicBezTo>
                    <a:pt x="32757" y="5569"/>
                    <a:pt x="32490" y="6336"/>
                    <a:pt x="32557" y="6370"/>
                  </a:cubicBezTo>
                  <a:cubicBezTo>
                    <a:pt x="32624" y="6403"/>
                    <a:pt x="32590" y="6470"/>
                    <a:pt x="32524" y="6503"/>
                  </a:cubicBezTo>
                  <a:cubicBezTo>
                    <a:pt x="32457" y="6537"/>
                    <a:pt x="32357" y="6703"/>
                    <a:pt x="32324" y="6870"/>
                  </a:cubicBezTo>
                  <a:cubicBezTo>
                    <a:pt x="32273" y="7034"/>
                    <a:pt x="32227" y="7117"/>
                    <a:pt x="32187" y="7117"/>
                  </a:cubicBezTo>
                  <a:cubicBezTo>
                    <a:pt x="32119" y="7117"/>
                    <a:pt x="32065" y="6893"/>
                    <a:pt x="32023" y="6437"/>
                  </a:cubicBezTo>
                  <a:cubicBezTo>
                    <a:pt x="31990" y="5736"/>
                    <a:pt x="31756" y="4602"/>
                    <a:pt x="31623" y="4402"/>
                  </a:cubicBezTo>
                  <a:cubicBezTo>
                    <a:pt x="31530" y="4216"/>
                    <a:pt x="31581" y="4031"/>
                    <a:pt x="31721" y="4031"/>
                  </a:cubicBezTo>
                  <a:cubicBezTo>
                    <a:pt x="31732" y="4031"/>
                    <a:pt x="31744" y="4032"/>
                    <a:pt x="31756" y="4035"/>
                  </a:cubicBezTo>
                  <a:cubicBezTo>
                    <a:pt x="31823" y="4035"/>
                    <a:pt x="31923" y="4001"/>
                    <a:pt x="31923" y="3968"/>
                  </a:cubicBezTo>
                  <a:cubicBezTo>
                    <a:pt x="31947" y="3945"/>
                    <a:pt x="32004" y="3921"/>
                    <a:pt x="32059" y="3921"/>
                  </a:cubicBezTo>
                  <a:close/>
                  <a:moveTo>
                    <a:pt x="16079" y="6937"/>
                  </a:moveTo>
                  <a:cubicBezTo>
                    <a:pt x="16112" y="6937"/>
                    <a:pt x="16145" y="6937"/>
                    <a:pt x="16212" y="7004"/>
                  </a:cubicBezTo>
                  <a:cubicBezTo>
                    <a:pt x="16245" y="7070"/>
                    <a:pt x="16245" y="7137"/>
                    <a:pt x="16245" y="7137"/>
                  </a:cubicBezTo>
                  <a:cubicBezTo>
                    <a:pt x="16212" y="7137"/>
                    <a:pt x="16145" y="7104"/>
                    <a:pt x="16112" y="7070"/>
                  </a:cubicBezTo>
                  <a:cubicBezTo>
                    <a:pt x="16045" y="7037"/>
                    <a:pt x="16012" y="6970"/>
                    <a:pt x="16079" y="6937"/>
                  </a:cubicBezTo>
                  <a:close/>
                  <a:moveTo>
                    <a:pt x="28988" y="2687"/>
                  </a:moveTo>
                  <a:cubicBezTo>
                    <a:pt x="29024" y="2687"/>
                    <a:pt x="29072" y="2718"/>
                    <a:pt x="29121" y="2767"/>
                  </a:cubicBezTo>
                  <a:cubicBezTo>
                    <a:pt x="29255" y="2867"/>
                    <a:pt x="29255" y="2967"/>
                    <a:pt x="29155" y="3201"/>
                  </a:cubicBezTo>
                  <a:cubicBezTo>
                    <a:pt x="29041" y="3457"/>
                    <a:pt x="29048" y="3616"/>
                    <a:pt x="29136" y="3616"/>
                  </a:cubicBezTo>
                  <a:cubicBezTo>
                    <a:pt x="29151" y="3616"/>
                    <a:pt x="29168" y="3611"/>
                    <a:pt x="29188" y="3601"/>
                  </a:cubicBezTo>
                  <a:cubicBezTo>
                    <a:pt x="29221" y="3568"/>
                    <a:pt x="29221" y="3501"/>
                    <a:pt x="29221" y="3401"/>
                  </a:cubicBezTo>
                  <a:cubicBezTo>
                    <a:pt x="29183" y="3268"/>
                    <a:pt x="29265" y="3189"/>
                    <a:pt x="29354" y="3189"/>
                  </a:cubicBezTo>
                  <a:cubicBezTo>
                    <a:pt x="29421" y="3189"/>
                    <a:pt x="29493" y="3234"/>
                    <a:pt x="29522" y="3334"/>
                  </a:cubicBezTo>
                  <a:cubicBezTo>
                    <a:pt x="29555" y="3434"/>
                    <a:pt x="29588" y="3534"/>
                    <a:pt x="29555" y="3568"/>
                  </a:cubicBezTo>
                  <a:cubicBezTo>
                    <a:pt x="29522" y="3668"/>
                    <a:pt x="29622" y="4702"/>
                    <a:pt x="29688" y="4869"/>
                  </a:cubicBezTo>
                  <a:cubicBezTo>
                    <a:pt x="29722" y="4935"/>
                    <a:pt x="29755" y="5069"/>
                    <a:pt x="29755" y="5169"/>
                  </a:cubicBezTo>
                  <a:cubicBezTo>
                    <a:pt x="29788" y="5636"/>
                    <a:pt x="29855" y="5836"/>
                    <a:pt x="29955" y="5936"/>
                  </a:cubicBezTo>
                  <a:cubicBezTo>
                    <a:pt x="30055" y="6003"/>
                    <a:pt x="30055" y="6136"/>
                    <a:pt x="29955" y="6270"/>
                  </a:cubicBezTo>
                  <a:cubicBezTo>
                    <a:pt x="29922" y="6403"/>
                    <a:pt x="29888" y="6637"/>
                    <a:pt x="29922" y="6803"/>
                  </a:cubicBezTo>
                  <a:cubicBezTo>
                    <a:pt x="29955" y="6970"/>
                    <a:pt x="29955" y="7137"/>
                    <a:pt x="29888" y="7170"/>
                  </a:cubicBezTo>
                  <a:cubicBezTo>
                    <a:pt x="29875" y="7179"/>
                    <a:pt x="29859" y="7183"/>
                    <a:pt x="29842" y="7183"/>
                  </a:cubicBezTo>
                  <a:cubicBezTo>
                    <a:pt x="29729" y="7183"/>
                    <a:pt x="29550" y="7010"/>
                    <a:pt x="29522" y="6837"/>
                  </a:cubicBezTo>
                  <a:cubicBezTo>
                    <a:pt x="29488" y="6770"/>
                    <a:pt x="29421" y="6570"/>
                    <a:pt x="29355" y="6403"/>
                  </a:cubicBezTo>
                  <a:cubicBezTo>
                    <a:pt x="29288" y="6203"/>
                    <a:pt x="29221" y="6003"/>
                    <a:pt x="29255" y="5903"/>
                  </a:cubicBezTo>
                  <a:cubicBezTo>
                    <a:pt x="29321" y="5603"/>
                    <a:pt x="29188" y="4902"/>
                    <a:pt x="28988" y="4468"/>
                  </a:cubicBezTo>
                  <a:cubicBezTo>
                    <a:pt x="28821" y="4135"/>
                    <a:pt x="28754" y="4035"/>
                    <a:pt x="28588" y="4001"/>
                  </a:cubicBezTo>
                  <a:cubicBezTo>
                    <a:pt x="28487" y="3968"/>
                    <a:pt x="28421" y="3901"/>
                    <a:pt x="28421" y="3868"/>
                  </a:cubicBezTo>
                  <a:cubicBezTo>
                    <a:pt x="28437" y="3851"/>
                    <a:pt x="28454" y="3843"/>
                    <a:pt x="28471" y="3843"/>
                  </a:cubicBezTo>
                  <a:cubicBezTo>
                    <a:pt x="28487" y="3843"/>
                    <a:pt x="28504" y="3851"/>
                    <a:pt x="28521" y="3868"/>
                  </a:cubicBezTo>
                  <a:cubicBezTo>
                    <a:pt x="28532" y="3875"/>
                    <a:pt x="28545" y="3879"/>
                    <a:pt x="28560" y="3879"/>
                  </a:cubicBezTo>
                  <a:cubicBezTo>
                    <a:pt x="28682" y="3879"/>
                    <a:pt x="28914" y="3657"/>
                    <a:pt x="28854" y="3568"/>
                  </a:cubicBezTo>
                  <a:cubicBezTo>
                    <a:pt x="28791" y="3408"/>
                    <a:pt x="28757" y="2730"/>
                    <a:pt x="28842" y="2730"/>
                  </a:cubicBezTo>
                  <a:cubicBezTo>
                    <a:pt x="28846" y="2730"/>
                    <a:pt x="28850" y="2731"/>
                    <a:pt x="28854" y="2734"/>
                  </a:cubicBezTo>
                  <a:cubicBezTo>
                    <a:pt x="28868" y="2748"/>
                    <a:pt x="28882" y="2756"/>
                    <a:pt x="28896" y="2756"/>
                  </a:cubicBezTo>
                  <a:cubicBezTo>
                    <a:pt x="28915" y="2756"/>
                    <a:pt x="28935" y="2740"/>
                    <a:pt x="28954" y="2701"/>
                  </a:cubicBezTo>
                  <a:cubicBezTo>
                    <a:pt x="28963" y="2692"/>
                    <a:pt x="28975" y="2687"/>
                    <a:pt x="28988" y="2687"/>
                  </a:cubicBezTo>
                  <a:close/>
                  <a:moveTo>
                    <a:pt x="30409" y="7182"/>
                  </a:moveTo>
                  <a:cubicBezTo>
                    <a:pt x="30438" y="7182"/>
                    <a:pt x="30469" y="7198"/>
                    <a:pt x="30489" y="7237"/>
                  </a:cubicBezTo>
                  <a:cubicBezTo>
                    <a:pt x="30489" y="7270"/>
                    <a:pt x="30489" y="7304"/>
                    <a:pt x="30489" y="7304"/>
                  </a:cubicBezTo>
                  <a:cubicBezTo>
                    <a:pt x="30478" y="7315"/>
                    <a:pt x="30467" y="7319"/>
                    <a:pt x="30454" y="7319"/>
                  </a:cubicBezTo>
                  <a:cubicBezTo>
                    <a:pt x="30430" y="7319"/>
                    <a:pt x="30400" y="7304"/>
                    <a:pt x="30355" y="7304"/>
                  </a:cubicBezTo>
                  <a:cubicBezTo>
                    <a:pt x="30322" y="7270"/>
                    <a:pt x="30322" y="7237"/>
                    <a:pt x="30355" y="7204"/>
                  </a:cubicBezTo>
                  <a:cubicBezTo>
                    <a:pt x="30369" y="7190"/>
                    <a:pt x="30389" y="7182"/>
                    <a:pt x="30409" y="7182"/>
                  </a:cubicBezTo>
                  <a:close/>
                  <a:moveTo>
                    <a:pt x="26981" y="6783"/>
                  </a:moveTo>
                  <a:cubicBezTo>
                    <a:pt x="27002" y="6783"/>
                    <a:pt x="27026" y="6790"/>
                    <a:pt x="27053" y="6803"/>
                  </a:cubicBezTo>
                  <a:cubicBezTo>
                    <a:pt x="27153" y="6870"/>
                    <a:pt x="27187" y="7237"/>
                    <a:pt x="27120" y="7404"/>
                  </a:cubicBezTo>
                  <a:cubicBezTo>
                    <a:pt x="27086" y="7471"/>
                    <a:pt x="27086" y="7571"/>
                    <a:pt x="27120" y="7637"/>
                  </a:cubicBezTo>
                  <a:cubicBezTo>
                    <a:pt x="27153" y="7671"/>
                    <a:pt x="27153" y="7771"/>
                    <a:pt x="27120" y="7838"/>
                  </a:cubicBezTo>
                  <a:cubicBezTo>
                    <a:pt x="27114" y="7847"/>
                    <a:pt x="27107" y="7851"/>
                    <a:pt x="27099" y="7851"/>
                  </a:cubicBezTo>
                  <a:cubicBezTo>
                    <a:pt x="27023" y="7851"/>
                    <a:pt x="26883" y="7436"/>
                    <a:pt x="26853" y="7104"/>
                  </a:cubicBezTo>
                  <a:cubicBezTo>
                    <a:pt x="26853" y="6890"/>
                    <a:pt x="26896" y="6783"/>
                    <a:pt x="26981" y="6783"/>
                  </a:cubicBezTo>
                  <a:close/>
                  <a:moveTo>
                    <a:pt x="27397" y="8012"/>
                  </a:moveTo>
                  <a:cubicBezTo>
                    <a:pt x="27422" y="8012"/>
                    <a:pt x="27452" y="8020"/>
                    <a:pt x="27487" y="8038"/>
                  </a:cubicBezTo>
                  <a:cubicBezTo>
                    <a:pt x="27553" y="8071"/>
                    <a:pt x="27553" y="8071"/>
                    <a:pt x="27553" y="8104"/>
                  </a:cubicBezTo>
                  <a:cubicBezTo>
                    <a:pt x="27520" y="8104"/>
                    <a:pt x="27487" y="8171"/>
                    <a:pt x="27420" y="8238"/>
                  </a:cubicBezTo>
                  <a:cubicBezTo>
                    <a:pt x="27390" y="8268"/>
                    <a:pt x="27367" y="8284"/>
                    <a:pt x="27350" y="8284"/>
                  </a:cubicBezTo>
                  <a:cubicBezTo>
                    <a:pt x="27330" y="8284"/>
                    <a:pt x="27320" y="8260"/>
                    <a:pt x="27320" y="8204"/>
                  </a:cubicBezTo>
                  <a:cubicBezTo>
                    <a:pt x="27295" y="8081"/>
                    <a:pt x="27326" y="8012"/>
                    <a:pt x="27397" y="8012"/>
                  </a:cubicBezTo>
                  <a:close/>
                  <a:moveTo>
                    <a:pt x="17146" y="8171"/>
                  </a:moveTo>
                  <a:cubicBezTo>
                    <a:pt x="17179" y="8204"/>
                    <a:pt x="17213" y="8271"/>
                    <a:pt x="17246" y="8305"/>
                  </a:cubicBezTo>
                  <a:cubicBezTo>
                    <a:pt x="17246" y="8350"/>
                    <a:pt x="17239" y="8368"/>
                    <a:pt x="17229" y="8368"/>
                  </a:cubicBezTo>
                  <a:cubicBezTo>
                    <a:pt x="17216" y="8368"/>
                    <a:pt x="17198" y="8341"/>
                    <a:pt x="17179" y="8305"/>
                  </a:cubicBezTo>
                  <a:cubicBezTo>
                    <a:pt x="17113" y="8238"/>
                    <a:pt x="17113" y="8171"/>
                    <a:pt x="17146" y="8171"/>
                  </a:cubicBezTo>
                  <a:close/>
                  <a:moveTo>
                    <a:pt x="6476" y="8035"/>
                  </a:moveTo>
                  <a:cubicBezTo>
                    <a:pt x="6495" y="8035"/>
                    <a:pt x="6505" y="8046"/>
                    <a:pt x="6505" y="8071"/>
                  </a:cubicBezTo>
                  <a:cubicBezTo>
                    <a:pt x="6505" y="8104"/>
                    <a:pt x="6472" y="8171"/>
                    <a:pt x="6405" y="8171"/>
                  </a:cubicBezTo>
                  <a:cubicBezTo>
                    <a:pt x="6305" y="8171"/>
                    <a:pt x="6272" y="8238"/>
                    <a:pt x="6338" y="8305"/>
                  </a:cubicBezTo>
                  <a:cubicBezTo>
                    <a:pt x="6372" y="8371"/>
                    <a:pt x="6372" y="8471"/>
                    <a:pt x="6338" y="8505"/>
                  </a:cubicBezTo>
                  <a:cubicBezTo>
                    <a:pt x="6338" y="8523"/>
                    <a:pt x="6331" y="8532"/>
                    <a:pt x="6319" y="8532"/>
                  </a:cubicBezTo>
                  <a:cubicBezTo>
                    <a:pt x="6288" y="8532"/>
                    <a:pt x="6229" y="8477"/>
                    <a:pt x="6205" y="8405"/>
                  </a:cubicBezTo>
                  <a:cubicBezTo>
                    <a:pt x="6105" y="8238"/>
                    <a:pt x="6105" y="8204"/>
                    <a:pt x="6305" y="8104"/>
                  </a:cubicBezTo>
                  <a:cubicBezTo>
                    <a:pt x="6387" y="8063"/>
                    <a:pt x="6444" y="8035"/>
                    <a:pt x="6476" y="8035"/>
                  </a:cubicBezTo>
                  <a:close/>
                  <a:moveTo>
                    <a:pt x="29188" y="7004"/>
                  </a:moveTo>
                  <a:cubicBezTo>
                    <a:pt x="29221" y="7004"/>
                    <a:pt x="29321" y="7104"/>
                    <a:pt x="29421" y="7204"/>
                  </a:cubicBezTo>
                  <a:cubicBezTo>
                    <a:pt x="29555" y="7337"/>
                    <a:pt x="29655" y="7404"/>
                    <a:pt x="29688" y="7404"/>
                  </a:cubicBezTo>
                  <a:cubicBezTo>
                    <a:pt x="29694" y="7400"/>
                    <a:pt x="29700" y="7398"/>
                    <a:pt x="29706" y="7398"/>
                  </a:cubicBezTo>
                  <a:cubicBezTo>
                    <a:pt x="29813" y="7398"/>
                    <a:pt x="30020" y="7913"/>
                    <a:pt x="29989" y="8071"/>
                  </a:cubicBezTo>
                  <a:cubicBezTo>
                    <a:pt x="29989" y="8138"/>
                    <a:pt x="30022" y="8204"/>
                    <a:pt x="30089" y="8271"/>
                  </a:cubicBezTo>
                  <a:cubicBezTo>
                    <a:pt x="30189" y="8338"/>
                    <a:pt x="30155" y="8371"/>
                    <a:pt x="29888" y="8438"/>
                  </a:cubicBezTo>
                  <a:cubicBezTo>
                    <a:pt x="29722" y="8471"/>
                    <a:pt x="29555" y="8571"/>
                    <a:pt x="29555" y="8605"/>
                  </a:cubicBezTo>
                  <a:cubicBezTo>
                    <a:pt x="29534" y="8648"/>
                    <a:pt x="29509" y="8667"/>
                    <a:pt x="29483" y="8667"/>
                  </a:cubicBezTo>
                  <a:cubicBezTo>
                    <a:pt x="29388" y="8667"/>
                    <a:pt x="29274" y="8398"/>
                    <a:pt x="29221" y="8004"/>
                  </a:cubicBezTo>
                  <a:cubicBezTo>
                    <a:pt x="29188" y="7737"/>
                    <a:pt x="29155" y="7437"/>
                    <a:pt x="29088" y="7371"/>
                  </a:cubicBezTo>
                  <a:cubicBezTo>
                    <a:pt x="29021" y="7237"/>
                    <a:pt x="29055" y="7104"/>
                    <a:pt x="29188" y="7004"/>
                  </a:cubicBezTo>
                  <a:close/>
                  <a:moveTo>
                    <a:pt x="14974" y="7537"/>
                  </a:moveTo>
                  <a:cubicBezTo>
                    <a:pt x="15003" y="7537"/>
                    <a:pt x="15011" y="7604"/>
                    <a:pt x="15011" y="7737"/>
                  </a:cubicBezTo>
                  <a:cubicBezTo>
                    <a:pt x="14978" y="7904"/>
                    <a:pt x="15045" y="8004"/>
                    <a:pt x="15145" y="8071"/>
                  </a:cubicBezTo>
                  <a:cubicBezTo>
                    <a:pt x="15345" y="8204"/>
                    <a:pt x="15512" y="8638"/>
                    <a:pt x="15378" y="8738"/>
                  </a:cubicBezTo>
                  <a:cubicBezTo>
                    <a:pt x="15371" y="8742"/>
                    <a:pt x="15364" y="8743"/>
                    <a:pt x="15357" y="8743"/>
                  </a:cubicBezTo>
                  <a:cubicBezTo>
                    <a:pt x="15297" y="8743"/>
                    <a:pt x="15238" y="8624"/>
                    <a:pt x="15178" y="8505"/>
                  </a:cubicBezTo>
                  <a:cubicBezTo>
                    <a:pt x="15126" y="8374"/>
                    <a:pt x="15073" y="8284"/>
                    <a:pt x="15037" y="8284"/>
                  </a:cubicBezTo>
                  <a:cubicBezTo>
                    <a:pt x="15027" y="8284"/>
                    <a:pt x="15018" y="8290"/>
                    <a:pt x="15011" y="8305"/>
                  </a:cubicBezTo>
                  <a:cubicBezTo>
                    <a:pt x="15011" y="8310"/>
                    <a:pt x="15008" y="8313"/>
                    <a:pt x="15003" y="8313"/>
                  </a:cubicBezTo>
                  <a:cubicBezTo>
                    <a:pt x="14978" y="8313"/>
                    <a:pt x="14900" y="8248"/>
                    <a:pt x="14844" y="8138"/>
                  </a:cubicBezTo>
                  <a:cubicBezTo>
                    <a:pt x="14711" y="7971"/>
                    <a:pt x="14711" y="7871"/>
                    <a:pt x="14811" y="7737"/>
                  </a:cubicBezTo>
                  <a:cubicBezTo>
                    <a:pt x="14894" y="7604"/>
                    <a:pt x="14944" y="7537"/>
                    <a:pt x="14974" y="7537"/>
                  </a:cubicBezTo>
                  <a:close/>
                  <a:moveTo>
                    <a:pt x="19214" y="8438"/>
                  </a:moveTo>
                  <a:cubicBezTo>
                    <a:pt x="19248" y="8438"/>
                    <a:pt x="19281" y="8505"/>
                    <a:pt x="19314" y="8571"/>
                  </a:cubicBezTo>
                  <a:cubicBezTo>
                    <a:pt x="19314" y="8680"/>
                    <a:pt x="19270" y="8789"/>
                    <a:pt x="19217" y="8789"/>
                  </a:cubicBezTo>
                  <a:cubicBezTo>
                    <a:pt x="19205" y="8789"/>
                    <a:pt x="19193" y="8784"/>
                    <a:pt x="19181" y="8772"/>
                  </a:cubicBezTo>
                  <a:cubicBezTo>
                    <a:pt x="19114" y="8638"/>
                    <a:pt x="19147" y="8438"/>
                    <a:pt x="19214" y="8438"/>
                  </a:cubicBezTo>
                  <a:close/>
                  <a:moveTo>
                    <a:pt x="27587" y="8738"/>
                  </a:moveTo>
                  <a:cubicBezTo>
                    <a:pt x="27620" y="8738"/>
                    <a:pt x="27654" y="8738"/>
                    <a:pt x="27687" y="8772"/>
                  </a:cubicBezTo>
                  <a:cubicBezTo>
                    <a:pt x="27754" y="8872"/>
                    <a:pt x="27720" y="9105"/>
                    <a:pt x="27654" y="9105"/>
                  </a:cubicBezTo>
                  <a:cubicBezTo>
                    <a:pt x="27553" y="9072"/>
                    <a:pt x="27520" y="8805"/>
                    <a:pt x="27587" y="8738"/>
                  </a:cubicBezTo>
                  <a:close/>
                  <a:moveTo>
                    <a:pt x="15532" y="8880"/>
                  </a:moveTo>
                  <a:cubicBezTo>
                    <a:pt x="15594" y="8880"/>
                    <a:pt x="15671" y="8924"/>
                    <a:pt x="15712" y="9005"/>
                  </a:cubicBezTo>
                  <a:cubicBezTo>
                    <a:pt x="15778" y="9072"/>
                    <a:pt x="15745" y="9172"/>
                    <a:pt x="15712" y="9239"/>
                  </a:cubicBezTo>
                  <a:cubicBezTo>
                    <a:pt x="15684" y="9266"/>
                    <a:pt x="15662" y="9282"/>
                    <a:pt x="15641" y="9282"/>
                  </a:cubicBezTo>
                  <a:cubicBezTo>
                    <a:pt x="15612" y="9282"/>
                    <a:pt x="15584" y="9250"/>
                    <a:pt x="15545" y="9172"/>
                  </a:cubicBezTo>
                  <a:cubicBezTo>
                    <a:pt x="15478" y="9105"/>
                    <a:pt x="15445" y="8972"/>
                    <a:pt x="15445" y="8938"/>
                  </a:cubicBezTo>
                  <a:cubicBezTo>
                    <a:pt x="15458" y="8899"/>
                    <a:pt x="15492" y="8880"/>
                    <a:pt x="15532" y="8880"/>
                  </a:cubicBezTo>
                  <a:close/>
                  <a:moveTo>
                    <a:pt x="19360" y="8938"/>
                  </a:moveTo>
                  <a:cubicBezTo>
                    <a:pt x="19381" y="8938"/>
                    <a:pt x="19414" y="9005"/>
                    <a:pt x="19448" y="9138"/>
                  </a:cubicBezTo>
                  <a:cubicBezTo>
                    <a:pt x="19481" y="9272"/>
                    <a:pt x="19481" y="9372"/>
                    <a:pt x="19448" y="9405"/>
                  </a:cubicBezTo>
                  <a:cubicBezTo>
                    <a:pt x="19430" y="9423"/>
                    <a:pt x="19414" y="9434"/>
                    <a:pt x="19401" y="9434"/>
                  </a:cubicBezTo>
                  <a:cubicBezTo>
                    <a:pt x="19365" y="9434"/>
                    <a:pt x="19348" y="9357"/>
                    <a:pt x="19348" y="9138"/>
                  </a:cubicBezTo>
                  <a:cubicBezTo>
                    <a:pt x="19331" y="9005"/>
                    <a:pt x="19339" y="8938"/>
                    <a:pt x="19360" y="8938"/>
                  </a:cubicBezTo>
                  <a:close/>
                  <a:moveTo>
                    <a:pt x="19903" y="7232"/>
                  </a:moveTo>
                  <a:cubicBezTo>
                    <a:pt x="19977" y="7232"/>
                    <a:pt x="20173" y="7448"/>
                    <a:pt x="20448" y="7838"/>
                  </a:cubicBezTo>
                  <a:cubicBezTo>
                    <a:pt x="20715" y="8204"/>
                    <a:pt x="20949" y="8438"/>
                    <a:pt x="21049" y="8471"/>
                  </a:cubicBezTo>
                  <a:cubicBezTo>
                    <a:pt x="21216" y="8538"/>
                    <a:pt x="21216" y="8538"/>
                    <a:pt x="21116" y="8605"/>
                  </a:cubicBezTo>
                  <a:cubicBezTo>
                    <a:pt x="21049" y="8671"/>
                    <a:pt x="21049" y="8738"/>
                    <a:pt x="21116" y="8872"/>
                  </a:cubicBezTo>
                  <a:cubicBezTo>
                    <a:pt x="21149" y="8972"/>
                    <a:pt x="21182" y="9072"/>
                    <a:pt x="21149" y="9072"/>
                  </a:cubicBezTo>
                  <a:cubicBezTo>
                    <a:pt x="21116" y="9105"/>
                    <a:pt x="21116" y="9172"/>
                    <a:pt x="21149" y="9239"/>
                  </a:cubicBezTo>
                  <a:cubicBezTo>
                    <a:pt x="21182" y="9305"/>
                    <a:pt x="21149" y="9405"/>
                    <a:pt x="21082" y="9472"/>
                  </a:cubicBezTo>
                  <a:cubicBezTo>
                    <a:pt x="20949" y="9605"/>
                    <a:pt x="20982" y="9605"/>
                    <a:pt x="21149" y="9706"/>
                  </a:cubicBezTo>
                  <a:cubicBezTo>
                    <a:pt x="21282" y="9772"/>
                    <a:pt x="21349" y="9839"/>
                    <a:pt x="21316" y="9906"/>
                  </a:cubicBezTo>
                  <a:cubicBezTo>
                    <a:pt x="21316" y="9920"/>
                    <a:pt x="21304" y="9928"/>
                    <a:pt x="21288" y="9928"/>
                  </a:cubicBezTo>
                  <a:cubicBezTo>
                    <a:pt x="21266" y="9928"/>
                    <a:pt x="21235" y="9911"/>
                    <a:pt x="21216" y="9872"/>
                  </a:cubicBezTo>
                  <a:cubicBezTo>
                    <a:pt x="21191" y="9824"/>
                    <a:pt x="21149" y="9793"/>
                    <a:pt x="21115" y="9793"/>
                  </a:cubicBezTo>
                  <a:cubicBezTo>
                    <a:pt x="21102" y="9793"/>
                    <a:pt x="21091" y="9797"/>
                    <a:pt x="21082" y="9806"/>
                  </a:cubicBezTo>
                  <a:cubicBezTo>
                    <a:pt x="21080" y="9807"/>
                    <a:pt x="21078" y="9807"/>
                    <a:pt x="21076" y="9807"/>
                  </a:cubicBezTo>
                  <a:cubicBezTo>
                    <a:pt x="20950" y="9807"/>
                    <a:pt x="20078" y="8026"/>
                    <a:pt x="19881" y="7371"/>
                  </a:cubicBezTo>
                  <a:cubicBezTo>
                    <a:pt x="19860" y="7277"/>
                    <a:pt x="19869" y="7232"/>
                    <a:pt x="19903" y="7232"/>
                  </a:cubicBezTo>
                  <a:close/>
                  <a:moveTo>
                    <a:pt x="27323" y="8431"/>
                  </a:moveTo>
                  <a:cubicBezTo>
                    <a:pt x="27337" y="8431"/>
                    <a:pt x="27391" y="8518"/>
                    <a:pt x="27420" y="8605"/>
                  </a:cubicBezTo>
                  <a:cubicBezTo>
                    <a:pt x="27453" y="8738"/>
                    <a:pt x="27487" y="8838"/>
                    <a:pt x="27453" y="8905"/>
                  </a:cubicBezTo>
                  <a:cubicBezTo>
                    <a:pt x="27420" y="8938"/>
                    <a:pt x="27453" y="9038"/>
                    <a:pt x="27487" y="9105"/>
                  </a:cubicBezTo>
                  <a:cubicBezTo>
                    <a:pt x="27553" y="9205"/>
                    <a:pt x="27553" y="9239"/>
                    <a:pt x="27487" y="9239"/>
                  </a:cubicBezTo>
                  <a:cubicBezTo>
                    <a:pt x="27420" y="9239"/>
                    <a:pt x="27420" y="9272"/>
                    <a:pt x="27420" y="9305"/>
                  </a:cubicBezTo>
                  <a:cubicBezTo>
                    <a:pt x="27487" y="9405"/>
                    <a:pt x="27353" y="9972"/>
                    <a:pt x="27287" y="10006"/>
                  </a:cubicBezTo>
                  <a:cubicBezTo>
                    <a:pt x="27253" y="10026"/>
                    <a:pt x="27223" y="10035"/>
                    <a:pt x="27198" y="10035"/>
                  </a:cubicBezTo>
                  <a:cubicBezTo>
                    <a:pt x="27098" y="10035"/>
                    <a:pt x="27067" y="9892"/>
                    <a:pt x="27120" y="9706"/>
                  </a:cubicBezTo>
                  <a:cubicBezTo>
                    <a:pt x="27187" y="9539"/>
                    <a:pt x="27187" y="9405"/>
                    <a:pt x="27187" y="9372"/>
                  </a:cubicBezTo>
                  <a:cubicBezTo>
                    <a:pt x="27120" y="9305"/>
                    <a:pt x="27253" y="8471"/>
                    <a:pt x="27320" y="8438"/>
                  </a:cubicBezTo>
                  <a:cubicBezTo>
                    <a:pt x="27320" y="8434"/>
                    <a:pt x="27321" y="8431"/>
                    <a:pt x="27323" y="8431"/>
                  </a:cubicBezTo>
                  <a:close/>
                  <a:moveTo>
                    <a:pt x="15813" y="9764"/>
                  </a:moveTo>
                  <a:cubicBezTo>
                    <a:pt x="15836" y="9764"/>
                    <a:pt x="15881" y="9780"/>
                    <a:pt x="15945" y="9806"/>
                  </a:cubicBezTo>
                  <a:cubicBezTo>
                    <a:pt x="16045" y="9872"/>
                    <a:pt x="16179" y="9972"/>
                    <a:pt x="16212" y="10072"/>
                  </a:cubicBezTo>
                  <a:cubicBezTo>
                    <a:pt x="16245" y="10273"/>
                    <a:pt x="16245" y="10273"/>
                    <a:pt x="15979" y="10339"/>
                  </a:cubicBezTo>
                  <a:cubicBezTo>
                    <a:pt x="15812" y="10339"/>
                    <a:pt x="15812" y="10339"/>
                    <a:pt x="15878" y="10239"/>
                  </a:cubicBezTo>
                  <a:cubicBezTo>
                    <a:pt x="15945" y="10139"/>
                    <a:pt x="15945" y="10039"/>
                    <a:pt x="15878" y="9906"/>
                  </a:cubicBezTo>
                  <a:cubicBezTo>
                    <a:pt x="15797" y="9804"/>
                    <a:pt x="15778" y="9764"/>
                    <a:pt x="15813" y="9764"/>
                  </a:cubicBezTo>
                  <a:close/>
                  <a:moveTo>
                    <a:pt x="7842" y="9764"/>
                  </a:moveTo>
                  <a:cubicBezTo>
                    <a:pt x="7869" y="9764"/>
                    <a:pt x="7908" y="9780"/>
                    <a:pt x="7973" y="9806"/>
                  </a:cubicBezTo>
                  <a:cubicBezTo>
                    <a:pt x="8073" y="9839"/>
                    <a:pt x="8173" y="9906"/>
                    <a:pt x="8206" y="9972"/>
                  </a:cubicBezTo>
                  <a:cubicBezTo>
                    <a:pt x="8507" y="10406"/>
                    <a:pt x="8807" y="11006"/>
                    <a:pt x="8807" y="11107"/>
                  </a:cubicBezTo>
                  <a:cubicBezTo>
                    <a:pt x="8801" y="11125"/>
                    <a:pt x="8791" y="11135"/>
                    <a:pt x="8776" y="11135"/>
                  </a:cubicBezTo>
                  <a:cubicBezTo>
                    <a:pt x="8705" y="11135"/>
                    <a:pt x="8507" y="10922"/>
                    <a:pt x="7906" y="10239"/>
                  </a:cubicBezTo>
                  <a:cubicBezTo>
                    <a:pt x="7806" y="10139"/>
                    <a:pt x="7773" y="9972"/>
                    <a:pt x="7773" y="9906"/>
                  </a:cubicBezTo>
                  <a:cubicBezTo>
                    <a:pt x="7793" y="9804"/>
                    <a:pt x="7801" y="9764"/>
                    <a:pt x="7842" y="9764"/>
                  </a:cubicBezTo>
                  <a:close/>
                  <a:moveTo>
                    <a:pt x="5256" y="10998"/>
                  </a:moveTo>
                  <a:cubicBezTo>
                    <a:pt x="5260" y="10998"/>
                    <a:pt x="5265" y="11001"/>
                    <a:pt x="5271" y="11006"/>
                  </a:cubicBezTo>
                  <a:cubicBezTo>
                    <a:pt x="5304" y="11006"/>
                    <a:pt x="5338" y="11073"/>
                    <a:pt x="5371" y="11173"/>
                  </a:cubicBezTo>
                  <a:cubicBezTo>
                    <a:pt x="5371" y="11240"/>
                    <a:pt x="5371" y="11307"/>
                    <a:pt x="5338" y="11307"/>
                  </a:cubicBezTo>
                  <a:cubicBezTo>
                    <a:pt x="5304" y="11273"/>
                    <a:pt x="5271" y="11207"/>
                    <a:pt x="5238" y="11140"/>
                  </a:cubicBezTo>
                  <a:cubicBezTo>
                    <a:pt x="5238" y="11058"/>
                    <a:pt x="5238" y="10998"/>
                    <a:pt x="5256" y="10998"/>
                  </a:cubicBezTo>
                  <a:close/>
                  <a:moveTo>
                    <a:pt x="6802" y="11548"/>
                  </a:moveTo>
                  <a:cubicBezTo>
                    <a:pt x="6890" y="11548"/>
                    <a:pt x="7059" y="11652"/>
                    <a:pt x="7306" y="11874"/>
                  </a:cubicBezTo>
                  <a:cubicBezTo>
                    <a:pt x="7619" y="12156"/>
                    <a:pt x="7961" y="12614"/>
                    <a:pt x="7864" y="12614"/>
                  </a:cubicBezTo>
                  <a:cubicBezTo>
                    <a:pt x="7858" y="12614"/>
                    <a:pt x="7850" y="12612"/>
                    <a:pt x="7839" y="12608"/>
                  </a:cubicBezTo>
                  <a:cubicBezTo>
                    <a:pt x="7773" y="12574"/>
                    <a:pt x="7639" y="12574"/>
                    <a:pt x="7472" y="12574"/>
                  </a:cubicBezTo>
                  <a:cubicBezTo>
                    <a:pt x="7445" y="12580"/>
                    <a:pt x="7419" y="12583"/>
                    <a:pt x="7394" y="12583"/>
                  </a:cubicBezTo>
                  <a:cubicBezTo>
                    <a:pt x="7271" y="12583"/>
                    <a:pt x="7183" y="12513"/>
                    <a:pt x="7072" y="12374"/>
                  </a:cubicBezTo>
                  <a:cubicBezTo>
                    <a:pt x="6736" y="11849"/>
                    <a:pt x="6651" y="11548"/>
                    <a:pt x="6802" y="11548"/>
                  </a:cubicBezTo>
                  <a:close/>
                  <a:moveTo>
                    <a:pt x="2590" y="11682"/>
                  </a:moveTo>
                  <a:cubicBezTo>
                    <a:pt x="2636" y="11682"/>
                    <a:pt x="2702" y="11724"/>
                    <a:pt x="2769" y="11807"/>
                  </a:cubicBezTo>
                  <a:cubicBezTo>
                    <a:pt x="2802" y="11874"/>
                    <a:pt x="2869" y="11974"/>
                    <a:pt x="2903" y="12041"/>
                  </a:cubicBezTo>
                  <a:cubicBezTo>
                    <a:pt x="2903" y="12074"/>
                    <a:pt x="2969" y="12207"/>
                    <a:pt x="3036" y="12307"/>
                  </a:cubicBezTo>
                  <a:cubicBezTo>
                    <a:pt x="3103" y="12407"/>
                    <a:pt x="3136" y="12541"/>
                    <a:pt x="3103" y="12608"/>
                  </a:cubicBezTo>
                  <a:cubicBezTo>
                    <a:pt x="3103" y="12621"/>
                    <a:pt x="3097" y="12630"/>
                    <a:pt x="3090" y="12630"/>
                  </a:cubicBezTo>
                  <a:cubicBezTo>
                    <a:pt x="3081" y="12630"/>
                    <a:pt x="3069" y="12613"/>
                    <a:pt x="3069" y="12574"/>
                  </a:cubicBezTo>
                  <a:cubicBezTo>
                    <a:pt x="3069" y="12541"/>
                    <a:pt x="2936" y="12374"/>
                    <a:pt x="2802" y="12207"/>
                  </a:cubicBezTo>
                  <a:cubicBezTo>
                    <a:pt x="2669" y="12041"/>
                    <a:pt x="2569" y="11874"/>
                    <a:pt x="2536" y="11807"/>
                  </a:cubicBezTo>
                  <a:cubicBezTo>
                    <a:pt x="2519" y="11724"/>
                    <a:pt x="2544" y="11682"/>
                    <a:pt x="2590" y="11682"/>
                  </a:cubicBezTo>
                  <a:close/>
                  <a:moveTo>
                    <a:pt x="10385" y="12540"/>
                  </a:moveTo>
                  <a:cubicBezTo>
                    <a:pt x="10462" y="12540"/>
                    <a:pt x="10587" y="12666"/>
                    <a:pt x="10741" y="12908"/>
                  </a:cubicBezTo>
                  <a:cubicBezTo>
                    <a:pt x="10926" y="13208"/>
                    <a:pt x="10999" y="13381"/>
                    <a:pt x="10949" y="13381"/>
                  </a:cubicBezTo>
                  <a:cubicBezTo>
                    <a:pt x="10927" y="13381"/>
                    <a:pt x="10880" y="13347"/>
                    <a:pt x="10808" y="13275"/>
                  </a:cubicBezTo>
                  <a:cubicBezTo>
                    <a:pt x="10708" y="13175"/>
                    <a:pt x="10608" y="13141"/>
                    <a:pt x="10575" y="13141"/>
                  </a:cubicBezTo>
                  <a:cubicBezTo>
                    <a:pt x="10567" y="13146"/>
                    <a:pt x="10559" y="13149"/>
                    <a:pt x="10551" y="13149"/>
                  </a:cubicBezTo>
                  <a:cubicBezTo>
                    <a:pt x="10450" y="13149"/>
                    <a:pt x="10308" y="12795"/>
                    <a:pt x="10308" y="12641"/>
                  </a:cubicBezTo>
                  <a:cubicBezTo>
                    <a:pt x="10319" y="12573"/>
                    <a:pt x="10346" y="12540"/>
                    <a:pt x="10385" y="12540"/>
                  </a:cubicBezTo>
                  <a:close/>
                  <a:moveTo>
                    <a:pt x="11991" y="12446"/>
                  </a:moveTo>
                  <a:cubicBezTo>
                    <a:pt x="12054" y="12446"/>
                    <a:pt x="12171" y="12522"/>
                    <a:pt x="12343" y="12674"/>
                  </a:cubicBezTo>
                  <a:cubicBezTo>
                    <a:pt x="12609" y="12941"/>
                    <a:pt x="12676" y="13341"/>
                    <a:pt x="12409" y="13575"/>
                  </a:cubicBezTo>
                  <a:cubicBezTo>
                    <a:pt x="12309" y="13642"/>
                    <a:pt x="12209" y="13775"/>
                    <a:pt x="12142" y="13842"/>
                  </a:cubicBezTo>
                  <a:cubicBezTo>
                    <a:pt x="12083" y="13882"/>
                    <a:pt x="12032" y="13901"/>
                    <a:pt x="11993" y="13901"/>
                  </a:cubicBezTo>
                  <a:cubicBezTo>
                    <a:pt x="11900" y="13901"/>
                    <a:pt x="11872" y="13796"/>
                    <a:pt x="11942" y="13608"/>
                  </a:cubicBezTo>
                  <a:cubicBezTo>
                    <a:pt x="12042" y="13375"/>
                    <a:pt x="12042" y="12941"/>
                    <a:pt x="11942" y="12574"/>
                  </a:cubicBezTo>
                  <a:cubicBezTo>
                    <a:pt x="11928" y="12489"/>
                    <a:pt x="11944" y="12446"/>
                    <a:pt x="11991" y="12446"/>
                  </a:cubicBezTo>
                  <a:close/>
                  <a:moveTo>
                    <a:pt x="3436" y="13275"/>
                  </a:moveTo>
                  <a:lnTo>
                    <a:pt x="3703" y="13408"/>
                  </a:lnTo>
                  <a:cubicBezTo>
                    <a:pt x="3837" y="13475"/>
                    <a:pt x="4037" y="13608"/>
                    <a:pt x="4070" y="13708"/>
                  </a:cubicBezTo>
                  <a:cubicBezTo>
                    <a:pt x="4137" y="13775"/>
                    <a:pt x="4137" y="13875"/>
                    <a:pt x="4103" y="13909"/>
                  </a:cubicBezTo>
                  <a:cubicBezTo>
                    <a:pt x="4094" y="13918"/>
                    <a:pt x="4083" y="13922"/>
                    <a:pt x="4071" y="13922"/>
                  </a:cubicBezTo>
                  <a:cubicBezTo>
                    <a:pt x="4037" y="13922"/>
                    <a:pt x="3994" y="13891"/>
                    <a:pt x="3970" y="13842"/>
                  </a:cubicBezTo>
                  <a:cubicBezTo>
                    <a:pt x="3937" y="13775"/>
                    <a:pt x="3870" y="13742"/>
                    <a:pt x="3837" y="13742"/>
                  </a:cubicBezTo>
                  <a:cubicBezTo>
                    <a:pt x="3832" y="13746"/>
                    <a:pt x="3827" y="13748"/>
                    <a:pt x="3820" y="13748"/>
                  </a:cubicBezTo>
                  <a:cubicBezTo>
                    <a:pt x="3777" y="13748"/>
                    <a:pt x="3690" y="13658"/>
                    <a:pt x="3603" y="13542"/>
                  </a:cubicBezTo>
                  <a:lnTo>
                    <a:pt x="3436" y="13275"/>
                  </a:lnTo>
                  <a:close/>
                  <a:moveTo>
                    <a:pt x="8507" y="15209"/>
                  </a:moveTo>
                  <a:cubicBezTo>
                    <a:pt x="8507" y="15243"/>
                    <a:pt x="8507" y="15276"/>
                    <a:pt x="8473" y="15343"/>
                  </a:cubicBezTo>
                  <a:cubicBezTo>
                    <a:pt x="8457" y="15360"/>
                    <a:pt x="8440" y="15368"/>
                    <a:pt x="8423" y="15368"/>
                  </a:cubicBezTo>
                  <a:cubicBezTo>
                    <a:pt x="8406" y="15368"/>
                    <a:pt x="8390" y="15360"/>
                    <a:pt x="8373" y="15343"/>
                  </a:cubicBezTo>
                  <a:cubicBezTo>
                    <a:pt x="8373" y="15310"/>
                    <a:pt x="8373" y="15243"/>
                    <a:pt x="8406" y="15243"/>
                  </a:cubicBezTo>
                  <a:cubicBezTo>
                    <a:pt x="8440" y="15209"/>
                    <a:pt x="8473" y="15209"/>
                    <a:pt x="8507" y="15209"/>
                  </a:cubicBezTo>
                  <a:close/>
                  <a:moveTo>
                    <a:pt x="4473" y="14465"/>
                  </a:moveTo>
                  <a:cubicBezTo>
                    <a:pt x="4494" y="14465"/>
                    <a:pt x="4535" y="14481"/>
                    <a:pt x="4604" y="14509"/>
                  </a:cubicBezTo>
                  <a:cubicBezTo>
                    <a:pt x="4737" y="14576"/>
                    <a:pt x="4804" y="14609"/>
                    <a:pt x="4771" y="14676"/>
                  </a:cubicBezTo>
                  <a:cubicBezTo>
                    <a:pt x="4704" y="14742"/>
                    <a:pt x="4937" y="14909"/>
                    <a:pt x="5204" y="14976"/>
                  </a:cubicBezTo>
                  <a:cubicBezTo>
                    <a:pt x="5304" y="15009"/>
                    <a:pt x="5404" y="15109"/>
                    <a:pt x="5471" y="15310"/>
                  </a:cubicBezTo>
                  <a:cubicBezTo>
                    <a:pt x="5527" y="15449"/>
                    <a:pt x="5582" y="15518"/>
                    <a:pt x="5619" y="15518"/>
                  </a:cubicBezTo>
                  <a:cubicBezTo>
                    <a:pt x="5626" y="15518"/>
                    <a:pt x="5632" y="15515"/>
                    <a:pt x="5638" y="15510"/>
                  </a:cubicBezTo>
                  <a:cubicBezTo>
                    <a:pt x="5648" y="15500"/>
                    <a:pt x="5660" y="15496"/>
                    <a:pt x="5674" y="15496"/>
                  </a:cubicBezTo>
                  <a:cubicBezTo>
                    <a:pt x="5707" y="15496"/>
                    <a:pt x="5748" y="15519"/>
                    <a:pt x="5771" y="15543"/>
                  </a:cubicBezTo>
                  <a:cubicBezTo>
                    <a:pt x="5771" y="15576"/>
                    <a:pt x="5738" y="15643"/>
                    <a:pt x="5638" y="15710"/>
                  </a:cubicBezTo>
                  <a:cubicBezTo>
                    <a:pt x="5591" y="15733"/>
                    <a:pt x="5547" y="15746"/>
                    <a:pt x="5502" y="15746"/>
                  </a:cubicBezTo>
                  <a:cubicBezTo>
                    <a:pt x="5353" y="15746"/>
                    <a:pt x="5201" y="15609"/>
                    <a:pt x="4971" y="15276"/>
                  </a:cubicBezTo>
                  <a:cubicBezTo>
                    <a:pt x="4871" y="15176"/>
                    <a:pt x="4737" y="15009"/>
                    <a:pt x="4637" y="14909"/>
                  </a:cubicBezTo>
                  <a:cubicBezTo>
                    <a:pt x="4570" y="14809"/>
                    <a:pt x="4470" y="14676"/>
                    <a:pt x="4470" y="14576"/>
                  </a:cubicBezTo>
                  <a:cubicBezTo>
                    <a:pt x="4451" y="14498"/>
                    <a:pt x="4443" y="14465"/>
                    <a:pt x="4473" y="14465"/>
                  </a:cubicBezTo>
                  <a:close/>
                  <a:moveTo>
                    <a:pt x="8240" y="15610"/>
                  </a:moveTo>
                  <a:cubicBezTo>
                    <a:pt x="8273" y="15610"/>
                    <a:pt x="8373" y="15643"/>
                    <a:pt x="8473" y="15743"/>
                  </a:cubicBezTo>
                  <a:cubicBezTo>
                    <a:pt x="8599" y="15890"/>
                    <a:pt x="8633" y="15984"/>
                    <a:pt x="8582" y="15984"/>
                  </a:cubicBezTo>
                  <a:cubicBezTo>
                    <a:pt x="8552" y="15984"/>
                    <a:pt x="8493" y="15951"/>
                    <a:pt x="8406" y="15877"/>
                  </a:cubicBezTo>
                  <a:cubicBezTo>
                    <a:pt x="8173" y="15677"/>
                    <a:pt x="8173" y="15677"/>
                    <a:pt x="8240" y="15610"/>
                  </a:cubicBezTo>
                  <a:close/>
                  <a:moveTo>
                    <a:pt x="11509" y="15843"/>
                  </a:moveTo>
                  <a:cubicBezTo>
                    <a:pt x="11575" y="15943"/>
                    <a:pt x="11575" y="16177"/>
                    <a:pt x="11509" y="16177"/>
                  </a:cubicBezTo>
                  <a:cubicBezTo>
                    <a:pt x="11342" y="16144"/>
                    <a:pt x="11275" y="15943"/>
                    <a:pt x="11375" y="15877"/>
                  </a:cubicBezTo>
                  <a:cubicBezTo>
                    <a:pt x="11442" y="15843"/>
                    <a:pt x="11509" y="15843"/>
                    <a:pt x="11509" y="15843"/>
                  </a:cubicBezTo>
                  <a:close/>
                  <a:moveTo>
                    <a:pt x="11675" y="16310"/>
                  </a:moveTo>
                  <a:cubicBezTo>
                    <a:pt x="11742" y="16310"/>
                    <a:pt x="11809" y="16310"/>
                    <a:pt x="11809" y="16344"/>
                  </a:cubicBezTo>
                  <a:cubicBezTo>
                    <a:pt x="11852" y="16408"/>
                    <a:pt x="11826" y="16445"/>
                    <a:pt x="11774" y="16445"/>
                  </a:cubicBezTo>
                  <a:cubicBezTo>
                    <a:pt x="11746" y="16445"/>
                    <a:pt x="11711" y="16434"/>
                    <a:pt x="11675" y="16410"/>
                  </a:cubicBezTo>
                  <a:cubicBezTo>
                    <a:pt x="11609" y="16377"/>
                    <a:pt x="11642" y="16344"/>
                    <a:pt x="11675" y="16310"/>
                  </a:cubicBezTo>
                  <a:close/>
                  <a:moveTo>
                    <a:pt x="5741" y="13954"/>
                  </a:moveTo>
                  <a:cubicBezTo>
                    <a:pt x="5830" y="13954"/>
                    <a:pt x="5934" y="14038"/>
                    <a:pt x="6038" y="14142"/>
                  </a:cubicBezTo>
                  <a:cubicBezTo>
                    <a:pt x="6172" y="14275"/>
                    <a:pt x="6338" y="14409"/>
                    <a:pt x="6372" y="14442"/>
                  </a:cubicBezTo>
                  <a:cubicBezTo>
                    <a:pt x="6438" y="14476"/>
                    <a:pt x="6572" y="14576"/>
                    <a:pt x="6705" y="14709"/>
                  </a:cubicBezTo>
                  <a:cubicBezTo>
                    <a:pt x="6872" y="14909"/>
                    <a:pt x="6872" y="14976"/>
                    <a:pt x="6772" y="14976"/>
                  </a:cubicBezTo>
                  <a:cubicBezTo>
                    <a:pt x="6705" y="15009"/>
                    <a:pt x="6639" y="15043"/>
                    <a:pt x="6639" y="15076"/>
                  </a:cubicBezTo>
                  <a:cubicBezTo>
                    <a:pt x="6639" y="15209"/>
                    <a:pt x="7172" y="15777"/>
                    <a:pt x="7339" y="15843"/>
                  </a:cubicBezTo>
                  <a:cubicBezTo>
                    <a:pt x="7406" y="15877"/>
                    <a:pt x="7439" y="15910"/>
                    <a:pt x="7406" y="15977"/>
                  </a:cubicBezTo>
                  <a:cubicBezTo>
                    <a:pt x="7372" y="16010"/>
                    <a:pt x="7372" y="16077"/>
                    <a:pt x="7439" y="16110"/>
                  </a:cubicBezTo>
                  <a:cubicBezTo>
                    <a:pt x="7472" y="16144"/>
                    <a:pt x="7472" y="16177"/>
                    <a:pt x="7439" y="16210"/>
                  </a:cubicBezTo>
                  <a:cubicBezTo>
                    <a:pt x="7406" y="16244"/>
                    <a:pt x="7406" y="16344"/>
                    <a:pt x="7472" y="16444"/>
                  </a:cubicBezTo>
                  <a:cubicBezTo>
                    <a:pt x="7539" y="16510"/>
                    <a:pt x="7573" y="16611"/>
                    <a:pt x="7539" y="16611"/>
                  </a:cubicBezTo>
                  <a:cubicBezTo>
                    <a:pt x="7489" y="16644"/>
                    <a:pt x="7414" y="16661"/>
                    <a:pt x="7343" y="16661"/>
                  </a:cubicBezTo>
                  <a:cubicBezTo>
                    <a:pt x="7272" y="16661"/>
                    <a:pt x="7206" y="16644"/>
                    <a:pt x="7172" y="16611"/>
                  </a:cubicBezTo>
                  <a:cubicBezTo>
                    <a:pt x="7139" y="16544"/>
                    <a:pt x="7039" y="16444"/>
                    <a:pt x="6905" y="16377"/>
                  </a:cubicBezTo>
                  <a:cubicBezTo>
                    <a:pt x="6772" y="16277"/>
                    <a:pt x="6639" y="16144"/>
                    <a:pt x="6572" y="15977"/>
                  </a:cubicBezTo>
                  <a:cubicBezTo>
                    <a:pt x="6505" y="15843"/>
                    <a:pt x="6438" y="15743"/>
                    <a:pt x="6372" y="15743"/>
                  </a:cubicBezTo>
                  <a:cubicBezTo>
                    <a:pt x="6305" y="15743"/>
                    <a:pt x="6272" y="15677"/>
                    <a:pt x="6272" y="15576"/>
                  </a:cubicBezTo>
                  <a:cubicBezTo>
                    <a:pt x="6238" y="15476"/>
                    <a:pt x="6105" y="15109"/>
                    <a:pt x="5905" y="14709"/>
                  </a:cubicBezTo>
                  <a:cubicBezTo>
                    <a:pt x="5604" y="14109"/>
                    <a:pt x="5571" y="14009"/>
                    <a:pt x="5671" y="13975"/>
                  </a:cubicBezTo>
                  <a:cubicBezTo>
                    <a:pt x="5693" y="13961"/>
                    <a:pt x="5717" y="13954"/>
                    <a:pt x="5741" y="13954"/>
                  </a:cubicBezTo>
                  <a:close/>
                  <a:moveTo>
                    <a:pt x="2836" y="17898"/>
                  </a:moveTo>
                  <a:cubicBezTo>
                    <a:pt x="2899" y="17898"/>
                    <a:pt x="3078" y="18009"/>
                    <a:pt x="3303" y="18212"/>
                  </a:cubicBezTo>
                  <a:cubicBezTo>
                    <a:pt x="3470" y="18378"/>
                    <a:pt x="3570" y="18512"/>
                    <a:pt x="3536" y="18545"/>
                  </a:cubicBezTo>
                  <a:cubicBezTo>
                    <a:pt x="3470" y="18579"/>
                    <a:pt x="3670" y="18745"/>
                    <a:pt x="3970" y="18845"/>
                  </a:cubicBezTo>
                  <a:cubicBezTo>
                    <a:pt x="4103" y="18912"/>
                    <a:pt x="4237" y="19012"/>
                    <a:pt x="4270" y="19079"/>
                  </a:cubicBezTo>
                  <a:cubicBezTo>
                    <a:pt x="4304" y="19146"/>
                    <a:pt x="4470" y="19279"/>
                    <a:pt x="4637" y="19379"/>
                  </a:cubicBezTo>
                  <a:cubicBezTo>
                    <a:pt x="4804" y="19479"/>
                    <a:pt x="4904" y="19613"/>
                    <a:pt x="4904" y="19646"/>
                  </a:cubicBezTo>
                  <a:cubicBezTo>
                    <a:pt x="4894" y="19656"/>
                    <a:pt x="4873" y="19661"/>
                    <a:pt x="4844" y="19661"/>
                  </a:cubicBezTo>
                  <a:cubicBezTo>
                    <a:pt x="4688" y="19661"/>
                    <a:pt x="4296" y="19520"/>
                    <a:pt x="4070" y="19379"/>
                  </a:cubicBezTo>
                  <a:cubicBezTo>
                    <a:pt x="3988" y="19325"/>
                    <a:pt x="3862" y="19270"/>
                    <a:pt x="3764" y="19270"/>
                  </a:cubicBezTo>
                  <a:cubicBezTo>
                    <a:pt x="3742" y="19270"/>
                    <a:pt x="3721" y="19273"/>
                    <a:pt x="3703" y="19279"/>
                  </a:cubicBezTo>
                  <a:cubicBezTo>
                    <a:pt x="3688" y="19282"/>
                    <a:pt x="3673" y="19283"/>
                    <a:pt x="3656" y="19283"/>
                  </a:cubicBezTo>
                  <a:cubicBezTo>
                    <a:pt x="3445" y="19283"/>
                    <a:pt x="3093" y="19095"/>
                    <a:pt x="2969" y="18879"/>
                  </a:cubicBezTo>
                  <a:cubicBezTo>
                    <a:pt x="2936" y="18779"/>
                    <a:pt x="2936" y="18745"/>
                    <a:pt x="3036" y="18712"/>
                  </a:cubicBezTo>
                  <a:cubicBezTo>
                    <a:pt x="3103" y="18712"/>
                    <a:pt x="3136" y="18645"/>
                    <a:pt x="3069" y="18579"/>
                  </a:cubicBezTo>
                  <a:cubicBezTo>
                    <a:pt x="3036" y="18512"/>
                    <a:pt x="3036" y="18412"/>
                    <a:pt x="3103" y="18345"/>
                  </a:cubicBezTo>
                  <a:cubicBezTo>
                    <a:pt x="3136" y="18278"/>
                    <a:pt x="3136" y="18212"/>
                    <a:pt x="3036" y="18145"/>
                  </a:cubicBezTo>
                  <a:cubicBezTo>
                    <a:pt x="2969" y="18112"/>
                    <a:pt x="2869" y="18012"/>
                    <a:pt x="2836" y="17978"/>
                  </a:cubicBezTo>
                  <a:cubicBezTo>
                    <a:pt x="2803" y="17924"/>
                    <a:pt x="2806" y="17898"/>
                    <a:pt x="2836" y="17898"/>
                  </a:cubicBezTo>
                  <a:close/>
                  <a:moveTo>
                    <a:pt x="5308" y="19864"/>
                  </a:moveTo>
                  <a:cubicBezTo>
                    <a:pt x="5365" y="19864"/>
                    <a:pt x="5446" y="19916"/>
                    <a:pt x="5504" y="20013"/>
                  </a:cubicBezTo>
                  <a:cubicBezTo>
                    <a:pt x="5549" y="20102"/>
                    <a:pt x="5564" y="20132"/>
                    <a:pt x="5519" y="20132"/>
                  </a:cubicBezTo>
                  <a:cubicBezTo>
                    <a:pt x="5497" y="20132"/>
                    <a:pt x="5460" y="20124"/>
                    <a:pt x="5404" y="20113"/>
                  </a:cubicBezTo>
                  <a:cubicBezTo>
                    <a:pt x="5304" y="20080"/>
                    <a:pt x="5238" y="20013"/>
                    <a:pt x="5238" y="19946"/>
                  </a:cubicBezTo>
                  <a:cubicBezTo>
                    <a:pt x="5238" y="19891"/>
                    <a:pt x="5267" y="19864"/>
                    <a:pt x="5308" y="19864"/>
                  </a:cubicBezTo>
                  <a:close/>
                  <a:moveTo>
                    <a:pt x="24360" y="0"/>
                  </a:moveTo>
                  <a:cubicBezTo>
                    <a:pt x="24269" y="0"/>
                    <a:pt x="24169" y="12"/>
                    <a:pt x="24051" y="32"/>
                  </a:cubicBezTo>
                  <a:cubicBezTo>
                    <a:pt x="23817" y="99"/>
                    <a:pt x="23551" y="132"/>
                    <a:pt x="23451" y="132"/>
                  </a:cubicBezTo>
                  <a:cubicBezTo>
                    <a:pt x="23217" y="132"/>
                    <a:pt x="22583" y="432"/>
                    <a:pt x="22650" y="499"/>
                  </a:cubicBezTo>
                  <a:cubicBezTo>
                    <a:pt x="22683" y="532"/>
                    <a:pt x="22617" y="599"/>
                    <a:pt x="22483" y="666"/>
                  </a:cubicBezTo>
                  <a:cubicBezTo>
                    <a:pt x="22316" y="699"/>
                    <a:pt x="22283" y="766"/>
                    <a:pt x="22350" y="899"/>
                  </a:cubicBezTo>
                  <a:cubicBezTo>
                    <a:pt x="22380" y="1034"/>
                    <a:pt x="22356" y="1102"/>
                    <a:pt x="22296" y="1102"/>
                  </a:cubicBezTo>
                  <a:cubicBezTo>
                    <a:pt x="22223" y="1102"/>
                    <a:pt x="22096" y="1001"/>
                    <a:pt x="21949" y="799"/>
                  </a:cubicBezTo>
                  <a:cubicBezTo>
                    <a:pt x="21715" y="494"/>
                    <a:pt x="21579" y="371"/>
                    <a:pt x="21311" y="371"/>
                  </a:cubicBezTo>
                  <a:cubicBezTo>
                    <a:pt x="21197" y="371"/>
                    <a:pt x="21060" y="393"/>
                    <a:pt x="20882" y="432"/>
                  </a:cubicBezTo>
                  <a:cubicBezTo>
                    <a:pt x="20807" y="441"/>
                    <a:pt x="20728" y="445"/>
                    <a:pt x="20644" y="445"/>
                  </a:cubicBezTo>
                  <a:cubicBezTo>
                    <a:pt x="20394" y="445"/>
                    <a:pt x="20107" y="407"/>
                    <a:pt x="19781" y="332"/>
                  </a:cubicBezTo>
                  <a:cubicBezTo>
                    <a:pt x="19545" y="285"/>
                    <a:pt x="19293" y="238"/>
                    <a:pt x="19142" y="238"/>
                  </a:cubicBezTo>
                  <a:cubicBezTo>
                    <a:pt x="19079" y="238"/>
                    <a:pt x="19034" y="246"/>
                    <a:pt x="19014" y="265"/>
                  </a:cubicBezTo>
                  <a:cubicBezTo>
                    <a:pt x="18967" y="289"/>
                    <a:pt x="18886" y="313"/>
                    <a:pt x="18820" y="313"/>
                  </a:cubicBezTo>
                  <a:cubicBezTo>
                    <a:pt x="18792" y="313"/>
                    <a:pt x="18767" y="309"/>
                    <a:pt x="18747" y="299"/>
                  </a:cubicBezTo>
                  <a:cubicBezTo>
                    <a:pt x="18740" y="297"/>
                    <a:pt x="18731" y="297"/>
                    <a:pt x="18721" y="297"/>
                  </a:cubicBezTo>
                  <a:cubicBezTo>
                    <a:pt x="18493" y="297"/>
                    <a:pt x="17539" y="640"/>
                    <a:pt x="17380" y="799"/>
                  </a:cubicBezTo>
                  <a:cubicBezTo>
                    <a:pt x="17315" y="864"/>
                    <a:pt x="17250" y="901"/>
                    <a:pt x="17168" y="901"/>
                  </a:cubicBezTo>
                  <a:cubicBezTo>
                    <a:pt x="17122" y="901"/>
                    <a:pt x="17072" y="890"/>
                    <a:pt x="17013" y="866"/>
                  </a:cubicBezTo>
                  <a:cubicBezTo>
                    <a:pt x="16977" y="857"/>
                    <a:pt x="16936" y="853"/>
                    <a:pt x="16893" y="853"/>
                  </a:cubicBezTo>
                  <a:cubicBezTo>
                    <a:pt x="16774" y="853"/>
                    <a:pt x="16634" y="884"/>
                    <a:pt x="16512" y="933"/>
                  </a:cubicBezTo>
                  <a:cubicBezTo>
                    <a:pt x="16394" y="956"/>
                    <a:pt x="16276" y="980"/>
                    <a:pt x="16194" y="980"/>
                  </a:cubicBezTo>
                  <a:cubicBezTo>
                    <a:pt x="16160" y="980"/>
                    <a:pt x="16132" y="976"/>
                    <a:pt x="16112" y="966"/>
                  </a:cubicBezTo>
                  <a:cubicBezTo>
                    <a:pt x="16012" y="966"/>
                    <a:pt x="15912" y="999"/>
                    <a:pt x="15812" y="1066"/>
                  </a:cubicBezTo>
                  <a:cubicBezTo>
                    <a:pt x="15745" y="1133"/>
                    <a:pt x="15578" y="1199"/>
                    <a:pt x="15411" y="1199"/>
                  </a:cubicBezTo>
                  <a:cubicBezTo>
                    <a:pt x="15145" y="1233"/>
                    <a:pt x="15011" y="1333"/>
                    <a:pt x="14911" y="1566"/>
                  </a:cubicBezTo>
                  <a:cubicBezTo>
                    <a:pt x="14844" y="1666"/>
                    <a:pt x="14377" y="1900"/>
                    <a:pt x="14111" y="1900"/>
                  </a:cubicBezTo>
                  <a:cubicBezTo>
                    <a:pt x="13977" y="1933"/>
                    <a:pt x="13944" y="1967"/>
                    <a:pt x="13944" y="2033"/>
                  </a:cubicBezTo>
                  <a:cubicBezTo>
                    <a:pt x="13944" y="2100"/>
                    <a:pt x="13877" y="2133"/>
                    <a:pt x="13810" y="2167"/>
                  </a:cubicBezTo>
                  <a:cubicBezTo>
                    <a:pt x="13610" y="2200"/>
                    <a:pt x="13610" y="2534"/>
                    <a:pt x="13777" y="2901"/>
                  </a:cubicBezTo>
                  <a:cubicBezTo>
                    <a:pt x="13844" y="3101"/>
                    <a:pt x="14144" y="3635"/>
                    <a:pt x="14444" y="4102"/>
                  </a:cubicBezTo>
                  <a:cubicBezTo>
                    <a:pt x="14811" y="4702"/>
                    <a:pt x="14944" y="5036"/>
                    <a:pt x="14978" y="5236"/>
                  </a:cubicBezTo>
                  <a:cubicBezTo>
                    <a:pt x="14978" y="5402"/>
                    <a:pt x="15045" y="5603"/>
                    <a:pt x="15111" y="5669"/>
                  </a:cubicBezTo>
                  <a:cubicBezTo>
                    <a:pt x="15145" y="5736"/>
                    <a:pt x="15411" y="6203"/>
                    <a:pt x="15645" y="6670"/>
                  </a:cubicBezTo>
                  <a:cubicBezTo>
                    <a:pt x="15942" y="7263"/>
                    <a:pt x="16145" y="7560"/>
                    <a:pt x="16233" y="7560"/>
                  </a:cubicBezTo>
                  <a:cubicBezTo>
                    <a:pt x="16273" y="7560"/>
                    <a:pt x="16289" y="7497"/>
                    <a:pt x="16279" y="7371"/>
                  </a:cubicBezTo>
                  <a:cubicBezTo>
                    <a:pt x="16279" y="7308"/>
                    <a:pt x="16286" y="7274"/>
                    <a:pt x="16305" y="7274"/>
                  </a:cubicBezTo>
                  <a:cubicBezTo>
                    <a:pt x="16325" y="7274"/>
                    <a:pt x="16359" y="7316"/>
                    <a:pt x="16412" y="7404"/>
                  </a:cubicBezTo>
                  <a:cubicBezTo>
                    <a:pt x="16512" y="7571"/>
                    <a:pt x="16512" y="7637"/>
                    <a:pt x="16412" y="7637"/>
                  </a:cubicBezTo>
                  <a:cubicBezTo>
                    <a:pt x="16279" y="7671"/>
                    <a:pt x="16279" y="7737"/>
                    <a:pt x="16479" y="8071"/>
                  </a:cubicBezTo>
                  <a:cubicBezTo>
                    <a:pt x="16546" y="8138"/>
                    <a:pt x="16646" y="8405"/>
                    <a:pt x="16779" y="8671"/>
                  </a:cubicBezTo>
                  <a:cubicBezTo>
                    <a:pt x="16879" y="8938"/>
                    <a:pt x="16979" y="9239"/>
                    <a:pt x="17046" y="9339"/>
                  </a:cubicBezTo>
                  <a:cubicBezTo>
                    <a:pt x="17113" y="9539"/>
                    <a:pt x="17113" y="9639"/>
                    <a:pt x="16979" y="9639"/>
                  </a:cubicBezTo>
                  <a:cubicBezTo>
                    <a:pt x="16913" y="9639"/>
                    <a:pt x="16846" y="9572"/>
                    <a:pt x="16846" y="9505"/>
                  </a:cubicBezTo>
                  <a:cubicBezTo>
                    <a:pt x="16879" y="9472"/>
                    <a:pt x="16746" y="9239"/>
                    <a:pt x="16612" y="9005"/>
                  </a:cubicBezTo>
                  <a:cubicBezTo>
                    <a:pt x="16145" y="8271"/>
                    <a:pt x="16045" y="8104"/>
                    <a:pt x="16045" y="7838"/>
                  </a:cubicBezTo>
                  <a:cubicBezTo>
                    <a:pt x="16045" y="7671"/>
                    <a:pt x="15979" y="7537"/>
                    <a:pt x="15778" y="7337"/>
                  </a:cubicBezTo>
                  <a:cubicBezTo>
                    <a:pt x="15612" y="7170"/>
                    <a:pt x="15545" y="7037"/>
                    <a:pt x="15578" y="6937"/>
                  </a:cubicBezTo>
                  <a:cubicBezTo>
                    <a:pt x="15578" y="6870"/>
                    <a:pt x="15545" y="6803"/>
                    <a:pt x="15478" y="6770"/>
                  </a:cubicBezTo>
                  <a:cubicBezTo>
                    <a:pt x="15345" y="6703"/>
                    <a:pt x="15145" y="6403"/>
                    <a:pt x="14311" y="5069"/>
                  </a:cubicBezTo>
                  <a:cubicBezTo>
                    <a:pt x="14010" y="4602"/>
                    <a:pt x="13710" y="4202"/>
                    <a:pt x="13677" y="4168"/>
                  </a:cubicBezTo>
                  <a:cubicBezTo>
                    <a:pt x="13610" y="4168"/>
                    <a:pt x="13577" y="4001"/>
                    <a:pt x="13577" y="3868"/>
                  </a:cubicBezTo>
                  <a:cubicBezTo>
                    <a:pt x="13577" y="3701"/>
                    <a:pt x="13443" y="3368"/>
                    <a:pt x="13343" y="3134"/>
                  </a:cubicBezTo>
                  <a:lnTo>
                    <a:pt x="13110" y="2667"/>
                  </a:lnTo>
                  <a:lnTo>
                    <a:pt x="12676" y="2667"/>
                  </a:lnTo>
                  <a:cubicBezTo>
                    <a:pt x="12644" y="2666"/>
                    <a:pt x="12611" y="2665"/>
                    <a:pt x="12578" y="2665"/>
                  </a:cubicBezTo>
                  <a:cubicBezTo>
                    <a:pt x="11701" y="2665"/>
                    <a:pt x="10727" y="3087"/>
                    <a:pt x="10341" y="3601"/>
                  </a:cubicBezTo>
                  <a:cubicBezTo>
                    <a:pt x="9941" y="4102"/>
                    <a:pt x="8907" y="5202"/>
                    <a:pt x="8707" y="5369"/>
                  </a:cubicBezTo>
                  <a:cubicBezTo>
                    <a:pt x="8006" y="5869"/>
                    <a:pt x="7506" y="6336"/>
                    <a:pt x="7439" y="6537"/>
                  </a:cubicBezTo>
                  <a:cubicBezTo>
                    <a:pt x="7372" y="6703"/>
                    <a:pt x="7206" y="6837"/>
                    <a:pt x="6939" y="7004"/>
                  </a:cubicBezTo>
                  <a:cubicBezTo>
                    <a:pt x="6624" y="7224"/>
                    <a:pt x="6458" y="7473"/>
                    <a:pt x="6636" y="7473"/>
                  </a:cubicBezTo>
                  <a:cubicBezTo>
                    <a:pt x="6646" y="7473"/>
                    <a:pt x="6659" y="7473"/>
                    <a:pt x="6672" y="7471"/>
                  </a:cubicBezTo>
                  <a:cubicBezTo>
                    <a:pt x="6691" y="7461"/>
                    <a:pt x="6711" y="7457"/>
                    <a:pt x="6730" y="7457"/>
                  </a:cubicBezTo>
                  <a:cubicBezTo>
                    <a:pt x="6775" y="7457"/>
                    <a:pt x="6815" y="7480"/>
                    <a:pt x="6839" y="7504"/>
                  </a:cubicBezTo>
                  <a:cubicBezTo>
                    <a:pt x="6872" y="7571"/>
                    <a:pt x="6839" y="7571"/>
                    <a:pt x="6739" y="7571"/>
                  </a:cubicBezTo>
                  <a:cubicBezTo>
                    <a:pt x="6709" y="7561"/>
                    <a:pt x="6680" y="7556"/>
                    <a:pt x="6651" y="7556"/>
                  </a:cubicBezTo>
                  <a:cubicBezTo>
                    <a:pt x="6480" y="7556"/>
                    <a:pt x="6309" y="7719"/>
                    <a:pt x="6138" y="8004"/>
                  </a:cubicBezTo>
                  <a:cubicBezTo>
                    <a:pt x="6005" y="8204"/>
                    <a:pt x="6005" y="8338"/>
                    <a:pt x="6071" y="8405"/>
                  </a:cubicBezTo>
                  <a:cubicBezTo>
                    <a:pt x="6138" y="8471"/>
                    <a:pt x="6138" y="8538"/>
                    <a:pt x="6038" y="8605"/>
                  </a:cubicBezTo>
                  <a:cubicBezTo>
                    <a:pt x="5705" y="8872"/>
                    <a:pt x="4804" y="9706"/>
                    <a:pt x="4670" y="9906"/>
                  </a:cubicBezTo>
                  <a:cubicBezTo>
                    <a:pt x="4527" y="10097"/>
                    <a:pt x="4504" y="10254"/>
                    <a:pt x="4575" y="10254"/>
                  </a:cubicBezTo>
                  <a:cubicBezTo>
                    <a:pt x="4604" y="10254"/>
                    <a:pt x="4647" y="10229"/>
                    <a:pt x="4704" y="10173"/>
                  </a:cubicBezTo>
                  <a:cubicBezTo>
                    <a:pt x="4753" y="10111"/>
                    <a:pt x="4793" y="10082"/>
                    <a:pt x="4820" y="10082"/>
                  </a:cubicBezTo>
                  <a:cubicBezTo>
                    <a:pt x="4868" y="10082"/>
                    <a:pt x="4880" y="10170"/>
                    <a:pt x="4837" y="10339"/>
                  </a:cubicBezTo>
                  <a:cubicBezTo>
                    <a:pt x="4810" y="10450"/>
                    <a:pt x="4828" y="10515"/>
                    <a:pt x="4854" y="10515"/>
                  </a:cubicBezTo>
                  <a:cubicBezTo>
                    <a:pt x="4859" y="10515"/>
                    <a:pt x="4865" y="10512"/>
                    <a:pt x="4871" y="10506"/>
                  </a:cubicBezTo>
                  <a:cubicBezTo>
                    <a:pt x="4888" y="10497"/>
                    <a:pt x="4906" y="10493"/>
                    <a:pt x="4924" y="10493"/>
                  </a:cubicBezTo>
                  <a:cubicBezTo>
                    <a:pt x="4971" y="10493"/>
                    <a:pt x="5013" y="10524"/>
                    <a:pt x="5037" y="10573"/>
                  </a:cubicBezTo>
                  <a:cubicBezTo>
                    <a:pt x="5082" y="10662"/>
                    <a:pt x="5037" y="10736"/>
                    <a:pt x="4983" y="10736"/>
                  </a:cubicBezTo>
                  <a:cubicBezTo>
                    <a:pt x="4956" y="10736"/>
                    <a:pt x="4926" y="10717"/>
                    <a:pt x="4904" y="10673"/>
                  </a:cubicBezTo>
                  <a:cubicBezTo>
                    <a:pt x="4895" y="10654"/>
                    <a:pt x="4885" y="10646"/>
                    <a:pt x="4877" y="10646"/>
                  </a:cubicBezTo>
                  <a:cubicBezTo>
                    <a:pt x="4855" y="10646"/>
                    <a:pt x="4837" y="10701"/>
                    <a:pt x="4837" y="10773"/>
                  </a:cubicBezTo>
                  <a:cubicBezTo>
                    <a:pt x="4837" y="10906"/>
                    <a:pt x="4871" y="10940"/>
                    <a:pt x="4937" y="10940"/>
                  </a:cubicBezTo>
                  <a:cubicBezTo>
                    <a:pt x="4948" y="10934"/>
                    <a:pt x="4959" y="10931"/>
                    <a:pt x="4968" y="10931"/>
                  </a:cubicBezTo>
                  <a:cubicBezTo>
                    <a:pt x="5015" y="10931"/>
                    <a:pt x="5043" y="11001"/>
                    <a:pt x="5071" y="11140"/>
                  </a:cubicBezTo>
                  <a:cubicBezTo>
                    <a:pt x="5104" y="11273"/>
                    <a:pt x="5137" y="11373"/>
                    <a:pt x="5204" y="11407"/>
                  </a:cubicBezTo>
                  <a:cubicBezTo>
                    <a:pt x="5271" y="11440"/>
                    <a:pt x="5238" y="11440"/>
                    <a:pt x="5171" y="11440"/>
                  </a:cubicBezTo>
                  <a:cubicBezTo>
                    <a:pt x="5104" y="11440"/>
                    <a:pt x="5104" y="11507"/>
                    <a:pt x="5137" y="11574"/>
                  </a:cubicBezTo>
                  <a:cubicBezTo>
                    <a:pt x="5154" y="11607"/>
                    <a:pt x="5188" y="11624"/>
                    <a:pt x="5229" y="11624"/>
                  </a:cubicBezTo>
                  <a:cubicBezTo>
                    <a:pt x="5271" y="11624"/>
                    <a:pt x="5321" y="11607"/>
                    <a:pt x="5371" y="11574"/>
                  </a:cubicBezTo>
                  <a:cubicBezTo>
                    <a:pt x="5434" y="11542"/>
                    <a:pt x="5483" y="11524"/>
                    <a:pt x="5523" y="11524"/>
                  </a:cubicBezTo>
                  <a:cubicBezTo>
                    <a:pt x="5610" y="11524"/>
                    <a:pt x="5648" y="11611"/>
                    <a:pt x="5671" y="11840"/>
                  </a:cubicBezTo>
                  <a:cubicBezTo>
                    <a:pt x="5694" y="11954"/>
                    <a:pt x="5717" y="12006"/>
                    <a:pt x="5740" y="12006"/>
                  </a:cubicBezTo>
                  <a:cubicBezTo>
                    <a:pt x="5750" y="12006"/>
                    <a:pt x="5761" y="11995"/>
                    <a:pt x="5771" y="11974"/>
                  </a:cubicBezTo>
                  <a:cubicBezTo>
                    <a:pt x="5782" y="11952"/>
                    <a:pt x="5794" y="11940"/>
                    <a:pt x="5803" y="11940"/>
                  </a:cubicBezTo>
                  <a:cubicBezTo>
                    <a:pt x="5823" y="11940"/>
                    <a:pt x="5838" y="11985"/>
                    <a:pt x="5838" y="12074"/>
                  </a:cubicBezTo>
                  <a:cubicBezTo>
                    <a:pt x="5838" y="12174"/>
                    <a:pt x="5871" y="12241"/>
                    <a:pt x="5905" y="12241"/>
                  </a:cubicBezTo>
                  <a:cubicBezTo>
                    <a:pt x="5915" y="12236"/>
                    <a:pt x="5925" y="12233"/>
                    <a:pt x="5937" y="12233"/>
                  </a:cubicBezTo>
                  <a:cubicBezTo>
                    <a:pt x="6077" y="12233"/>
                    <a:pt x="6305" y="12594"/>
                    <a:pt x="6305" y="12841"/>
                  </a:cubicBezTo>
                  <a:cubicBezTo>
                    <a:pt x="6326" y="13026"/>
                    <a:pt x="6346" y="13122"/>
                    <a:pt x="6374" y="13122"/>
                  </a:cubicBezTo>
                  <a:cubicBezTo>
                    <a:pt x="6392" y="13122"/>
                    <a:pt x="6413" y="13085"/>
                    <a:pt x="6438" y="13008"/>
                  </a:cubicBezTo>
                  <a:cubicBezTo>
                    <a:pt x="6452" y="12941"/>
                    <a:pt x="6487" y="12911"/>
                    <a:pt x="6522" y="12911"/>
                  </a:cubicBezTo>
                  <a:cubicBezTo>
                    <a:pt x="6574" y="12911"/>
                    <a:pt x="6625" y="12975"/>
                    <a:pt x="6605" y="13075"/>
                  </a:cubicBezTo>
                  <a:cubicBezTo>
                    <a:pt x="6605" y="13175"/>
                    <a:pt x="6672" y="13241"/>
                    <a:pt x="6705" y="13275"/>
                  </a:cubicBezTo>
                  <a:cubicBezTo>
                    <a:pt x="6772" y="13341"/>
                    <a:pt x="6772" y="13375"/>
                    <a:pt x="6739" y="13408"/>
                  </a:cubicBezTo>
                  <a:cubicBezTo>
                    <a:pt x="6721" y="13417"/>
                    <a:pt x="6705" y="13421"/>
                    <a:pt x="6692" y="13421"/>
                  </a:cubicBezTo>
                  <a:cubicBezTo>
                    <a:pt x="6654" y="13421"/>
                    <a:pt x="6630" y="13390"/>
                    <a:pt x="6605" y="13341"/>
                  </a:cubicBezTo>
                  <a:cubicBezTo>
                    <a:pt x="6582" y="13318"/>
                    <a:pt x="6525" y="13294"/>
                    <a:pt x="6470" y="13294"/>
                  </a:cubicBezTo>
                  <a:cubicBezTo>
                    <a:pt x="6447" y="13294"/>
                    <a:pt x="6425" y="13298"/>
                    <a:pt x="6405" y="13308"/>
                  </a:cubicBezTo>
                  <a:cubicBezTo>
                    <a:pt x="6381" y="13332"/>
                    <a:pt x="6358" y="13343"/>
                    <a:pt x="6337" y="13343"/>
                  </a:cubicBezTo>
                  <a:cubicBezTo>
                    <a:pt x="6299" y="13343"/>
                    <a:pt x="6272" y="13306"/>
                    <a:pt x="6272" y="13241"/>
                  </a:cubicBezTo>
                  <a:cubicBezTo>
                    <a:pt x="6272" y="13141"/>
                    <a:pt x="6172" y="13075"/>
                    <a:pt x="6038" y="13041"/>
                  </a:cubicBezTo>
                  <a:cubicBezTo>
                    <a:pt x="5938" y="13008"/>
                    <a:pt x="5838" y="12941"/>
                    <a:pt x="5871" y="12874"/>
                  </a:cubicBezTo>
                  <a:cubicBezTo>
                    <a:pt x="5871" y="12808"/>
                    <a:pt x="5805" y="12741"/>
                    <a:pt x="5705" y="12674"/>
                  </a:cubicBezTo>
                  <a:cubicBezTo>
                    <a:pt x="5538" y="12574"/>
                    <a:pt x="5304" y="12374"/>
                    <a:pt x="5338" y="12341"/>
                  </a:cubicBezTo>
                  <a:cubicBezTo>
                    <a:pt x="5338" y="12341"/>
                    <a:pt x="5238" y="12307"/>
                    <a:pt x="5104" y="12241"/>
                  </a:cubicBezTo>
                  <a:cubicBezTo>
                    <a:pt x="4937" y="12174"/>
                    <a:pt x="4804" y="11974"/>
                    <a:pt x="4570" y="11574"/>
                  </a:cubicBezTo>
                  <a:cubicBezTo>
                    <a:pt x="4337" y="11207"/>
                    <a:pt x="4170" y="11006"/>
                    <a:pt x="4037" y="10973"/>
                  </a:cubicBezTo>
                  <a:cubicBezTo>
                    <a:pt x="3937" y="10940"/>
                    <a:pt x="3803" y="10806"/>
                    <a:pt x="3736" y="10706"/>
                  </a:cubicBezTo>
                  <a:cubicBezTo>
                    <a:pt x="3712" y="10657"/>
                    <a:pt x="3670" y="10626"/>
                    <a:pt x="3636" y="10626"/>
                  </a:cubicBezTo>
                  <a:cubicBezTo>
                    <a:pt x="3623" y="10626"/>
                    <a:pt x="3612" y="10631"/>
                    <a:pt x="3603" y="10640"/>
                  </a:cubicBezTo>
                  <a:cubicBezTo>
                    <a:pt x="3579" y="10663"/>
                    <a:pt x="3556" y="10687"/>
                    <a:pt x="3520" y="10687"/>
                  </a:cubicBezTo>
                  <a:cubicBezTo>
                    <a:pt x="3506" y="10687"/>
                    <a:pt x="3489" y="10683"/>
                    <a:pt x="3470" y="10673"/>
                  </a:cubicBezTo>
                  <a:cubicBezTo>
                    <a:pt x="3460" y="10663"/>
                    <a:pt x="3447" y="10659"/>
                    <a:pt x="3433" y="10659"/>
                  </a:cubicBezTo>
                  <a:cubicBezTo>
                    <a:pt x="3400" y="10659"/>
                    <a:pt x="3360" y="10683"/>
                    <a:pt x="3336" y="10706"/>
                  </a:cubicBezTo>
                  <a:cubicBezTo>
                    <a:pt x="3336" y="10740"/>
                    <a:pt x="3169" y="10773"/>
                    <a:pt x="2969" y="10773"/>
                  </a:cubicBezTo>
                  <a:cubicBezTo>
                    <a:pt x="2235" y="10773"/>
                    <a:pt x="1668" y="11373"/>
                    <a:pt x="1868" y="11940"/>
                  </a:cubicBezTo>
                  <a:cubicBezTo>
                    <a:pt x="1935" y="12107"/>
                    <a:pt x="2069" y="12274"/>
                    <a:pt x="2135" y="12307"/>
                  </a:cubicBezTo>
                  <a:cubicBezTo>
                    <a:pt x="2201" y="12347"/>
                    <a:pt x="2241" y="12366"/>
                    <a:pt x="2259" y="12366"/>
                  </a:cubicBezTo>
                  <a:cubicBezTo>
                    <a:pt x="2287" y="12366"/>
                    <a:pt x="2263" y="12322"/>
                    <a:pt x="2202" y="12241"/>
                  </a:cubicBezTo>
                  <a:cubicBezTo>
                    <a:pt x="2135" y="12107"/>
                    <a:pt x="2135" y="12041"/>
                    <a:pt x="2269" y="11974"/>
                  </a:cubicBezTo>
                  <a:cubicBezTo>
                    <a:pt x="2309" y="11951"/>
                    <a:pt x="2348" y="11941"/>
                    <a:pt x="2383" y="11941"/>
                  </a:cubicBezTo>
                  <a:cubicBezTo>
                    <a:pt x="2549" y="11941"/>
                    <a:pt x="2634" y="12170"/>
                    <a:pt x="2469" y="12307"/>
                  </a:cubicBezTo>
                  <a:cubicBezTo>
                    <a:pt x="2402" y="12374"/>
                    <a:pt x="2335" y="12474"/>
                    <a:pt x="2369" y="12508"/>
                  </a:cubicBezTo>
                  <a:cubicBezTo>
                    <a:pt x="2378" y="12517"/>
                    <a:pt x="2389" y="12521"/>
                    <a:pt x="2402" y="12521"/>
                  </a:cubicBezTo>
                  <a:cubicBezTo>
                    <a:pt x="2438" y="12521"/>
                    <a:pt x="2487" y="12490"/>
                    <a:pt x="2536" y="12441"/>
                  </a:cubicBezTo>
                  <a:cubicBezTo>
                    <a:pt x="2579" y="12397"/>
                    <a:pt x="2610" y="12373"/>
                    <a:pt x="2640" y="12373"/>
                  </a:cubicBezTo>
                  <a:cubicBezTo>
                    <a:pt x="2678" y="12373"/>
                    <a:pt x="2713" y="12414"/>
                    <a:pt x="2769" y="12508"/>
                  </a:cubicBezTo>
                  <a:cubicBezTo>
                    <a:pt x="2836" y="12608"/>
                    <a:pt x="3003" y="12741"/>
                    <a:pt x="3136" y="12774"/>
                  </a:cubicBezTo>
                  <a:cubicBezTo>
                    <a:pt x="3269" y="12808"/>
                    <a:pt x="3370" y="12874"/>
                    <a:pt x="3303" y="12908"/>
                  </a:cubicBezTo>
                  <a:cubicBezTo>
                    <a:pt x="3269" y="12941"/>
                    <a:pt x="3269" y="13008"/>
                    <a:pt x="3303" y="13075"/>
                  </a:cubicBezTo>
                  <a:cubicBezTo>
                    <a:pt x="3336" y="13141"/>
                    <a:pt x="3336" y="13208"/>
                    <a:pt x="3303" y="13208"/>
                  </a:cubicBezTo>
                  <a:cubicBezTo>
                    <a:pt x="3269" y="13241"/>
                    <a:pt x="3236" y="13308"/>
                    <a:pt x="3269" y="13375"/>
                  </a:cubicBezTo>
                  <a:cubicBezTo>
                    <a:pt x="3286" y="13425"/>
                    <a:pt x="3269" y="13450"/>
                    <a:pt x="3219" y="13450"/>
                  </a:cubicBezTo>
                  <a:cubicBezTo>
                    <a:pt x="3169" y="13450"/>
                    <a:pt x="3086" y="13425"/>
                    <a:pt x="2969" y="13375"/>
                  </a:cubicBezTo>
                  <a:cubicBezTo>
                    <a:pt x="2816" y="13291"/>
                    <a:pt x="2615" y="13254"/>
                    <a:pt x="2436" y="13254"/>
                  </a:cubicBezTo>
                  <a:cubicBezTo>
                    <a:pt x="2188" y="13254"/>
                    <a:pt x="1983" y="13325"/>
                    <a:pt x="2002" y="13442"/>
                  </a:cubicBezTo>
                  <a:cubicBezTo>
                    <a:pt x="2002" y="13481"/>
                    <a:pt x="1990" y="13497"/>
                    <a:pt x="1968" y="13497"/>
                  </a:cubicBezTo>
                  <a:cubicBezTo>
                    <a:pt x="1951" y="13497"/>
                    <a:pt x="1929" y="13489"/>
                    <a:pt x="1902" y="13475"/>
                  </a:cubicBezTo>
                  <a:cubicBezTo>
                    <a:pt x="1884" y="13466"/>
                    <a:pt x="1864" y="13462"/>
                    <a:pt x="1843" y="13462"/>
                  </a:cubicBezTo>
                  <a:cubicBezTo>
                    <a:pt x="1786" y="13462"/>
                    <a:pt x="1726" y="13493"/>
                    <a:pt x="1702" y="13542"/>
                  </a:cubicBezTo>
                  <a:cubicBezTo>
                    <a:pt x="1602" y="13675"/>
                    <a:pt x="1635" y="13842"/>
                    <a:pt x="1835" y="14242"/>
                  </a:cubicBezTo>
                  <a:cubicBezTo>
                    <a:pt x="1935" y="14509"/>
                    <a:pt x="1902" y="14542"/>
                    <a:pt x="1335" y="14742"/>
                  </a:cubicBezTo>
                  <a:cubicBezTo>
                    <a:pt x="1068" y="14843"/>
                    <a:pt x="1035" y="14843"/>
                    <a:pt x="1168" y="14943"/>
                  </a:cubicBezTo>
                  <a:cubicBezTo>
                    <a:pt x="1231" y="15006"/>
                    <a:pt x="1255" y="15029"/>
                    <a:pt x="1229" y="15029"/>
                  </a:cubicBezTo>
                  <a:cubicBezTo>
                    <a:pt x="1214" y="15029"/>
                    <a:pt x="1183" y="15022"/>
                    <a:pt x="1135" y="15009"/>
                  </a:cubicBezTo>
                  <a:cubicBezTo>
                    <a:pt x="1035" y="15009"/>
                    <a:pt x="901" y="15043"/>
                    <a:pt x="801" y="15109"/>
                  </a:cubicBezTo>
                  <a:cubicBezTo>
                    <a:pt x="668" y="15176"/>
                    <a:pt x="668" y="15243"/>
                    <a:pt x="734" y="15443"/>
                  </a:cubicBezTo>
                  <a:cubicBezTo>
                    <a:pt x="768" y="15576"/>
                    <a:pt x="801" y="15677"/>
                    <a:pt x="768" y="15710"/>
                  </a:cubicBezTo>
                  <a:cubicBezTo>
                    <a:pt x="734" y="15710"/>
                    <a:pt x="801" y="15910"/>
                    <a:pt x="934" y="16110"/>
                  </a:cubicBezTo>
                  <a:cubicBezTo>
                    <a:pt x="1102" y="16445"/>
                    <a:pt x="1153" y="16594"/>
                    <a:pt x="1067" y="16594"/>
                  </a:cubicBezTo>
                  <a:cubicBezTo>
                    <a:pt x="1050" y="16594"/>
                    <a:pt x="1028" y="16588"/>
                    <a:pt x="1001" y="16577"/>
                  </a:cubicBezTo>
                  <a:cubicBezTo>
                    <a:pt x="985" y="16571"/>
                    <a:pt x="967" y="16568"/>
                    <a:pt x="946" y="16568"/>
                  </a:cubicBezTo>
                  <a:cubicBezTo>
                    <a:pt x="754" y="16568"/>
                    <a:pt x="391" y="16833"/>
                    <a:pt x="301" y="17044"/>
                  </a:cubicBezTo>
                  <a:cubicBezTo>
                    <a:pt x="201" y="17278"/>
                    <a:pt x="234" y="17344"/>
                    <a:pt x="534" y="17878"/>
                  </a:cubicBezTo>
                  <a:cubicBezTo>
                    <a:pt x="701" y="18178"/>
                    <a:pt x="868" y="18512"/>
                    <a:pt x="901" y="18579"/>
                  </a:cubicBezTo>
                  <a:cubicBezTo>
                    <a:pt x="934" y="18645"/>
                    <a:pt x="934" y="18712"/>
                    <a:pt x="901" y="18745"/>
                  </a:cubicBezTo>
                  <a:cubicBezTo>
                    <a:pt x="834" y="18779"/>
                    <a:pt x="768" y="18912"/>
                    <a:pt x="768" y="19012"/>
                  </a:cubicBezTo>
                  <a:cubicBezTo>
                    <a:pt x="734" y="19179"/>
                    <a:pt x="668" y="19246"/>
                    <a:pt x="401" y="19346"/>
                  </a:cubicBezTo>
                  <a:cubicBezTo>
                    <a:pt x="34" y="19446"/>
                    <a:pt x="0" y="19513"/>
                    <a:pt x="267" y="19613"/>
                  </a:cubicBezTo>
                  <a:cubicBezTo>
                    <a:pt x="367" y="19679"/>
                    <a:pt x="401" y="19746"/>
                    <a:pt x="334" y="19746"/>
                  </a:cubicBezTo>
                  <a:cubicBezTo>
                    <a:pt x="234" y="19813"/>
                    <a:pt x="367" y="20013"/>
                    <a:pt x="534" y="20013"/>
                  </a:cubicBezTo>
                  <a:cubicBezTo>
                    <a:pt x="801" y="20013"/>
                    <a:pt x="1001" y="20146"/>
                    <a:pt x="1235" y="20513"/>
                  </a:cubicBezTo>
                  <a:cubicBezTo>
                    <a:pt x="1429" y="20781"/>
                    <a:pt x="1535" y="20889"/>
                    <a:pt x="1682" y="20889"/>
                  </a:cubicBezTo>
                  <a:cubicBezTo>
                    <a:pt x="1736" y="20889"/>
                    <a:pt x="1796" y="20874"/>
                    <a:pt x="1868" y="20847"/>
                  </a:cubicBezTo>
                  <a:cubicBezTo>
                    <a:pt x="2084" y="20782"/>
                    <a:pt x="2230" y="20745"/>
                    <a:pt x="2315" y="20745"/>
                  </a:cubicBezTo>
                  <a:cubicBezTo>
                    <a:pt x="2362" y="20745"/>
                    <a:pt x="2390" y="20757"/>
                    <a:pt x="2402" y="20780"/>
                  </a:cubicBezTo>
                  <a:cubicBezTo>
                    <a:pt x="2436" y="20814"/>
                    <a:pt x="2569" y="20880"/>
                    <a:pt x="2702" y="20914"/>
                  </a:cubicBezTo>
                  <a:cubicBezTo>
                    <a:pt x="2836" y="20947"/>
                    <a:pt x="3003" y="21014"/>
                    <a:pt x="3036" y="21080"/>
                  </a:cubicBezTo>
                  <a:cubicBezTo>
                    <a:pt x="3152" y="21242"/>
                    <a:pt x="3332" y="21340"/>
                    <a:pt x="3487" y="21340"/>
                  </a:cubicBezTo>
                  <a:cubicBezTo>
                    <a:pt x="3555" y="21340"/>
                    <a:pt x="3619" y="21321"/>
                    <a:pt x="3670" y="21281"/>
                  </a:cubicBezTo>
                  <a:cubicBezTo>
                    <a:pt x="3725" y="21225"/>
                    <a:pt x="3770" y="21201"/>
                    <a:pt x="3805" y="21201"/>
                  </a:cubicBezTo>
                  <a:cubicBezTo>
                    <a:pt x="3833" y="21201"/>
                    <a:pt x="3855" y="21217"/>
                    <a:pt x="3870" y="21247"/>
                  </a:cubicBezTo>
                  <a:cubicBezTo>
                    <a:pt x="3903" y="21281"/>
                    <a:pt x="3937" y="21314"/>
                    <a:pt x="3970" y="21314"/>
                  </a:cubicBezTo>
                  <a:cubicBezTo>
                    <a:pt x="4003" y="21281"/>
                    <a:pt x="4137" y="21247"/>
                    <a:pt x="4237" y="21180"/>
                  </a:cubicBezTo>
                  <a:cubicBezTo>
                    <a:pt x="4370" y="21147"/>
                    <a:pt x="4470" y="21014"/>
                    <a:pt x="4537" y="20814"/>
                  </a:cubicBezTo>
                  <a:cubicBezTo>
                    <a:pt x="4637" y="20547"/>
                    <a:pt x="4670" y="20547"/>
                    <a:pt x="4937" y="20513"/>
                  </a:cubicBezTo>
                  <a:cubicBezTo>
                    <a:pt x="5071" y="20513"/>
                    <a:pt x="5204" y="20547"/>
                    <a:pt x="5204" y="20613"/>
                  </a:cubicBezTo>
                  <a:cubicBezTo>
                    <a:pt x="5225" y="20655"/>
                    <a:pt x="5245" y="20683"/>
                    <a:pt x="5282" y="20683"/>
                  </a:cubicBezTo>
                  <a:cubicBezTo>
                    <a:pt x="5304" y="20683"/>
                    <a:pt x="5333" y="20672"/>
                    <a:pt x="5371" y="20647"/>
                  </a:cubicBezTo>
                  <a:cubicBezTo>
                    <a:pt x="5404" y="20630"/>
                    <a:pt x="5454" y="20622"/>
                    <a:pt x="5509" y="20622"/>
                  </a:cubicBezTo>
                  <a:cubicBezTo>
                    <a:pt x="5563" y="20622"/>
                    <a:pt x="5621" y="20630"/>
                    <a:pt x="5671" y="20647"/>
                  </a:cubicBezTo>
                  <a:cubicBezTo>
                    <a:pt x="5705" y="20663"/>
                    <a:pt x="5771" y="20672"/>
                    <a:pt x="5850" y="20672"/>
                  </a:cubicBezTo>
                  <a:cubicBezTo>
                    <a:pt x="5930" y="20672"/>
                    <a:pt x="6021" y="20663"/>
                    <a:pt x="6105" y="20647"/>
                  </a:cubicBezTo>
                  <a:cubicBezTo>
                    <a:pt x="6272" y="20647"/>
                    <a:pt x="6438" y="20647"/>
                    <a:pt x="6438" y="20713"/>
                  </a:cubicBezTo>
                  <a:cubicBezTo>
                    <a:pt x="6462" y="20772"/>
                    <a:pt x="6498" y="20798"/>
                    <a:pt x="6537" y="20798"/>
                  </a:cubicBezTo>
                  <a:cubicBezTo>
                    <a:pt x="6610" y="20798"/>
                    <a:pt x="6695" y="20710"/>
                    <a:pt x="6739" y="20580"/>
                  </a:cubicBezTo>
                  <a:cubicBezTo>
                    <a:pt x="6760" y="20453"/>
                    <a:pt x="6781" y="20407"/>
                    <a:pt x="6828" y="20407"/>
                  </a:cubicBezTo>
                  <a:cubicBezTo>
                    <a:pt x="6854" y="20407"/>
                    <a:pt x="6890" y="20422"/>
                    <a:pt x="6939" y="20447"/>
                  </a:cubicBezTo>
                  <a:cubicBezTo>
                    <a:pt x="6966" y="20460"/>
                    <a:pt x="7005" y="20468"/>
                    <a:pt x="7049" y="20468"/>
                  </a:cubicBezTo>
                  <a:cubicBezTo>
                    <a:pt x="7110" y="20468"/>
                    <a:pt x="7180" y="20452"/>
                    <a:pt x="7239" y="20413"/>
                  </a:cubicBezTo>
                  <a:cubicBezTo>
                    <a:pt x="7406" y="20347"/>
                    <a:pt x="7406" y="20280"/>
                    <a:pt x="7306" y="20113"/>
                  </a:cubicBezTo>
                  <a:cubicBezTo>
                    <a:pt x="7206" y="19946"/>
                    <a:pt x="7206" y="19880"/>
                    <a:pt x="7272" y="19813"/>
                  </a:cubicBezTo>
                  <a:cubicBezTo>
                    <a:pt x="7539" y="19679"/>
                    <a:pt x="6905" y="19246"/>
                    <a:pt x="6238" y="19112"/>
                  </a:cubicBezTo>
                  <a:cubicBezTo>
                    <a:pt x="6105" y="19079"/>
                    <a:pt x="5938" y="18979"/>
                    <a:pt x="5838" y="18879"/>
                  </a:cubicBezTo>
                  <a:cubicBezTo>
                    <a:pt x="5771" y="18745"/>
                    <a:pt x="5471" y="18512"/>
                    <a:pt x="5204" y="18345"/>
                  </a:cubicBezTo>
                  <a:cubicBezTo>
                    <a:pt x="4704" y="18045"/>
                    <a:pt x="4304" y="17678"/>
                    <a:pt x="4003" y="17344"/>
                  </a:cubicBezTo>
                  <a:cubicBezTo>
                    <a:pt x="3636" y="16844"/>
                    <a:pt x="3336" y="16410"/>
                    <a:pt x="3370" y="16410"/>
                  </a:cubicBezTo>
                  <a:cubicBezTo>
                    <a:pt x="3385" y="16395"/>
                    <a:pt x="3411" y="16389"/>
                    <a:pt x="3444" y="16389"/>
                  </a:cubicBezTo>
                  <a:cubicBezTo>
                    <a:pt x="3555" y="16389"/>
                    <a:pt x="3729" y="16466"/>
                    <a:pt x="3703" y="16544"/>
                  </a:cubicBezTo>
                  <a:cubicBezTo>
                    <a:pt x="3703" y="16560"/>
                    <a:pt x="3711" y="16569"/>
                    <a:pt x="3728" y="16569"/>
                  </a:cubicBezTo>
                  <a:cubicBezTo>
                    <a:pt x="3745" y="16569"/>
                    <a:pt x="3770" y="16560"/>
                    <a:pt x="3803" y="16544"/>
                  </a:cubicBezTo>
                  <a:cubicBezTo>
                    <a:pt x="3808" y="16541"/>
                    <a:pt x="3814" y="16539"/>
                    <a:pt x="3822" y="16539"/>
                  </a:cubicBezTo>
                  <a:cubicBezTo>
                    <a:pt x="3995" y="16539"/>
                    <a:pt x="4963" y="17200"/>
                    <a:pt x="5504" y="17678"/>
                  </a:cubicBezTo>
                  <a:cubicBezTo>
                    <a:pt x="5638" y="17811"/>
                    <a:pt x="6005" y="18078"/>
                    <a:pt x="6305" y="18212"/>
                  </a:cubicBezTo>
                  <a:cubicBezTo>
                    <a:pt x="6572" y="18378"/>
                    <a:pt x="6839" y="18512"/>
                    <a:pt x="6839" y="18545"/>
                  </a:cubicBezTo>
                  <a:cubicBezTo>
                    <a:pt x="6872" y="18579"/>
                    <a:pt x="7072" y="18745"/>
                    <a:pt x="7306" y="18912"/>
                  </a:cubicBezTo>
                  <a:cubicBezTo>
                    <a:pt x="7539" y="19046"/>
                    <a:pt x="7706" y="19212"/>
                    <a:pt x="7706" y="19246"/>
                  </a:cubicBezTo>
                  <a:cubicBezTo>
                    <a:pt x="7706" y="19335"/>
                    <a:pt x="8079" y="19451"/>
                    <a:pt x="8229" y="19451"/>
                  </a:cubicBezTo>
                  <a:cubicBezTo>
                    <a:pt x="8247" y="19451"/>
                    <a:pt x="8262" y="19449"/>
                    <a:pt x="8273" y="19446"/>
                  </a:cubicBezTo>
                  <a:cubicBezTo>
                    <a:pt x="8281" y="19438"/>
                    <a:pt x="8292" y="19433"/>
                    <a:pt x="8303" y="19433"/>
                  </a:cubicBezTo>
                  <a:cubicBezTo>
                    <a:pt x="8338" y="19433"/>
                    <a:pt x="8381" y="19471"/>
                    <a:pt x="8406" y="19546"/>
                  </a:cubicBezTo>
                  <a:cubicBezTo>
                    <a:pt x="8449" y="19609"/>
                    <a:pt x="8491" y="19633"/>
                    <a:pt x="8516" y="19633"/>
                  </a:cubicBezTo>
                  <a:cubicBezTo>
                    <a:pt x="8531" y="19633"/>
                    <a:pt x="8540" y="19625"/>
                    <a:pt x="8540" y="19613"/>
                  </a:cubicBezTo>
                  <a:cubicBezTo>
                    <a:pt x="8552" y="19589"/>
                    <a:pt x="8568" y="19578"/>
                    <a:pt x="8585" y="19578"/>
                  </a:cubicBezTo>
                  <a:cubicBezTo>
                    <a:pt x="8616" y="19578"/>
                    <a:pt x="8652" y="19615"/>
                    <a:pt x="8673" y="19679"/>
                  </a:cubicBezTo>
                  <a:cubicBezTo>
                    <a:pt x="8714" y="19782"/>
                    <a:pt x="8755" y="19821"/>
                    <a:pt x="8819" y="19821"/>
                  </a:cubicBezTo>
                  <a:cubicBezTo>
                    <a:pt x="8859" y="19821"/>
                    <a:pt x="8909" y="19805"/>
                    <a:pt x="8974" y="19779"/>
                  </a:cubicBezTo>
                  <a:cubicBezTo>
                    <a:pt x="9049" y="19749"/>
                    <a:pt x="9103" y="19733"/>
                    <a:pt x="9141" y="19733"/>
                  </a:cubicBezTo>
                  <a:cubicBezTo>
                    <a:pt x="9187" y="19733"/>
                    <a:pt x="9207" y="19758"/>
                    <a:pt x="9207" y="19813"/>
                  </a:cubicBezTo>
                  <a:cubicBezTo>
                    <a:pt x="9219" y="19871"/>
                    <a:pt x="9243" y="19897"/>
                    <a:pt x="9269" y="19897"/>
                  </a:cubicBezTo>
                  <a:cubicBezTo>
                    <a:pt x="9318" y="19897"/>
                    <a:pt x="9374" y="19809"/>
                    <a:pt x="9374" y="19679"/>
                  </a:cubicBezTo>
                  <a:cubicBezTo>
                    <a:pt x="9374" y="19579"/>
                    <a:pt x="9407" y="19546"/>
                    <a:pt x="9541" y="19546"/>
                  </a:cubicBezTo>
                  <a:cubicBezTo>
                    <a:pt x="9641" y="19546"/>
                    <a:pt x="9674" y="19546"/>
                    <a:pt x="9641" y="19579"/>
                  </a:cubicBezTo>
                  <a:cubicBezTo>
                    <a:pt x="9402" y="19738"/>
                    <a:pt x="9753" y="19876"/>
                    <a:pt x="10224" y="19876"/>
                  </a:cubicBezTo>
                  <a:cubicBezTo>
                    <a:pt x="10347" y="19876"/>
                    <a:pt x="10477" y="19867"/>
                    <a:pt x="10608" y="19846"/>
                  </a:cubicBezTo>
                  <a:cubicBezTo>
                    <a:pt x="11008" y="19779"/>
                    <a:pt x="11175" y="19613"/>
                    <a:pt x="11242" y="19246"/>
                  </a:cubicBezTo>
                  <a:cubicBezTo>
                    <a:pt x="11309" y="18946"/>
                    <a:pt x="11208" y="18745"/>
                    <a:pt x="11008" y="18679"/>
                  </a:cubicBezTo>
                  <a:cubicBezTo>
                    <a:pt x="10942" y="18679"/>
                    <a:pt x="10808" y="18479"/>
                    <a:pt x="10675" y="18278"/>
                  </a:cubicBezTo>
                  <a:cubicBezTo>
                    <a:pt x="10475" y="17911"/>
                    <a:pt x="10408" y="17878"/>
                    <a:pt x="10108" y="17811"/>
                  </a:cubicBezTo>
                  <a:cubicBezTo>
                    <a:pt x="9807" y="17711"/>
                    <a:pt x="9774" y="17711"/>
                    <a:pt x="9507" y="17144"/>
                  </a:cubicBezTo>
                  <a:cubicBezTo>
                    <a:pt x="9274" y="16711"/>
                    <a:pt x="9140" y="16510"/>
                    <a:pt x="9007" y="16410"/>
                  </a:cubicBezTo>
                  <a:cubicBezTo>
                    <a:pt x="8873" y="16344"/>
                    <a:pt x="8807" y="16277"/>
                    <a:pt x="8807" y="16244"/>
                  </a:cubicBezTo>
                  <a:cubicBezTo>
                    <a:pt x="8807" y="16220"/>
                    <a:pt x="8824" y="16209"/>
                    <a:pt x="8851" y="16209"/>
                  </a:cubicBezTo>
                  <a:cubicBezTo>
                    <a:pt x="8901" y="16209"/>
                    <a:pt x="8987" y="16246"/>
                    <a:pt x="9074" y="16310"/>
                  </a:cubicBezTo>
                  <a:cubicBezTo>
                    <a:pt x="9207" y="16377"/>
                    <a:pt x="9407" y="16477"/>
                    <a:pt x="9507" y="16510"/>
                  </a:cubicBezTo>
                  <a:cubicBezTo>
                    <a:pt x="9774" y="16577"/>
                    <a:pt x="10308" y="16977"/>
                    <a:pt x="10441" y="17178"/>
                  </a:cubicBezTo>
                  <a:cubicBezTo>
                    <a:pt x="10541" y="17344"/>
                    <a:pt x="10975" y="17745"/>
                    <a:pt x="11075" y="17778"/>
                  </a:cubicBezTo>
                  <a:cubicBezTo>
                    <a:pt x="11108" y="17778"/>
                    <a:pt x="11208" y="17811"/>
                    <a:pt x="11309" y="17878"/>
                  </a:cubicBezTo>
                  <a:cubicBezTo>
                    <a:pt x="11342" y="17895"/>
                    <a:pt x="11392" y="17903"/>
                    <a:pt x="11442" y="17903"/>
                  </a:cubicBezTo>
                  <a:cubicBezTo>
                    <a:pt x="11492" y="17903"/>
                    <a:pt x="11542" y="17895"/>
                    <a:pt x="11575" y="17878"/>
                  </a:cubicBezTo>
                  <a:cubicBezTo>
                    <a:pt x="11709" y="17778"/>
                    <a:pt x="11876" y="17178"/>
                    <a:pt x="11876" y="16877"/>
                  </a:cubicBezTo>
                  <a:cubicBezTo>
                    <a:pt x="11876" y="16711"/>
                    <a:pt x="11876" y="16711"/>
                    <a:pt x="12176" y="16677"/>
                  </a:cubicBezTo>
                  <a:cubicBezTo>
                    <a:pt x="12343" y="16677"/>
                    <a:pt x="12509" y="16711"/>
                    <a:pt x="12576" y="16744"/>
                  </a:cubicBezTo>
                  <a:cubicBezTo>
                    <a:pt x="12597" y="16765"/>
                    <a:pt x="12615" y="16776"/>
                    <a:pt x="12632" y="16776"/>
                  </a:cubicBezTo>
                  <a:cubicBezTo>
                    <a:pt x="12667" y="16776"/>
                    <a:pt x="12697" y="16724"/>
                    <a:pt x="12743" y="16611"/>
                  </a:cubicBezTo>
                  <a:cubicBezTo>
                    <a:pt x="12771" y="16500"/>
                    <a:pt x="12821" y="16435"/>
                    <a:pt x="12894" y="16435"/>
                  </a:cubicBezTo>
                  <a:cubicBezTo>
                    <a:pt x="12910" y="16435"/>
                    <a:pt x="12926" y="16438"/>
                    <a:pt x="12943" y="16444"/>
                  </a:cubicBezTo>
                  <a:cubicBezTo>
                    <a:pt x="12959" y="16448"/>
                    <a:pt x="12975" y="16450"/>
                    <a:pt x="12989" y="16450"/>
                  </a:cubicBezTo>
                  <a:cubicBezTo>
                    <a:pt x="13093" y="16450"/>
                    <a:pt x="13151" y="16344"/>
                    <a:pt x="13210" y="16110"/>
                  </a:cubicBezTo>
                  <a:cubicBezTo>
                    <a:pt x="13277" y="15910"/>
                    <a:pt x="13443" y="15610"/>
                    <a:pt x="13577" y="15443"/>
                  </a:cubicBezTo>
                  <a:cubicBezTo>
                    <a:pt x="13677" y="15276"/>
                    <a:pt x="13810" y="14976"/>
                    <a:pt x="13844" y="14742"/>
                  </a:cubicBezTo>
                  <a:cubicBezTo>
                    <a:pt x="13877" y="14542"/>
                    <a:pt x="13944" y="14376"/>
                    <a:pt x="13977" y="14376"/>
                  </a:cubicBezTo>
                  <a:cubicBezTo>
                    <a:pt x="14010" y="14376"/>
                    <a:pt x="14144" y="14509"/>
                    <a:pt x="14244" y="14676"/>
                  </a:cubicBezTo>
                  <a:cubicBezTo>
                    <a:pt x="14418" y="14893"/>
                    <a:pt x="14535" y="14997"/>
                    <a:pt x="14633" y="14997"/>
                  </a:cubicBezTo>
                  <a:cubicBezTo>
                    <a:pt x="14685" y="14997"/>
                    <a:pt x="14731" y="14967"/>
                    <a:pt x="14778" y="14909"/>
                  </a:cubicBezTo>
                  <a:cubicBezTo>
                    <a:pt x="14878" y="14776"/>
                    <a:pt x="14878" y="14242"/>
                    <a:pt x="14744" y="14175"/>
                  </a:cubicBezTo>
                  <a:cubicBezTo>
                    <a:pt x="14578" y="14042"/>
                    <a:pt x="14578" y="13708"/>
                    <a:pt x="14778" y="13608"/>
                  </a:cubicBezTo>
                  <a:cubicBezTo>
                    <a:pt x="14824" y="13581"/>
                    <a:pt x="14900" y="13568"/>
                    <a:pt x="14988" y="13568"/>
                  </a:cubicBezTo>
                  <a:cubicBezTo>
                    <a:pt x="15221" y="13568"/>
                    <a:pt x="15539" y="13654"/>
                    <a:pt x="15612" y="13775"/>
                  </a:cubicBezTo>
                  <a:cubicBezTo>
                    <a:pt x="15625" y="13789"/>
                    <a:pt x="15645" y="13797"/>
                    <a:pt x="15666" y="13797"/>
                  </a:cubicBezTo>
                  <a:cubicBezTo>
                    <a:pt x="15695" y="13797"/>
                    <a:pt x="15726" y="13781"/>
                    <a:pt x="15745" y="13742"/>
                  </a:cubicBezTo>
                  <a:cubicBezTo>
                    <a:pt x="15766" y="13710"/>
                    <a:pt x="15791" y="13695"/>
                    <a:pt x="15817" y="13695"/>
                  </a:cubicBezTo>
                  <a:cubicBezTo>
                    <a:pt x="15872" y="13695"/>
                    <a:pt x="15933" y="13762"/>
                    <a:pt x="15979" y="13875"/>
                  </a:cubicBezTo>
                  <a:cubicBezTo>
                    <a:pt x="15982" y="13885"/>
                    <a:pt x="15990" y="13889"/>
                    <a:pt x="16003" y="13889"/>
                  </a:cubicBezTo>
                  <a:cubicBezTo>
                    <a:pt x="16121" y="13889"/>
                    <a:pt x="16619" y="13492"/>
                    <a:pt x="16679" y="13341"/>
                  </a:cubicBezTo>
                  <a:cubicBezTo>
                    <a:pt x="16699" y="13263"/>
                    <a:pt x="16730" y="13231"/>
                    <a:pt x="16779" y="13231"/>
                  </a:cubicBezTo>
                  <a:cubicBezTo>
                    <a:pt x="16813" y="13231"/>
                    <a:pt x="16857" y="13247"/>
                    <a:pt x="16913" y="13275"/>
                  </a:cubicBezTo>
                  <a:cubicBezTo>
                    <a:pt x="17013" y="13308"/>
                    <a:pt x="17113" y="13375"/>
                    <a:pt x="17146" y="13408"/>
                  </a:cubicBezTo>
                  <a:cubicBezTo>
                    <a:pt x="17169" y="13438"/>
                    <a:pt x="17201" y="13451"/>
                    <a:pt x="17239" y="13451"/>
                  </a:cubicBezTo>
                  <a:cubicBezTo>
                    <a:pt x="17368" y="13451"/>
                    <a:pt x="17554" y="13296"/>
                    <a:pt x="17580" y="13141"/>
                  </a:cubicBezTo>
                  <a:cubicBezTo>
                    <a:pt x="17599" y="12986"/>
                    <a:pt x="17675" y="12899"/>
                    <a:pt x="17755" y="12899"/>
                  </a:cubicBezTo>
                  <a:cubicBezTo>
                    <a:pt x="17812" y="12899"/>
                    <a:pt x="17871" y="12944"/>
                    <a:pt x="17913" y="13041"/>
                  </a:cubicBezTo>
                  <a:cubicBezTo>
                    <a:pt x="17942" y="13143"/>
                    <a:pt x="17978" y="13195"/>
                    <a:pt x="18023" y="13195"/>
                  </a:cubicBezTo>
                  <a:cubicBezTo>
                    <a:pt x="18080" y="13195"/>
                    <a:pt x="18153" y="13110"/>
                    <a:pt x="18247" y="12941"/>
                  </a:cubicBezTo>
                  <a:cubicBezTo>
                    <a:pt x="18310" y="12795"/>
                    <a:pt x="18425" y="12700"/>
                    <a:pt x="18511" y="12700"/>
                  </a:cubicBezTo>
                  <a:cubicBezTo>
                    <a:pt x="18561" y="12700"/>
                    <a:pt x="18601" y="12733"/>
                    <a:pt x="18614" y="12808"/>
                  </a:cubicBezTo>
                  <a:cubicBezTo>
                    <a:pt x="18647" y="12841"/>
                    <a:pt x="18714" y="12941"/>
                    <a:pt x="18781" y="13008"/>
                  </a:cubicBezTo>
                  <a:cubicBezTo>
                    <a:pt x="18847" y="13075"/>
                    <a:pt x="18914" y="13175"/>
                    <a:pt x="18914" y="13275"/>
                  </a:cubicBezTo>
                  <a:cubicBezTo>
                    <a:pt x="18903" y="13332"/>
                    <a:pt x="18911" y="13358"/>
                    <a:pt x="18930" y="13358"/>
                  </a:cubicBezTo>
                  <a:cubicBezTo>
                    <a:pt x="18968" y="13358"/>
                    <a:pt x="19048" y="13262"/>
                    <a:pt x="19114" y="13108"/>
                  </a:cubicBezTo>
                  <a:cubicBezTo>
                    <a:pt x="19142" y="13026"/>
                    <a:pt x="19192" y="12966"/>
                    <a:pt x="19227" y="12966"/>
                  </a:cubicBezTo>
                  <a:cubicBezTo>
                    <a:pt x="19235" y="12966"/>
                    <a:pt x="19242" y="12969"/>
                    <a:pt x="19248" y="12975"/>
                  </a:cubicBezTo>
                  <a:cubicBezTo>
                    <a:pt x="19256" y="12984"/>
                    <a:pt x="19268" y="12988"/>
                    <a:pt x="19281" y="12988"/>
                  </a:cubicBezTo>
                  <a:cubicBezTo>
                    <a:pt x="19317" y="12988"/>
                    <a:pt x="19366" y="12957"/>
                    <a:pt x="19414" y="12908"/>
                  </a:cubicBezTo>
                  <a:cubicBezTo>
                    <a:pt x="19581" y="12741"/>
                    <a:pt x="19781" y="11907"/>
                    <a:pt x="19681" y="11774"/>
                  </a:cubicBezTo>
                  <a:cubicBezTo>
                    <a:pt x="19681" y="11707"/>
                    <a:pt x="19681" y="11674"/>
                    <a:pt x="19715" y="11640"/>
                  </a:cubicBezTo>
                  <a:cubicBezTo>
                    <a:pt x="19748" y="11607"/>
                    <a:pt x="19748" y="11540"/>
                    <a:pt x="19748" y="11507"/>
                  </a:cubicBezTo>
                  <a:cubicBezTo>
                    <a:pt x="19648" y="11373"/>
                    <a:pt x="19648" y="10673"/>
                    <a:pt x="19715" y="10473"/>
                  </a:cubicBezTo>
                  <a:cubicBezTo>
                    <a:pt x="19748" y="10339"/>
                    <a:pt x="19748" y="10206"/>
                    <a:pt x="19715" y="10139"/>
                  </a:cubicBezTo>
                  <a:cubicBezTo>
                    <a:pt x="19648" y="10072"/>
                    <a:pt x="19681" y="10006"/>
                    <a:pt x="19715" y="10006"/>
                  </a:cubicBezTo>
                  <a:cubicBezTo>
                    <a:pt x="19781" y="10006"/>
                    <a:pt x="19815" y="10106"/>
                    <a:pt x="19848" y="10273"/>
                  </a:cubicBezTo>
                  <a:cubicBezTo>
                    <a:pt x="19848" y="10606"/>
                    <a:pt x="19848" y="10606"/>
                    <a:pt x="20148" y="10706"/>
                  </a:cubicBezTo>
                  <a:cubicBezTo>
                    <a:pt x="20315" y="10740"/>
                    <a:pt x="20448" y="10873"/>
                    <a:pt x="20548" y="11073"/>
                  </a:cubicBezTo>
                  <a:cubicBezTo>
                    <a:pt x="20715" y="11373"/>
                    <a:pt x="20815" y="11407"/>
                    <a:pt x="21549" y="11607"/>
                  </a:cubicBezTo>
                  <a:cubicBezTo>
                    <a:pt x="22050" y="11707"/>
                    <a:pt x="22416" y="11874"/>
                    <a:pt x="22517" y="12007"/>
                  </a:cubicBezTo>
                  <a:cubicBezTo>
                    <a:pt x="22617" y="12107"/>
                    <a:pt x="22750" y="12174"/>
                    <a:pt x="22783" y="12174"/>
                  </a:cubicBezTo>
                  <a:cubicBezTo>
                    <a:pt x="22950" y="12174"/>
                    <a:pt x="23284" y="11707"/>
                    <a:pt x="23217" y="11607"/>
                  </a:cubicBezTo>
                  <a:cubicBezTo>
                    <a:pt x="23184" y="11574"/>
                    <a:pt x="23184" y="11507"/>
                    <a:pt x="23250" y="11473"/>
                  </a:cubicBezTo>
                  <a:cubicBezTo>
                    <a:pt x="23350" y="11407"/>
                    <a:pt x="23184" y="10840"/>
                    <a:pt x="22950" y="10573"/>
                  </a:cubicBezTo>
                  <a:cubicBezTo>
                    <a:pt x="22850" y="10473"/>
                    <a:pt x="22717" y="10273"/>
                    <a:pt x="22683" y="10206"/>
                  </a:cubicBezTo>
                  <a:cubicBezTo>
                    <a:pt x="22617" y="10139"/>
                    <a:pt x="22483" y="10006"/>
                    <a:pt x="22383" y="9972"/>
                  </a:cubicBezTo>
                  <a:cubicBezTo>
                    <a:pt x="22116" y="9839"/>
                    <a:pt x="21983" y="9605"/>
                    <a:pt x="21916" y="9038"/>
                  </a:cubicBezTo>
                  <a:cubicBezTo>
                    <a:pt x="21849" y="8638"/>
                    <a:pt x="21883" y="8438"/>
                    <a:pt x="22050" y="8204"/>
                  </a:cubicBezTo>
                  <a:cubicBezTo>
                    <a:pt x="22350" y="7737"/>
                    <a:pt x="22283" y="7204"/>
                    <a:pt x="21816" y="6303"/>
                  </a:cubicBezTo>
                  <a:cubicBezTo>
                    <a:pt x="21516" y="5703"/>
                    <a:pt x="21449" y="5569"/>
                    <a:pt x="21549" y="5536"/>
                  </a:cubicBezTo>
                  <a:cubicBezTo>
                    <a:pt x="21616" y="5503"/>
                    <a:pt x="21749" y="5436"/>
                    <a:pt x="21883" y="5402"/>
                  </a:cubicBezTo>
                  <a:cubicBezTo>
                    <a:pt x="21943" y="5357"/>
                    <a:pt x="21996" y="5339"/>
                    <a:pt x="22043" y="5339"/>
                  </a:cubicBezTo>
                  <a:cubicBezTo>
                    <a:pt x="22100" y="5339"/>
                    <a:pt x="22146" y="5366"/>
                    <a:pt x="22183" y="5402"/>
                  </a:cubicBezTo>
                  <a:cubicBezTo>
                    <a:pt x="22233" y="5453"/>
                    <a:pt x="22266" y="5478"/>
                    <a:pt x="22291" y="5478"/>
                  </a:cubicBezTo>
                  <a:cubicBezTo>
                    <a:pt x="22316" y="5478"/>
                    <a:pt x="22333" y="5453"/>
                    <a:pt x="22350" y="5402"/>
                  </a:cubicBezTo>
                  <a:cubicBezTo>
                    <a:pt x="22395" y="5289"/>
                    <a:pt x="22440" y="5222"/>
                    <a:pt x="22486" y="5222"/>
                  </a:cubicBezTo>
                  <a:cubicBezTo>
                    <a:pt x="22507" y="5222"/>
                    <a:pt x="22529" y="5237"/>
                    <a:pt x="22550" y="5269"/>
                  </a:cubicBezTo>
                  <a:cubicBezTo>
                    <a:pt x="22583" y="5302"/>
                    <a:pt x="22517" y="5402"/>
                    <a:pt x="22450" y="5469"/>
                  </a:cubicBezTo>
                  <a:cubicBezTo>
                    <a:pt x="22350" y="5569"/>
                    <a:pt x="22316" y="5636"/>
                    <a:pt x="22350" y="5669"/>
                  </a:cubicBezTo>
                  <a:cubicBezTo>
                    <a:pt x="22383" y="5669"/>
                    <a:pt x="22550" y="6070"/>
                    <a:pt x="22717" y="6503"/>
                  </a:cubicBezTo>
                  <a:cubicBezTo>
                    <a:pt x="22883" y="6937"/>
                    <a:pt x="23084" y="7404"/>
                    <a:pt x="23184" y="7471"/>
                  </a:cubicBezTo>
                  <a:cubicBezTo>
                    <a:pt x="23250" y="7571"/>
                    <a:pt x="23284" y="7637"/>
                    <a:pt x="23217" y="7671"/>
                  </a:cubicBezTo>
                  <a:cubicBezTo>
                    <a:pt x="23184" y="7704"/>
                    <a:pt x="23184" y="7737"/>
                    <a:pt x="23217" y="7771"/>
                  </a:cubicBezTo>
                  <a:cubicBezTo>
                    <a:pt x="23284" y="7804"/>
                    <a:pt x="23284" y="7871"/>
                    <a:pt x="23250" y="7971"/>
                  </a:cubicBezTo>
                  <a:cubicBezTo>
                    <a:pt x="23217" y="8038"/>
                    <a:pt x="23250" y="8204"/>
                    <a:pt x="23284" y="8305"/>
                  </a:cubicBezTo>
                  <a:cubicBezTo>
                    <a:pt x="23384" y="8405"/>
                    <a:pt x="23350" y="8471"/>
                    <a:pt x="23284" y="8538"/>
                  </a:cubicBezTo>
                  <a:cubicBezTo>
                    <a:pt x="23084" y="8605"/>
                    <a:pt x="22917" y="8905"/>
                    <a:pt x="22950" y="9072"/>
                  </a:cubicBezTo>
                  <a:cubicBezTo>
                    <a:pt x="22950" y="9111"/>
                    <a:pt x="22973" y="9127"/>
                    <a:pt x="23005" y="9127"/>
                  </a:cubicBezTo>
                  <a:cubicBezTo>
                    <a:pt x="23028" y="9127"/>
                    <a:pt x="23056" y="9119"/>
                    <a:pt x="23084" y="9105"/>
                  </a:cubicBezTo>
                  <a:cubicBezTo>
                    <a:pt x="23117" y="9072"/>
                    <a:pt x="23150" y="8972"/>
                    <a:pt x="23117" y="8905"/>
                  </a:cubicBezTo>
                  <a:cubicBezTo>
                    <a:pt x="23099" y="8797"/>
                    <a:pt x="23149" y="8737"/>
                    <a:pt x="23220" y="8737"/>
                  </a:cubicBezTo>
                  <a:cubicBezTo>
                    <a:pt x="23281" y="8737"/>
                    <a:pt x="23356" y="8780"/>
                    <a:pt x="23417" y="8872"/>
                  </a:cubicBezTo>
                  <a:cubicBezTo>
                    <a:pt x="23517" y="9038"/>
                    <a:pt x="23517" y="9072"/>
                    <a:pt x="23284" y="9272"/>
                  </a:cubicBezTo>
                  <a:cubicBezTo>
                    <a:pt x="22950" y="9539"/>
                    <a:pt x="22850" y="9972"/>
                    <a:pt x="23084" y="10106"/>
                  </a:cubicBezTo>
                  <a:cubicBezTo>
                    <a:pt x="23217" y="10173"/>
                    <a:pt x="23250" y="10273"/>
                    <a:pt x="23250" y="10439"/>
                  </a:cubicBezTo>
                  <a:cubicBezTo>
                    <a:pt x="23272" y="10656"/>
                    <a:pt x="23280" y="10746"/>
                    <a:pt x="23310" y="10746"/>
                  </a:cubicBezTo>
                  <a:cubicBezTo>
                    <a:pt x="23326" y="10746"/>
                    <a:pt x="23349" y="10720"/>
                    <a:pt x="23384" y="10673"/>
                  </a:cubicBezTo>
                  <a:cubicBezTo>
                    <a:pt x="23396" y="10661"/>
                    <a:pt x="23426" y="10653"/>
                    <a:pt x="23466" y="10653"/>
                  </a:cubicBezTo>
                  <a:cubicBezTo>
                    <a:pt x="23535" y="10653"/>
                    <a:pt x="23633" y="10676"/>
                    <a:pt x="23717" y="10740"/>
                  </a:cubicBezTo>
                  <a:cubicBezTo>
                    <a:pt x="23851" y="10806"/>
                    <a:pt x="23918" y="10873"/>
                    <a:pt x="23884" y="10940"/>
                  </a:cubicBezTo>
                  <a:cubicBezTo>
                    <a:pt x="23851" y="10973"/>
                    <a:pt x="23851" y="11040"/>
                    <a:pt x="23951" y="11073"/>
                  </a:cubicBezTo>
                  <a:cubicBezTo>
                    <a:pt x="24018" y="11107"/>
                    <a:pt x="24084" y="11140"/>
                    <a:pt x="24084" y="11173"/>
                  </a:cubicBezTo>
                  <a:cubicBezTo>
                    <a:pt x="24118" y="11173"/>
                    <a:pt x="24251" y="11273"/>
                    <a:pt x="24385" y="11373"/>
                  </a:cubicBezTo>
                  <a:cubicBezTo>
                    <a:pt x="24485" y="11423"/>
                    <a:pt x="24551" y="11448"/>
                    <a:pt x="24606" y="11448"/>
                  </a:cubicBezTo>
                  <a:cubicBezTo>
                    <a:pt x="24660" y="11448"/>
                    <a:pt x="24701" y="11423"/>
                    <a:pt x="24751" y="11373"/>
                  </a:cubicBezTo>
                  <a:cubicBezTo>
                    <a:pt x="25018" y="11140"/>
                    <a:pt x="25185" y="10206"/>
                    <a:pt x="25118" y="9572"/>
                  </a:cubicBezTo>
                  <a:cubicBezTo>
                    <a:pt x="25085" y="9272"/>
                    <a:pt x="25018" y="8805"/>
                    <a:pt x="25018" y="8571"/>
                  </a:cubicBezTo>
                  <a:cubicBezTo>
                    <a:pt x="24985" y="8338"/>
                    <a:pt x="24952" y="8104"/>
                    <a:pt x="24918" y="8038"/>
                  </a:cubicBezTo>
                  <a:cubicBezTo>
                    <a:pt x="24852" y="7971"/>
                    <a:pt x="25018" y="7571"/>
                    <a:pt x="25152" y="7504"/>
                  </a:cubicBezTo>
                  <a:cubicBezTo>
                    <a:pt x="25167" y="7495"/>
                    <a:pt x="25181" y="7491"/>
                    <a:pt x="25195" y="7491"/>
                  </a:cubicBezTo>
                  <a:cubicBezTo>
                    <a:pt x="25341" y="7491"/>
                    <a:pt x="25446" y="7931"/>
                    <a:pt x="25385" y="8204"/>
                  </a:cubicBezTo>
                  <a:cubicBezTo>
                    <a:pt x="25285" y="8505"/>
                    <a:pt x="25319" y="9239"/>
                    <a:pt x="25452" y="9439"/>
                  </a:cubicBezTo>
                  <a:cubicBezTo>
                    <a:pt x="25519" y="9539"/>
                    <a:pt x="25519" y="9639"/>
                    <a:pt x="25485" y="9706"/>
                  </a:cubicBezTo>
                  <a:cubicBezTo>
                    <a:pt x="25470" y="9736"/>
                    <a:pt x="25462" y="9752"/>
                    <a:pt x="25458" y="9752"/>
                  </a:cubicBezTo>
                  <a:cubicBezTo>
                    <a:pt x="25452" y="9752"/>
                    <a:pt x="25452" y="9727"/>
                    <a:pt x="25452" y="9672"/>
                  </a:cubicBezTo>
                  <a:cubicBezTo>
                    <a:pt x="25452" y="9626"/>
                    <a:pt x="25452" y="9601"/>
                    <a:pt x="25445" y="9601"/>
                  </a:cubicBezTo>
                  <a:cubicBezTo>
                    <a:pt x="25438" y="9601"/>
                    <a:pt x="25421" y="9634"/>
                    <a:pt x="25385" y="9706"/>
                  </a:cubicBezTo>
                  <a:cubicBezTo>
                    <a:pt x="25332" y="9892"/>
                    <a:pt x="25364" y="10035"/>
                    <a:pt x="25463" y="10035"/>
                  </a:cubicBezTo>
                  <a:cubicBezTo>
                    <a:pt x="25488" y="10035"/>
                    <a:pt x="25518" y="10026"/>
                    <a:pt x="25552" y="10006"/>
                  </a:cubicBezTo>
                  <a:cubicBezTo>
                    <a:pt x="25572" y="9996"/>
                    <a:pt x="25591" y="9992"/>
                    <a:pt x="25610" y="9992"/>
                  </a:cubicBezTo>
                  <a:cubicBezTo>
                    <a:pt x="25655" y="9992"/>
                    <a:pt x="25695" y="10016"/>
                    <a:pt x="25719" y="10039"/>
                  </a:cubicBezTo>
                  <a:cubicBezTo>
                    <a:pt x="25752" y="10139"/>
                    <a:pt x="25719" y="10206"/>
                    <a:pt x="25585" y="10306"/>
                  </a:cubicBezTo>
                  <a:cubicBezTo>
                    <a:pt x="25419" y="10406"/>
                    <a:pt x="25419" y="10406"/>
                    <a:pt x="25585" y="10439"/>
                  </a:cubicBezTo>
                  <a:cubicBezTo>
                    <a:pt x="25685" y="10439"/>
                    <a:pt x="25852" y="10606"/>
                    <a:pt x="26019" y="10806"/>
                  </a:cubicBezTo>
                  <a:cubicBezTo>
                    <a:pt x="26186" y="11006"/>
                    <a:pt x="26353" y="11207"/>
                    <a:pt x="26386" y="11273"/>
                  </a:cubicBezTo>
                  <a:cubicBezTo>
                    <a:pt x="26425" y="11322"/>
                    <a:pt x="26470" y="11345"/>
                    <a:pt x="26515" y="11345"/>
                  </a:cubicBezTo>
                  <a:cubicBezTo>
                    <a:pt x="26625" y="11345"/>
                    <a:pt x="26739" y="11209"/>
                    <a:pt x="26786" y="10973"/>
                  </a:cubicBezTo>
                  <a:cubicBezTo>
                    <a:pt x="26832" y="10746"/>
                    <a:pt x="26954" y="10612"/>
                    <a:pt x="27080" y="10612"/>
                  </a:cubicBezTo>
                  <a:cubicBezTo>
                    <a:pt x="27139" y="10612"/>
                    <a:pt x="27200" y="10642"/>
                    <a:pt x="27253" y="10706"/>
                  </a:cubicBezTo>
                  <a:cubicBezTo>
                    <a:pt x="27320" y="10773"/>
                    <a:pt x="27287" y="10840"/>
                    <a:pt x="27187" y="10906"/>
                  </a:cubicBezTo>
                  <a:cubicBezTo>
                    <a:pt x="27120" y="10940"/>
                    <a:pt x="27086" y="11040"/>
                    <a:pt x="27120" y="11073"/>
                  </a:cubicBezTo>
                  <a:cubicBezTo>
                    <a:pt x="27140" y="11114"/>
                    <a:pt x="27187" y="11143"/>
                    <a:pt x="27235" y="11143"/>
                  </a:cubicBezTo>
                  <a:cubicBezTo>
                    <a:pt x="27264" y="11143"/>
                    <a:pt x="27295" y="11132"/>
                    <a:pt x="27320" y="11107"/>
                  </a:cubicBezTo>
                  <a:cubicBezTo>
                    <a:pt x="27357" y="11088"/>
                    <a:pt x="27387" y="11077"/>
                    <a:pt x="27414" y="11077"/>
                  </a:cubicBezTo>
                  <a:cubicBezTo>
                    <a:pt x="27483" y="11077"/>
                    <a:pt x="27534" y="11148"/>
                    <a:pt x="27654" y="11340"/>
                  </a:cubicBezTo>
                  <a:cubicBezTo>
                    <a:pt x="27819" y="11612"/>
                    <a:pt x="27965" y="11753"/>
                    <a:pt x="28204" y="11753"/>
                  </a:cubicBezTo>
                  <a:cubicBezTo>
                    <a:pt x="28494" y="11753"/>
                    <a:pt x="28921" y="11545"/>
                    <a:pt x="29688" y="11107"/>
                  </a:cubicBezTo>
                  <a:cubicBezTo>
                    <a:pt x="30255" y="10806"/>
                    <a:pt x="30756" y="10539"/>
                    <a:pt x="30789" y="10539"/>
                  </a:cubicBezTo>
                  <a:cubicBezTo>
                    <a:pt x="30856" y="10539"/>
                    <a:pt x="30923" y="10606"/>
                    <a:pt x="30956" y="10673"/>
                  </a:cubicBezTo>
                  <a:cubicBezTo>
                    <a:pt x="30980" y="10709"/>
                    <a:pt x="31004" y="10728"/>
                    <a:pt x="31034" y="10728"/>
                  </a:cubicBezTo>
                  <a:cubicBezTo>
                    <a:pt x="31088" y="10728"/>
                    <a:pt x="31161" y="10668"/>
                    <a:pt x="31289" y="10539"/>
                  </a:cubicBezTo>
                  <a:cubicBezTo>
                    <a:pt x="31590" y="10306"/>
                    <a:pt x="31857" y="9706"/>
                    <a:pt x="31990" y="8972"/>
                  </a:cubicBezTo>
                  <a:cubicBezTo>
                    <a:pt x="32045" y="8695"/>
                    <a:pt x="32121" y="8551"/>
                    <a:pt x="32212" y="8551"/>
                  </a:cubicBezTo>
                  <a:cubicBezTo>
                    <a:pt x="32285" y="8551"/>
                    <a:pt x="32368" y="8645"/>
                    <a:pt x="32457" y="8838"/>
                  </a:cubicBezTo>
                  <a:cubicBezTo>
                    <a:pt x="32515" y="8984"/>
                    <a:pt x="32598" y="9078"/>
                    <a:pt x="32619" y="9078"/>
                  </a:cubicBezTo>
                  <a:cubicBezTo>
                    <a:pt x="32622" y="9078"/>
                    <a:pt x="32624" y="9076"/>
                    <a:pt x="32624" y="9072"/>
                  </a:cubicBezTo>
                  <a:cubicBezTo>
                    <a:pt x="32632" y="9063"/>
                    <a:pt x="32640" y="9059"/>
                    <a:pt x="32649" y="9059"/>
                  </a:cubicBezTo>
                  <a:cubicBezTo>
                    <a:pt x="32674" y="9059"/>
                    <a:pt x="32699" y="9097"/>
                    <a:pt x="32724" y="9172"/>
                  </a:cubicBezTo>
                  <a:cubicBezTo>
                    <a:pt x="32754" y="9247"/>
                    <a:pt x="32797" y="9281"/>
                    <a:pt x="32836" y="9281"/>
                  </a:cubicBezTo>
                  <a:cubicBezTo>
                    <a:pt x="32884" y="9281"/>
                    <a:pt x="32924" y="9230"/>
                    <a:pt x="32924" y="9138"/>
                  </a:cubicBezTo>
                  <a:cubicBezTo>
                    <a:pt x="32924" y="9030"/>
                    <a:pt x="33169" y="8921"/>
                    <a:pt x="33385" y="8921"/>
                  </a:cubicBezTo>
                  <a:cubicBezTo>
                    <a:pt x="33434" y="8921"/>
                    <a:pt x="33482" y="8926"/>
                    <a:pt x="33524" y="8938"/>
                  </a:cubicBezTo>
                  <a:cubicBezTo>
                    <a:pt x="33624" y="8938"/>
                    <a:pt x="33725" y="8938"/>
                    <a:pt x="33725" y="8905"/>
                  </a:cubicBezTo>
                  <a:cubicBezTo>
                    <a:pt x="33758" y="8838"/>
                    <a:pt x="34192" y="8471"/>
                    <a:pt x="34425" y="8305"/>
                  </a:cubicBezTo>
                  <a:cubicBezTo>
                    <a:pt x="34492" y="8238"/>
                    <a:pt x="34625" y="8071"/>
                    <a:pt x="34659" y="7904"/>
                  </a:cubicBezTo>
                  <a:cubicBezTo>
                    <a:pt x="34775" y="7498"/>
                    <a:pt x="34967" y="7218"/>
                    <a:pt x="35124" y="7218"/>
                  </a:cubicBezTo>
                  <a:cubicBezTo>
                    <a:pt x="35148" y="7218"/>
                    <a:pt x="35171" y="7224"/>
                    <a:pt x="35192" y="7237"/>
                  </a:cubicBezTo>
                  <a:cubicBezTo>
                    <a:pt x="35219" y="7246"/>
                    <a:pt x="35244" y="7250"/>
                    <a:pt x="35266" y="7250"/>
                  </a:cubicBezTo>
                  <a:cubicBezTo>
                    <a:pt x="35328" y="7250"/>
                    <a:pt x="35377" y="7219"/>
                    <a:pt x="35426" y="7170"/>
                  </a:cubicBezTo>
                  <a:cubicBezTo>
                    <a:pt x="35459" y="7104"/>
                    <a:pt x="35559" y="6970"/>
                    <a:pt x="35659" y="6937"/>
                  </a:cubicBezTo>
                  <a:cubicBezTo>
                    <a:pt x="35859" y="6803"/>
                    <a:pt x="35959" y="6470"/>
                    <a:pt x="35926" y="6103"/>
                  </a:cubicBezTo>
                  <a:cubicBezTo>
                    <a:pt x="35893" y="5469"/>
                    <a:pt x="35259" y="4535"/>
                    <a:pt x="34725" y="4302"/>
                  </a:cubicBezTo>
                  <a:cubicBezTo>
                    <a:pt x="34458" y="4202"/>
                    <a:pt x="33991" y="3668"/>
                    <a:pt x="33658" y="3101"/>
                  </a:cubicBezTo>
                  <a:cubicBezTo>
                    <a:pt x="33591" y="3034"/>
                    <a:pt x="33358" y="2867"/>
                    <a:pt x="33124" y="2801"/>
                  </a:cubicBezTo>
                  <a:cubicBezTo>
                    <a:pt x="32891" y="2701"/>
                    <a:pt x="32624" y="2534"/>
                    <a:pt x="32524" y="2400"/>
                  </a:cubicBezTo>
                  <a:cubicBezTo>
                    <a:pt x="32424" y="2300"/>
                    <a:pt x="32157" y="1967"/>
                    <a:pt x="31923" y="1666"/>
                  </a:cubicBezTo>
                  <a:cubicBezTo>
                    <a:pt x="31654" y="1316"/>
                    <a:pt x="31320" y="1010"/>
                    <a:pt x="31271" y="1010"/>
                  </a:cubicBezTo>
                  <a:lnTo>
                    <a:pt x="31271" y="1010"/>
                  </a:lnTo>
                  <a:cubicBezTo>
                    <a:pt x="31259" y="1010"/>
                    <a:pt x="31264" y="1027"/>
                    <a:pt x="31289" y="1066"/>
                  </a:cubicBezTo>
                  <a:cubicBezTo>
                    <a:pt x="31289" y="1099"/>
                    <a:pt x="31223" y="1133"/>
                    <a:pt x="31123" y="1133"/>
                  </a:cubicBezTo>
                  <a:cubicBezTo>
                    <a:pt x="30956" y="1133"/>
                    <a:pt x="30923" y="1166"/>
                    <a:pt x="31023" y="1266"/>
                  </a:cubicBezTo>
                  <a:cubicBezTo>
                    <a:pt x="31056" y="1333"/>
                    <a:pt x="31256" y="1633"/>
                    <a:pt x="31423" y="1967"/>
                  </a:cubicBezTo>
                  <a:cubicBezTo>
                    <a:pt x="31756" y="2534"/>
                    <a:pt x="31756" y="2534"/>
                    <a:pt x="31556" y="2600"/>
                  </a:cubicBezTo>
                  <a:cubicBezTo>
                    <a:pt x="31423" y="2634"/>
                    <a:pt x="31356" y="2734"/>
                    <a:pt x="31323" y="3067"/>
                  </a:cubicBezTo>
                  <a:lnTo>
                    <a:pt x="31256" y="3468"/>
                  </a:lnTo>
                  <a:lnTo>
                    <a:pt x="30956" y="2901"/>
                  </a:lnTo>
                  <a:cubicBezTo>
                    <a:pt x="30522" y="1967"/>
                    <a:pt x="30456" y="1900"/>
                    <a:pt x="30222" y="1633"/>
                  </a:cubicBezTo>
                  <a:cubicBezTo>
                    <a:pt x="30089" y="1500"/>
                    <a:pt x="29922" y="1300"/>
                    <a:pt x="29855" y="1199"/>
                  </a:cubicBezTo>
                  <a:cubicBezTo>
                    <a:pt x="29788" y="1133"/>
                    <a:pt x="29622" y="966"/>
                    <a:pt x="29522" y="833"/>
                  </a:cubicBezTo>
                  <a:cubicBezTo>
                    <a:pt x="29445" y="731"/>
                    <a:pt x="29349" y="687"/>
                    <a:pt x="29249" y="687"/>
                  </a:cubicBezTo>
                  <a:cubicBezTo>
                    <a:pt x="29218" y="687"/>
                    <a:pt x="29186" y="691"/>
                    <a:pt x="29155" y="699"/>
                  </a:cubicBezTo>
                  <a:cubicBezTo>
                    <a:pt x="29088" y="699"/>
                    <a:pt x="29006" y="714"/>
                    <a:pt x="28930" y="714"/>
                  </a:cubicBezTo>
                  <a:cubicBezTo>
                    <a:pt x="28891" y="714"/>
                    <a:pt x="28854" y="710"/>
                    <a:pt x="28821" y="699"/>
                  </a:cubicBezTo>
                  <a:cubicBezTo>
                    <a:pt x="28688" y="699"/>
                    <a:pt x="27854" y="899"/>
                    <a:pt x="27620" y="999"/>
                  </a:cubicBezTo>
                  <a:cubicBezTo>
                    <a:pt x="27618" y="1001"/>
                    <a:pt x="27614" y="1001"/>
                    <a:pt x="27611" y="1001"/>
                  </a:cubicBezTo>
                  <a:cubicBezTo>
                    <a:pt x="27525" y="1001"/>
                    <a:pt x="27176" y="618"/>
                    <a:pt x="26920" y="265"/>
                  </a:cubicBezTo>
                  <a:cubicBezTo>
                    <a:pt x="26870" y="190"/>
                    <a:pt x="26801" y="153"/>
                    <a:pt x="26713" y="153"/>
                  </a:cubicBezTo>
                  <a:cubicBezTo>
                    <a:pt x="26684" y="153"/>
                    <a:pt x="26653" y="157"/>
                    <a:pt x="26619" y="165"/>
                  </a:cubicBezTo>
                  <a:cubicBezTo>
                    <a:pt x="26519" y="199"/>
                    <a:pt x="26453" y="232"/>
                    <a:pt x="26419" y="265"/>
                  </a:cubicBezTo>
                  <a:cubicBezTo>
                    <a:pt x="26419" y="265"/>
                    <a:pt x="26353" y="265"/>
                    <a:pt x="26253" y="232"/>
                  </a:cubicBezTo>
                  <a:cubicBezTo>
                    <a:pt x="26211" y="218"/>
                    <a:pt x="26152" y="210"/>
                    <a:pt x="26086" y="210"/>
                  </a:cubicBezTo>
                  <a:cubicBezTo>
                    <a:pt x="25992" y="210"/>
                    <a:pt x="25883" y="226"/>
                    <a:pt x="25786" y="265"/>
                  </a:cubicBezTo>
                  <a:cubicBezTo>
                    <a:pt x="25485" y="366"/>
                    <a:pt x="25452" y="466"/>
                    <a:pt x="25652" y="532"/>
                  </a:cubicBezTo>
                  <a:cubicBezTo>
                    <a:pt x="25819" y="566"/>
                    <a:pt x="25786" y="933"/>
                    <a:pt x="25619" y="966"/>
                  </a:cubicBezTo>
                  <a:cubicBezTo>
                    <a:pt x="25552" y="966"/>
                    <a:pt x="25452" y="933"/>
                    <a:pt x="25419" y="899"/>
                  </a:cubicBezTo>
                  <a:cubicBezTo>
                    <a:pt x="24936" y="202"/>
                    <a:pt x="24733" y="0"/>
                    <a:pt x="243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64"/>
            <p:cNvSpPr/>
            <p:nvPr/>
          </p:nvSpPr>
          <p:spPr>
            <a:xfrm rot="-9887279">
              <a:off x="4139043" y="-126031"/>
              <a:ext cx="1854101" cy="1116806"/>
            </a:xfrm>
            <a:custGeom>
              <a:avLst/>
              <a:gdLst/>
              <a:ahLst/>
              <a:cxnLst/>
              <a:rect l="l" t="t" r="r" b="b"/>
              <a:pathLst>
                <a:path w="39763" h="23951" extrusionOk="0">
                  <a:moveTo>
                    <a:pt x="32524" y="3502"/>
                  </a:moveTo>
                  <a:cubicBezTo>
                    <a:pt x="32557" y="3502"/>
                    <a:pt x="32624" y="3502"/>
                    <a:pt x="32591" y="3535"/>
                  </a:cubicBezTo>
                  <a:cubicBezTo>
                    <a:pt x="32591" y="3569"/>
                    <a:pt x="32724" y="3635"/>
                    <a:pt x="32891" y="3736"/>
                  </a:cubicBezTo>
                  <a:cubicBezTo>
                    <a:pt x="33058" y="3802"/>
                    <a:pt x="33224" y="3869"/>
                    <a:pt x="33224" y="3936"/>
                  </a:cubicBezTo>
                  <a:cubicBezTo>
                    <a:pt x="33258" y="3969"/>
                    <a:pt x="33325" y="3969"/>
                    <a:pt x="33425" y="3969"/>
                  </a:cubicBezTo>
                  <a:cubicBezTo>
                    <a:pt x="33491" y="3969"/>
                    <a:pt x="33591" y="4036"/>
                    <a:pt x="33658" y="4136"/>
                  </a:cubicBezTo>
                  <a:cubicBezTo>
                    <a:pt x="33725" y="4236"/>
                    <a:pt x="33792" y="4269"/>
                    <a:pt x="33858" y="4269"/>
                  </a:cubicBezTo>
                  <a:cubicBezTo>
                    <a:pt x="33867" y="4260"/>
                    <a:pt x="33886" y="4256"/>
                    <a:pt x="33911" y="4256"/>
                  </a:cubicBezTo>
                  <a:cubicBezTo>
                    <a:pt x="33979" y="4256"/>
                    <a:pt x="34094" y="4287"/>
                    <a:pt x="34192" y="4336"/>
                  </a:cubicBezTo>
                  <a:cubicBezTo>
                    <a:pt x="34299" y="4396"/>
                    <a:pt x="34394" y="4425"/>
                    <a:pt x="34466" y="4425"/>
                  </a:cubicBezTo>
                  <a:cubicBezTo>
                    <a:pt x="34597" y="4425"/>
                    <a:pt x="34656" y="4329"/>
                    <a:pt x="34592" y="4136"/>
                  </a:cubicBezTo>
                  <a:cubicBezTo>
                    <a:pt x="34548" y="3958"/>
                    <a:pt x="34592" y="3869"/>
                    <a:pt x="34726" y="3869"/>
                  </a:cubicBezTo>
                  <a:cubicBezTo>
                    <a:pt x="34792" y="3869"/>
                    <a:pt x="34881" y="3891"/>
                    <a:pt x="34992" y="3936"/>
                  </a:cubicBezTo>
                  <a:cubicBezTo>
                    <a:pt x="35193" y="4036"/>
                    <a:pt x="35259" y="4102"/>
                    <a:pt x="35226" y="4203"/>
                  </a:cubicBezTo>
                  <a:cubicBezTo>
                    <a:pt x="35193" y="4303"/>
                    <a:pt x="35259" y="4369"/>
                    <a:pt x="35459" y="4469"/>
                  </a:cubicBezTo>
                  <a:cubicBezTo>
                    <a:pt x="35760" y="4636"/>
                    <a:pt x="35726" y="4670"/>
                    <a:pt x="35259" y="4703"/>
                  </a:cubicBezTo>
                  <a:cubicBezTo>
                    <a:pt x="35059" y="4703"/>
                    <a:pt x="34826" y="4736"/>
                    <a:pt x="34692" y="4736"/>
                  </a:cubicBezTo>
                  <a:cubicBezTo>
                    <a:pt x="34561" y="4756"/>
                    <a:pt x="34463" y="4768"/>
                    <a:pt x="34386" y="4768"/>
                  </a:cubicBezTo>
                  <a:cubicBezTo>
                    <a:pt x="34209" y="4768"/>
                    <a:pt x="34141" y="4709"/>
                    <a:pt x="34025" y="4569"/>
                  </a:cubicBezTo>
                  <a:cubicBezTo>
                    <a:pt x="33958" y="4436"/>
                    <a:pt x="33792" y="4336"/>
                    <a:pt x="33691" y="4336"/>
                  </a:cubicBezTo>
                  <a:cubicBezTo>
                    <a:pt x="33591" y="4303"/>
                    <a:pt x="33258" y="4236"/>
                    <a:pt x="32958" y="4169"/>
                  </a:cubicBezTo>
                  <a:cubicBezTo>
                    <a:pt x="32657" y="4136"/>
                    <a:pt x="32357" y="4036"/>
                    <a:pt x="32257" y="3969"/>
                  </a:cubicBezTo>
                  <a:cubicBezTo>
                    <a:pt x="32090" y="3902"/>
                    <a:pt x="32090" y="3902"/>
                    <a:pt x="32257" y="3836"/>
                  </a:cubicBezTo>
                  <a:cubicBezTo>
                    <a:pt x="32357" y="3802"/>
                    <a:pt x="32424" y="3702"/>
                    <a:pt x="32424" y="3635"/>
                  </a:cubicBezTo>
                  <a:cubicBezTo>
                    <a:pt x="32424" y="3569"/>
                    <a:pt x="32457" y="3535"/>
                    <a:pt x="32524" y="3502"/>
                  </a:cubicBezTo>
                  <a:close/>
                  <a:moveTo>
                    <a:pt x="33223" y="4670"/>
                  </a:moveTo>
                  <a:cubicBezTo>
                    <a:pt x="33278" y="4670"/>
                    <a:pt x="33345" y="4681"/>
                    <a:pt x="33425" y="4703"/>
                  </a:cubicBezTo>
                  <a:cubicBezTo>
                    <a:pt x="33725" y="4803"/>
                    <a:pt x="33758" y="4870"/>
                    <a:pt x="33525" y="5103"/>
                  </a:cubicBezTo>
                  <a:lnTo>
                    <a:pt x="33291" y="5337"/>
                  </a:lnTo>
                  <a:lnTo>
                    <a:pt x="33124" y="5070"/>
                  </a:lnTo>
                  <a:cubicBezTo>
                    <a:pt x="32994" y="4809"/>
                    <a:pt x="33027" y="4670"/>
                    <a:pt x="33223" y="4670"/>
                  </a:cubicBezTo>
                  <a:close/>
                  <a:moveTo>
                    <a:pt x="36377" y="5690"/>
                  </a:moveTo>
                  <a:cubicBezTo>
                    <a:pt x="36410" y="5690"/>
                    <a:pt x="36427" y="5713"/>
                    <a:pt x="36427" y="5737"/>
                  </a:cubicBezTo>
                  <a:cubicBezTo>
                    <a:pt x="36427" y="5804"/>
                    <a:pt x="36393" y="5870"/>
                    <a:pt x="36327" y="5904"/>
                  </a:cubicBezTo>
                  <a:cubicBezTo>
                    <a:pt x="36299" y="5918"/>
                    <a:pt x="36277" y="5926"/>
                    <a:pt x="36261" y="5926"/>
                  </a:cubicBezTo>
                  <a:cubicBezTo>
                    <a:pt x="36238" y="5926"/>
                    <a:pt x="36227" y="5910"/>
                    <a:pt x="36227" y="5870"/>
                  </a:cubicBezTo>
                  <a:cubicBezTo>
                    <a:pt x="36227" y="5804"/>
                    <a:pt x="36260" y="5737"/>
                    <a:pt x="36327" y="5704"/>
                  </a:cubicBezTo>
                  <a:cubicBezTo>
                    <a:pt x="36346" y="5694"/>
                    <a:pt x="36363" y="5690"/>
                    <a:pt x="36377" y="5690"/>
                  </a:cubicBezTo>
                  <a:close/>
                  <a:moveTo>
                    <a:pt x="29021" y="5679"/>
                  </a:moveTo>
                  <a:cubicBezTo>
                    <a:pt x="29080" y="5679"/>
                    <a:pt x="29172" y="5720"/>
                    <a:pt x="29255" y="5804"/>
                  </a:cubicBezTo>
                  <a:cubicBezTo>
                    <a:pt x="29622" y="6071"/>
                    <a:pt x="29755" y="6237"/>
                    <a:pt x="29655" y="6237"/>
                  </a:cubicBezTo>
                  <a:cubicBezTo>
                    <a:pt x="29555" y="6237"/>
                    <a:pt x="29055" y="5904"/>
                    <a:pt x="28988" y="5804"/>
                  </a:cubicBezTo>
                  <a:cubicBezTo>
                    <a:pt x="28938" y="5720"/>
                    <a:pt x="28963" y="5679"/>
                    <a:pt x="29021" y="5679"/>
                  </a:cubicBezTo>
                  <a:close/>
                  <a:moveTo>
                    <a:pt x="29821" y="6291"/>
                  </a:moveTo>
                  <a:cubicBezTo>
                    <a:pt x="29855" y="6291"/>
                    <a:pt x="29898" y="6322"/>
                    <a:pt x="29922" y="6371"/>
                  </a:cubicBezTo>
                  <a:cubicBezTo>
                    <a:pt x="29955" y="6438"/>
                    <a:pt x="29955" y="6504"/>
                    <a:pt x="29922" y="6504"/>
                  </a:cubicBezTo>
                  <a:cubicBezTo>
                    <a:pt x="29904" y="6513"/>
                    <a:pt x="29889" y="6517"/>
                    <a:pt x="29875" y="6517"/>
                  </a:cubicBezTo>
                  <a:cubicBezTo>
                    <a:pt x="29838" y="6517"/>
                    <a:pt x="29813" y="6486"/>
                    <a:pt x="29789" y="6438"/>
                  </a:cubicBezTo>
                  <a:cubicBezTo>
                    <a:pt x="29722" y="6371"/>
                    <a:pt x="29755" y="6337"/>
                    <a:pt x="29789" y="6304"/>
                  </a:cubicBezTo>
                  <a:cubicBezTo>
                    <a:pt x="29798" y="6295"/>
                    <a:pt x="29809" y="6291"/>
                    <a:pt x="29821" y="6291"/>
                  </a:cubicBezTo>
                  <a:close/>
                  <a:moveTo>
                    <a:pt x="34853" y="6535"/>
                  </a:moveTo>
                  <a:cubicBezTo>
                    <a:pt x="34875" y="6535"/>
                    <a:pt x="34900" y="6545"/>
                    <a:pt x="34926" y="6571"/>
                  </a:cubicBezTo>
                  <a:cubicBezTo>
                    <a:pt x="34992" y="6604"/>
                    <a:pt x="35026" y="6638"/>
                    <a:pt x="35026" y="6671"/>
                  </a:cubicBezTo>
                  <a:cubicBezTo>
                    <a:pt x="35014" y="6695"/>
                    <a:pt x="34981" y="6706"/>
                    <a:pt x="34944" y="6706"/>
                  </a:cubicBezTo>
                  <a:cubicBezTo>
                    <a:pt x="34876" y="6706"/>
                    <a:pt x="34792" y="6669"/>
                    <a:pt x="34792" y="6604"/>
                  </a:cubicBezTo>
                  <a:cubicBezTo>
                    <a:pt x="34792" y="6563"/>
                    <a:pt x="34818" y="6535"/>
                    <a:pt x="34853" y="6535"/>
                  </a:cubicBezTo>
                  <a:close/>
                  <a:moveTo>
                    <a:pt x="35166" y="6896"/>
                  </a:moveTo>
                  <a:cubicBezTo>
                    <a:pt x="35184" y="6896"/>
                    <a:pt x="35238" y="6950"/>
                    <a:pt x="35293" y="7005"/>
                  </a:cubicBezTo>
                  <a:cubicBezTo>
                    <a:pt x="35359" y="7071"/>
                    <a:pt x="35393" y="7138"/>
                    <a:pt x="35359" y="7171"/>
                  </a:cubicBezTo>
                  <a:cubicBezTo>
                    <a:pt x="35326" y="7171"/>
                    <a:pt x="35259" y="7138"/>
                    <a:pt x="35193" y="7038"/>
                  </a:cubicBezTo>
                  <a:cubicBezTo>
                    <a:pt x="35159" y="6971"/>
                    <a:pt x="35126" y="6905"/>
                    <a:pt x="35159" y="6905"/>
                  </a:cubicBezTo>
                  <a:cubicBezTo>
                    <a:pt x="35159" y="6898"/>
                    <a:pt x="35161" y="6896"/>
                    <a:pt x="35166" y="6896"/>
                  </a:cubicBezTo>
                  <a:close/>
                  <a:moveTo>
                    <a:pt x="30990" y="7205"/>
                  </a:moveTo>
                  <a:cubicBezTo>
                    <a:pt x="31056" y="7205"/>
                    <a:pt x="31123" y="7205"/>
                    <a:pt x="31123" y="7271"/>
                  </a:cubicBezTo>
                  <a:cubicBezTo>
                    <a:pt x="31156" y="7305"/>
                    <a:pt x="31123" y="7338"/>
                    <a:pt x="31090" y="7372"/>
                  </a:cubicBezTo>
                  <a:cubicBezTo>
                    <a:pt x="31081" y="7380"/>
                    <a:pt x="31069" y="7385"/>
                    <a:pt x="31057" y="7385"/>
                  </a:cubicBezTo>
                  <a:cubicBezTo>
                    <a:pt x="31023" y="7385"/>
                    <a:pt x="30981" y="7354"/>
                    <a:pt x="30956" y="7305"/>
                  </a:cubicBezTo>
                  <a:cubicBezTo>
                    <a:pt x="30923" y="7238"/>
                    <a:pt x="30923" y="7205"/>
                    <a:pt x="30990" y="7205"/>
                  </a:cubicBezTo>
                  <a:close/>
                  <a:moveTo>
                    <a:pt x="30538" y="8916"/>
                  </a:moveTo>
                  <a:cubicBezTo>
                    <a:pt x="30612" y="8916"/>
                    <a:pt x="30788" y="9036"/>
                    <a:pt x="30856" y="9173"/>
                  </a:cubicBezTo>
                  <a:cubicBezTo>
                    <a:pt x="30997" y="9454"/>
                    <a:pt x="31039" y="9554"/>
                    <a:pt x="31005" y="9554"/>
                  </a:cubicBezTo>
                  <a:cubicBezTo>
                    <a:pt x="30990" y="9554"/>
                    <a:pt x="30963" y="9536"/>
                    <a:pt x="30923" y="9506"/>
                  </a:cubicBezTo>
                  <a:cubicBezTo>
                    <a:pt x="30789" y="9440"/>
                    <a:pt x="30589" y="9206"/>
                    <a:pt x="30523" y="9006"/>
                  </a:cubicBezTo>
                  <a:cubicBezTo>
                    <a:pt x="30491" y="8942"/>
                    <a:pt x="30503" y="8916"/>
                    <a:pt x="30538" y="8916"/>
                  </a:cubicBezTo>
                  <a:close/>
                  <a:moveTo>
                    <a:pt x="31234" y="7406"/>
                  </a:moveTo>
                  <a:cubicBezTo>
                    <a:pt x="31286" y="7406"/>
                    <a:pt x="31483" y="7550"/>
                    <a:pt x="31823" y="7839"/>
                  </a:cubicBezTo>
                  <a:cubicBezTo>
                    <a:pt x="32024" y="8005"/>
                    <a:pt x="32324" y="8239"/>
                    <a:pt x="32491" y="8339"/>
                  </a:cubicBezTo>
                  <a:cubicBezTo>
                    <a:pt x="32624" y="8472"/>
                    <a:pt x="32924" y="8773"/>
                    <a:pt x="33124" y="8973"/>
                  </a:cubicBezTo>
                  <a:cubicBezTo>
                    <a:pt x="33310" y="9189"/>
                    <a:pt x="33495" y="9377"/>
                    <a:pt x="33548" y="9377"/>
                  </a:cubicBezTo>
                  <a:cubicBezTo>
                    <a:pt x="33552" y="9377"/>
                    <a:pt x="33556" y="9375"/>
                    <a:pt x="33558" y="9373"/>
                  </a:cubicBezTo>
                  <a:cubicBezTo>
                    <a:pt x="33573" y="9370"/>
                    <a:pt x="33586" y="9369"/>
                    <a:pt x="33598" y="9369"/>
                  </a:cubicBezTo>
                  <a:cubicBezTo>
                    <a:pt x="33724" y="9369"/>
                    <a:pt x="33710" y="9515"/>
                    <a:pt x="33558" y="9606"/>
                  </a:cubicBezTo>
                  <a:cubicBezTo>
                    <a:pt x="33528" y="9621"/>
                    <a:pt x="33502" y="9631"/>
                    <a:pt x="33472" y="9631"/>
                  </a:cubicBezTo>
                  <a:cubicBezTo>
                    <a:pt x="33371" y="9631"/>
                    <a:pt x="33238" y="9513"/>
                    <a:pt x="32824" y="9073"/>
                  </a:cubicBezTo>
                  <a:cubicBezTo>
                    <a:pt x="32524" y="8773"/>
                    <a:pt x="32224" y="8439"/>
                    <a:pt x="32190" y="8372"/>
                  </a:cubicBezTo>
                  <a:cubicBezTo>
                    <a:pt x="32136" y="8318"/>
                    <a:pt x="32081" y="8263"/>
                    <a:pt x="32045" y="8263"/>
                  </a:cubicBezTo>
                  <a:cubicBezTo>
                    <a:pt x="32037" y="8263"/>
                    <a:pt x="32030" y="8266"/>
                    <a:pt x="32024" y="8272"/>
                  </a:cubicBezTo>
                  <a:cubicBezTo>
                    <a:pt x="31957" y="8272"/>
                    <a:pt x="31823" y="8139"/>
                    <a:pt x="31690" y="8005"/>
                  </a:cubicBezTo>
                  <a:cubicBezTo>
                    <a:pt x="31607" y="7866"/>
                    <a:pt x="31500" y="7797"/>
                    <a:pt x="31467" y="7797"/>
                  </a:cubicBezTo>
                  <a:cubicBezTo>
                    <a:pt x="31460" y="7797"/>
                    <a:pt x="31457" y="7800"/>
                    <a:pt x="31457" y="7805"/>
                  </a:cubicBezTo>
                  <a:cubicBezTo>
                    <a:pt x="31448" y="7813"/>
                    <a:pt x="31438" y="7818"/>
                    <a:pt x="31426" y="7818"/>
                  </a:cubicBezTo>
                  <a:cubicBezTo>
                    <a:pt x="31392" y="7818"/>
                    <a:pt x="31348" y="7780"/>
                    <a:pt x="31323" y="7705"/>
                  </a:cubicBezTo>
                  <a:cubicBezTo>
                    <a:pt x="31290" y="7605"/>
                    <a:pt x="31256" y="7472"/>
                    <a:pt x="31223" y="7438"/>
                  </a:cubicBezTo>
                  <a:cubicBezTo>
                    <a:pt x="31216" y="7417"/>
                    <a:pt x="31219" y="7406"/>
                    <a:pt x="31234" y="7406"/>
                  </a:cubicBezTo>
                  <a:close/>
                  <a:moveTo>
                    <a:pt x="29474" y="9622"/>
                  </a:moveTo>
                  <a:cubicBezTo>
                    <a:pt x="29542" y="9622"/>
                    <a:pt x="29576" y="9725"/>
                    <a:pt x="29522" y="9807"/>
                  </a:cubicBezTo>
                  <a:cubicBezTo>
                    <a:pt x="29472" y="9931"/>
                    <a:pt x="29534" y="10055"/>
                    <a:pt x="29610" y="10055"/>
                  </a:cubicBezTo>
                  <a:cubicBezTo>
                    <a:pt x="29636" y="10055"/>
                    <a:pt x="29663" y="10041"/>
                    <a:pt x="29689" y="10007"/>
                  </a:cubicBezTo>
                  <a:cubicBezTo>
                    <a:pt x="29722" y="9973"/>
                    <a:pt x="29755" y="9957"/>
                    <a:pt x="29785" y="9957"/>
                  </a:cubicBezTo>
                  <a:cubicBezTo>
                    <a:pt x="29814" y="9957"/>
                    <a:pt x="29839" y="9973"/>
                    <a:pt x="29855" y="10007"/>
                  </a:cubicBezTo>
                  <a:cubicBezTo>
                    <a:pt x="29922" y="10140"/>
                    <a:pt x="29889" y="10174"/>
                    <a:pt x="29655" y="10174"/>
                  </a:cubicBezTo>
                  <a:cubicBezTo>
                    <a:pt x="29522" y="10174"/>
                    <a:pt x="29422" y="10107"/>
                    <a:pt x="29322" y="9940"/>
                  </a:cubicBezTo>
                  <a:cubicBezTo>
                    <a:pt x="29264" y="9853"/>
                    <a:pt x="29256" y="9767"/>
                    <a:pt x="29277" y="9767"/>
                  </a:cubicBezTo>
                  <a:cubicBezTo>
                    <a:pt x="29280" y="9767"/>
                    <a:pt x="29284" y="9769"/>
                    <a:pt x="29288" y="9773"/>
                  </a:cubicBezTo>
                  <a:cubicBezTo>
                    <a:pt x="29327" y="9812"/>
                    <a:pt x="29367" y="9828"/>
                    <a:pt x="29399" y="9828"/>
                  </a:cubicBezTo>
                  <a:cubicBezTo>
                    <a:pt x="29422" y="9828"/>
                    <a:pt x="29441" y="9820"/>
                    <a:pt x="29455" y="9807"/>
                  </a:cubicBezTo>
                  <a:cubicBezTo>
                    <a:pt x="29488" y="9807"/>
                    <a:pt x="29488" y="9773"/>
                    <a:pt x="29422" y="9740"/>
                  </a:cubicBezTo>
                  <a:cubicBezTo>
                    <a:pt x="29388" y="9707"/>
                    <a:pt x="29388" y="9673"/>
                    <a:pt x="29422" y="9640"/>
                  </a:cubicBezTo>
                  <a:cubicBezTo>
                    <a:pt x="29440" y="9627"/>
                    <a:pt x="29458" y="9622"/>
                    <a:pt x="29474" y="9622"/>
                  </a:cubicBezTo>
                  <a:close/>
                  <a:moveTo>
                    <a:pt x="18376" y="10382"/>
                  </a:moveTo>
                  <a:cubicBezTo>
                    <a:pt x="18431" y="10382"/>
                    <a:pt x="18481" y="10424"/>
                    <a:pt x="18481" y="10507"/>
                  </a:cubicBezTo>
                  <a:cubicBezTo>
                    <a:pt x="18481" y="10591"/>
                    <a:pt x="18339" y="10723"/>
                    <a:pt x="18274" y="10723"/>
                  </a:cubicBezTo>
                  <a:cubicBezTo>
                    <a:pt x="18262" y="10723"/>
                    <a:pt x="18252" y="10718"/>
                    <a:pt x="18247" y="10707"/>
                  </a:cubicBezTo>
                  <a:cubicBezTo>
                    <a:pt x="18247" y="10674"/>
                    <a:pt x="18247" y="10607"/>
                    <a:pt x="18247" y="10507"/>
                  </a:cubicBezTo>
                  <a:cubicBezTo>
                    <a:pt x="18264" y="10424"/>
                    <a:pt x="18322" y="10382"/>
                    <a:pt x="18376" y="10382"/>
                  </a:cubicBezTo>
                  <a:close/>
                  <a:moveTo>
                    <a:pt x="24936" y="8905"/>
                  </a:moveTo>
                  <a:cubicBezTo>
                    <a:pt x="24973" y="8905"/>
                    <a:pt x="25073" y="8980"/>
                    <a:pt x="25285" y="9139"/>
                  </a:cubicBezTo>
                  <a:cubicBezTo>
                    <a:pt x="25519" y="9340"/>
                    <a:pt x="25819" y="9573"/>
                    <a:pt x="25953" y="9707"/>
                  </a:cubicBezTo>
                  <a:cubicBezTo>
                    <a:pt x="26086" y="9840"/>
                    <a:pt x="26320" y="10073"/>
                    <a:pt x="26453" y="10240"/>
                  </a:cubicBezTo>
                  <a:cubicBezTo>
                    <a:pt x="26620" y="10374"/>
                    <a:pt x="26787" y="10574"/>
                    <a:pt x="26887" y="10674"/>
                  </a:cubicBezTo>
                  <a:cubicBezTo>
                    <a:pt x="26962" y="10749"/>
                    <a:pt x="26980" y="10786"/>
                    <a:pt x="26929" y="10786"/>
                  </a:cubicBezTo>
                  <a:cubicBezTo>
                    <a:pt x="26912" y="10786"/>
                    <a:pt x="26887" y="10782"/>
                    <a:pt x="26853" y="10774"/>
                  </a:cubicBezTo>
                  <a:cubicBezTo>
                    <a:pt x="26787" y="10774"/>
                    <a:pt x="26586" y="10641"/>
                    <a:pt x="26420" y="10474"/>
                  </a:cubicBezTo>
                  <a:cubicBezTo>
                    <a:pt x="26253" y="10307"/>
                    <a:pt x="26086" y="10140"/>
                    <a:pt x="26019" y="10107"/>
                  </a:cubicBezTo>
                  <a:cubicBezTo>
                    <a:pt x="25953" y="10073"/>
                    <a:pt x="25853" y="9973"/>
                    <a:pt x="25819" y="9873"/>
                  </a:cubicBezTo>
                  <a:cubicBezTo>
                    <a:pt x="25764" y="9791"/>
                    <a:pt x="25687" y="9731"/>
                    <a:pt x="25624" y="9731"/>
                  </a:cubicBezTo>
                  <a:cubicBezTo>
                    <a:pt x="25610" y="9731"/>
                    <a:pt x="25598" y="9734"/>
                    <a:pt x="25586" y="9740"/>
                  </a:cubicBezTo>
                  <a:cubicBezTo>
                    <a:pt x="25519" y="9740"/>
                    <a:pt x="25486" y="9707"/>
                    <a:pt x="25486" y="9673"/>
                  </a:cubicBezTo>
                  <a:cubicBezTo>
                    <a:pt x="25486" y="9640"/>
                    <a:pt x="25386" y="9540"/>
                    <a:pt x="25285" y="9473"/>
                  </a:cubicBezTo>
                  <a:cubicBezTo>
                    <a:pt x="25152" y="9373"/>
                    <a:pt x="25019" y="9240"/>
                    <a:pt x="24952" y="9073"/>
                  </a:cubicBezTo>
                  <a:cubicBezTo>
                    <a:pt x="24921" y="8963"/>
                    <a:pt x="24904" y="8905"/>
                    <a:pt x="24936" y="8905"/>
                  </a:cubicBezTo>
                  <a:close/>
                  <a:moveTo>
                    <a:pt x="21349" y="9840"/>
                  </a:moveTo>
                  <a:lnTo>
                    <a:pt x="21783" y="9973"/>
                  </a:lnTo>
                  <a:cubicBezTo>
                    <a:pt x="22016" y="10040"/>
                    <a:pt x="22217" y="10140"/>
                    <a:pt x="22250" y="10207"/>
                  </a:cubicBezTo>
                  <a:cubicBezTo>
                    <a:pt x="22300" y="10282"/>
                    <a:pt x="22350" y="10319"/>
                    <a:pt x="22400" y="10319"/>
                  </a:cubicBezTo>
                  <a:cubicBezTo>
                    <a:pt x="22417" y="10319"/>
                    <a:pt x="22433" y="10315"/>
                    <a:pt x="22450" y="10307"/>
                  </a:cubicBezTo>
                  <a:cubicBezTo>
                    <a:pt x="22467" y="10290"/>
                    <a:pt x="22500" y="10282"/>
                    <a:pt x="22538" y="10282"/>
                  </a:cubicBezTo>
                  <a:cubicBezTo>
                    <a:pt x="22575" y="10282"/>
                    <a:pt x="22617" y="10290"/>
                    <a:pt x="22650" y="10307"/>
                  </a:cubicBezTo>
                  <a:cubicBezTo>
                    <a:pt x="22817" y="10474"/>
                    <a:pt x="22950" y="10674"/>
                    <a:pt x="22850" y="10741"/>
                  </a:cubicBezTo>
                  <a:cubicBezTo>
                    <a:pt x="22817" y="10741"/>
                    <a:pt x="22817" y="10807"/>
                    <a:pt x="22850" y="10874"/>
                  </a:cubicBezTo>
                  <a:cubicBezTo>
                    <a:pt x="22913" y="10978"/>
                    <a:pt x="22884" y="11030"/>
                    <a:pt x="22756" y="11030"/>
                  </a:cubicBezTo>
                  <a:cubicBezTo>
                    <a:pt x="22679" y="11030"/>
                    <a:pt x="22567" y="11012"/>
                    <a:pt x="22417" y="10974"/>
                  </a:cubicBezTo>
                  <a:cubicBezTo>
                    <a:pt x="22217" y="10941"/>
                    <a:pt x="22083" y="10907"/>
                    <a:pt x="22117" y="10874"/>
                  </a:cubicBezTo>
                  <a:cubicBezTo>
                    <a:pt x="22150" y="10874"/>
                    <a:pt x="22083" y="10807"/>
                    <a:pt x="21983" y="10741"/>
                  </a:cubicBezTo>
                  <a:cubicBezTo>
                    <a:pt x="21933" y="10724"/>
                    <a:pt x="21891" y="10716"/>
                    <a:pt x="21858" y="10716"/>
                  </a:cubicBezTo>
                  <a:cubicBezTo>
                    <a:pt x="21825" y="10716"/>
                    <a:pt x="21800" y="10724"/>
                    <a:pt x="21783" y="10741"/>
                  </a:cubicBezTo>
                  <a:cubicBezTo>
                    <a:pt x="21775" y="10749"/>
                    <a:pt x="21764" y="10753"/>
                    <a:pt x="21752" y="10753"/>
                  </a:cubicBezTo>
                  <a:cubicBezTo>
                    <a:pt x="21716" y="10753"/>
                    <a:pt x="21666" y="10716"/>
                    <a:pt x="21616" y="10641"/>
                  </a:cubicBezTo>
                  <a:cubicBezTo>
                    <a:pt x="21565" y="10539"/>
                    <a:pt x="21514" y="10495"/>
                    <a:pt x="21434" y="10495"/>
                  </a:cubicBezTo>
                  <a:cubicBezTo>
                    <a:pt x="21409" y="10495"/>
                    <a:pt x="21381" y="10499"/>
                    <a:pt x="21349" y="10507"/>
                  </a:cubicBezTo>
                  <a:cubicBezTo>
                    <a:pt x="21299" y="10527"/>
                    <a:pt x="21262" y="10541"/>
                    <a:pt x="21236" y="10541"/>
                  </a:cubicBezTo>
                  <a:cubicBezTo>
                    <a:pt x="21175" y="10541"/>
                    <a:pt x="21179" y="10464"/>
                    <a:pt x="21249" y="10207"/>
                  </a:cubicBezTo>
                  <a:lnTo>
                    <a:pt x="21349" y="9840"/>
                  </a:lnTo>
                  <a:close/>
                  <a:moveTo>
                    <a:pt x="27054" y="10995"/>
                  </a:moveTo>
                  <a:cubicBezTo>
                    <a:pt x="27060" y="10995"/>
                    <a:pt x="27070" y="10999"/>
                    <a:pt x="27087" y="11007"/>
                  </a:cubicBezTo>
                  <a:cubicBezTo>
                    <a:pt x="27120" y="11041"/>
                    <a:pt x="27187" y="11141"/>
                    <a:pt x="27187" y="11174"/>
                  </a:cubicBezTo>
                  <a:cubicBezTo>
                    <a:pt x="27201" y="11202"/>
                    <a:pt x="27197" y="11218"/>
                    <a:pt x="27184" y="11218"/>
                  </a:cubicBezTo>
                  <a:cubicBezTo>
                    <a:pt x="27165" y="11218"/>
                    <a:pt x="27126" y="11186"/>
                    <a:pt x="27087" y="11108"/>
                  </a:cubicBezTo>
                  <a:cubicBezTo>
                    <a:pt x="27062" y="11032"/>
                    <a:pt x="27037" y="10995"/>
                    <a:pt x="27054" y="10995"/>
                  </a:cubicBezTo>
                  <a:close/>
                  <a:moveTo>
                    <a:pt x="32346" y="11366"/>
                  </a:moveTo>
                  <a:cubicBezTo>
                    <a:pt x="32347" y="11366"/>
                    <a:pt x="32351" y="11368"/>
                    <a:pt x="32357" y="11374"/>
                  </a:cubicBezTo>
                  <a:cubicBezTo>
                    <a:pt x="32424" y="11408"/>
                    <a:pt x="32491" y="11508"/>
                    <a:pt x="32524" y="11575"/>
                  </a:cubicBezTo>
                  <a:cubicBezTo>
                    <a:pt x="32524" y="11602"/>
                    <a:pt x="32518" y="11618"/>
                    <a:pt x="32507" y="11618"/>
                  </a:cubicBezTo>
                  <a:cubicBezTo>
                    <a:pt x="32491" y="11618"/>
                    <a:pt x="32463" y="11586"/>
                    <a:pt x="32424" y="11508"/>
                  </a:cubicBezTo>
                  <a:cubicBezTo>
                    <a:pt x="32369" y="11425"/>
                    <a:pt x="32337" y="11366"/>
                    <a:pt x="32346" y="11366"/>
                  </a:cubicBezTo>
                  <a:close/>
                  <a:moveTo>
                    <a:pt x="28054" y="11875"/>
                  </a:moveTo>
                  <a:cubicBezTo>
                    <a:pt x="28087" y="11875"/>
                    <a:pt x="28154" y="11908"/>
                    <a:pt x="28188" y="11941"/>
                  </a:cubicBezTo>
                  <a:cubicBezTo>
                    <a:pt x="28221" y="12008"/>
                    <a:pt x="28188" y="12042"/>
                    <a:pt x="28121" y="12042"/>
                  </a:cubicBezTo>
                  <a:cubicBezTo>
                    <a:pt x="28054" y="12042"/>
                    <a:pt x="28021" y="12008"/>
                    <a:pt x="27987" y="11941"/>
                  </a:cubicBezTo>
                  <a:cubicBezTo>
                    <a:pt x="27954" y="11908"/>
                    <a:pt x="27987" y="11875"/>
                    <a:pt x="28054" y="11875"/>
                  </a:cubicBezTo>
                  <a:close/>
                  <a:moveTo>
                    <a:pt x="15920" y="12050"/>
                  </a:moveTo>
                  <a:cubicBezTo>
                    <a:pt x="15937" y="12050"/>
                    <a:pt x="15945" y="12058"/>
                    <a:pt x="15945" y="12075"/>
                  </a:cubicBezTo>
                  <a:cubicBezTo>
                    <a:pt x="15945" y="12075"/>
                    <a:pt x="15945" y="12142"/>
                    <a:pt x="15912" y="12175"/>
                  </a:cubicBezTo>
                  <a:cubicBezTo>
                    <a:pt x="15912" y="12214"/>
                    <a:pt x="15889" y="12230"/>
                    <a:pt x="15870" y="12230"/>
                  </a:cubicBezTo>
                  <a:cubicBezTo>
                    <a:pt x="15857" y="12230"/>
                    <a:pt x="15845" y="12222"/>
                    <a:pt x="15845" y="12208"/>
                  </a:cubicBezTo>
                  <a:cubicBezTo>
                    <a:pt x="15812" y="12142"/>
                    <a:pt x="15812" y="12108"/>
                    <a:pt x="15845" y="12075"/>
                  </a:cubicBezTo>
                  <a:cubicBezTo>
                    <a:pt x="15879" y="12058"/>
                    <a:pt x="15904" y="12050"/>
                    <a:pt x="15920" y="12050"/>
                  </a:cubicBezTo>
                  <a:close/>
                  <a:moveTo>
                    <a:pt x="19281" y="12075"/>
                  </a:moveTo>
                  <a:cubicBezTo>
                    <a:pt x="19315" y="12075"/>
                    <a:pt x="19348" y="12075"/>
                    <a:pt x="19381" y="12108"/>
                  </a:cubicBezTo>
                  <a:cubicBezTo>
                    <a:pt x="19415" y="12142"/>
                    <a:pt x="19415" y="12208"/>
                    <a:pt x="19348" y="12242"/>
                  </a:cubicBezTo>
                  <a:cubicBezTo>
                    <a:pt x="19315" y="12242"/>
                    <a:pt x="19281" y="12242"/>
                    <a:pt x="19248" y="12208"/>
                  </a:cubicBezTo>
                  <a:cubicBezTo>
                    <a:pt x="19214" y="12175"/>
                    <a:pt x="19214" y="12108"/>
                    <a:pt x="19281" y="12075"/>
                  </a:cubicBezTo>
                  <a:close/>
                  <a:moveTo>
                    <a:pt x="30990" y="10174"/>
                  </a:moveTo>
                  <a:lnTo>
                    <a:pt x="30990" y="10174"/>
                  </a:lnTo>
                  <a:cubicBezTo>
                    <a:pt x="30990" y="10174"/>
                    <a:pt x="31123" y="10274"/>
                    <a:pt x="31290" y="10440"/>
                  </a:cubicBezTo>
                  <a:cubicBezTo>
                    <a:pt x="31423" y="10607"/>
                    <a:pt x="31623" y="10841"/>
                    <a:pt x="31723" y="10941"/>
                  </a:cubicBezTo>
                  <a:cubicBezTo>
                    <a:pt x="31823" y="11041"/>
                    <a:pt x="31957" y="11208"/>
                    <a:pt x="32057" y="11274"/>
                  </a:cubicBezTo>
                  <a:cubicBezTo>
                    <a:pt x="32224" y="11474"/>
                    <a:pt x="32224" y="11474"/>
                    <a:pt x="32424" y="11975"/>
                  </a:cubicBezTo>
                  <a:lnTo>
                    <a:pt x="32591" y="12375"/>
                  </a:lnTo>
                  <a:lnTo>
                    <a:pt x="32224" y="11975"/>
                  </a:lnTo>
                  <a:cubicBezTo>
                    <a:pt x="31990" y="11741"/>
                    <a:pt x="31790" y="11541"/>
                    <a:pt x="31790" y="11508"/>
                  </a:cubicBezTo>
                  <a:cubicBezTo>
                    <a:pt x="31757" y="11474"/>
                    <a:pt x="31690" y="11408"/>
                    <a:pt x="31623" y="11408"/>
                  </a:cubicBezTo>
                  <a:cubicBezTo>
                    <a:pt x="31423" y="11274"/>
                    <a:pt x="31090" y="10774"/>
                    <a:pt x="31023" y="10474"/>
                  </a:cubicBezTo>
                  <a:cubicBezTo>
                    <a:pt x="30990" y="10307"/>
                    <a:pt x="30956" y="10174"/>
                    <a:pt x="30990" y="10174"/>
                  </a:cubicBezTo>
                  <a:close/>
                  <a:moveTo>
                    <a:pt x="30694" y="12133"/>
                  </a:moveTo>
                  <a:cubicBezTo>
                    <a:pt x="30712" y="12133"/>
                    <a:pt x="30733" y="12136"/>
                    <a:pt x="30756" y="12142"/>
                  </a:cubicBezTo>
                  <a:cubicBezTo>
                    <a:pt x="30823" y="12142"/>
                    <a:pt x="30856" y="12375"/>
                    <a:pt x="30789" y="12442"/>
                  </a:cubicBezTo>
                  <a:cubicBezTo>
                    <a:pt x="30756" y="12442"/>
                    <a:pt x="30689" y="12408"/>
                    <a:pt x="30656" y="12308"/>
                  </a:cubicBezTo>
                  <a:cubicBezTo>
                    <a:pt x="30573" y="12198"/>
                    <a:pt x="30605" y="12133"/>
                    <a:pt x="30694" y="12133"/>
                  </a:cubicBezTo>
                  <a:close/>
                  <a:moveTo>
                    <a:pt x="12494" y="11966"/>
                  </a:moveTo>
                  <a:cubicBezTo>
                    <a:pt x="12577" y="11966"/>
                    <a:pt x="12660" y="12031"/>
                    <a:pt x="12743" y="12142"/>
                  </a:cubicBezTo>
                  <a:cubicBezTo>
                    <a:pt x="12877" y="12308"/>
                    <a:pt x="12877" y="12375"/>
                    <a:pt x="12810" y="12442"/>
                  </a:cubicBezTo>
                  <a:cubicBezTo>
                    <a:pt x="12782" y="12456"/>
                    <a:pt x="12755" y="12464"/>
                    <a:pt x="12729" y="12464"/>
                  </a:cubicBezTo>
                  <a:cubicBezTo>
                    <a:pt x="12694" y="12464"/>
                    <a:pt x="12663" y="12448"/>
                    <a:pt x="12643" y="12408"/>
                  </a:cubicBezTo>
                  <a:cubicBezTo>
                    <a:pt x="12610" y="12375"/>
                    <a:pt x="12510" y="12275"/>
                    <a:pt x="12443" y="12175"/>
                  </a:cubicBezTo>
                  <a:cubicBezTo>
                    <a:pt x="12310" y="12075"/>
                    <a:pt x="12310" y="12042"/>
                    <a:pt x="12443" y="11975"/>
                  </a:cubicBezTo>
                  <a:cubicBezTo>
                    <a:pt x="12460" y="11969"/>
                    <a:pt x="12477" y="11966"/>
                    <a:pt x="12494" y="11966"/>
                  </a:cubicBezTo>
                  <a:close/>
                  <a:moveTo>
                    <a:pt x="19813" y="12607"/>
                  </a:moveTo>
                  <a:cubicBezTo>
                    <a:pt x="19854" y="12607"/>
                    <a:pt x="20006" y="12708"/>
                    <a:pt x="20082" y="12809"/>
                  </a:cubicBezTo>
                  <a:cubicBezTo>
                    <a:pt x="20101" y="12828"/>
                    <a:pt x="20098" y="12847"/>
                    <a:pt x="20079" y="12847"/>
                  </a:cubicBezTo>
                  <a:cubicBezTo>
                    <a:pt x="20065" y="12847"/>
                    <a:pt x="20043" y="12837"/>
                    <a:pt x="20015" y="12809"/>
                  </a:cubicBezTo>
                  <a:cubicBezTo>
                    <a:pt x="19915" y="12775"/>
                    <a:pt x="19848" y="12709"/>
                    <a:pt x="19815" y="12642"/>
                  </a:cubicBezTo>
                  <a:cubicBezTo>
                    <a:pt x="19799" y="12618"/>
                    <a:pt x="19800" y="12607"/>
                    <a:pt x="19813" y="12607"/>
                  </a:cubicBezTo>
                  <a:close/>
                  <a:moveTo>
                    <a:pt x="16854" y="12675"/>
                  </a:moveTo>
                  <a:cubicBezTo>
                    <a:pt x="16871" y="12675"/>
                    <a:pt x="16879" y="12709"/>
                    <a:pt x="16879" y="12775"/>
                  </a:cubicBezTo>
                  <a:cubicBezTo>
                    <a:pt x="16913" y="12842"/>
                    <a:pt x="16879" y="12909"/>
                    <a:pt x="16813" y="12909"/>
                  </a:cubicBezTo>
                  <a:cubicBezTo>
                    <a:pt x="16746" y="12909"/>
                    <a:pt x="16746" y="12875"/>
                    <a:pt x="16779" y="12775"/>
                  </a:cubicBezTo>
                  <a:cubicBezTo>
                    <a:pt x="16813" y="12709"/>
                    <a:pt x="16838" y="12675"/>
                    <a:pt x="16854" y="12675"/>
                  </a:cubicBezTo>
                  <a:close/>
                  <a:moveTo>
                    <a:pt x="32791" y="12709"/>
                  </a:moveTo>
                  <a:cubicBezTo>
                    <a:pt x="32791" y="12709"/>
                    <a:pt x="32824" y="12742"/>
                    <a:pt x="32891" y="12809"/>
                  </a:cubicBezTo>
                  <a:cubicBezTo>
                    <a:pt x="32924" y="12875"/>
                    <a:pt x="32924" y="12909"/>
                    <a:pt x="32858" y="12942"/>
                  </a:cubicBezTo>
                  <a:cubicBezTo>
                    <a:pt x="32849" y="12950"/>
                    <a:pt x="32841" y="12955"/>
                    <a:pt x="32833" y="12955"/>
                  </a:cubicBezTo>
                  <a:cubicBezTo>
                    <a:pt x="32810" y="12955"/>
                    <a:pt x="32791" y="12917"/>
                    <a:pt x="32791" y="12842"/>
                  </a:cubicBezTo>
                  <a:cubicBezTo>
                    <a:pt x="32757" y="12775"/>
                    <a:pt x="32757" y="12709"/>
                    <a:pt x="32791" y="12709"/>
                  </a:cubicBezTo>
                  <a:close/>
                  <a:moveTo>
                    <a:pt x="28711" y="12909"/>
                  </a:moveTo>
                  <a:cubicBezTo>
                    <a:pt x="28729" y="12909"/>
                    <a:pt x="28755" y="12920"/>
                    <a:pt x="28788" y="12942"/>
                  </a:cubicBezTo>
                  <a:cubicBezTo>
                    <a:pt x="28855" y="12942"/>
                    <a:pt x="28855" y="13009"/>
                    <a:pt x="28821" y="13076"/>
                  </a:cubicBezTo>
                  <a:cubicBezTo>
                    <a:pt x="28821" y="13089"/>
                    <a:pt x="28810" y="13097"/>
                    <a:pt x="28794" y="13097"/>
                  </a:cubicBezTo>
                  <a:cubicBezTo>
                    <a:pt x="28772" y="13097"/>
                    <a:pt x="28741" y="13081"/>
                    <a:pt x="28721" y="13042"/>
                  </a:cubicBezTo>
                  <a:cubicBezTo>
                    <a:pt x="28677" y="12953"/>
                    <a:pt x="28677" y="12909"/>
                    <a:pt x="28711" y="12909"/>
                  </a:cubicBezTo>
                  <a:close/>
                  <a:moveTo>
                    <a:pt x="31385" y="12930"/>
                  </a:moveTo>
                  <a:cubicBezTo>
                    <a:pt x="31394" y="12930"/>
                    <a:pt x="31407" y="12934"/>
                    <a:pt x="31423" y="12942"/>
                  </a:cubicBezTo>
                  <a:cubicBezTo>
                    <a:pt x="31523" y="12942"/>
                    <a:pt x="31523" y="12976"/>
                    <a:pt x="31523" y="13076"/>
                  </a:cubicBezTo>
                  <a:cubicBezTo>
                    <a:pt x="31508" y="13106"/>
                    <a:pt x="31493" y="13122"/>
                    <a:pt x="31475" y="13122"/>
                  </a:cubicBezTo>
                  <a:cubicBezTo>
                    <a:pt x="31453" y="13122"/>
                    <a:pt x="31427" y="13097"/>
                    <a:pt x="31390" y="13042"/>
                  </a:cubicBezTo>
                  <a:cubicBezTo>
                    <a:pt x="31365" y="12967"/>
                    <a:pt x="31359" y="12930"/>
                    <a:pt x="31385" y="12930"/>
                  </a:cubicBezTo>
                  <a:close/>
                  <a:moveTo>
                    <a:pt x="19882" y="13076"/>
                  </a:moveTo>
                  <a:cubicBezTo>
                    <a:pt x="19915" y="13076"/>
                    <a:pt x="19948" y="13109"/>
                    <a:pt x="19948" y="13176"/>
                  </a:cubicBezTo>
                  <a:cubicBezTo>
                    <a:pt x="19948" y="13206"/>
                    <a:pt x="19955" y="13222"/>
                    <a:pt x="19969" y="13222"/>
                  </a:cubicBezTo>
                  <a:cubicBezTo>
                    <a:pt x="19985" y="13222"/>
                    <a:pt x="20012" y="13197"/>
                    <a:pt x="20048" y="13142"/>
                  </a:cubicBezTo>
                  <a:cubicBezTo>
                    <a:pt x="20082" y="13109"/>
                    <a:pt x="20107" y="13092"/>
                    <a:pt x="20123" y="13092"/>
                  </a:cubicBezTo>
                  <a:cubicBezTo>
                    <a:pt x="20140" y="13092"/>
                    <a:pt x="20148" y="13109"/>
                    <a:pt x="20148" y="13142"/>
                  </a:cubicBezTo>
                  <a:cubicBezTo>
                    <a:pt x="20148" y="13231"/>
                    <a:pt x="20060" y="13305"/>
                    <a:pt x="19980" y="13305"/>
                  </a:cubicBezTo>
                  <a:cubicBezTo>
                    <a:pt x="19941" y="13305"/>
                    <a:pt x="19904" y="13287"/>
                    <a:pt x="19882" y="13242"/>
                  </a:cubicBezTo>
                  <a:cubicBezTo>
                    <a:pt x="19815" y="13176"/>
                    <a:pt x="19848" y="13109"/>
                    <a:pt x="19882" y="13076"/>
                  </a:cubicBezTo>
                  <a:close/>
                  <a:moveTo>
                    <a:pt x="13047" y="12433"/>
                  </a:moveTo>
                  <a:cubicBezTo>
                    <a:pt x="13101" y="12433"/>
                    <a:pt x="13156" y="12487"/>
                    <a:pt x="13210" y="12542"/>
                  </a:cubicBezTo>
                  <a:cubicBezTo>
                    <a:pt x="13244" y="12642"/>
                    <a:pt x="13377" y="12709"/>
                    <a:pt x="13477" y="12709"/>
                  </a:cubicBezTo>
                  <a:cubicBezTo>
                    <a:pt x="13610" y="12709"/>
                    <a:pt x="13644" y="12742"/>
                    <a:pt x="13610" y="13009"/>
                  </a:cubicBezTo>
                  <a:cubicBezTo>
                    <a:pt x="13578" y="13255"/>
                    <a:pt x="13545" y="13380"/>
                    <a:pt x="13484" y="13380"/>
                  </a:cubicBezTo>
                  <a:cubicBezTo>
                    <a:pt x="13422" y="13380"/>
                    <a:pt x="13329" y="13247"/>
                    <a:pt x="13177" y="12976"/>
                  </a:cubicBezTo>
                  <a:cubicBezTo>
                    <a:pt x="13010" y="12642"/>
                    <a:pt x="12943" y="12475"/>
                    <a:pt x="13010" y="12442"/>
                  </a:cubicBezTo>
                  <a:cubicBezTo>
                    <a:pt x="13022" y="12436"/>
                    <a:pt x="13035" y="12433"/>
                    <a:pt x="13047" y="12433"/>
                  </a:cubicBezTo>
                  <a:close/>
                  <a:moveTo>
                    <a:pt x="29021" y="13476"/>
                  </a:moveTo>
                  <a:cubicBezTo>
                    <a:pt x="29055" y="13476"/>
                    <a:pt x="29088" y="13509"/>
                    <a:pt x="29155" y="13543"/>
                  </a:cubicBezTo>
                  <a:cubicBezTo>
                    <a:pt x="29222" y="13609"/>
                    <a:pt x="29222" y="13643"/>
                    <a:pt x="29188" y="13676"/>
                  </a:cubicBezTo>
                  <a:cubicBezTo>
                    <a:pt x="29179" y="13685"/>
                    <a:pt x="29168" y="13689"/>
                    <a:pt x="29156" y="13689"/>
                  </a:cubicBezTo>
                  <a:cubicBezTo>
                    <a:pt x="29122" y="13689"/>
                    <a:pt x="29079" y="13658"/>
                    <a:pt x="29055" y="13609"/>
                  </a:cubicBezTo>
                  <a:cubicBezTo>
                    <a:pt x="29021" y="13543"/>
                    <a:pt x="29021" y="13509"/>
                    <a:pt x="29021" y="13476"/>
                  </a:cubicBezTo>
                  <a:close/>
                  <a:moveTo>
                    <a:pt x="29343" y="13400"/>
                  </a:moveTo>
                  <a:cubicBezTo>
                    <a:pt x="29378" y="13400"/>
                    <a:pt x="29428" y="13455"/>
                    <a:pt x="29455" y="13509"/>
                  </a:cubicBezTo>
                  <a:cubicBezTo>
                    <a:pt x="29522" y="13609"/>
                    <a:pt x="29522" y="13676"/>
                    <a:pt x="29488" y="13709"/>
                  </a:cubicBezTo>
                  <a:cubicBezTo>
                    <a:pt x="29455" y="13709"/>
                    <a:pt x="29388" y="13676"/>
                    <a:pt x="29355" y="13576"/>
                  </a:cubicBezTo>
                  <a:cubicBezTo>
                    <a:pt x="29288" y="13509"/>
                    <a:pt x="29288" y="13409"/>
                    <a:pt x="29322" y="13409"/>
                  </a:cubicBezTo>
                  <a:cubicBezTo>
                    <a:pt x="29328" y="13403"/>
                    <a:pt x="29335" y="13400"/>
                    <a:pt x="29343" y="13400"/>
                  </a:cubicBezTo>
                  <a:close/>
                  <a:moveTo>
                    <a:pt x="31623" y="13309"/>
                  </a:moveTo>
                  <a:cubicBezTo>
                    <a:pt x="31790" y="13342"/>
                    <a:pt x="31790" y="13342"/>
                    <a:pt x="31723" y="13576"/>
                  </a:cubicBezTo>
                  <a:cubicBezTo>
                    <a:pt x="31670" y="13718"/>
                    <a:pt x="31608" y="13794"/>
                    <a:pt x="31571" y="13794"/>
                  </a:cubicBezTo>
                  <a:cubicBezTo>
                    <a:pt x="31538" y="13794"/>
                    <a:pt x="31525" y="13734"/>
                    <a:pt x="31557" y="13609"/>
                  </a:cubicBezTo>
                  <a:cubicBezTo>
                    <a:pt x="31577" y="13487"/>
                    <a:pt x="31523" y="13415"/>
                    <a:pt x="31462" y="13415"/>
                  </a:cubicBezTo>
                  <a:cubicBezTo>
                    <a:pt x="31424" y="13415"/>
                    <a:pt x="31382" y="13444"/>
                    <a:pt x="31356" y="13509"/>
                  </a:cubicBezTo>
                  <a:cubicBezTo>
                    <a:pt x="31337" y="13528"/>
                    <a:pt x="31318" y="13548"/>
                    <a:pt x="31299" y="13548"/>
                  </a:cubicBezTo>
                  <a:cubicBezTo>
                    <a:pt x="31285" y="13548"/>
                    <a:pt x="31271" y="13537"/>
                    <a:pt x="31256" y="13509"/>
                  </a:cubicBezTo>
                  <a:cubicBezTo>
                    <a:pt x="31190" y="13409"/>
                    <a:pt x="31390" y="13309"/>
                    <a:pt x="31623" y="13309"/>
                  </a:cubicBezTo>
                  <a:close/>
                  <a:moveTo>
                    <a:pt x="10830" y="12465"/>
                  </a:moveTo>
                  <a:cubicBezTo>
                    <a:pt x="10876" y="12465"/>
                    <a:pt x="10940" y="12481"/>
                    <a:pt x="11009" y="12509"/>
                  </a:cubicBezTo>
                  <a:cubicBezTo>
                    <a:pt x="11175" y="12609"/>
                    <a:pt x="11175" y="12642"/>
                    <a:pt x="11009" y="12709"/>
                  </a:cubicBezTo>
                  <a:cubicBezTo>
                    <a:pt x="10842" y="12809"/>
                    <a:pt x="10842" y="13076"/>
                    <a:pt x="10975" y="13142"/>
                  </a:cubicBezTo>
                  <a:cubicBezTo>
                    <a:pt x="11042" y="13176"/>
                    <a:pt x="11009" y="13209"/>
                    <a:pt x="10975" y="13209"/>
                  </a:cubicBezTo>
                  <a:cubicBezTo>
                    <a:pt x="10875" y="13242"/>
                    <a:pt x="10842" y="13409"/>
                    <a:pt x="10909" y="13676"/>
                  </a:cubicBezTo>
                  <a:cubicBezTo>
                    <a:pt x="10942" y="13776"/>
                    <a:pt x="10909" y="13876"/>
                    <a:pt x="10842" y="13910"/>
                  </a:cubicBezTo>
                  <a:cubicBezTo>
                    <a:pt x="10808" y="13921"/>
                    <a:pt x="10783" y="13928"/>
                    <a:pt x="10762" y="13928"/>
                  </a:cubicBezTo>
                  <a:cubicBezTo>
                    <a:pt x="10720" y="13928"/>
                    <a:pt x="10697" y="13898"/>
                    <a:pt x="10675" y="13809"/>
                  </a:cubicBezTo>
                  <a:cubicBezTo>
                    <a:pt x="10675" y="13743"/>
                    <a:pt x="10608" y="13576"/>
                    <a:pt x="10575" y="13443"/>
                  </a:cubicBezTo>
                  <a:cubicBezTo>
                    <a:pt x="10542" y="13309"/>
                    <a:pt x="10542" y="13242"/>
                    <a:pt x="10575" y="13242"/>
                  </a:cubicBezTo>
                  <a:cubicBezTo>
                    <a:pt x="10608" y="13242"/>
                    <a:pt x="10642" y="13109"/>
                    <a:pt x="10642" y="12942"/>
                  </a:cubicBezTo>
                  <a:cubicBezTo>
                    <a:pt x="10642" y="12775"/>
                    <a:pt x="10675" y="12642"/>
                    <a:pt x="10742" y="12642"/>
                  </a:cubicBezTo>
                  <a:cubicBezTo>
                    <a:pt x="10775" y="12642"/>
                    <a:pt x="10808" y="12609"/>
                    <a:pt x="10775" y="12575"/>
                  </a:cubicBezTo>
                  <a:cubicBezTo>
                    <a:pt x="10736" y="12497"/>
                    <a:pt x="10766" y="12465"/>
                    <a:pt x="10830" y="12465"/>
                  </a:cubicBezTo>
                  <a:close/>
                  <a:moveTo>
                    <a:pt x="19987" y="13722"/>
                  </a:moveTo>
                  <a:cubicBezTo>
                    <a:pt x="20025" y="13722"/>
                    <a:pt x="20073" y="13759"/>
                    <a:pt x="20115" y="13843"/>
                  </a:cubicBezTo>
                  <a:cubicBezTo>
                    <a:pt x="20182" y="13910"/>
                    <a:pt x="20148" y="14010"/>
                    <a:pt x="20082" y="14043"/>
                  </a:cubicBezTo>
                  <a:cubicBezTo>
                    <a:pt x="20045" y="14067"/>
                    <a:pt x="20017" y="14083"/>
                    <a:pt x="19995" y="14083"/>
                  </a:cubicBezTo>
                  <a:cubicBezTo>
                    <a:pt x="19957" y="14083"/>
                    <a:pt x="19936" y="14036"/>
                    <a:pt x="19915" y="13910"/>
                  </a:cubicBezTo>
                  <a:cubicBezTo>
                    <a:pt x="19896" y="13793"/>
                    <a:pt x="19933" y="13722"/>
                    <a:pt x="19987" y="13722"/>
                  </a:cubicBezTo>
                  <a:close/>
                  <a:moveTo>
                    <a:pt x="27749" y="11904"/>
                  </a:moveTo>
                  <a:cubicBezTo>
                    <a:pt x="27804" y="11904"/>
                    <a:pt x="27890" y="11972"/>
                    <a:pt x="27987" y="12108"/>
                  </a:cubicBezTo>
                  <a:cubicBezTo>
                    <a:pt x="28054" y="12208"/>
                    <a:pt x="28321" y="12675"/>
                    <a:pt x="28588" y="13109"/>
                  </a:cubicBezTo>
                  <a:cubicBezTo>
                    <a:pt x="29021" y="13776"/>
                    <a:pt x="29055" y="13910"/>
                    <a:pt x="28988" y="14043"/>
                  </a:cubicBezTo>
                  <a:cubicBezTo>
                    <a:pt x="28955" y="14143"/>
                    <a:pt x="28888" y="14243"/>
                    <a:pt x="28855" y="14276"/>
                  </a:cubicBezTo>
                  <a:cubicBezTo>
                    <a:pt x="28852" y="14278"/>
                    <a:pt x="28848" y="14279"/>
                    <a:pt x="28845" y="14279"/>
                  </a:cubicBezTo>
                  <a:cubicBezTo>
                    <a:pt x="28770" y="14279"/>
                    <a:pt x="28583" y="13959"/>
                    <a:pt x="28488" y="13609"/>
                  </a:cubicBezTo>
                  <a:cubicBezTo>
                    <a:pt x="28454" y="13443"/>
                    <a:pt x="28254" y="13042"/>
                    <a:pt x="28054" y="12709"/>
                  </a:cubicBezTo>
                  <a:cubicBezTo>
                    <a:pt x="27854" y="12375"/>
                    <a:pt x="27687" y="12075"/>
                    <a:pt x="27687" y="12008"/>
                  </a:cubicBezTo>
                  <a:cubicBezTo>
                    <a:pt x="27687" y="11939"/>
                    <a:pt x="27710" y="11904"/>
                    <a:pt x="27749" y="11904"/>
                  </a:cubicBezTo>
                  <a:close/>
                  <a:moveTo>
                    <a:pt x="20048" y="14210"/>
                  </a:moveTo>
                  <a:cubicBezTo>
                    <a:pt x="20115" y="14210"/>
                    <a:pt x="20182" y="14243"/>
                    <a:pt x="20182" y="14276"/>
                  </a:cubicBezTo>
                  <a:cubicBezTo>
                    <a:pt x="20215" y="14310"/>
                    <a:pt x="20215" y="14377"/>
                    <a:pt x="20182" y="14377"/>
                  </a:cubicBezTo>
                  <a:cubicBezTo>
                    <a:pt x="20164" y="14385"/>
                    <a:pt x="20146" y="14390"/>
                    <a:pt x="20129" y="14390"/>
                  </a:cubicBezTo>
                  <a:cubicBezTo>
                    <a:pt x="20082" y="14390"/>
                    <a:pt x="20039" y="14359"/>
                    <a:pt x="20015" y="14310"/>
                  </a:cubicBezTo>
                  <a:cubicBezTo>
                    <a:pt x="19982" y="14243"/>
                    <a:pt x="20015" y="14210"/>
                    <a:pt x="20048" y="14210"/>
                  </a:cubicBezTo>
                  <a:close/>
                  <a:moveTo>
                    <a:pt x="7685" y="14096"/>
                  </a:moveTo>
                  <a:cubicBezTo>
                    <a:pt x="7707" y="14096"/>
                    <a:pt x="7726" y="14100"/>
                    <a:pt x="7740" y="14110"/>
                  </a:cubicBezTo>
                  <a:cubicBezTo>
                    <a:pt x="7806" y="14143"/>
                    <a:pt x="7806" y="14210"/>
                    <a:pt x="7773" y="14276"/>
                  </a:cubicBezTo>
                  <a:cubicBezTo>
                    <a:pt x="7733" y="14357"/>
                    <a:pt x="7607" y="14401"/>
                    <a:pt x="7499" y="14401"/>
                  </a:cubicBezTo>
                  <a:cubicBezTo>
                    <a:pt x="7428" y="14401"/>
                    <a:pt x="7366" y="14383"/>
                    <a:pt x="7339" y="14343"/>
                  </a:cubicBezTo>
                  <a:cubicBezTo>
                    <a:pt x="7282" y="14257"/>
                    <a:pt x="7546" y="14096"/>
                    <a:pt x="7685" y="14096"/>
                  </a:cubicBezTo>
                  <a:close/>
                  <a:moveTo>
                    <a:pt x="31657" y="13876"/>
                  </a:moveTo>
                  <a:cubicBezTo>
                    <a:pt x="31723" y="13876"/>
                    <a:pt x="31857" y="13943"/>
                    <a:pt x="31924" y="14076"/>
                  </a:cubicBezTo>
                  <a:cubicBezTo>
                    <a:pt x="32057" y="14243"/>
                    <a:pt x="32057" y="14310"/>
                    <a:pt x="31957" y="14377"/>
                  </a:cubicBezTo>
                  <a:cubicBezTo>
                    <a:pt x="31915" y="14402"/>
                    <a:pt x="31876" y="14412"/>
                    <a:pt x="31842" y="14412"/>
                  </a:cubicBezTo>
                  <a:cubicBezTo>
                    <a:pt x="31742" y="14412"/>
                    <a:pt x="31698" y="14318"/>
                    <a:pt x="31823" y="14243"/>
                  </a:cubicBezTo>
                  <a:cubicBezTo>
                    <a:pt x="31857" y="14210"/>
                    <a:pt x="31823" y="14210"/>
                    <a:pt x="31723" y="14210"/>
                  </a:cubicBezTo>
                  <a:cubicBezTo>
                    <a:pt x="31657" y="14210"/>
                    <a:pt x="31523" y="14143"/>
                    <a:pt x="31490" y="14076"/>
                  </a:cubicBezTo>
                  <a:cubicBezTo>
                    <a:pt x="31465" y="14027"/>
                    <a:pt x="31459" y="13997"/>
                    <a:pt x="31483" y="13997"/>
                  </a:cubicBezTo>
                  <a:cubicBezTo>
                    <a:pt x="31492" y="13997"/>
                    <a:pt x="31505" y="14001"/>
                    <a:pt x="31523" y="14010"/>
                  </a:cubicBezTo>
                  <a:cubicBezTo>
                    <a:pt x="31547" y="14033"/>
                    <a:pt x="31604" y="14057"/>
                    <a:pt x="31647" y="14057"/>
                  </a:cubicBezTo>
                  <a:cubicBezTo>
                    <a:pt x="31665" y="14057"/>
                    <a:pt x="31680" y="14053"/>
                    <a:pt x="31690" y="14043"/>
                  </a:cubicBezTo>
                  <a:cubicBezTo>
                    <a:pt x="31723" y="14010"/>
                    <a:pt x="31723" y="13976"/>
                    <a:pt x="31657" y="13943"/>
                  </a:cubicBezTo>
                  <a:cubicBezTo>
                    <a:pt x="31590" y="13910"/>
                    <a:pt x="31590" y="13910"/>
                    <a:pt x="31657" y="13876"/>
                  </a:cubicBezTo>
                  <a:close/>
                  <a:moveTo>
                    <a:pt x="17313" y="14610"/>
                  </a:moveTo>
                  <a:cubicBezTo>
                    <a:pt x="17380" y="14643"/>
                    <a:pt x="17346" y="14710"/>
                    <a:pt x="17280" y="14743"/>
                  </a:cubicBezTo>
                  <a:cubicBezTo>
                    <a:pt x="17263" y="14760"/>
                    <a:pt x="17238" y="14768"/>
                    <a:pt x="17213" y="14768"/>
                  </a:cubicBezTo>
                  <a:cubicBezTo>
                    <a:pt x="17188" y="14768"/>
                    <a:pt x="17163" y="14760"/>
                    <a:pt x="17146" y="14743"/>
                  </a:cubicBezTo>
                  <a:cubicBezTo>
                    <a:pt x="17113" y="14677"/>
                    <a:pt x="17113" y="14643"/>
                    <a:pt x="17146" y="14610"/>
                  </a:cubicBezTo>
                  <a:close/>
                  <a:moveTo>
                    <a:pt x="7961" y="14578"/>
                  </a:moveTo>
                  <a:cubicBezTo>
                    <a:pt x="7973" y="14578"/>
                    <a:pt x="7973" y="14602"/>
                    <a:pt x="7973" y="14643"/>
                  </a:cubicBezTo>
                  <a:cubicBezTo>
                    <a:pt x="7973" y="14710"/>
                    <a:pt x="7906" y="14777"/>
                    <a:pt x="7840" y="14810"/>
                  </a:cubicBezTo>
                  <a:cubicBezTo>
                    <a:pt x="7804" y="14834"/>
                    <a:pt x="7781" y="14845"/>
                    <a:pt x="7770" y="14845"/>
                  </a:cubicBezTo>
                  <a:cubicBezTo>
                    <a:pt x="7748" y="14845"/>
                    <a:pt x="7763" y="14808"/>
                    <a:pt x="7806" y="14743"/>
                  </a:cubicBezTo>
                  <a:cubicBezTo>
                    <a:pt x="7904" y="14626"/>
                    <a:pt x="7945" y="14578"/>
                    <a:pt x="7961" y="14578"/>
                  </a:cubicBezTo>
                  <a:close/>
                  <a:moveTo>
                    <a:pt x="29152" y="14798"/>
                  </a:moveTo>
                  <a:cubicBezTo>
                    <a:pt x="29186" y="14798"/>
                    <a:pt x="29230" y="14835"/>
                    <a:pt x="29255" y="14910"/>
                  </a:cubicBezTo>
                  <a:cubicBezTo>
                    <a:pt x="29322" y="14977"/>
                    <a:pt x="29288" y="15077"/>
                    <a:pt x="29222" y="15110"/>
                  </a:cubicBezTo>
                  <a:cubicBezTo>
                    <a:pt x="29205" y="15119"/>
                    <a:pt x="29190" y="15123"/>
                    <a:pt x="29177" y="15123"/>
                  </a:cubicBezTo>
                  <a:cubicBezTo>
                    <a:pt x="29138" y="15123"/>
                    <a:pt x="29113" y="15085"/>
                    <a:pt x="29088" y="15010"/>
                  </a:cubicBezTo>
                  <a:cubicBezTo>
                    <a:pt x="29055" y="14910"/>
                    <a:pt x="29055" y="14810"/>
                    <a:pt x="29122" y="14810"/>
                  </a:cubicBezTo>
                  <a:cubicBezTo>
                    <a:pt x="29130" y="14802"/>
                    <a:pt x="29140" y="14798"/>
                    <a:pt x="29152" y="14798"/>
                  </a:cubicBezTo>
                  <a:close/>
                  <a:moveTo>
                    <a:pt x="11980" y="15289"/>
                  </a:moveTo>
                  <a:cubicBezTo>
                    <a:pt x="11998" y="15289"/>
                    <a:pt x="12009" y="15297"/>
                    <a:pt x="12009" y="15311"/>
                  </a:cubicBezTo>
                  <a:cubicBezTo>
                    <a:pt x="11976" y="15344"/>
                    <a:pt x="11909" y="15411"/>
                    <a:pt x="11876" y="15411"/>
                  </a:cubicBezTo>
                  <a:cubicBezTo>
                    <a:pt x="11809" y="15411"/>
                    <a:pt x="11809" y="15377"/>
                    <a:pt x="11876" y="15344"/>
                  </a:cubicBezTo>
                  <a:cubicBezTo>
                    <a:pt x="11915" y="15305"/>
                    <a:pt x="11954" y="15289"/>
                    <a:pt x="11980" y="15289"/>
                  </a:cubicBezTo>
                  <a:close/>
                  <a:moveTo>
                    <a:pt x="19081" y="13367"/>
                  </a:moveTo>
                  <a:cubicBezTo>
                    <a:pt x="19127" y="13367"/>
                    <a:pt x="19154" y="13421"/>
                    <a:pt x="19181" y="13476"/>
                  </a:cubicBezTo>
                  <a:cubicBezTo>
                    <a:pt x="19214" y="13576"/>
                    <a:pt x="19248" y="13743"/>
                    <a:pt x="19281" y="13843"/>
                  </a:cubicBezTo>
                  <a:cubicBezTo>
                    <a:pt x="19348" y="13976"/>
                    <a:pt x="19315" y="14110"/>
                    <a:pt x="19281" y="14143"/>
                  </a:cubicBezTo>
                  <a:cubicBezTo>
                    <a:pt x="19214" y="14176"/>
                    <a:pt x="19214" y="14276"/>
                    <a:pt x="19248" y="14377"/>
                  </a:cubicBezTo>
                  <a:cubicBezTo>
                    <a:pt x="19315" y="14543"/>
                    <a:pt x="19315" y="14577"/>
                    <a:pt x="18881" y="14844"/>
                  </a:cubicBezTo>
                  <a:cubicBezTo>
                    <a:pt x="18781" y="14910"/>
                    <a:pt x="18747" y="15010"/>
                    <a:pt x="18781" y="15144"/>
                  </a:cubicBezTo>
                  <a:cubicBezTo>
                    <a:pt x="18814" y="15244"/>
                    <a:pt x="18814" y="15444"/>
                    <a:pt x="18747" y="15544"/>
                  </a:cubicBezTo>
                  <a:cubicBezTo>
                    <a:pt x="18695" y="15649"/>
                    <a:pt x="18670" y="15699"/>
                    <a:pt x="18649" y="15699"/>
                  </a:cubicBezTo>
                  <a:cubicBezTo>
                    <a:pt x="18629" y="15699"/>
                    <a:pt x="18613" y="15657"/>
                    <a:pt x="18581" y="15577"/>
                  </a:cubicBezTo>
                  <a:cubicBezTo>
                    <a:pt x="18547" y="15444"/>
                    <a:pt x="18547" y="15277"/>
                    <a:pt x="18614" y="15210"/>
                  </a:cubicBezTo>
                  <a:cubicBezTo>
                    <a:pt x="18647" y="15110"/>
                    <a:pt x="18681" y="15010"/>
                    <a:pt x="18647" y="14944"/>
                  </a:cubicBezTo>
                  <a:cubicBezTo>
                    <a:pt x="18581" y="14844"/>
                    <a:pt x="18948" y="13443"/>
                    <a:pt x="19048" y="13376"/>
                  </a:cubicBezTo>
                  <a:cubicBezTo>
                    <a:pt x="19060" y="13370"/>
                    <a:pt x="19071" y="13367"/>
                    <a:pt x="19081" y="13367"/>
                  </a:cubicBezTo>
                  <a:close/>
                  <a:moveTo>
                    <a:pt x="7850" y="15596"/>
                  </a:moveTo>
                  <a:cubicBezTo>
                    <a:pt x="7884" y="15596"/>
                    <a:pt x="7929" y="15611"/>
                    <a:pt x="7973" y="15611"/>
                  </a:cubicBezTo>
                  <a:cubicBezTo>
                    <a:pt x="8006" y="15644"/>
                    <a:pt x="8006" y="15711"/>
                    <a:pt x="7940" y="15744"/>
                  </a:cubicBezTo>
                  <a:cubicBezTo>
                    <a:pt x="7912" y="15758"/>
                    <a:pt x="7884" y="15766"/>
                    <a:pt x="7859" y="15766"/>
                  </a:cubicBezTo>
                  <a:cubicBezTo>
                    <a:pt x="7824" y="15766"/>
                    <a:pt x="7793" y="15750"/>
                    <a:pt x="7773" y="15711"/>
                  </a:cubicBezTo>
                  <a:cubicBezTo>
                    <a:pt x="7740" y="15677"/>
                    <a:pt x="7773" y="15644"/>
                    <a:pt x="7806" y="15611"/>
                  </a:cubicBezTo>
                  <a:cubicBezTo>
                    <a:pt x="7817" y="15600"/>
                    <a:pt x="7832" y="15596"/>
                    <a:pt x="7850" y="15596"/>
                  </a:cubicBezTo>
                  <a:close/>
                  <a:moveTo>
                    <a:pt x="7908" y="15864"/>
                  </a:moveTo>
                  <a:cubicBezTo>
                    <a:pt x="7940" y="15864"/>
                    <a:pt x="7973" y="15887"/>
                    <a:pt x="7973" y="15911"/>
                  </a:cubicBezTo>
                  <a:cubicBezTo>
                    <a:pt x="8006" y="15944"/>
                    <a:pt x="8006" y="16011"/>
                    <a:pt x="7973" y="16044"/>
                  </a:cubicBezTo>
                  <a:cubicBezTo>
                    <a:pt x="7959" y="16073"/>
                    <a:pt x="7945" y="16083"/>
                    <a:pt x="7931" y="16083"/>
                  </a:cubicBezTo>
                  <a:cubicBezTo>
                    <a:pt x="7912" y="16083"/>
                    <a:pt x="7892" y="16064"/>
                    <a:pt x="7873" y="16044"/>
                  </a:cubicBezTo>
                  <a:cubicBezTo>
                    <a:pt x="7840" y="15978"/>
                    <a:pt x="7840" y="15911"/>
                    <a:pt x="7873" y="15878"/>
                  </a:cubicBezTo>
                  <a:cubicBezTo>
                    <a:pt x="7883" y="15868"/>
                    <a:pt x="7895" y="15864"/>
                    <a:pt x="7908" y="15864"/>
                  </a:cubicBezTo>
                  <a:close/>
                  <a:moveTo>
                    <a:pt x="18795" y="15906"/>
                  </a:moveTo>
                  <a:cubicBezTo>
                    <a:pt x="18819" y="15906"/>
                    <a:pt x="18850" y="15931"/>
                    <a:pt x="18881" y="15978"/>
                  </a:cubicBezTo>
                  <a:cubicBezTo>
                    <a:pt x="18914" y="16044"/>
                    <a:pt x="18914" y="16111"/>
                    <a:pt x="18848" y="16111"/>
                  </a:cubicBezTo>
                  <a:cubicBezTo>
                    <a:pt x="18781" y="16111"/>
                    <a:pt x="18747" y="16044"/>
                    <a:pt x="18747" y="16011"/>
                  </a:cubicBezTo>
                  <a:cubicBezTo>
                    <a:pt x="18747" y="15940"/>
                    <a:pt x="18767" y="15906"/>
                    <a:pt x="18795" y="15906"/>
                  </a:cubicBezTo>
                  <a:close/>
                  <a:moveTo>
                    <a:pt x="1729" y="16032"/>
                  </a:moveTo>
                  <a:cubicBezTo>
                    <a:pt x="1783" y="16032"/>
                    <a:pt x="1802" y="16076"/>
                    <a:pt x="1802" y="16178"/>
                  </a:cubicBezTo>
                  <a:cubicBezTo>
                    <a:pt x="1825" y="16315"/>
                    <a:pt x="1785" y="16405"/>
                    <a:pt x="1725" y="16405"/>
                  </a:cubicBezTo>
                  <a:cubicBezTo>
                    <a:pt x="1698" y="16405"/>
                    <a:pt x="1667" y="16386"/>
                    <a:pt x="1635" y="16345"/>
                  </a:cubicBezTo>
                  <a:cubicBezTo>
                    <a:pt x="1569" y="16211"/>
                    <a:pt x="1569" y="16111"/>
                    <a:pt x="1669" y="16044"/>
                  </a:cubicBezTo>
                  <a:cubicBezTo>
                    <a:pt x="1692" y="16037"/>
                    <a:pt x="1712" y="16032"/>
                    <a:pt x="1729" y="16032"/>
                  </a:cubicBezTo>
                  <a:close/>
                  <a:moveTo>
                    <a:pt x="7936" y="16520"/>
                  </a:moveTo>
                  <a:cubicBezTo>
                    <a:pt x="7956" y="16520"/>
                    <a:pt x="7973" y="16528"/>
                    <a:pt x="7973" y="16545"/>
                  </a:cubicBezTo>
                  <a:cubicBezTo>
                    <a:pt x="7973" y="16545"/>
                    <a:pt x="7973" y="16611"/>
                    <a:pt x="7940" y="16645"/>
                  </a:cubicBezTo>
                  <a:cubicBezTo>
                    <a:pt x="7920" y="16684"/>
                    <a:pt x="7901" y="16700"/>
                    <a:pt x="7881" y="16700"/>
                  </a:cubicBezTo>
                  <a:cubicBezTo>
                    <a:pt x="7867" y="16700"/>
                    <a:pt x="7854" y="16692"/>
                    <a:pt x="7840" y="16678"/>
                  </a:cubicBezTo>
                  <a:cubicBezTo>
                    <a:pt x="7840" y="16611"/>
                    <a:pt x="7840" y="16578"/>
                    <a:pt x="7873" y="16545"/>
                  </a:cubicBezTo>
                  <a:cubicBezTo>
                    <a:pt x="7890" y="16528"/>
                    <a:pt x="7915" y="16520"/>
                    <a:pt x="7936" y="16520"/>
                  </a:cubicBezTo>
                  <a:close/>
                  <a:moveTo>
                    <a:pt x="17380" y="15744"/>
                  </a:moveTo>
                  <a:cubicBezTo>
                    <a:pt x="17413" y="15744"/>
                    <a:pt x="17447" y="15811"/>
                    <a:pt x="17447" y="15911"/>
                  </a:cubicBezTo>
                  <a:cubicBezTo>
                    <a:pt x="17447" y="16011"/>
                    <a:pt x="17480" y="16178"/>
                    <a:pt x="17480" y="16278"/>
                  </a:cubicBezTo>
                  <a:cubicBezTo>
                    <a:pt x="17480" y="16378"/>
                    <a:pt x="17513" y="16545"/>
                    <a:pt x="17580" y="16611"/>
                  </a:cubicBezTo>
                  <a:cubicBezTo>
                    <a:pt x="17647" y="16678"/>
                    <a:pt x="17613" y="16778"/>
                    <a:pt x="17547" y="16812"/>
                  </a:cubicBezTo>
                  <a:cubicBezTo>
                    <a:pt x="17504" y="16837"/>
                    <a:pt x="17468" y="16850"/>
                    <a:pt x="17438" y="16850"/>
                  </a:cubicBezTo>
                  <a:cubicBezTo>
                    <a:pt x="17352" y="16850"/>
                    <a:pt x="17322" y="16743"/>
                    <a:pt x="17346" y="16545"/>
                  </a:cubicBezTo>
                  <a:cubicBezTo>
                    <a:pt x="17380" y="16411"/>
                    <a:pt x="17346" y="16245"/>
                    <a:pt x="17313" y="16178"/>
                  </a:cubicBezTo>
                  <a:cubicBezTo>
                    <a:pt x="17246" y="16044"/>
                    <a:pt x="17280" y="15811"/>
                    <a:pt x="17380" y="15744"/>
                  </a:cubicBezTo>
                  <a:close/>
                  <a:moveTo>
                    <a:pt x="5855" y="16787"/>
                  </a:moveTo>
                  <a:cubicBezTo>
                    <a:pt x="5872" y="16787"/>
                    <a:pt x="5888" y="16795"/>
                    <a:pt x="5905" y="16812"/>
                  </a:cubicBezTo>
                  <a:cubicBezTo>
                    <a:pt x="5905" y="16812"/>
                    <a:pt x="5905" y="16878"/>
                    <a:pt x="5872" y="16912"/>
                  </a:cubicBezTo>
                  <a:cubicBezTo>
                    <a:pt x="5852" y="16951"/>
                    <a:pt x="5833" y="16967"/>
                    <a:pt x="5813" y="16967"/>
                  </a:cubicBezTo>
                  <a:cubicBezTo>
                    <a:pt x="5799" y="16967"/>
                    <a:pt x="5785" y="16959"/>
                    <a:pt x="5772" y="16945"/>
                  </a:cubicBezTo>
                  <a:cubicBezTo>
                    <a:pt x="5738" y="16878"/>
                    <a:pt x="5772" y="16845"/>
                    <a:pt x="5805" y="16812"/>
                  </a:cubicBezTo>
                  <a:cubicBezTo>
                    <a:pt x="5822" y="16795"/>
                    <a:pt x="5838" y="16787"/>
                    <a:pt x="5855" y="16787"/>
                  </a:cubicBezTo>
                  <a:close/>
                  <a:moveTo>
                    <a:pt x="18793" y="16666"/>
                  </a:moveTo>
                  <a:cubicBezTo>
                    <a:pt x="18863" y="16666"/>
                    <a:pt x="18889" y="16710"/>
                    <a:pt x="18914" y="16812"/>
                  </a:cubicBezTo>
                  <a:cubicBezTo>
                    <a:pt x="18969" y="16993"/>
                    <a:pt x="18974" y="17076"/>
                    <a:pt x="18929" y="17076"/>
                  </a:cubicBezTo>
                  <a:cubicBezTo>
                    <a:pt x="18892" y="17076"/>
                    <a:pt x="18820" y="17018"/>
                    <a:pt x="18714" y="16912"/>
                  </a:cubicBezTo>
                  <a:cubicBezTo>
                    <a:pt x="18581" y="16778"/>
                    <a:pt x="18581" y="16745"/>
                    <a:pt x="18714" y="16678"/>
                  </a:cubicBezTo>
                  <a:cubicBezTo>
                    <a:pt x="18746" y="16670"/>
                    <a:pt x="18772" y="16666"/>
                    <a:pt x="18793" y="16666"/>
                  </a:cubicBezTo>
                  <a:close/>
                  <a:moveTo>
                    <a:pt x="5519" y="17103"/>
                  </a:moveTo>
                  <a:cubicBezTo>
                    <a:pt x="5537" y="17103"/>
                    <a:pt x="5532" y="17168"/>
                    <a:pt x="5505" y="17279"/>
                  </a:cubicBezTo>
                  <a:cubicBezTo>
                    <a:pt x="5505" y="17412"/>
                    <a:pt x="5438" y="17512"/>
                    <a:pt x="5405" y="17545"/>
                  </a:cubicBezTo>
                  <a:cubicBezTo>
                    <a:pt x="5371" y="17545"/>
                    <a:pt x="5371" y="17479"/>
                    <a:pt x="5405" y="17345"/>
                  </a:cubicBezTo>
                  <a:cubicBezTo>
                    <a:pt x="5438" y="17212"/>
                    <a:pt x="5471" y="17112"/>
                    <a:pt x="5505" y="17112"/>
                  </a:cubicBezTo>
                  <a:cubicBezTo>
                    <a:pt x="5510" y="17106"/>
                    <a:pt x="5515" y="17103"/>
                    <a:pt x="5519" y="17103"/>
                  </a:cubicBezTo>
                  <a:close/>
                  <a:moveTo>
                    <a:pt x="17619" y="17439"/>
                  </a:moveTo>
                  <a:cubicBezTo>
                    <a:pt x="17653" y="17439"/>
                    <a:pt x="17688" y="17461"/>
                    <a:pt x="17713" y="17512"/>
                  </a:cubicBezTo>
                  <a:cubicBezTo>
                    <a:pt x="17747" y="17545"/>
                    <a:pt x="17713" y="17612"/>
                    <a:pt x="17647" y="17646"/>
                  </a:cubicBezTo>
                  <a:cubicBezTo>
                    <a:pt x="17629" y="17654"/>
                    <a:pt x="17613" y="17659"/>
                    <a:pt x="17600" y="17659"/>
                  </a:cubicBezTo>
                  <a:cubicBezTo>
                    <a:pt x="17562" y="17659"/>
                    <a:pt x="17538" y="17628"/>
                    <a:pt x="17513" y="17579"/>
                  </a:cubicBezTo>
                  <a:cubicBezTo>
                    <a:pt x="17513" y="17496"/>
                    <a:pt x="17564" y="17439"/>
                    <a:pt x="17619" y="17439"/>
                  </a:cubicBezTo>
                  <a:close/>
                  <a:moveTo>
                    <a:pt x="15683" y="17400"/>
                  </a:moveTo>
                  <a:cubicBezTo>
                    <a:pt x="15699" y="17400"/>
                    <a:pt x="15720" y="17404"/>
                    <a:pt x="15745" y="17412"/>
                  </a:cubicBezTo>
                  <a:cubicBezTo>
                    <a:pt x="15845" y="17445"/>
                    <a:pt x="15879" y="17479"/>
                    <a:pt x="15812" y="17579"/>
                  </a:cubicBezTo>
                  <a:cubicBezTo>
                    <a:pt x="15783" y="17651"/>
                    <a:pt x="15754" y="17686"/>
                    <a:pt x="15728" y="17686"/>
                  </a:cubicBezTo>
                  <a:cubicBezTo>
                    <a:pt x="15694" y="17686"/>
                    <a:pt x="15664" y="17626"/>
                    <a:pt x="15645" y="17512"/>
                  </a:cubicBezTo>
                  <a:cubicBezTo>
                    <a:pt x="15620" y="17437"/>
                    <a:pt x="15633" y="17400"/>
                    <a:pt x="15683" y="17400"/>
                  </a:cubicBezTo>
                  <a:close/>
                  <a:moveTo>
                    <a:pt x="18781" y="17245"/>
                  </a:moveTo>
                  <a:lnTo>
                    <a:pt x="18781" y="17245"/>
                  </a:lnTo>
                  <a:cubicBezTo>
                    <a:pt x="18814" y="17245"/>
                    <a:pt x="18881" y="17345"/>
                    <a:pt x="18948" y="17445"/>
                  </a:cubicBezTo>
                  <a:cubicBezTo>
                    <a:pt x="19014" y="17579"/>
                    <a:pt x="19014" y="17712"/>
                    <a:pt x="18981" y="17712"/>
                  </a:cubicBezTo>
                  <a:cubicBezTo>
                    <a:pt x="18973" y="17721"/>
                    <a:pt x="18964" y="17725"/>
                    <a:pt x="18956" y="17725"/>
                  </a:cubicBezTo>
                  <a:cubicBezTo>
                    <a:pt x="18933" y="17725"/>
                    <a:pt x="18914" y="17687"/>
                    <a:pt x="18914" y="17612"/>
                  </a:cubicBezTo>
                  <a:cubicBezTo>
                    <a:pt x="18881" y="17545"/>
                    <a:pt x="18848" y="17445"/>
                    <a:pt x="18814" y="17379"/>
                  </a:cubicBezTo>
                  <a:cubicBezTo>
                    <a:pt x="18781" y="17312"/>
                    <a:pt x="18781" y="17279"/>
                    <a:pt x="18781" y="17245"/>
                  </a:cubicBezTo>
                  <a:close/>
                  <a:moveTo>
                    <a:pt x="18714" y="17779"/>
                  </a:moveTo>
                  <a:cubicBezTo>
                    <a:pt x="18747" y="17779"/>
                    <a:pt x="18781" y="17779"/>
                    <a:pt x="18814" y="17846"/>
                  </a:cubicBezTo>
                  <a:cubicBezTo>
                    <a:pt x="18814" y="17879"/>
                    <a:pt x="18814" y="17946"/>
                    <a:pt x="18781" y="17946"/>
                  </a:cubicBezTo>
                  <a:cubicBezTo>
                    <a:pt x="18761" y="17956"/>
                    <a:pt x="18745" y="17960"/>
                    <a:pt x="18731" y="17960"/>
                  </a:cubicBezTo>
                  <a:cubicBezTo>
                    <a:pt x="18697" y="17960"/>
                    <a:pt x="18681" y="17936"/>
                    <a:pt x="18681" y="17912"/>
                  </a:cubicBezTo>
                  <a:cubicBezTo>
                    <a:pt x="18681" y="17846"/>
                    <a:pt x="18714" y="17812"/>
                    <a:pt x="18714" y="17779"/>
                  </a:cubicBezTo>
                  <a:close/>
                  <a:moveTo>
                    <a:pt x="5091" y="17065"/>
                  </a:moveTo>
                  <a:cubicBezTo>
                    <a:pt x="5101" y="17065"/>
                    <a:pt x="5126" y="17082"/>
                    <a:pt x="5171" y="17112"/>
                  </a:cubicBezTo>
                  <a:cubicBezTo>
                    <a:pt x="5204" y="17145"/>
                    <a:pt x="5204" y="17379"/>
                    <a:pt x="5138" y="17579"/>
                  </a:cubicBezTo>
                  <a:cubicBezTo>
                    <a:pt x="5038" y="17812"/>
                    <a:pt x="5004" y="18046"/>
                    <a:pt x="5071" y="18079"/>
                  </a:cubicBezTo>
                  <a:cubicBezTo>
                    <a:pt x="5104" y="18146"/>
                    <a:pt x="5104" y="18213"/>
                    <a:pt x="5071" y="18213"/>
                  </a:cubicBezTo>
                  <a:cubicBezTo>
                    <a:pt x="5043" y="18227"/>
                    <a:pt x="5006" y="18233"/>
                    <a:pt x="4967" y="18233"/>
                  </a:cubicBezTo>
                  <a:cubicBezTo>
                    <a:pt x="4820" y="18233"/>
                    <a:pt x="4623" y="18144"/>
                    <a:pt x="4571" y="18012"/>
                  </a:cubicBezTo>
                  <a:cubicBezTo>
                    <a:pt x="4504" y="17912"/>
                    <a:pt x="4537" y="17846"/>
                    <a:pt x="4904" y="17479"/>
                  </a:cubicBezTo>
                  <a:cubicBezTo>
                    <a:pt x="5004" y="17379"/>
                    <a:pt x="5104" y="17245"/>
                    <a:pt x="5104" y="17145"/>
                  </a:cubicBezTo>
                  <a:cubicBezTo>
                    <a:pt x="5086" y="17090"/>
                    <a:pt x="5078" y="17065"/>
                    <a:pt x="5091" y="17065"/>
                  </a:cubicBezTo>
                  <a:close/>
                  <a:moveTo>
                    <a:pt x="11644" y="12829"/>
                  </a:moveTo>
                  <a:cubicBezTo>
                    <a:pt x="11682" y="12829"/>
                    <a:pt x="11716" y="12833"/>
                    <a:pt x="11742" y="12842"/>
                  </a:cubicBezTo>
                  <a:cubicBezTo>
                    <a:pt x="11909" y="12842"/>
                    <a:pt x="11943" y="12875"/>
                    <a:pt x="11943" y="13076"/>
                  </a:cubicBezTo>
                  <a:cubicBezTo>
                    <a:pt x="11976" y="13209"/>
                    <a:pt x="12009" y="13309"/>
                    <a:pt x="12043" y="13342"/>
                  </a:cubicBezTo>
                  <a:cubicBezTo>
                    <a:pt x="12143" y="13409"/>
                    <a:pt x="12076" y="13709"/>
                    <a:pt x="11809" y="14477"/>
                  </a:cubicBezTo>
                  <a:cubicBezTo>
                    <a:pt x="11676" y="14844"/>
                    <a:pt x="11642" y="15311"/>
                    <a:pt x="11709" y="15544"/>
                  </a:cubicBezTo>
                  <a:cubicBezTo>
                    <a:pt x="11709" y="15577"/>
                    <a:pt x="11742" y="15644"/>
                    <a:pt x="11742" y="15677"/>
                  </a:cubicBezTo>
                  <a:cubicBezTo>
                    <a:pt x="11742" y="15711"/>
                    <a:pt x="11776" y="15744"/>
                    <a:pt x="11809" y="15778"/>
                  </a:cubicBezTo>
                  <a:cubicBezTo>
                    <a:pt x="11809" y="15811"/>
                    <a:pt x="11809" y="15844"/>
                    <a:pt x="11776" y="15878"/>
                  </a:cubicBezTo>
                  <a:cubicBezTo>
                    <a:pt x="11742" y="15911"/>
                    <a:pt x="11742" y="16011"/>
                    <a:pt x="11809" y="16111"/>
                  </a:cubicBezTo>
                  <a:cubicBezTo>
                    <a:pt x="11876" y="16211"/>
                    <a:pt x="11876" y="16345"/>
                    <a:pt x="11809" y="16411"/>
                  </a:cubicBezTo>
                  <a:cubicBezTo>
                    <a:pt x="11676" y="16578"/>
                    <a:pt x="11642" y="16845"/>
                    <a:pt x="11709" y="16878"/>
                  </a:cubicBezTo>
                  <a:cubicBezTo>
                    <a:pt x="11776" y="16912"/>
                    <a:pt x="11709" y="17012"/>
                    <a:pt x="11609" y="17078"/>
                  </a:cubicBezTo>
                  <a:cubicBezTo>
                    <a:pt x="11509" y="17179"/>
                    <a:pt x="11442" y="17345"/>
                    <a:pt x="11476" y="17445"/>
                  </a:cubicBezTo>
                  <a:cubicBezTo>
                    <a:pt x="11509" y="17545"/>
                    <a:pt x="11509" y="17712"/>
                    <a:pt x="11476" y="17812"/>
                  </a:cubicBezTo>
                  <a:cubicBezTo>
                    <a:pt x="11442" y="17912"/>
                    <a:pt x="11409" y="18079"/>
                    <a:pt x="11409" y="18179"/>
                  </a:cubicBezTo>
                  <a:cubicBezTo>
                    <a:pt x="11409" y="18283"/>
                    <a:pt x="11409" y="18336"/>
                    <a:pt x="11384" y="18336"/>
                  </a:cubicBezTo>
                  <a:cubicBezTo>
                    <a:pt x="11370" y="18336"/>
                    <a:pt x="11346" y="18317"/>
                    <a:pt x="11309" y="18279"/>
                  </a:cubicBezTo>
                  <a:cubicBezTo>
                    <a:pt x="11142" y="18179"/>
                    <a:pt x="11142" y="17112"/>
                    <a:pt x="11275" y="17045"/>
                  </a:cubicBezTo>
                  <a:cubicBezTo>
                    <a:pt x="11409" y="16978"/>
                    <a:pt x="11609" y="14343"/>
                    <a:pt x="11509" y="14043"/>
                  </a:cubicBezTo>
                  <a:cubicBezTo>
                    <a:pt x="11476" y="14010"/>
                    <a:pt x="11442" y="13843"/>
                    <a:pt x="11409" y="13709"/>
                  </a:cubicBezTo>
                  <a:cubicBezTo>
                    <a:pt x="11409" y="13576"/>
                    <a:pt x="11342" y="13342"/>
                    <a:pt x="11242" y="13242"/>
                  </a:cubicBezTo>
                  <a:cubicBezTo>
                    <a:pt x="11142" y="13042"/>
                    <a:pt x="11142" y="13009"/>
                    <a:pt x="11342" y="12909"/>
                  </a:cubicBezTo>
                  <a:cubicBezTo>
                    <a:pt x="11415" y="12860"/>
                    <a:pt x="11542" y="12829"/>
                    <a:pt x="11644" y="12829"/>
                  </a:cubicBezTo>
                  <a:close/>
                  <a:moveTo>
                    <a:pt x="17666" y="18337"/>
                  </a:moveTo>
                  <a:cubicBezTo>
                    <a:pt x="17669" y="18337"/>
                    <a:pt x="17674" y="18340"/>
                    <a:pt x="17680" y="18346"/>
                  </a:cubicBezTo>
                  <a:cubicBezTo>
                    <a:pt x="17713" y="18346"/>
                    <a:pt x="17780" y="18446"/>
                    <a:pt x="17847" y="18613"/>
                  </a:cubicBezTo>
                  <a:cubicBezTo>
                    <a:pt x="17880" y="18746"/>
                    <a:pt x="17880" y="18880"/>
                    <a:pt x="17847" y="18880"/>
                  </a:cubicBezTo>
                  <a:cubicBezTo>
                    <a:pt x="17834" y="18892"/>
                    <a:pt x="17822" y="18898"/>
                    <a:pt x="17810" y="18898"/>
                  </a:cubicBezTo>
                  <a:cubicBezTo>
                    <a:pt x="17759" y="18898"/>
                    <a:pt x="17720" y="18794"/>
                    <a:pt x="17747" y="18713"/>
                  </a:cubicBezTo>
                  <a:cubicBezTo>
                    <a:pt x="17780" y="18646"/>
                    <a:pt x="17747" y="18546"/>
                    <a:pt x="17713" y="18479"/>
                  </a:cubicBezTo>
                  <a:cubicBezTo>
                    <a:pt x="17659" y="18397"/>
                    <a:pt x="17649" y="18337"/>
                    <a:pt x="17666" y="18337"/>
                  </a:cubicBezTo>
                  <a:close/>
                  <a:moveTo>
                    <a:pt x="17847" y="19080"/>
                  </a:moveTo>
                  <a:cubicBezTo>
                    <a:pt x="17847" y="19080"/>
                    <a:pt x="17914" y="19080"/>
                    <a:pt x="17947" y="19113"/>
                  </a:cubicBezTo>
                  <a:cubicBezTo>
                    <a:pt x="18014" y="19147"/>
                    <a:pt x="18014" y="19180"/>
                    <a:pt x="17980" y="19213"/>
                  </a:cubicBezTo>
                  <a:cubicBezTo>
                    <a:pt x="17961" y="19223"/>
                    <a:pt x="17944" y="19227"/>
                    <a:pt x="17929" y="19227"/>
                  </a:cubicBezTo>
                  <a:cubicBezTo>
                    <a:pt x="17894" y="19227"/>
                    <a:pt x="17870" y="19204"/>
                    <a:pt x="17847" y="19180"/>
                  </a:cubicBezTo>
                  <a:cubicBezTo>
                    <a:pt x="17847" y="19147"/>
                    <a:pt x="17813" y="19113"/>
                    <a:pt x="17847" y="19080"/>
                  </a:cubicBezTo>
                  <a:close/>
                  <a:moveTo>
                    <a:pt x="11945" y="19500"/>
                  </a:moveTo>
                  <a:cubicBezTo>
                    <a:pt x="11976" y="19500"/>
                    <a:pt x="12009" y="19523"/>
                    <a:pt x="12009" y="19547"/>
                  </a:cubicBezTo>
                  <a:cubicBezTo>
                    <a:pt x="12043" y="19580"/>
                    <a:pt x="12043" y="19647"/>
                    <a:pt x="11976" y="19647"/>
                  </a:cubicBezTo>
                  <a:cubicBezTo>
                    <a:pt x="11959" y="19664"/>
                    <a:pt x="11943" y="19672"/>
                    <a:pt x="11926" y="19672"/>
                  </a:cubicBezTo>
                  <a:cubicBezTo>
                    <a:pt x="11909" y="19672"/>
                    <a:pt x="11893" y="19664"/>
                    <a:pt x="11876" y="19647"/>
                  </a:cubicBezTo>
                  <a:cubicBezTo>
                    <a:pt x="11843" y="19580"/>
                    <a:pt x="11843" y="19547"/>
                    <a:pt x="11909" y="19514"/>
                  </a:cubicBezTo>
                  <a:cubicBezTo>
                    <a:pt x="11919" y="19504"/>
                    <a:pt x="11932" y="19500"/>
                    <a:pt x="11945" y="19500"/>
                  </a:cubicBezTo>
                  <a:close/>
                  <a:moveTo>
                    <a:pt x="18097" y="19364"/>
                  </a:moveTo>
                  <a:cubicBezTo>
                    <a:pt x="18132" y="19364"/>
                    <a:pt x="18163" y="19379"/>
                    <a:pt x="18180" y="19413"/>
                  </a:cubicBezTo>
                  <a:cubicBezTo>
                    <a:pt x="18214" y="19480"/>
                    <a:pt x="18214" y="19547"/>
                    <a:pt x="18180" y="19580"/>
                  </a:cubicBezTo>
                  <a:cubicBezTo>
                    <a:pt x="18147" y="19580"/>
                    <a:pt x="18147" y="19647"/>
                    <a:pt x="18214" y="19714"/>
                  </a:cubicBezTo>
                  <a:cubicBezTo>
                    <a:pt x="18280" y="19747"/>
                    <a:pt x="18280" y="19814"/>
                    <a:pt x="18247" y="19814"/>
                  </a:cubicBezTo>
                  <a:cubicBezTo>
                    <a:pt x="18231" y="19824"/>
                    <a:pt x="18212" y="19829"/>
                    <a:pt x="18189" y="19829"/>
                  </a:cubicBezTo>
                  <a:cubicBezTo>
                    <a:pt x="18070" y="19829"/>
                    <a:pt x="17880" y="19693"/>
                    <a:pt x="17880" y="19580"/>
                  </a:cubicBezTo>
                  <a:cubicBezTo>
                    <a:pt x="17856" y="19481"/>
                    <a:pt x="17995" y="19364"/>
                    <a:pt x="18097" y="19364"/>
                  </a:cubicBezTo>
                  <a:close/>
                  <a:moveTo>
                    <a:pt x="20382" y="19047"/>
                  </a:moveTo>
                  <a:cubicBezTo>
                    <a:pt x="20482" y="19080"/>
                    <a:pt x="20515" y="19113"/>
                    <a:pt x="20482" y="19347"/>
                  </a:cubicBezTo>
                  <a:cubicBezTo>
                    <a:pt x="20415" y="19514"/>
                    <a:pt x="20449" y="19580"/>
                    <a:pt x="20549" y="19580"/>
                  </a:cubicBezTo>
                  <a:cubicBezTo>
                    <a:pt x="20615" y="19580"/>
                    <a:pt x="20615" y="19647"/>
                    <a:pt x="20515" y="19747"/>
                  </a:cubicBezTo>
                  <a:cubicBezTo>
                    <a:pt x="20449" y="19847"/>
                    <a:pt x="20382" y="19914"/>
                    <a:pt x="20349" y="19914"/>
                  </a:cubicBezTo>
                  <a:cubicBezTo>
                    <a:pt x="20349" y="19914"/>
                    <a:pt x="20282" y="19714"/>
                    <a:pt x="20249" y="19480"/>
                  </a:cubicBezTo>
                  <a:cubicBezTo>
                    <a:pt x="20215" y="19113"/>
                    <a:pt x="20249" y="19047"/>
                    <a:pt x="20382" y="19047"/>
                  </a:cubicBezTo>
                  <a:close/>
                  <a:moveTo>
                    <a:pt x="18080" y="20014"/>
                  </a:moveTo>
                  <a:cubicBezTo>
                    <a:pt x="18114" y="20014"/>
                    <a:pt x="18180" y="20047"/>
                    <a:pt x="18214" y="20081"/>
                  </a:cubicBezTo>
                  <a:cubicBezTo>
                    <a:pt x="18280" y="20114"/>
                    <a:pt x="18314" y="20181"/>
                    <a:pt x="18247" y="20214"/>
                  </a:cubicBezTo>
                  <a:cubicBezTo>
                    <a:pt x="18238" y="20223"/>
                    <a:pt x="18227" y="20227"/>
                    <a:pt x="18214" y="20227"/>
                  </a:cubicBezTo>
                  <a:cubicBezTo>
                    <a:pt x="18180" y="20227"/>
                    <a:pt x="18138" y="20196"/>
                    <a:pt x="18114" y="20147"/>
                  </a:cubicBezTo>
                  <a:cubicBezTo>
                    <a:pt x="18080" y="20081"/>
                    <a:pt x="18080" y="20014"/>
                    <a:pt x="18080" y="20014"/>
                  </a:cubicBezTo>
                  <a:close/>
                  <a:moveTo>
                    <a:pt x="16169" y="19542"/>
                  </a:moveTo>
                  <a:cubicBezTo>
                    <a:pt x="16194" y="19542"/>
                    <a:pt x="16212" y="19552"/>
                    <a:pt x="16212" y="19580"/>
                  </a:cubicBezTo>
                  <a:cubicBezTo>
                    <a:pt x="16246" y="19614"/>
                    <a:pt x="16212" y="19680"/>
                    <a:pt x="16179" y="19747"/>
                  </a:cubicBezTo>
                  <a:cubicBezTo>
                    <a:pt x="16112" y="19847"/>
                    <a:pt x="16112" y="19880"/>
                    <a:pt x="16212" y="19880"/>
                  </a:cubicBezTo>
                  <a:cubicBezTo>
                    <a:pt x="16279" y="19880"/>
                    <a:pt x="16312" y="19947"/>
                    <a:pt x="16246" y="20081"/>
                  </a:cubicBezTo>
                  <a:cubicBezTo>
                    <a:pt x="16212" y="20214"/>
                    <a:pt x="16212" y="20347"/>
                    <a:pt x="16246" y="20414"/>
                  </a:cubicBezTo>
                  <a:cubicBezTo>
                    <a:pt x="16279" y="20448"/>
                    <a:pt x="16279" y="20514"/>
                    <a:pt x="16212" y="20548"/>
                  </a:cubicBezTo>
                  <a:cubicBezTo>
                    <a:pt x="16200" y="20556"/>
                    <a:pt x="16187" y="20560"/>
                    <a:pt x="16176" y="20560"/>
                  </a:cubicBezTo>
                  <a:cubicBezTo>
                    <a:pt x="16095" y="20560"/>
                    <a:pt x="16037" y="20363"/>
                    <a:pt x="15979" y="20014"/>
                  </a:cubicBezTo>
                  <a:cubicBezTo>
                    <a:pt x="15945" y="19780"/>
                    <a:pt x="15979" y="19614"/>
                    <a:pt x="16046" y="19580"/>
                  </a:cubicBezTo>
                  <a:cubicBezTo>
                    <a:pt x="16084" y="19561"/>
                    <a:pt x="16134" y="19542"/>
                    <a:pt x="16169" y="19542"/>
                  </a:cubicBezTo>
                  <a:close/>
                  <a:moveTo>
                    <a:pt x="12009" y="20381"/>
                  </a:moveTo>
                  <a:cubicBezTo>
                    <a:pt x="12043" y="20381"/>
                    <a:pt x="12043" y="20448"/>
                    <a:pt x="12043" y="20548"/>
                  </a:cubicBezTo>
                  <a:cubicBezTo>
                    <a:pt x="12022" y="20589"/>
                    <a:pt x="12001" y="20617"/>
                    <a:pt x="11981" y="20617"/>
                  </a:cubicBezTo>
                  <a:cubicBezTo>
                    <a:pt x="11968" y="20617"/>
                    <a:pt x="11955" y="20606"/>
                    <a:pt x="11943" y="20581"/>
                  </a:cubicBezTo>
                  <a:cubicBezTo>
                    <a:pt x="11909" y="20514"/>
                    <a:pt x="11943" y="20381"/>
                    <a:pt x="12009" y="20381"/>
                  </a:cubicBezTo>
                  <a:close/>
                  <a:moveTo>
                    <a:pt x="18347" y="20514"/>
                  </a:moveTo>
                  <a:cubicBezTo>
                    <a:pt x="18414" y="20514"/>
                    <a:pt x="18447" y="20548"/>
                    <a:pt x="18447" y="20581"/>
                  </a:cubicBezTo>
                  <a:cubicBezTo>
                    <a:pt x="18447" y="20648"/>
                    <a:pt x="18414" y="20681"/>
                    <a:pt x="18347" y="20681"/>
                  </a:cubicBezTo>
                  <a:cubicBezTo>
                    <a:pt x="18280" y="20681"/>
                    <a:pt x="18247" y="20648"/>
                    <a:pt x="18247" y="20581"/>
                  </a:cubicBezTo>
                  <a:cubicBezTo>
                    <a:pt x="18247" y="20548"/>
                    <a:pt x="18280" y="20514"/>
                    <a:pt x="18347" y="20514"/>
                  </a:cubicBezTo>
                  <a:close/>
                  <a:moveTo>
                    <a:pt x="16136" y="20701"/>
                  </a:moveTo>
                  <a:cubicBezTo>
                    <a:pt x="16179" y="20701"/>
                    <a:pt x="16212" y="20724"/>
                    <a:pt x="16212" y="20748"/>
                  </a:cubicBezTo>
                  <a:cubicBezTo>
                    <a:pt x="16236" y="20867"/>
                    <a:pt x="16175" y="20969"/>
                    <a:pt x="16114" y="20969"/>
                  </a:cubicBezTo>
                  <a:cubicBezTo>
                    <a:pt x="16089" y="20969"/>
                    <a:pt x="16065" y="20953"/>
                    <a:pt x="16046" y="20915"/>
                  </a:cubicBezTo>
                  <a:cubicBezTo>
                    <a:pt x="16012" y="20848"/>
                    <a:pt x="16012" y="20748"/>
                    <a:pt x="16079" y="20714"/>
                  </a:cubicBezTo>
                  <a:cubicBezTo>
                    <a:pt x="16098" y="20705"/>
                    <a:pt x="16118" y="20701"/>
                    <a:pt x="16136" y="20701"/>
                  </a:cubicBezTo>
                  <a:close/>
                  <a:moveTo>
                    <a:pt x="18914" y="17946"/>
                  </a:moveTo>
                  <a:cubicBezTo>
                    <a:pt x="18948" y="17946"/>
                    <a:pt x="19014" y="18046"/>
                    <a:pt x="19081" y="18213"/>
                  </a:cubicBezTo>
                  <a:cubicBezTo>
                    <a:pt x="19148" y="18346"/>
                    <a:pt x="19181" y="18546"/>
                    <a:pt x="19181" y="18646"/>
                  </a:cubicBezTo>
                  <a:cubicBezTo>
                    <a:pt x="19181" y="18746"/>
                    <a:pt x="19214" y="18913"/>
                    <a:pt x="19281" y="19047"/>
                  </a:cubicBezTo>
                  <a:cubicBezTo>
                    <a:pt x="19381" y="19213"/>
                    <a:pt x="19415" y="19347"/>
                    <a:pt x="19415" y="19380"/>
                  </a:cubicBezTo>
                  <a:cubicBezTo>
                    <a:pt x="19415" y="19447"/>
                    <a:pt x="19415" y="19547"/>
                    <a:pt x="19481" y="19614"/>
                  </a:cubicBezTo>
                  <a:cubicBezTo>
                    <a:pt x="19515" y="19680"/>
                    <a:pt x="19515" y="19747"/>
                    <a:pt x="19448" y="19780"/>
                  </a:cubicBezTo>
                  <a:cubicBezTo>
                    <a:pt x="19415" y="19814"/>
                    <a:pt x="19448" y="19880"/>
                    <a:pt x="19515" y="19947"/>
                  </a:cubicBezTo>
                  <a:cubicBezTo>
                    <a:pt x="19581" y="20047"/>
                    <a:pt x="19581" y="20081"/>
                    <a:pt x="19515" y="20147"/>
                  </a:cubicBezTo>
                  <a:cubicBezTo>
                    <a:pt x="19448" y="20181"/>
                    <a:pt x="19448" y="20214"/>
                    <a:pt x="19581" y="20281"/>
                  </a:cubicBezTo>
                  <a:cubicBezTo>
                    <a:pt x="19782" y="20414"/>
                    <a:pt x="19748" y="20648"/>
                    <a:pt x="19481" y="20881"/>
                  </a:cubicBezTo>
                  <a:cubicBezTo>
                    <a:pt x="19366" y="20997"/>
                    <a:pt x="19269" y="21056"/>
                    <a:pt x="19190" y="21056"/>
                  </a:cubicBezTo>
                  <a:cubicBezTo>
                    <a:pt x="19089" y="21056"/>
                    <a:pt x="19019" y="20955"/>
                    <a:pt x="18981" y="20748"/>
                  </a:cubicBezTo>
                  <a:cubicBezTo>
                    <a:pt x="18814" y="19880"/>
                    <a:pt x="18814" y="19280"/>
                    <a:pt x="18948" y="19280"/>
                  </a:cubicBezTo>
                  <a:cubicBezTo>
                    <a:pt x="19014" y="19247"/>
                    <a:pt x="19014" y="19180"/>
                    <a:pt x="18948" y="19080"/>
                  </a:cubicBezTo>
                  <a:cubicBezTo>
                    <a:pt x="18881" y="18980"/>
                    <a:pt x="18881" y="18880"/>
                    <a:pt x="18914" y="18846"/>
                  </a:cubicBezTo>
                  <a:cubicBezTo>
                    <a:pt x="18948" y="18813"/>
                    <a:pt x="18981" y="18780"/>
                    <a:pt x="18948" y="18746"/>
                  </a:cubicBezTo>
                  <a:cubicBezTo>
                    <a:pt x="18914" y="18746"/>
                    <a:pt x="18914" y="18580"/>
                    <a:pt x="18948" y="18446"/>
                  </a:cubicBezTo>
                  <a:cubicBezTo>
                    <a:pt x="18981" y="18279"/>
                    <a:pt x="18981" y="18113"/>
                    <a:pt x="18948" y="18079"/>
                  </a:cubicBezTo>
                  <a:cubicBezTo>
                    <a:pt x="18914" y="18012"/>
                    <a:pt x="18914" y="17979"/>
                    <a:pt x="18914" y="17946"/>
                  </a:cubicBezTo>
                  <a:close/>
                  <a:moveTo>
                    <a:pt x="16046" y="21382"/>
                  </a:moveTo>
                  <a:cubicBezTo>
                    <a:pt x="16112" y="21382"/>
                    <a:pt x="16146" y="21415"/>
                    <a:pt x="16179" y="21448"/>
                  </a:cubicBezTo>
                  <a:cubicBezTo>
                    <a:pt x="16212" y="21515"/>
                    <a:pt x="16179" y="21548"/>
                    <a:pt x="16146" y="21548"/>
                  </a:cubicBezTo>
                  <a:cubicBezTo>
                    <a:pt x="16079" y="21548"/>
                    <a:pt x="16012" y="21515"/>
                    <a:pt x="15979" y="21448"/>
                  </a:cubicBezTo>
                  <a:cubicBezTo>
                    <a:pt x="15979" y="21415"/>
                    <a:pt x="15979" y="21382"/>
                    <a:pt x="16046" y="21382"/>
                  </a:cubicBezTo>
                  <a:close/>
                  <a:moveTo>
                    <a:pt x="16257" y="21612"/>
                  </a:moveTo>
                  <a:cubicBezTo>
                    <a:pt x="16273" y="21612"/>
                    <a:pt x="16279" y="21661"/>
                    <a:pt x="16279" y="21748"/>
                  </a:cubicBezTo>
                  <a:cubicBezTo>
                    <a:pt x="16279" y="21849"/>
                    <a:pt x="16312" y="21949"/>
                    <a:pt x="16312" y="22015"/>
                  </a:cubicBezTo>
                  <a:cubicBezTo>
                    <a:pt x="16346" y="22049"/>
                    <a:pt x="16346" y="22115"/>
                    <a:pt x="16312" y="22149"/>
                  </a:cubicBezTo>
                  <a:cubicBezTo>
                    <a:pt x="16287" y="22174"/>
                    <a:pt x="16266" y="22185"/>
                    <a:pt x="16251" y="22185"/>
                  </a:cubicBezTo>
                  <a:cubicBezTo>
                    <a:pt x="16225" y="22185"/>
                    <a:pt x="16212" y="22157"/>
                    <a:pt x="16212" y="22115"/>
                  </a:cubicBezTo>
                  <a:cubicBezTo>
                    <a:pt x="16212" y="22049"/>
                    <a:pt x="16212" y="22049"/>
                    <a:pt x="16146" y="22049"/>
                  </a:cubicBezTo>
                  <a:cubicBezTo>
                    <a:pt x="16140" y="22054"/>
                    <a:pt x="16135" y="22057"/>
                    <a:pt x="16131" y="22057"/>
                  </a:cubicBezTo>
                  <a:cubicBezTo>
                    <a:pt x="16113" y="22057"/>
                    <a:pt x="16118" y="21992"/>
                    <a:pt x="16146" y="21882"/>
                  </a:cubicBezTo>
                  <a:cubicBezTo>
                    <a:pt x="16202" y="21694"/>
                    <a:pt x="16237" y="21612"/>
                    <a:pt x="16257" y="21612"/>
                  </a:cubicBezTo>
                  <a:close/>
                  <a:moveTo>
                    <a:pt x="14970" y="15407"/>
                  </a:moveTo>
                  <a:cubicBezTo>
                    <a:pt x="14973" y="15407"/>
                    <a:pt x="14976" y="15408"/>
                    <a:pt x="14978" y="15411"/>
                  </a:cubicBezTo>
                  <a:cubicBezTo>
                    <a:pt x="15011" y="15444"/>
                    <a:pt x="15045" y="15744"/>
                    <a:pt x="15045" y="16111"/>
                  </a:cubicBezTo>
                  <a:cubicBezTo>
                    <a:pt x="15011" y="16745"/>
                    <a:pt x="15078" y="16945"/>
                    <a:pt x="15278" y="16978"/>
                  </a:cubicBezTo>
                  <a:cubicBezTo>
                    <a:pt x="15345" y="17012"/>
                    <a:pt x="15378" y="17078"/>
                    <a:pt x="15345" y="17145"/>
                  </a:cubicBezTo>
                  <a:cubicBezTo>
                    <a:pt x="15345" y="17217"/>
                    <a:pt x="15345" y="17250"/>
                    <a:pt x="15340" y="17250"/>
                  </a:cubicBezTo>
                  <a:cubicBezTo>
                    <a:pt x="15335" y="17250"/>
                    <a:pt x="15327" y="17225"/>
                    <a:pt x="15312" y="17179"/>
                  </a:cubicBezTo>
                  <a:cubicBezTo>
                    <a:pt x="15285" y="17083"/>
                    <a:pt x="15263" y="17038"/>
                    <a:pt x="15247" y="17038"/>
                  </a:cubicBezTo>
                  <a:cubicBezTo>
                    <a:pt x="15223" y="17038"/>
                    <a:pt x="15212" y="17134"/>
                    <a:pt x="15212" y="17312"/>
                  </a:cubicBezTo>
                  <a:cubicBezTo>
                    <a:pt x="15181" y="17591"/>
                    <a:pt x="15352" y="17986"/>
                    <a:pt x="15456" y="17986"/>
                  </a:cubicBezTo>
                  <a:cubicBezTo>
                    <a:pt x="15464" y="17986"/>
                    <a:pt x="15472" y="17984"/>
                    <a:pt x="15478" y="17979"/>
                  </a:cubicBezTo>
                  <a:cubicBezTo>
                    <a:pt x="15488" y="17969"/>
                    <a:pt x="15498" y="17965"/>
                    <a:pt x="15507" y="17965"/>
                  </a:cubicBezTo>
                  <a:cubicBezTo>
                    <a:pt x="15529" y="17965"/>
                    <a:pt x="15545" y="17989"/>
                    <a:pt x="15545" y="18012"/>
                  </a:cubicBezTo>
                  <a:cubicBezTo>
                    <a:pt x="15545" y="18061"/>
                    <a:pt x="15563" y="18092"/>
                    <a:pt x="15586" y="18092"/>
                  </a:cubicBezTo>
                  <a:cubicBezTo>
                    <a:pt x="15594" y="18092"/>
                    <a:pt x="15603" y="18088"/>
                    <a:pt x="15612" y="18079"/>
                  </a:cubicBezTo>
                  <a:cubicBezTo>
                    <a:pt x="15645" y="18046"/>
                    <a:pt x="15679" y="17979"/>
                    <a:pt x="15712" y="17946"/>
                  </a:cubicBezTo>
                  <a:cubicBezTo>
                    <a:pt x="15712" y="17849"/>
                    <a:pt x="15746" y="17797"/>
                    <a:pt x="15794" y="17797"/>
                  </a:cubicBezTo>
                  <a:cubicBezTo>
                    <a:pt x="15829" y="17797"/>
                    <a:pt x="15870" y="17823"/>
                    <a:pt x="15912" y="17879"/>
                  </a:cubicBezTo>
                  <a:cubicBezTo>
                    <a:pt x="15977" y="17976"/>
                    <a:pt x="15665" y="18481"/>
                    <a:pt x="15494" y="18481"/>
                  </a:cubicBezTo>
                  <a:cubicBezTo>
                    <a:pt x="15489" y="18481"/>
                    <a:pt x="15484" y="18480"/>
                    <a:pt x="15478" y="18479"/>
                  </a:cubicBezTo>
                  <a:cubicBezTo>
                    <a:pt x="15312" y="18479"/>
                    <a:pt x="15478" y="18613"/>
                    <a:pt x="15679" y="18680"/>
                  </a:cubicBezTo>
                  <a:cubicBezTo>
                    <a:pt x="15812" y="18680"/>
                    <a:pt x="15879" y="18680"/>
                    <a:pt x="15879" y="18613"/>
                  </a:cubicBezTo>
                  <a:cubicBezTo>
                    <a:pt x="15845" y="18580"/>
                    <a:pt x="15845" y="18513"/>
                    <a:pt x="15879" y="18513"/>
                  </a:cubicBezTo>
                  <a:cubicBezTo>
                    <a:pt x="15883" y="18509"/>
                    <a:pt x="15888" y="18506"/>
                    <a:pt x="15893" y="18506"/>
                  </a:cubicBezTo>
                  <a:cubicBezTo>
                    <a:pt x="15929" y="18506"/>
                    <a:pt x="15987" y="18601"/>
                    <a:pt x="16046" y="18746"/>
                  </a:cubicBezTo>
                  <a:cubicBezTo>
                    <a:pt x="16079" y="18913"/>
                    <a:pt x="16146" y="19047"/>
                    <a:pt x="16179" y="19047"/>
                  </a:cubicBezTo>
                  <a:cubicBezTo>
                    <a:pt x="16212" y="19047"/>
                    <a:pt x="16179" y="19113"/>
                    <a:pt x="16146" y="19180"/>
                  </a:cubicBezTo>
                  <a:cubicBezTo>
                    <a:pt x="16121" y="19217"/>
                    <a:pt x="16100" y="19236"/>
                    <a:pt x="16081" y="19236"/>
                  </a:cubicBezTo>
                  <a:cubicBezTo>
                    <a:pt x="16049" y="19236"/>
                    <a:pt x="16021" y="19184"/>
                    <a:pt x="15979" y="19080"/>
                  </a:cubicBezTo>
                  <a:cubicBezTo>
                    <a:pt x="15945" y="18980"/>
                    <a:pt x="15879" y="18880"/>
                    <a:pt x="15845" y="18880"/>
                  </a:cubicBezTo>
                  <a:cubicBezTo>
                    <a:pt x="15812" y="18846"/>
                    <a:pt x="15745" y="18813"/>
                    <a:pt x="15712" y="18780"/>
                  </a:cubicBezTo>
                  <a:cubicBezTo>
                    <a:pt x="15679" y="18746"/>
                    <a:pt x="15612" y="18713"/>
                    <a:pt x="15545" y="18713"/>
                  </a:cubicBezTo>
                  <a:cubicBezTo>
                    <a:pt x="15512" y="18713"/>
                    <a:pt x="15478" y="18780"/>
                    <a:pt x="15512" y="18813"/>
                  </a:cubicBezTo>
                  <a:cubicBezTo>
                    <a:pt x="15545" y="18880"/>
                    <a:pt x="15579" y="19080"/>
                    <a:pt x="15579" y="19280"/>
                  </a:cubicBezTo>
                  <a:cubicBezTo>
                    <a:pt x="15604" y="19607"/>
                    <a:pt x="15648" y="19763"/>
                    <a:pt x="15697" y="19763"/>
                  </a:cubicBezTo>
                  <a:cubicBezTo>
                    <a:pt x="15712" y="19763"/>
                    <a:pt x="15729" y="19747"/>
                    <a:pt x="15745" y="19714"/>
                  </a:cubicBezTo>
                  <a:cubicBezTo>
                    <a:pt x="15745" y="19708"/>
                    <a:pt x="15746" y="19705"/>
                    <a:pt x="15748" y="19705"/>
                  </a:cubicBezTo>
                  <a:cubicBezTo>
                    <a:pt x="15757" y="19705"/>
                    <a:pt x="15784" y="19770"/>
                    <a:pt x="15812" y="19880"/>
                  </a:cubicBezTo>
                  <a:cubicBezTo>
                    <a:pt x="15845" y="20047"/>
                    <a:pt x="15812" y="20181"/>
                    <a:pt x="15779" y="20214"/>
                  </a:cubicBezTo>
                  <a:cubicBezTo>
                    <a:pt x="15745" y="20247"/>
                    <a:pt x="15712" y="20347"/>
                    <a:pt x="15712" y="20481"/>
                  </a:cubicBezTo>
                  <a:cubicBezTo>
                    <a:pt x="15712" y="20581"/>
                    <a:pt x="15712" y="20748"/>
                    <a:pt x="15712" y="20848"/>
                  </a:cubicBezTo>
                  <a:cubicBezTo>
                    <a:pt x="15712" y="21115"/>
                    <a:pt x="15845" y="21849"/>
                    <a:pt x="15879" y="21882"/>
                  </a:cubicBezTo>
                  <a:cubicBezTo>
                    <a:pt x="15912" y="21882"/>
                    <a:pt x="15912" y="21982"/>
                    <a:pt x="15912" y="22115"/>
                  </a:cubicBezTo>
                  <a:cubicBezTo>
                    <a:pt x="15879" y="22249"/>
                    <a:pt x="15879" y="22382"/>
                    <a:pt x="15945" y="22416"/>
                  </a:cubicBezTo>
                  <a:cubicBezTo>
                    <a:pt x="16079" y="22516"/>
                    <a:pt x="15912" y="22716"/>
                    <a:pt x="15679" y="22716"/>
                  </a:cubicBezTo>
                  <a:cubicBezTo>
                    <a:pt x="15412" y="22716"/>
                    <a:pt x="15345" y="22582"/>
                    <a:pt x="15412" y="21982"/>
                  </a:cubicBezTo>
                  <a:cubicBezTo>
                    <a:pt x="15445" y="21682"/>
                    <a:pt x="15445" y="21281"/>
                    <a:pt x="15445" y="21081"/>
                  </a:cubicBezTo>
                  <a:cubicBezTo>
                    <a:pt x="15412" y="20581"/>
                    <a:pt x="15011" y="19180"/>
                    <a:pt x="14845" y="18946"/>
                  </a:cubicBezTo>
                  <a:cubicBezTo>
                    <a:pt x="14745" y="18846"/>
                    <a:pt x="14711" y="18713"/>
                    <a:pt x="14711" y="18646"/>
                  </a:cubicBezTo>
                  <a:cubicBezTo>
                    <a:pt x="14711" y="18613"/>
                    <a:pt x="14678" y="18379"/>
                    <a:pt x="14611" y="18179"/>
                  </a:cubicBezTo>
                  <a:cubicBezTo>
                    <a:pt x="14578" y="17946"/>
                    <a:pt x="14544" y="17712"/>
                    <a:pt x="14544" y="17612"/>
                  </a:cubicBezTo>
                  <a:cubicBezTo>
                    <a:pt x="14578" y="17512"/>
                    <a:pt x="14544" y="17379"/>
                    <a:pt x="14511" y="17312"/>
                  </a:cubicBezTo>
                  <a:cubicBezTo>
                    <a:pt x="14414" y="17182"/>
                    <a:pt x="14854" y="15407"/>
                    <a:pt x="14970" y="15407"/>
                  </a:cubicBezTo>
                  <a:close/>
                  <a:moveTo>
                    <a:pt x="16343" y="22456"/>
                  </a:moveTo>
                  <a:cubicBezTo>
                    <a:pt x="16367" y="22456"/>
                    <a:pt x="16397" y="22507"/>
                    <a:pt x="16412" y="22616"/>
                  </a:cubicBezTo>
                  <a:cubicBezTo>
                    <a:pt x="16446" y="22682"/>
                    <a:pt x="16412" y="22783"/>
                    <a:pt x="16379" y="22783"/>
                  </a:cubicBezTo>
                  <a:cubicBezTo>
                    <a:pt x="16373" y="22788"/>
                    <a:pt x="16367" y="22791"/>
                    <a:pt x="16362" y="22791"/>
                  </a:cubicBezTo>
                  <a:cubicBezTo>
                    <a:pt x="16335" y="22791"/>
                    <a:pt x="16312" y="22731"/>
                    <a:pt x="16312" y="22649"/>
                  </a:cubicBezTo>
                  <a:cubicBezTo>
                    <a:pt x="16295" y="22524"/>
                    <a:pt x="16315" y="22456"/>
                    <a:pt x="16343" y="22456"/>
                  </a:cubicBezTo>
                  <a:close/>
                  <a:moveTo>
                    <a:pt x="16542" y="22924"/>
                  </a:moveTo>
                  <a:cubicBezTo>
                    <a:pt x="16563" y="22924"/>
                    <a:pt x="16579" y="22933"/>
                    <a:pt x="16579" y="22949"/>
                  </a:cubicBezTo>
                  <a:cubicBezTo>
                    <a:pt x="16613" y="22983"/>
                    <a:pt x="16613" y="23049"/>
                    <a:pt x="16613" y="23049"/>
                  </a:cubicBezTo>
                  <a:cubicBezTo>
                    <a:pt x="16579" y="23049"/>
                    <a:pt x="16513" y="23049"/>
                    <a:pt x="16479" y="23016"/>
                  </a:cubicBezTo>
                  <a:cubicBezTo>
                    <a:pt x="16446" y="22983"/>
                    <a:pt x="16412" y="22949"/>
                    <a:pt x="16479" y="22949"/>
                  </a:cubicBezTo>
                  <a:cubicBezTo>
                    <a:pt x="16496" y="22933"/>
                    <a:pt x="16521" y="22924"/>
                    <a:pt x="16542" y="22924"/>
                  </a:cubicBezTo>
                  <a:close/>
                  <a:moveTo>
                    <a:pt x="16041" y="23225"/>
                  </a:moveTo>
                  <a:cubicBezTo>
                    <a:pt x="16062" y="23225"/>
                    <a:pt x="16079" y="23233"/>
                    <a:pt x="16079" y="23250"/>
                  </a:cubicBezTo>
                  <a:cubicBezTo>
                    <a:pt x="16112" y="23316"/>
                    <a:pt x="16112" y="23350"/>
                    <a:pt x="16079" y="23350"/>
                  </a:cubicBezTo>
                  <a:cubicBezTo>
                    <a:pt x="16079" y="23350"/>
                    <a:pt x="16012" y="23350"/>
                    <a:pt x="15979" y="23316"/>
                  </a:cubicBezTo>
                  <a:cubicBezTo>
                    <a:pt x="15945" y="23316"/>
                    <a:pt x="15912" y="23250"/>
                    <a:pt x="15979" y="23250"/>
                  </a:cubicBezTo>
                  <a:cubicBezTo>
                    <a:pt x="15996" y="23233"/>
                    <a:pt x="16021" y="23225"/>
                    <a:pt x="16041" y="23225"/>
                  </a:cubicBezTo>
                  <a:close/>
                  <a:moveTo>
                    <a:pt x="18581" y="23183"/>
                  </a:moveTo>
                  <a:cubicBezTo>
                    <a:pt x="18647" y="23183"/>
                    <a:pt x="18714" y="23216"/>
                    <a:pt x="18714" y="23250"/>
                  </a:cubicBezTo>
                  <a:cubicBezTo>
                    <a:pt x="18747" y="23316"/>
                    <a:pt x="18714" y="23350"/>
                    <a:pt x="18681" y="23350"/>
                  </a:cubicBezTo>
                  <a:cubicBezTo>
                    <a:pt x="18614" y="23350"/>
                    <a:pt x="18547" y="23316"/>
                    <a:pt x="18547" y="23250"/>
                  </a:cubicBezTo>
                  <a:cubicBezTo>
                    <a:pt x="18514" y="23216"/>
                    <a:pt x="18547" y="23183"/>
                    <a:pt x="18581" y="23183"/>
                  </a:cubicBezTo>
                  <a:close/>
                  <a:moveTo>
                    <a:pt x="37109" y="1"/>
                  </a:moveTo>
                  <a:cubicBezTo>
                    <a:pt x="36893" y="1"/>
                    <a:pt x="36619" y="25"/>
                    <a:pt x="36260" y="66"/>
                  </a:cubicBezTo>
                  <a:cubicBezTo>
                    <a:pt x="35993" y="100"/>
                    <a:pt x="35693" y="133"/>
                    <a:pt x="35526" y="133"/>
                  </a:cubicBezTo>
                  <a:cubicBezTo>
                    <a:pt x="35393" y="133"/>
                    <a:pt x="35159" y="200"/>
                    <a:pt x="35026" y="266"/>
                  </a:cubicBezTo>
                  <a:cubicBezTo>
                    <a:pt x="34892" y="333"/>
                    <a:pt x="34592" y="433"/>
                    <a:pt x="34325" y="533"/>
                  </a:cubicBezTo>
                  <a:cubicBezTo>
                    <a:pt x="33691" y="733"/>
                    <a:pt x="33258" y="1100"/>
                    <a:pt x="32858" y="1667"/>
                  </a:cubicBezTo>
                  <a:cubicBezTo>
                    <a:pt x="32691" y="1968"/>
                    <a:pt x="32391" y="2335"/>
                    <a:pt x="32224" y="2535"/>
                  </a:cubicBezTo>
                  <a:cubicBezTo>
                    <a:pt x="32057" y="2701"/>
                    <a:pt x="31957" y="2868"/>
                    <a:pt x="31957" y="2902"/>
                  </a:cubicBezTo>
                  <a:cubicBezTo>
                    <a:pt x="31957" y="2902"/>
                    <a:pt x="32124" y="2968"/>
                    <a:pt x="32324" y="3002"/>
                  </a:cubicBezTo>
                  <a:cubicBezTo>
                    <a:pt x="32524" y="3068"/>
                    <a:pt x="32624" y="3135"/>
                    <a:pt x="32591" y="3168"/>
                  </a:cubicBezTo>
                  <a:cubicBezTo>
                    <a:pt x="32591" y="3217"/>
                    <a:pt x="32537" y="3248"/>
                    <a:pt x="32482" y="3248"/>
                  </a:cubicBezTo>
                  <a:cubicBezTo>
                    <a:pt x="32462" y="3248"/>
                    <a:pt x="32442" y="3244"/>
                    <a:pt x="32424" y="3235"/>
                  </a:cubicBezTo>
                  <a:cubicBezTo>
                    <a:pt x="32357" y="3235"/>
                    <a:pt x="32290" y="3269"/>
                    <a:pt x="32290" y="3402"/>
                  </a:cubicBezTo>
                  <a:cubicBezTo>
                    <a:pt x="32265" y="3504"/>
                    <a:pt x="32259" y="3547"/>
                    <a:pt x="32213" y="3547"/>
                  </a:cubicBezTo>
                  <a:cubicBezTo>
                    <a:pt x="32199" y="3547"/>
                    <a:pt x="32181" y="3543"/>
                    <a:pt x="32157" y="3535"/>
                  </a:cubicBezTo>
                  <a:cubicBezTo>
                    <a:pt x="32057" y="3502"/>
                    <a:pt x="32057" y="3502"/>
                    <a:pt x="32090" y="3502"/>
                  </a:cubicBezTo>
                  <a:cubicBezTo>
                    <a:pt x="32157" y="3502"/>
                    <a:pt x="32257" y="3235"/>
                    <a:pt x="32190" y="3135"/>
                  </a:cubicBezTo>
                  <a:cubicBezTo>
                    <a:pt x="32190" y="3127"/>
                    <a:pt x="32184" y="3123"/>
                    <a:pt x="32173" y="3123"/>
                  </a:cubicBezTo>
                  <a:cubicBezTo>
                    <a:pt x="32140" y="3123"/>
                    <a:pt x="32065" y="3160"/>
                    <a:pt x="31990" y="3235"/>
                  </a:cubicBezTo>
                  <a:cubicBezTo>
                    <a:pt x="31888" y="3337"/>
                    <a:pt x="31806" y="3381"/>
                    <a:pt x="31728" y="3381"/>
                  </a:cubicBezTo>
                  <a:cubicBezTo>
                    <a:pt x="31704" y="3381"/>
                    <a:pt x="31680" y="3377"/>
                    <a:pt x="31657" y="3369"/>
                  </a:cubicBezTo>
                  <a:cubicBezTo>
                    <a:pt x="31607" y="3352"/>
                    <a:pt x="31557" y="3344"/>
                    <a:pt x="31511" y="3344"/>
                  </a:cubicBezTo>
                  <a:cubicBezTo>
                    <a:pt x="31465" y="3344"/>
                    <a:pt x="31423" y="3352"/>
                    <a:pt x="31390" y="3369"/>
                  </a:cubicBezTo>
                  <a:cubicBezTo>
                    <a:pt x="31380" y="3378"/>
                    <a:pt x="31365" y="3382"/>
                    <a:pt x="31346" y="3382"/>
                  </a:cubicBezTo>
                  <a:cubicBezTo>
                    <a:pt x="31301" y="3382"/>
                    <a:pt x="31237" y="3359"/>
                    <a:pt x="31190" y="3335"/>
                  </a:cubicBezTo>
                  <a:cubicBezTo>
                    <a:pt x="31173" y="3302"/>
                    <a:pt x="31131" y="3285"/>
                    <a:pt x="31085" y="3285"/>
                  </a:cubicBezTo>
                  <a:cubicBezTo>
                    <a:pt x="31040" y="3285"/>
                    <a:pt x="30990" y="3302"/>
                    <a:pt x="30956" y="3335"/>
                  </a:cubicBezTo>
                  <a:cubicBezTo>
                    <a:pt x="30885" y="3359"/>
                    <a:pt x="30831" y="3382"/>
                    <a:pt x="30794" y="3382"/>
                  </a:cubicBezTo>
                  <a:cubicBezTo>
                    <a:pt x="30778" y="3382"/>
                    <a:pt x="30766" y="3378"/>
                    <a:pt x="30756" y="3369"/>
                  </a:cubicBezTo>
                  <a:cubicBezTo>
                    <a:pt x="30742" y="3327"/>
                    <a:pt x="30582" y="3308"/>
                    <a:pt x="30388" y="3308"/>
                  </a:cubicBezTo>
                  <a:cubicBezTo>
                    <a:pt x="30119" y="3308"/>
                    <a:pt x="29786" y="3344"/>
                    <a:pt x="29689" y="3402"/>
                  </a:cubicBezTo>
                  <a:cubicBezTo>
                    <a:pt x="29655" y="3435"/>
                    <a:pt x="29522" y="3435"/>
                    <a:pt x="29455" y="3435"/>
                  </a:cubicBezTo>
                  <a:cubicBezTo>
                    <a:pt x="29444" y="3430"/>
                    <a:pt x="29427" y="3427"/>
                    <a:pt x="29407" y="3427"/>
                  </a:cubicBezTo>
                  <a:cubicBezTo>
                    <a:pt x="29309" y="3427"/>
                    <a:pt x="29121" y="3492"/>
                    <a:pt x="28955" y="3602"/>
                  </a:cubicBezTo>
                  <a:cubicBezTo>
                    <a:pt x="28755" y="3702"/>
                    <a:pt x="28488" y="3802"/>
                    <a:pt x="28321" y="3802"/>
                  </a:cubicBezTo>
                  <a:cubicBezTo>
                    <a:pt x="28021" y="3802"/>
                    <a:pt x="28021" y="3802"/>
                    <a:pt x="27721" y="4203"/>
                  </a:cubicBezTo>
                  <a:cubicBezTo>
                    <a:pt x="27554" y="4436"/>
                    <a:pt x="27454" y="4670"/>
                    <a:pt x="27454" y="4703"/>
                  </a:cubicBezTo>
                  <a:cubicBezTo>
                    <a:pt x="27520" y="4770"/>
                    <a:pt x="27854" y="4936"/>
                    <a:pt x="28221" y="5070"/>
                  </a:cubicBezTo>
                  <a:cubicBezTo>
                    <a:pt x="28655" y="5203"/>
                    <a:pt x="28955" y="5437"/>
                    <a:pt x="28921" y="5604"/>
                  </a:cubicBezTo>
                  <a:cubicBezTo>
                    <a:pt x="28921" y="5620"/>
                    <a:pt x="28905" y="5629"/>
                    <a:pt x="28876" y="5629"/>
                  </a:cubicBezTo>
                  <a:cubicBezTo>
                    <a:pt x="28846" y="5629"/>
                    <a:pt x="28805" y="5620"/>
                    <a:pt x="28755" y="5604"/>
                  </a:cubicBezTo>
                  <a:cubicBezTo>
                    <a:pt x="28721" y="5587"/>
                    <a:pt x="28646" y="5579"/>
                    <a:pt x="28554" y="5579"/>
                  </a:cubicBezTo>
                  <a:cubicBezTo>
                    <a:pt x="28463" y="5579"/>
                    <a:pt x="28354" y="5587"/>
                    <a:pt x="28254" y="5604"/>
                  </a:cubicBezTo>
                  <a:cubicBezTo>
                    <a:pt x="27987" y="5604"/>
                    <a:pt x="27887" y="5637"/>
                    <a:pt x="27854" y="5770"/>
                  </a:cubicBezTo>
                  <a:cubicBezTo>
                    <a:pt x="27787" y="5971"/>
                    <a:pt x="27821" y="6004"/>
                    <a:pt x="28087" y="6104"/>
                  </a:cubicBezTo>
                  <a:cubicBezTo>
                    <a:pt x="28221" y="6137"/>
                    <a:pt x="28354" y="6237"/>
                    <a:pt x="28421" y="6337"/>
                  </a:cubicBezTo>
                  <a:cubicBezTo>
                    <a:pt x="28488" y="6471"/>
                    <a:pt x="28521" y="6538"/>
                    <a:pt x="28521" y="6571"/>
                  </a:cubicBezTo>
                  <a:cubicBezTo>
                    <a:pt x="28517" y="6573"/>
                    <a:pt x="28511" y="6574"/>
                    <a:pt x="28502" y="6574"/>
                  </a:cubicBezTo>
                  <a:cubicBezTo>
                    <a:pt x="28356" y="6574"/>
                    <a:pt x="27577" y="6330"/>
                    <a:pt x="27420" y="6204"/>
                  </a:cubicBezTo>
                  <a:cubicBezTo>
                    <a:pt x="27287" y="6137"/>
                    <a:pt x="26987" y="6104"/>
                    <a:pt x="26753" y="6104"/>
                  </a:cubicBezTo>
                  <a:cubicBezTo>
                    <a:pt x="26353" y="6137"/>
                    <a:pt x="26253" y="6171"/>
                    <a:pt x="26119" y="6337"/>
                  </a:cubicBezTo>
                  <a:cubicBezTo>
                    <a:pt x="26053" y="6438"/>
                    <a:pt x="25953" y="6538"/>
                    <a:pt x="25953" y="6538"/>
                  </a:cubicBezTo>
                  <a:cubicBezTo>
                    <a:pt x="25853" y="6571"/>
                    <a:pt x="25786" y="6638"/>
                    <a:pt x="25853" y="6704"/>
                  </a:cubicBezTo>
                  <a:cubicBezTo>
                    <a:pt x="25900" y="6800"/>
                    <a:pt x="26102" y="6878"/>
                    <a:pt x="26225" y="6878"/>
                  </a:cubicBezTo>
                  <a:cubicBezTo>
                    <a:pt x="26274" y="6878"/>
                    <a:pt x="26310" y="6866"/>
                    <a:pt x="26320" y="6838"/>
                  </a:cubicBezTo>
                  <a:cubicBezTo>
                    <a:pt x="26320" y="6829"/>
                    <a:pt x="26324" y="6825"/>
                    <a:pt x="26331" y="6825"/>
                  </a:cubicBezTo>
                  <a:cubicBezTo>
                    <a:pt x="26353" y="6825"/>
                    <a:pt x="26403" y="6863"/>
                    <a:pt x="26453" y="6938"/>
                  </a:cubicBezTo>
                  <a:cubicBezTo>
                    <a:pt x="26486" y="7038"/>
                    <a:pt x="26853" y="7338"/>
                    <a:pt x="27220" y="7638"/>
                  </a:cubicBezTo>
                  <a:cubicBezTo>
                    <a:pt x="27554" y="7972"/>
                    <a:pt x="27854" y="8239"/>
                    <a:pt x="27821" y="8239"/>
                  </a:cubicBezTo>
                  <a:cubicBezTo>
                    <a:pt x="27811" y="8249"/>
                    <a:pt x="27798" y="8253"/>
                    <a:pt x="27785" y="8253"/>
                  </a:cubicBezTo>
                  <a:cubicBezTo>
                    <a:pt x="27754" y="8253"/>
                    <a:pt x="27721" y="8229"/>
                    <a:pt x="27721" y="8205"/>
                  </a:cubicBezTo>
                  <a:cubicBezTo>
                    <a:pt x="27638" y="8095"/>
                    <a:pt x="27395" y="8030"/>
                    <a:pt x="27029" y="8030"/>
                  </a:cubicBezTo>
                  <a:cubicBezTo>
                    <a:pt x="26953" y="8030"/>
                    <a:pt x="26872" y="8033"/>
                    <a:pt x="26787" y="8039"/>
                  </a:cubicBezTo>
                  <a:cubicBezTo>
                    <a:pt x="26752" y="8041"/>
                    <a:pt x="26718" y="8042"/>
                    <a:pt x="26684" y="8042"/>
                  </a:cubicBezTo>
                  <a:cubicBezTo>
                    <a:pt x="26253" y="8042"/>
                    <a:pt x="25838" y="7850"/>
                    <a:pt x="25652" y="7572"/>
                  </a:cubicBezTo>
                  <a:cubicBezTo>
                    <a:pt x="25563" y="7423"/>
                    <a:pt x="25288" y="7194"/>
                    <a:pt x="25182" y="7194"/>
                  </a:cubicBezTo>
                  <a:cubicBezTo>
                    <a:pt x="25169" y="7194"/>
                    <a:pt x="25159" y="7198"/>
                    <a:pt x="25152" y="7205"/>
                  </a:cubicBezTo>
                  <a:cubicBezTo>
                    <a:pt x="25134" y="7214"/>
                    <a:pt x="25106" y="7218"/>
                    <a:pt x="25072" y="7218"/>
                  </a:cubicBezTo>
                  <a:cubicBezTo>
                    <a:pt x="24857" y="7218"/>
                    <a:pt x="24380" y="7053"/>
                    <a:pt x="24351" y="6938"/>
                  </a:cubicBezTo>
                  <a:cubicBezTo>
                    <a:pt x="24326" y="6863"/>
                    <a:pt x="24264" y="6825"/>
                    <a:pt x="24108" y="6825"/>
                  </a:cubicBezTo>
                  <a:cubicBezTo>
                    <a:pt x="24055" y="6825"/>
                    <a:pt x="23993" y="6829"/>
                    <a:pt x="23918" y="6838"/>
                  </a:cubicBezTo>
                  <a:cubicBezTo>
                    <a:pt x="23284" y="6938"/>
                    <a:pt x="22483" y="7171"/>
                    <a:pt x="22350" y="7338"/>
                  </a:cubicBezTo>
                  <a:cubicBezTo>
                    <a:pt x="22183" y="7572"/>
                    <a:pt x="22117" y="7638"/>
                    <a:pt x="21349" y="8139"/>
                  </a:cubicBezTo>
                  <a:cubicBezTo>
                    <a:pt x="20949" y="8406"/>
                    <a:pt x="20582" y="8672"/>
                    <a:pt x="20582" y="8773"/>
                  </a:cubicBezTo>
                  <a:cubicBezTo>
                    <a:pt x="20549" y="8873"/>
                    <a:pt x="20382" y="8939"/>
                    <a:pt x="20015" y="9106"/>
                  </a:cubicBezTo>
                  <a:cubicBezTo>
                    <a:pt x="19715" y="9206"/>
                    <a:pt x="19448" y="9340"/>
                    <a:pt x="19415" y="9406"/>
                  </a:cubicBezTo>
                  <a:cubicBezTo>
                    <a:pt x="19415" y="9440"/>
                    <a:pt x="19315" y="9473"/>
                    <a:pt x="19248" y="9473"/>
                  </a:cubicBezTo>
                  <a:cubicBezTo>
                    <a:pt x="19241" y="9472"/>
                    <a:pt x="19233" y="9472"/>
                    <a:pt x="19225" y="9472"/>
                  </a:cubicBezTo>
                  <a:cubicBezTo>
                    <a:pt x="18924" y="9472"/>
                    <a:pt x="17918" y="10043"/>
                    <a:pt x="18080" y="10140"/>
                  </a:cubicBezTo>
                  <a:cubicBezTo>
                    <a:pt x="18175" y="10203"/>
                    <a:pt x="17641" y="10476"/>
                    <a:pt x="17443" y="10476"/>
                  </a:cubicBezTo>
                  <a:cubicBezTo>
                    <a:pt x="17432" y="10476"/>
                    <a:pt x="17422" y="10475"/>
                    <a:pt x="17413" y="10474"/>
                  </a:cubicBezTo>
                  <a:cubicBezTo>
                    <a:pt x="17407" y="10472"/>
                    <a:pt x="17399" y="10471"/>
                    <a:pt x="17390" y="10471"/>
                  </a:cubicBezTo>
                  <a:cubicBezTo>
                    <a:pt x="17203" y="10471"/>
                    <a:pt x="16436" y="10782"/>
                    <a:pt x="16246" y="10941"/>
                  </a:cubicBezTo>
                  <a:cubicBezTo>
                    <a:pt x="16212" y="10963"/>
                    <a:pt x="16186" y="10974"/>
                    <a:pt x="16165" y="10974"/>
                  </a:cubicBezTo>
                  <a:cubicBezTo>
                    <a:pt x="16123" y="10974"/>
                    <a:pt x="16101" y="10930"/>
                    <a:pt x="16079" y="10841"/>
                  </a:cubicBezTo>
                  <a:cubicBezTo>
                    <a:pt x="16062" y="10774"/>
                    <a:pt x="16046" y="10741"/>
                    <a:pt x="16016" y="10741"/>
                  </a:cubicBezTo>
                  <a:cubicBezTo>
                    <a:pt x="15987" y="10741"/>
                    <a:pt x="15945" y="10774"/>
                    <a:pt x="15879" y="10841"/>
                  </a:cubicBezTo>
                  <a:cubicBezTo>
                    <a:pt x="15801" y="10899"/>
                    <a:pt x="15757" y="10934"/>
                    <a:pt x="15715" y="10934"/>
                  </a:cubicBezTo>
                  <a:cubicBezTo>
                    <a:pt x="15684" y="10934"/>
                    <a:pt x="15654" y="10916"/>
                    <a:pt x="15612" y="10874"/>
                  </a:cubicBezTo>
                  <a:cubicBezTo>
                    <a:pt x="15580" y="10842"/>
                    <a:pt x="15500" y="10827"/>
                    <a:pt x="15389" y="10827"/>
                  </a:cubicBezTo>
                  <a:cubicBezTo>
                    <a:pt x="15155" y="10827"/>
                    <a:pt x="14784" y="10894"/>
                    <a:pt x="14444" y="11007"/>
                  </a:cubicBezTo>
                  <a:cubicBezTo>
                    <a:pt x="14344" y="11041"/>
                    <a:pt x="13944" y="11174"/>
                    <a:pt x="13610" y="11274"/>
                  </a:cubicBezTo>
                  <a:cubicBezTo>
                    <a:pt x="13277" y="11408"/>
                    <a:pt x="12877" y="11575"/>
                    <a:pt x="12743" y="11641"/>
                  </a:cubicBezTo>
                  <a:cubicBezTo>
                    <a:pt x="12643" y="11716"/>
                    <a:pt x="12543" y="11754"/>
                    <a:pt x="12485" y="11754"/>
                  </a:cubicBezTo>
                  <a:cubicBezTo>
                    <a:pt x="12466" y="11754"/>
                    <a:pt x="12451" y="11750"/>
                    <a:pt x="12443" y="11741"/>
                  </a:cubicBezTo>
                  <a:cubicBezTo>
                    <a:pt x="12433" y="11732"/>
                    <a:pt x="12421" y="11727"/>
                    <a:pt x="12405" y="11727"/>
                  </a:cubicBezTo>
                  <a:cubicBezTo>
                    <a:pt x="12368" y="11727"/>
                    <a:pt x="12314" y="11751"/>
                    <a:pt x="12243" y="11775"/>
                  </a:cubicBezTo>
                  <a:cubicBezTo>
                    <a:pt x="12143" y="11841"/>
                    <a:pt x="11876" y="11908"/>
                    <a:pt x="11642" y="11941"/>
                  </a:cubicBezTo>
                  <a:cubicBezTo>
                    <a:pt x="11275" y="12008"/>
                    <a:pt x="10842" y="12175"/>
                    <a:pt x="10341" y="12442"/>
                  </a:cubicBezTo>
                  <a:cubicBezTo>
                    <a:pt x="10333" y="12451"/>
                    <a:pt x="10321" y="12455"/>
                    <a:pt x="10309" y="12455"/>
                  </a:cubicBezTo>
                  <a:cubicBezTo>
                    <a:pt x="10277" y="12455"/>
                    <a:pt x="10241" y="12424"/>
                    <a:pt x="10241" y="12375"/>
                  </a:cubicBezTo>
                  <a:cubicBezTo>
                    <a:pt x="10214" y="12264"/>
                    <a:pt x="9655" y="12084"/>
                    <a:pt x="9391" y="12084"/>
                  </a:cubicBezTo>
                  <a:cubicBezTo>
                    <a:pt x="9338" y="12084"/>
                    <a:pt x="9297" y="12091"/>
                    <a:pt x="9274" y="12108"/>
                  </a:cubicBezTo>
                  <a:lnTo>
                    <a:pt x="8874" y="12108"/>
                  </a:lnTo>
                  <a:cubicBezTo>
                    <a:pt x="8811" y="12102"/>
                    <a:pt x="8754" y="12098"/>
                    <a:pt x="8695" y="12098"/>
                  </a:cubicBezTo>
                  <a:cubicBezTo>
                    <a:pt x="8441" y="12098"/>
                    <a:pt x="8148" y="12171"/>
                    <a:pt x="7173" y="12442"/>
                  </a:cubicBezTo>
                  <a:cubicBezTo>
                    <a:pt x="6405" y="12642"/>
                    <a:pt x="5138" y="13242"/>
                    <a:pt x="4704" y="13643"/>
                  </a:cubicBezTo>
                  <a:cubicBezTo>
                    <a:pt x="4454" y="13875"/>
                    <a:pt x="4347" y="13973"/>
                    <a:pt x="4246" y="13973"/>
                  </a:cubicBezTo>
                  <a:cubicBezTo>
                    <a:pt x="4158" y="13973"/>
                    <a:pt x="4074" y="13900"/>
                    <a:pt x="3904" y="13776"/>
                  </a:cubicBezTo>
                  <a:cubicBezTo>
                    <a:pt x="3733" y="13662"/>
                    <a:pt x="3584" y="13603"/>
                    <a:pt x="3506" y="13603"/>
                  </a:cubicBezTo>
                  <a:cubicBezTo>
                    <a:pt x="3446" y="13603"/>
                    <a:pt x="3427" y="13637"/>
                    <a:pt x="3470" y="13709"/>
                  </a:cubicBezTo>
                  <a:cubicBezTo>
                    <a:pt x="3503" y="13743"/>
                    <a:pt x="3470" y="13809"/>
                    <a:pt x="3403" y="13809"/>
                  </a:cubicBezTo>
                  <a:cubicBezTo>
                    <a:pt x="3336" y="13809"/>
                    <a:pt x="3270" y="13776"/>
                    <a:pt x="3270" y="13743"/>
                  </a:cubicBezTo>
                  <a:cubicBezTo>
                    <a:pt x="3251" y="13668"/>
                    <a:pt x="3075" y="13624"/>
                    <a:pt x="2888" y="13624"/>
                  </a:cubicBezTo>
                  <a:cubicBezTo>
                    <a:pt x="2742" y="13624"/>
                    <a:pt x="2590" y="13651"/>
                    <a:pt x="2503" y="13709"/>
                  </a:cubicBezTo>
                  <a:cubicBezTo>
                    <a:pt x="2402" y="13743"/>
                    <a:pt x="2236" y="13809"/>
                    <a:pt x="2136" y="13809"/>
                  </a:cubicBezTo>
                  <a:cubicBezTo>
                    <a:pt x="1769" y="13843"/>
                    <a:pt x="1335" y="14043"/>
                    <a:pt x="1035" y="14343"/>
                  </a:cubicBezTo>
                  <a:cubicBezTo>
                    <a:pt x="868" y="14510"/>
                    <a:pt x="635" y="14677"/>
                    <a:pt x="468" y="14743"/>
                  </a:cubicBezTo>
                  <a:cubicBezTo>
                    <a:pt x="234" y="14844"/>
                    <a:pt x="234" y="14844"/>
                    <a:pt x="401" y="15044"/>
                  </a:cubicBezTo>
                  <a:cubicBezTo>
                    <a:pt x="501" y="15144"/>
                    <a:pt x="534" y="15277"/>
                    <a:pt x="534" y="15311"/>
                  </a:cubicBezTo>
                  <a:cubicBezTo>
                    <a:pt x="519" y="15341"/>
                    <a:pt x="504" y="15357"/>
                    <a:pt x="489" y="15357"/>
                  </a:cubicBezTo>
                  <a:cubicBezTo>
                    <a:pt x="471" y="15357"/>
                    <a:pt x="453" y="15332"/>
                    <a:pt x="434" y="15277"/>
                  </a:cubicBezTo>
                  <a:cubicBezTo>
                    <a:pt x="423" y="15185"/>
                    <a:pt x="396" y="15145"/>
                    <a:pt x="366" y="15145"/>
                  </a:cubicBezTo>
                  <a:cubicBezTo>
                    <a:pt x="310" y="15145"/>
                    <a:pt x="246" y="15292"/>
                    <a:pt x="268" y="15511"/>
                  </a:cubicBezTo>
                  <a:cubicBezTo>
                    <a:pt x="268" y="15711"/>
                    <a:pt x="234" y="15878"/>
                    <a:pt x="168" y="15911"/>
                  </a:cubicBezTo>
                  <a:cubicBezTo>
                    <a:pt x="1" y="16011"/>
                    <a:pt x="468" y="16645"/>
                    <a:pt x="701" y="16678"/>
                  </a:cubicBezTo>
                  <a:cubicBezTo>
                    <a:pt x="835" y="16712"/>
                    <a:pt x="901" y="16778"/>
                    <a:pt x="935" y="16945"/>
                  </a:cubicBezTo>
                  <a:cubicBezTo>
                    <a:pt x="1102" y="17379"/>
                    <a:pt x="1335" y="17646"/>
                    <a:pt x="1869" y="17946"/>
                  </a:cubicBezTo>
                  <a:cubicBezTo>
                    <a:pt x="2136" y="18113"/>
                    <a:pt x="2436" y="18246"/>
                    <a:pt x="2536" y="18279"/>
                  </a:cubicBezTo>
                  <a:cubicBezTo>
                    <a:pt x="2603" y="18313"/>
                    <a:pt x="2836" y="18513"/>
                    <a:pt x="3036" y="18713"/>
                  </a:cubicBezTo>
                  <a:cubicBezTo>
                    <a:pt x="3219" y="18926"/>
                    <a:pt x="3402" y="19084"/>
                    <a:pt x="3458" y="19084"/>
                  </a:cubicBezTo>
                  <a:cubicBezTo>
                    <a:pt x="3463" y="19084"/>
                    <a:pt x="3467" y="19083"/>
                    <a:pt x="3470" y="19080"/>
                  </a:cubicBezTo>
                  <a:cubicBezTo>
                    <a:pt x="3476" y="19074"/>
                    <a:pt x="3483" y="19071"/>
                    <a:pt x="3491" y="19071"/>
                  </a:cubicBezTo>
                  <a:cubicBezTo>
                    <a:pt x="3527" y="19071"/>
                    <a:pt x="3582" y="19131"/>
                    <a:pt x="3637" y="19213"/>
                  </a:cubicBezTo>
                  <a:cubicBezTo>
                    <a:pt x="3670" y="19313"/>
                    <a:pt x="3803" y="19413"/>
                    <a:pt x="3904" y="19413"/>
                  </a:cubicBezTo>
                  <a:cubicBezTo>
                    <a:pt x="4037" y="19413"/>
                    <a:pt x="4170" y="19480"/>
                    <a:pt x="4237" y="19547"/>
                  </a:cubicBezTo>
                  <a:cubicBezTo>
                    <a:pt x="4301" y="19610"/>
                    <a:pt x="4377" y="19634"/>
                    <a:pt x="4451" y="19634"/>
                  </a:cubicBezTo>
                  <a:cubicBezTo>
                    <a:pt x="4493" y="19634"/>
                    <a:pt x="4534" y="19626"/>
                    <a:pt x="4571" y="19614"/>
                  </a:cubicBezTo>
                  <a:cubicBezTo>
                    <a:pt x="4607" y="19601"/>
                    <a:pt x="4644" y="19594"/>
                    <a:pt x="4679" y="19594"/>
                  </a:cubicBezTo>
                  <a:cubicBezTo>
                    <a:pt x="4740" y="19594"/>
                    <a:pt x="4795" y="19617"/>
                    <a:pt x="4838" y="19680"/>
                  </a:cubicBezTo>
                  <a:cubicBezTo>
                    <a:pt x="4863" y="19755"/>
                    <a:pt x="4925" y="19793"/>
                    <a:pt x="4969" y="19793"/>
                  </a:cubicBezTo>
                  <a:cubicBezTo>
                    <a:pt x="4983" y="19793"/>
                    <a:pt x="4996" y="19789"/>
                    <a:pt x="5004" y="19780"/>
                  </a:cubicBezTo>
                  <a:cubicBezTo>
                    <a:pt x="5043" y="19741"/>
                    <a:pt x="5094" y="19725"/>
                    <a:pt x="5143" y="19725"/>
                  </a:cubicBezTo>
                  <a:cubicBezTo>
                    <a:pt x="5177" y="19725"/>
                    <a:pt x="5210" y="19733"/>
                    <a:pt x="5238" y="19747"/>
                  </a:cubicBezTo>
                  <a:cubicBezTo>
                    <a:pt x="5260" y="19747"/>
                    <a:pt x="5312" y="19762"/>
                    <a:pt x="5354" y="19762"/>
                  </a:cubicBezTo>
                  <a:cubicBezTo>
                    <a:pt x="5375" y="19762"/>
                    <a:pt x="5394" y="19758"/>
                    <a:pt x="5405" y="19747"/>
                  </a:cubicBezTo>
                  <a:cubicBezTo>
                    <a:pt x="5438" y="19714"/>
                    <a:pt x="5505" y="19680"/>
                    <a:pt x="5571" y="19680"/>
                  </a:cubicBezTo>
                  <a:cubicBezTo>
                    <a:pt x="5576" y="19676"/>
                    <a:pt x="5582" y="19674"/>
                    <a:pt x="5588" y="19674"/>
                  </a:cubicBezTo>
                  <a:cubicBezTo>
                    <a:pt x="5631" y="19674"/>
                    <a:pt x="5714" y="19760"/>
                    <a:pt x="5772" y="19847"/>
                  </a:cubicBezTo>
                  <a:cubicBezTo>
                    <a:pt x="5838" y="19981"/>
                    <a:pt x="5905" y="20047"/>
                    <a:pt x="5972" y="20047"/>
                  </a:cubicBezTo>
                  <a:cubicBezTo>
                    <a:pt x="6005" y="20014"/>
                    <a:pt x="6138" y="19580"/>
                    <a:pt x="6272" y="19047"/>
                  </a:cubicBezTo>
                  <a:cubicBezTo>
                    <a:pt x="6572" y="17846"/>
                    <a:pt x="6839" y="17078"/>
                    <a:pt x="6906" y="17012"/>
                  </a:cubicBezTo>
                  <a:cubicBezTo>
                    <a:pt x="6972" y="16978"/>
                    <a:pt x="7039" y="16878"/>
                    <a:pt x="7072" y="16778"/>
                  </a:cubicBezTo>
                  <a:cubicBezTo>
                    <a:pt x="7100" y="16668"/>
                    <a:pt x="7151" y="16603"/>
                    <a:pt x="7205" y="16603"/>
                  </a:cubicBezTo>
                  <a:cubicBezTo>
                    <a:pt x="7216" y="16603"/>
                    <a:pt x="7228" y="16606"/>
                    <a:pt x="7239" y="16611"/>
                  </a:cubicBezTo>
                  <a:cubicBezTo>
                    <a:pt x="7306" y="16611"/>
                    <a:pt x="7306" y="16745"/>
                    <a:pt x="7273" y="16978"/>
                  </a:cubicBezTo>
                  <a:cubicBezTo>
                    <a:pt x="7206" y="17145"/>
                    <a:pt x="7173" y="17479"/>
                    <a:pt x="7173" y="17679"/>
                  </a:cubicBezTo>
                  <a:cubicBezTo>
                    <a:pt x="7173" y="17912"/>
                    <a:pt x="7106" y="18346"/>
                    <a:pt x="7039" y="18646"/>
                  </a:cubicBezTo>
                  <a:cubicBezTo>
                    <a:pt x="6972" y="18946"/>
                    <a:pt x="6972" y="19313"/>
                    <a:pt x="7006" y="19413"/>
                  </a:cubicBezTo>
                  <a:cubicBezTo>
                    <a:pt x="7039" y="19547"/>
                    <a:pt x="7039" y="19680"/>
                    <a:pt x="7006" y="19680"/>
                  </a:cubicBezTo>
                  <a:cubicBezTo>
                    <a:pt x="6972" y="19714"/>
                    <a:pt x="6972" y="19747"/>
                    <a:pt x="7006" y="19814"/>
                  </a:cubicBezTo>
                  <a:cubicBezTo>
                    <a:pt x="7006" y="19830"/>
                    <a:pt x="7022" y="19839"/>
                    <a:pt x="7047" y="19839"/>
                  </a:cubicBezTo>
                  <a:cubicBezTo>
                    <a:pt x="7072" y="19839"/>
                    <a:pt x="7106" y="19830"/>
                    <a:pt x="7139" y="19814"/>
                  </a:cubicBezTo>
                  <a:cubicBezTo>
                    <a:pt x="7171" y="19793"/>
                    <a:pt x="7196" y="19782"/>
                    <a:pt x="7215" y="19782"/>
                  </a:cubicBezTo>
                  <a:cubicBezTo>
                    <a:pt x="7257" y="19782"/>
                    <a:pt x="7273" y="19833"/>
                    <a:pt x="7273" y="19947"/>
                  </a:cubicBezTo>
                  <a:cubicBezTo>
                    <a:pt x="7273" y="20030"/>
                    <a:pt x="7295" y="20089"/>
                    <a:pt x="7322" y="20089"/>
                  </a:cubicBezTo>
                  <a:cubicBezTo>
                    <a:pt x="7328" y="20089"/>
                    <a:pt x="7333" y="20087"/>
                    <a:pt x="7339" y="20081"/>
                  </a:cubicBezTo>
                  <a:cubicBezTo>
                    <a:pt x="7349" y="20074"/>
                    <a:pt x="7361" y="20071"/>
                    <a:pt x="7375" y="20071"/>
                  </a:cubicBezTo>
                  <a:cubicBezTo>
                    <a:pt x="7508" y="20071"/>
                    <a:pt x="7825" y="20346"/>
                    <a:pt x="8006" y="20648"/>
                  </a:cubicBezTo>
                  <a:cubicBezTo>
                    <a:pt x="8094" y="20793"/>
                    <a:pt x="8206" y="20888"/>
                    <a:pt x="8256" y="20888"/>
                  </a:cubicBezTo>
                  <a:cubicBezTo>
                    <a:pt x="8263" y="20888"/>
                    <a:pt x="8269" y="20885"/>
                    <a:pt x="8273" y="20881"/>
                  </a:cubicBezTo>
                  <a:cubicBezTo>
                    <a:pt x="8307" y="20881"/>
                    <a:pt x="8340" y="20915"/>
                    <a:pt x="8340" y="20981"/>
                  </a:cubicBezTo>
                  <a:cubicBezTo>
                    <a:pt x="8373" y="21048"/>
                    <a:pt x="8440" y="21115"/>
                    <a:pt x="8540" y="21148"/>
                  </a:cubicBezTo>
                  <a:cubicBezTo>
                    <a:pt x="8585" y="21170"/>
                    <a:pt x="8625" y="21181"/>
                    <a:pt x="8666" y="21181"/>
                  </a:cubicBezTo>
                  <a:cubicBezTo>
                    <a:pt x="8748" y="21181"/>
                    <a:pt x="8829" y="21137"/>
                    <a:pt x="8940" y="21048"/>
                  </a:cubicBezTo>
                  <a:cubicBezTo>
                    <a:pt x="9041" y="20948"/>
                    <a:pt x="9174" y="20781"/>
                    <a:pt x="9174" y="20681"/>
                  </a:cubicBezTo>
                  <a:cubicBezTo>
                    <a:pt x="9207" y="20614"/>
                    <a:pt x="9307" y="20448"/>
                    <a:pt x="9374" y="20381"/>
                  </a:cubicBezTo>
                  <a:cubicBezTo>
                    <a:pt x="9458" y="20314"/>
                    <a:pt x="9499" y="20281"/>
                    <a:pt x="9508" y="20281"/>
                  </a:cubicBezTo>
                  <a:lnTo>
                    <a:pt x="9508" y="20281"/>
                  </a:lnTo>
                  <a:cubicBezTo>
                    <a:pt x="9516" y="20281"/>
                    <a:pt x="9491" y="20314"/>
                    <a:pt x="9441" y="20381"/>
                  </a:cubicBezTo>
                  <a:cubicBezTo>
                    <a:pt x="9407" y="20481"/>
                    <a:pt x="9374" y="20614"/>
                    <a:pt x="9341" y="20681"/>
                  </a:cubicBezTo>
                  <a:cubicBezTo>
                    <a:pt x="9341" y="20767"/>
                    <a:pt x="9638" y="20928"/>
                    <a:pt x="9806" y="20928"/>
                  </a:cubicBezTo>
                  <a:cubicBezTo>
                    <a:pt x="9833" y="20928"/>
                    <a:pt x="9856" y="20924"/>
                    <a:pt x="9874" y="20915"/>
                  </a:cubicBezTo>
                  <a:cubicBezTo>
                    <a:pt x="9882" y="20911"/>
                    <a:pt x="9891" y="20909"/>
                    <a:pt x="9900" y="20909"/>
                  </a:cubicBezTo>
                  <a:cubicBezTo>
                    <a:pt x="10045" y="20909"/>
                    <a:pt x="10336" y="21387"/>
                    <a:pt x="10241" y="21482"/>
                  </a:cubicBezTo>
                  <a:cubicBezTo>
                    <a:pt x="10208" y="21548"/>
                    <a:pt x="10208" y="21582"/>
                    <a:pt x="10275" y="21615"/>
                  </a:cubicBezTo>
                  <a:cubicBezTo>
                    <a:pt x="10293" y="21624"/>
                    <a:pt x="10316" y="21628"/>
                    <a:pt x="10341" y="21628"/>
                  </a:cubicBezTo>
                  <a:cubicBezTo>
                    <a:pt x="10502" y="21628"/>
                    <a:pt x="10775" y="21463"/>
                    <a:pt x="10775" y="21348"/>
                  </a:cubicBezTo>
                  <a:cubicBezTo>
                    <a:pt x="10775" y="21281"/>
                    <a:pt x="10842" y="21181"/>
                    <a:pt x="10942" y="21148"/>
                  </a:cubicBezTo>
                  <a:cubicBezTo>
                    <a:pt x="11009" y="21115"/>
                    <a:pt x="11142" y="20848"/>
                    <a:pt x="11209" y="20614"/>
                  </a:cubicBezTo>
                  <a:cubicBezTo>
                    <a:pt x="11269" y="20332"/>
                    <a:pt x="11293" y="20220"/>
                    <a:pt x="11325" y="20220"/>
                  </a:cubicBezTo>
                  <a:cubicBezTo>
                    <a:pt x="11345" y="20220"/>
                    <a:pt x="11369" y="20268"/>
                    <a:pt x="11409" y="20347"/>
                  </a:cubicBezTo>
                  <a:cubicBezTo>
                    <a:pt x="11462" y="20435"/>
                    <a:pt x="11496" y="20477"/>
                    <a:pt x="11521" y="20477"/>
                  </a:cubicBezTo>
                  <a:cubicBezTo>
                    <a:pt x="11544" y="20477"/>
                    <a:pt x="11560" y="20444"/>
                    <a:pt x="11576" y="20381"/>
                  </a:cubicBezTo>
                  <a:cubicBezTo>
                    <a:pt x="11609" y="20314"/>
                    <a:pt x="11626" y="20281"/>
                    <a:pt x="11647" y="20281"/>
                  </a:cubicBezTo>
                  <a:cubicBezTo>
                    <a:pt x="11667" y="20281"/>
                    <a:pt x="11692" y="20314"/>
                    <a:pt x="11742" y="20381"/>
                  </a:cubicBezTo>
                  <a:cubicBezTo>
                    <a:pt x="11851" y="20544"/>
                    <a:pt x="11827" y="20750"/>
                    <a:pt x="11743" y="20750"/>
                  </a:cubicBezTo>
                  <a:cubicBezTo>
                    <a:pt x="11723" y="20750"/>
                    <a:pt x="11701" y="20739"/>
                    <a:pt x="11676" y="20714"/>
                  </a:cubicBezTo>
                  <a:cubicBezTo>
                    <a:pt x="11648" y="20701"/>
                    <a:pt x="11626" y="20692"/>
                    <a:pt x="11608" y="20692"/>
                  </a:cubicBezTo>
                  <a:cubicBezTo>
                    <a:pt x="11581" y="20692"/>
                    <a:pt x="11562" y="20709"/>
                    <a:pt x="11542" y="20748"/>
                  </a:cubicBezTo>
                  <a:cubicBezTo>
                    <a:pt x="11509" y="20781"/>
                    <a:pt x="11609" y="20848"/>
                    <a:pt x="11709" y="20881"/>
                  </a:cubicBezTo>
                  <a:cubicBezTo>
                    <a:pt x="11909" y="20948"/>
                    <a:pt x="11909" y="20948"/>
                    <a:pt x="11809" y="21015"/>
                  </a:cubicBezTo>
                  <a:cubicBezTo>
                    <a:pt x="11709" y="21081"/>
                    <a:pt x="11709" y="21148"/>
                    <a:pt x="11843" y="21348"/>
                  </a:cubicBezTo>
                  <a:cubicBezTo>
                    <a:pt x="11905" y="21452"/>
                    <a:pt x="11942" y="21505"/>
                    <a:pt x="11952" y="21505"/>
                  </a:cubicBezTo>
                  <a:cubicBezTo>
                    <a:pt x="11958" y="21505"/>
                    <a:pt x="11955" y="21486"/>
                    <a:pt x="11943" y="21448"/>
                  </a:cubicBezTo>
                  <a:cubicBezTo>
                    <a:pt x="11909" y="21348"/>
                    <a:pt x="11909" y="21248"/>
                    <a:pt x="11943" y="21215"/>
                  </a:cubicBezTo>
                  <a:cubicBezTo>
                    <a:pt x="11949" y="21211"/>
                    <a:pt x="11956" y="21210"/>
                    <a:pt x="11963" y="21210"/>
                  </a:cubicBezTo>
                  <a:cubicBezTo>
                    <a:pt x="12024" y="21210"/>
                    <a:pt x="12090" y="21339"/>
                    <a:pt x="12209" y="21548"/>
                  </a:cubicBezTo>
                  <a:cubicBezTo>
                    <a:pt x="12310" y="21782"/>
                    <a:pt x="12410" y="21915"/>
                    <a:pt x="12543" y="21982"/>
                  </a:cubicBezTo>
                  <a:cubicBezTo>
                    <a:pt x="12643" y="22015"/>
                    <a:pt x="12777" y="22149"/>
                    <a:pt x="12877" y="22249"/>
                  </a:cubicBezTo>
                  <a:cubicBezTo>
                    <a:pt x="12943" y="22382"/>
                    <a:pt x="13010" y="22449"/>
                    <a:pt x="13077" y="22449"/>
                  </a:cubicBezTo>
                  <a:cubicBezTo>
                    <a:pt x="13110" y="22449"/>
                    <a:pt x="13244" y="22549"/>
                    <a:pt x="13344" y="22649"/>
                  </a:cubicBezTo>
                  <a:cubicBezTo>
                    <a:pt x="13426" y="22731"/>
                    <a:pt x="13508" y="22791"/>
                    <a:pt x="13553" y="22791"/>
                  </a:cubicBezTo>
                  <a:cubicBezTo>
                    <a:pt x="13563" y="22791"/>
                    <a:pt x="13571" y="22788"/>
                    <a:pt x="13577" y="22783"/>
                  </a:cubicBezTo>
                  <a:cubicBezTo>
                    <a:pt x="13582" y="22781"/>
                    <a:pt x="13588" y="22780"/>
                    <a:pt x="13595" y="22780"/>
                  </a:cubicBezTo>
                  <a:cubicBezTo>
                    <a:pt x="13739" y="22780"/>
                    <a:pt x="14344" y="23089"/>
                    <a:pt x="14344" y="23216"/>
                  </a:cubicBezTo>
                  <a:cubicBezTo>
                    <a:pt x="14344" y="23250"/>
                    <a:pt x="14411" y="23283"/>
                    <a:pt x="14478" y="23283"/>
                  </a:cubicBezTo>
                  <a:cubicBezTo>
                    <a:pt x="14578" y="23283"/>
                    <a:pt x="14678" y="23350"/>
                    <a:pt x="14745" y="23416"/>
                  </a:cubicBezTo>
                  <a:cubicBezTo>
                    <a:pt x="14772" y="23499"/>
                    <a:pt x="14845" y="23558"/>
                    <a:pt x="14888" y="23558"/>
                  </a:cubicBezTo>
                  <a:cubicBezTo>
                    <a:pt x="14897" y="23558"/>
                    <a:pt x="14906" y="23556"/>
                    <a:pt x="14911" y="23550"/>
                  </a:cubicBezTo>
                  <a:cubicBezTo>
                    <a:pt x="14945" y="23533"/>
                    <a:pt x="14995" y="23525"/>
                    <a:pt x="15049" y="23525"/>
                  </a:cubicBezTo>
                  <a:cubicBezTo>
                    <a:pt x="15103" y="23525"/>
                    <a:pt x="15162" y="23533"/>
                    <a:pt x="15212" y="23550"/>
                  </a:cubicBezTo>
                  <a:cubicBezTo>
                    <a:pt x="15290" y="23589"/>
                    <a:pt x="15368" y="23605"/>
                    <a:pt x="15433" y="23605"/>
                  </a:cubicBezTo>
                  <a:cubicBezTo>
                    <a:pt x="15478" y="23605"/>
                    <a:pt x="15518" y="23597"/>
                    <a:pt x="15545" y="23583"/>
                  </a:cubicBezTo>
                  <a:cubicBezTo>
                    <a:pt x="15571" y="23558"/>
                    <a:pt x="15596" y="23547"/>
                    <a:pt x="15620" y="23547"/>
                  </a:cubicBezTo>
                  <a:cubicBezTo>
                    <a:pt x="15658" y="23547"/>
                    <a:pt x="15691" y="23575"/>
                    <a:pt x="15712" y="23616"/>
                  </a:cubicBezTo>
                  <a:cubicBezTo>
                    <a:pt x="15729" y="23650"/>
                    <a:pt x="15762" y="23667"/>
                    <a:pt x="15800" y="23667"/>
                  </a:cubicBezTo>
                  <a:cubicBezTo>
                    <a:pt x="15837" y="23667"/>
                    <a:pt x="15879" y="23650"/>
                    <a:pt x="15912" y="23616"/>
                  </a:cubicBezTo>
                  <a:cubicBezTo>
                    <a:pt x="15979" y="23583"/>
                    <a:pt x="16112" y="23583"/>
                    <a:pt x="16146" y="23583"/>
                  </a:cubicBezTo>
                  <a:cubicBezTo>
                    <a:pt x="16165" y="23593"/>
                    <a:pt x="16188" y="23597"/>
                    <a:pt x="16212" y="23597"/>
                  </a:cubicBezTo>
                  <a:cubicBezTo>
                    <a:pt x="16271" y="23597"/>
                    <a:pt x="16342" y="23573"/>
                    <a:pt x="16412" y="23550"/>
                  </a:cubicBezTo>
                  <a:cubicBezTo>
                    <a:pt x="16513" y="23483"/>
                    <a:pt x="16579" y="23383"/>
                    <a:pt x="16579" y="23350"/>
                  </a:cubicBezTo>
                  <a:cubicBezTo>
                    <a:pt x="16579" y="23259"/>
                    <a:pt x="16604" y="23213"/>
                    <a:pt x="16647" y="23213"/>
                  </a:cubicBezTo>
                  <a:cubicBezTo>
                    <a:pt x="16714" y="23213"/>
                    <a:pt x="16824" y="23326"/>
                    <a:pt x="16946" y="23550"/>
                  </a:cubicBezTo>
                  <a:cubicBezTo>
                    <a:pt x="17080" y="23750"/>
                    <a:pt x="17246" y="23950"/>
                    <a:pt x="17280" y="23950"/>
                  </a:cubicBezTo>
                  <a:cubicBezTo>
                    <a:pt x="17480" y="23950"/>
                    <a:pt x="17747" y="23416"/>
                    <a:pt x="17780" y="23083"/>
                  </a:cubicBezTo>
                  <a:cubicBezTo>
                    <a:pt x="17780" y="22828"/>
                    <a:pt x="17796" y="22734"/>
                    <a:pt x="17851" y="22734"/>
                  </a:cubicBezTo>
                  <a:cubicBezTo>
                    <a:pt x="17875" y="22734"/>
                    <a:pt x="17906" y="22752"/>
                    <a:pt x="17947" y="22783"/>
                  </a:cubicBezTo>
                  <a:cubicBezTo>
                    <a:pt x="18047" y="22849"/>
                    <a:pt x="18214" y="23049"/>
                    <a:pt x="18347" y="23216"/>
                  </a:cubicBezTo>
                  <a:lnTo>
                    <a:pt x="18581" y="23550"/>
                  </a:lnTo>
                  <a:lnTo>
                    <a:pt x="18848" y="23383"/>
                  </a:lnTo>
                  <a:cubicBezTo>
                    <a:pt x="19007" y="23269"/>
                    <a:pt x="19104" y="23217"/>
                    <a:pt x="19224" y="23217"/>
                  </a:cubicBezTo>
                  <a:cubicBezTo>
                    <a:pt x="19280" y="23217"/>
                    <a:pt x="19341" y="23228"/>
                    <a:pt x="19415" y="23250"/>
                  </a:cubicBezTo>
                  <a:cubicBezTo>
                    <a:pt x="19486" y="23273"/>
                    <a:pt x="19544" y="23284"/>
                    <a:pt x="19597" y="23284"/>
                  </a:cubicBezTo>
                  <a:cubicBezTo>
                    <a:pt x="19694" y="23284"/>
                    <a:pt x="19774" y="23247"/>
                    <a:pt x="19882" y="23183"/>
                  </a:cubicBezTo>
                  <a:cubicBezTo>
                    <a:pt x="19948" y="23094"/>
                    <a:pt x="20015" y="23064"/>
                    <a:pt x="20062" y="23064"/>
                  </a:cubicBezTo>
                  <a:cubicBezTo>
                    <a:pt x="20085" y="23064"/>
                    <a:pt x="20104" y="23072"/>
                    <a:pt x="20115" y="23083"/>
                  </a:cubicBezTo>
                  <a:cubicBezTo>
                    <a:pt x="20129" y="23110"/>
                    <a:pt x="20148" y="23127"/>
                    <a:pt x="20176" y="23127"/>
                  </a:cubicBezTo>
                  <a:cubicBezTo>
                    <a:pt x="20215" y="23127"/>
                    <a:pt x="20270" y="23094"/>
                    <a:pt x="20349" y="23016"/>
                  </a:cubicBezTo>
                  <a:cubicBezTo>
                    <a:pt x="20424" y="22941"/>
                    <a:pt x="20499" y="22903"/>
                    <a:pt x="20546" y="22903"/>
                  </a:cubicBezTo>
                  <a:cubicBezTo>
                    <a:pt x="20561" y="22903"/>
                    <a:pt x="20574" y="22908"/>
                    <a:pt x="20582" y="22916"/>
                  </a:cubicBezTo>
                  <a:cubicBezTo>
                    <a:pt x="20589" y="22921"/>
                    <a:pt x="20598" y="22923"/>
                    <a:pt x="20611" y="22923"/>
                  </a:cubicBezTo>
                  <a:cubicBezTo>
                    <a:pt x="20859" y="22923"/>
                    <a:pt x="22243" y="22023"/>
                    <a:pt x="22750" y="21515"/>
                  </a:cubicBezTo>
                  <a:cubicBezTo>
                    <a:pt x="23284" y="21015"/>
                    <a:pt x="23551" y="20814"/>
                    <a:pt x="24452" y="20281"/>
                  </a:cubicBezTo>
                  <a:cubicBezTo>
                    <a:pt x="25115" y="19889"/>
                    <a:pt x="25424" y="19742"/>
                    <a:pt x="25576" y="19742"/>
                  </a:cubicBezTo>
                  <a:cubicBezTo>
                    <a:pt x="25592" y="19742"/>
                    <a:pt x="25606" y="19744"/>
                    <a:pt x="25619" y="19747"/>
                  </a:cubicBezTo>
                  <a:cubicBezTo>
                    <a:pt x="25648" y="19757"/>
                    <a:pt x="25681" y="19761"/>
                    <a:pt x="25714" y="19761"/>
                  </a:cubicBezTo>
                  <a:cubicBezTo>
                    <a:pt x="25794" y="19761"/>
                    <a:pt x="25882" y="19737"/>
                    <a:pt x="25953" y="19714"/>
                  </a:cubicBezTo>
                  <a:cubicBezTo>
                    <a:pt x="26099" y="19596"/>
                    <a:pt x="26658" y="19402"/>
                    <a:pt x="26746" y="19402"/>
                  </a:cubicBezTo>
                  <a:cubicBezTo>
                    <a:pt x="26758" y="19402"/>
                    <a:pt x="26761" y="19405"/>
                    <a:pt x="26753" y="19413"/>
                  </a:cubicBezTo>
                  <a:cubicBezTo>
                    <a:pt x="26744" y="19422"/>
                    <a:pt x="26747" y="19427"/>
                    <a:pt x="26761" y="19427"/>
                  </a:cubicBezTo>
                  <a:cubicBezTo>
                    <a:pt x="26799" y="19427"/>
                    <a:pt x="26916" y="19396"/>
                    <a:pt x="27087" y="19347"/>
                  </a:cubicBezTo>
                  <a:cubicBezTo>
                    <a:pt x="27354" y="19280"/>
                    <a:pt x="27554" y="19180"/>
                    <a:pt x="27587" y="19113"/>
                  </a:cubicBezTo>
                  <a:cubicBezTo>
                    <a:pt x="27654" y="19013"/>
                    <a:pt x="27754" y="18980"/>
                    <a:pt x="27887" y="18980"/>
                  </a:cubicBezTo>
                  <a:cubicBezTo>
                    <a:pt x="27923" y="18989"/>
                    <a:pt x="27959" y="18993"/>
                    <a:pt x="27993" y="18993"/>
                  </a:cubicBezTo>
                  <a:cubicBezTo>
                    <a:pt x="28085" y="18993"/>
                    <a:pt x="28163" y="18962"/>
                    <a:pt x="28188" y="18913"/>
                  </a:cubicBezTo>
                  <a:cubicBezTo>
                    <a:pt x="28221" y="18880"/>
                    <a:pt x="28354" y="18880"/>
                    <a:pt x="28454" y="18880"/>
                  </a:cubicBezTo>
                  <a:cubicBezTo>
                    <a:pt x="28510" y="18894"/>
                    <a:pt x="28559" y="18902"/>
                    <a:pt x="28601" y="18902"/>
                  </a:cubicBezTo>
                  <a:cubicBezTo>
                    <a:pt x="28659" y="18902"/>
                    <a:pt x="28702" y="18885"/>
                    <a:pt x="28721" y="18846"/>
                  </a:cubicBezTo>
                  <a:cubicBezTo>
                    <a:pt x="28735" y="18833"/>
                    <a:pt x="28749" y="18824"/>
                    <a:pt x="28763" y="18824"/>
                  </a:cubicBezTo>
                  <a:cubicBezTo>
                    <a:pt x="28782" y="18824"/>
                    <a:pt x="28802" y="18841"/>
                    <a:pt x="28821" y="18880"/>
                  </a:cubicBezTo>
                  <a:cubicBezTo>
                    <a:pt x="28830" y="18889"/>
                    <a:pt x="28839" y="18893"/>
                    <a:pt x="28849" y="18893"/>
                  </a:cubicBezTo>
                  <a:cubicBezTo>
                    <a:pt x="28877" y="18893"/>
                    <a:pt x="28915" y="18862"/>
                    <a:pt x="28988" y="18813"/>
                  </a:cubicBezTo>
                  <a:cubicBezTo>
                    <a:pt x="29025" y="18758"/>
                    <a:pt x="29062" y="18733"/>
                    <a:pt x="29093" y="18733"/>
                  </a:cubicBezTo>
                  <a:cubicBezTo>
                    <a:pt x="29118" y="18733"/>
                    <a:pt x="29140" y="18750"/>
                    <a:pt x="29155" y="18780"/>
                  </a:cubicBezTo>
                  <a:cubicBezTo>
                    <a:pt x="29188" y="18846"/>
                    <a:pt x="29288" y="18880"/>
                    <a:pt x="29355" y="18880"/>
                  </a:cubicBezTo>
                  <a:cubicBezTo>
                    <a:pt x="29722" y="18813"/>
                    <a:pt x="30489" y="18513"/>
                    <a:pt x="30689" y="18346"/>
                  </a:cubicBezTo>
                  <a:cubicBezTo>
                    <a:pt x="30789" y="18279"/>
                    <a:pt x="31023" y="18113"/>
                    <a:pt x="31156" y="18046"/>
                  </a:cubicBezTo>
                  <a:cubicBezTo>
                    <a:pt x="31290" y="17946"/>
                    <a:pt x="31423" y="17846"/>
                    <a:pt x="31423" y="17779"/>
                  </a:cubicBezTo>
                  <a:cubicBezTo>
                    <a:pt x="31423" y="17730"/>
                    <a:pt x="31459" y="17699"/>
                    <a:pt x="31517" y="17699"/>
                  </a:cubicBezTo>
                  <a:cubicBezTo>
                    <a:pt x="31539" y="17699"/>
                    <a:pt x="31563" y="17703"/>
                    <a:pt x="31590" y="17712"/>
                  </a:cubicBezTo>
                  <a:cubicBezTo>
                    <a:pt x="31690" y="17712"/>
                    <a:pt x="31757" y="17679"/>
                    <a:pt x="31857" y="17545"/>
                  </a:cubicBezTo>
                  <a:cubicBezTo>
                    <a:pt x="31924" y="17479"/>
                    <a:pt x="32124" y="17245"/>
                    <a:pt x="32324" y="17112"/>
                  </a:cubicBezTo>
                  <a:cubicBezTo>
                    <a:pt x="32524" y="16945"/>
                    <a:pt x="32791" y="16712"/>
                    <a:pt x="32924" y="16578"/>
                  </a:cubicBezTo>
                  <a:cubicBezTo>
                    <a:pt x="33158" y="16311"/>
                    <a:pt x="33558" y="14777"/>
                    <a:pt x="33458" y="14410"/>
                  </a:cubicBezTo>
                  <a:cubicBezTo>
                    <a:pt x="33437" y="14240"/>
                    <a:pt x="33483" y="14137"/>
                    <a:pt x="33563" y="14137"/>
                  </a:cubicBezTo>
                  <a:cubicBezTo>
                    <a:pt x="33608" y="14137"/>
                    <a:pt x="33664" y="14171"/>
                    <a:pt x="33725" y="14243"/>
                  </a:cubicBezTo>
                  <a:cubicBezTo>
                    <a:pt x="33853" y="14390"/>
                    <a:pt x="33931" y="14466"/>
                    <a:pt x="33981" y="14466"/>
                  </a:cubicBezTo>
                  <a:cubicBezTo>
                    <a:pt x="34022" y="14466"/>
                    <a:pt x="34043" y="14415"/>
                    <a:pt x="34058" y="14310"/>
                  </a:cubicBezTo>
                  <a:cubicBezTo>
                    <a:pt x="34092" y="14176"/>
                    <a:pt x="34025" y="14010"/>
                    <a:pt x="33691" y="13476"/>
                  </a:cubicBezTo>
                  <a:cubicBezTo>
                    <a:pt x="33256" y="12730"/>
                    <a:pt x="33053" y="12505"/>
                    <a:pt x="32892" y="12505"/>
                  </a:cubicBezTo>
                  <a:cubicBezTo>
                    <a:pt x="32880" y="12505"/>
                    <a:pt x="32869" y="12506"/>
                    <a:pt x="32858" y="12509"/>
                  </a:cubicBezTo>
                  <a:cubicBezTo>
                    <a:pt x="32836" y="12512"/>
                    <a:pt x="32817" y="12514"/>
                    <a:pt x="32800" y="12514"/>
                  </a:cubicBezTo>
                  <a:cubicBezTo>
                    <a:pt x="32652" y="12514"/>
                    <a:pt x="32638" y="12394"/>
                    <a:pt x="32757" y="12275"/>
                  </a:cubicBezTo>
                  <a:cubicBezTo>
                    <a:pt x="32858" y="12175"/>
                    <a:pt x="32858" y="12108"/>
                    <a:pt x="32791" y="12075"/>
                  </a:cubicBezTo>
                  <a:cubicBezTo>
                    <a:pt x="32691" y="12008"/>
                    <a:pt x="32691" y="11941"/>
                    <a:pt x="32757" y="11908"/>
                  </a:cubicBezTo>
                  <a:cubicBezTo>
                    <a:pt x="32767" y="11898"/>
                    <a:pt x="32777" y="11894"/>
                    <a:pt x="32786" y="11894"/>
                  </a:cubicBezTo>
                  <a:cubicBezTo>
                    <a:pt x="32808" y="11894"/>
                    <a:pt x="32824" y="11918"/>
                    <a:pt x="32824" y="11941"/>
                  </a:cubicBezTo>
                  <a:cubicBezTo>
                    <a:pt x="32824" y="11975"/>
                    <a:pt x="32891" y="12008"/>
                    <a:pt x="33024" y="12008"/>
                  </a:cubicBezTo>
                  <a:cubicBezTo>
                    <a:pt x="33043" y="12002"/>
                    <a:pt x="33062" y="11999"/>
                    <a:pt x="33082" y="11999"/>
                  </a:cubicBezTo>
                  <a:cubicBezTo>
                    <a:pt x="33171" y="11999"/>
                    <a:pt x="33270" y="12054"/>
                    <a:pt x="33325" y="12108"/>
                  </a:cubicBezTo>
                  <a:cubicBezTo>
                    <a:pt x="33425" y="12275"/>
                    <a:pt x="33892" y="12742"/>
                    <a:pt x="34259" y="13109"/>
                  </a:cubicBezTo>
                  <a:cubicBezTo>
                    <a:pt x="34363" y="13213"/>
                    <a:pt x="34428" y="13265"/>
                    <a:pt x="34503" y="13265"/>
                  </a:cubicBezTo>
                  <a:cubicBezTo>
                    <a:pt x="34548" y="13265"/>
                    <a:pt x="34596" y="13247"/>
                    <a:pt x="34659" y="13209"/>
                  </a:cubicBezTo>
                  <a:cubicBezTo>
                    <a:pt x="34892" y="13076"/>
                    <a:pt x="34959" y="12542"/>
                    <a:pt x="34792" y="12142"/>
                  </a:cubicBezTo>
                  <a:cubicBezTo>
                    <a:pt x="34759" y="12008"/>
                    <a:pt x="34659" y="11741"/>
                    <a:pt x="34592" y="11575"/>
                  </a:cubicBezTo>
                  <a:cubicBezTo>
                    <a:pt x="34525" y="11441"/>
                    <a:pt x="34292" y="10974"/>
                    <a:pt x="34025" y="10607"/>
                  </a:cubicBezTo>
                  <a:lnTo>
                    <a:pt x="33591" y="9907"/>
                  </a:lnTo>
                  <a:lnTo>
                    <a:pt x="33825" y="9940"/>
                  </a:lnTo>
                  <a:cubicBezTo>
                    <a:pt x="33958" y="9973"/>
                    <a:pt x="34025" y="10040"/>
                    <a:pt x="34025" y="10140"/>
                  </a:cubicBezTo>
                  <a:cubicBezTo>
                    <a:pt x="34025" y="10207"/>
                    <a:pt x="34058" y="10274"/>
                    <a:pt x="34092" y="10274"/>
                  </a:cubicBezTo>
                  <a:cubicBezTo>
                    <a:pt x="34125" y="10274"/>
                    <a:pt x="34292" y="10474"/>
                    <a:pt x="34425" y="10707"/>
                  </a:cubicBezTo>
                  <a:cubicBezTo>
                    <a:pt x="34613" y="10965"/>
                    <a:pt x="34801" y="11141"/>
                    <a:pt x="34884" y="11141"/>
                  </a:cubicBezTo>
                  <a:cubicBezTo>
                    <a:pt x="34919" y="11141"/>
                    <a:pt x="34936" y="11110"/>
                    <a:pt x="34926" y="11041"/>
                  </a:cubicBezTo>
                  <a:cubicBezTo>
                    <a:pt x="34904" y="10921"/>
                    <a:pt x="34946" y="10869"/>
                    <a:pt x="35024" y="10869"/>
                  </a:cubicBezTo>
                  <a:cubicBezTo>
                    <a:pt x="35185" y="10869"/>
                    <a:pt x="35501" y="11093"/>
                    <a:pt x="35726" y="11408"/>
                  </a:cubicBezTo>
                  <a:cubicBezTo>
                    <a:pt x="35810" y="11575"/>
                    <a:pt x="35867" y="11651"/>
                    <a:pt x="35923" y="11651"/>
                  </a:cubicBezTo>
                  <a:cubicBezTo>
                    <a:pt x="35957" y="11651"/>
                    <a:pt x="35989" y="11624"/>
                    <a:pt x="36026" y="11575"/>
                  </a:cubicBezTo>
                  <a:cubicBezTo>
                    <a:pt x="36093" y="11508"/>
                    <a:pt x="36160" y="11408"/>
                    <a:pt x="36227" y="11374"/>
                  </a:cubicBezTo>
                  <a:cubicBezTo>
                    <a:pt x="36260" y="11341"/>
                    <a:pt x="36327" y="11141"/>
                    <a:pt x="36360" y="10974"/>
                  </a:cubicBezTo>
                  <a:cubicBezTo>
                    <a:pt x="36389" y="10829"/>
                    <a:pt x="36418" y="10734"/>
                    <a:pt x="36425" y="10734"/>
                  </a:cubicBezTo>
                  <a:cubicBezTo>
                    <a:pt x="36426" y="10734"/>
                    <a:pt x="36427" y="10736"/>
                    <a:pt x="36427" y="10741"/>
                  </a:cubicBezTo>
                  <a:cubicBezTo>
                    <a:pt x="36437" y="10758"/>
                    <a:pt x="36445" y="10766"/>
                    <a:pt x="36451" y="10766"/>
                  </a:cubicBezTo>
                  <a:cubicBezTo>
                    <a:pt x="36499" y="10766"/>
                    <a:pt x="36379" y="10179"/>
                    <a:pt x="36260" y="9940"/>
                  </a:cubicBezTo>
                  <a:cubicBezTo>
                    <a:pt x="36191" y="9780"/>
                    <a:pt x="36185" y="9636"/>
                    <a:pt x="36231" y="9636"/>
                  </a:cubicBezTo>
                  <a:cubicBezTo>
                    <a:pt x="36253" y="9636"/>
                    <a:pt x="36285" y="9666"/>
                    <a:pt x="36327" y="9740"/>
                  </a:cubicBezTo>
                  <a:cubicBezTo>
                    <a:pt x="36345" y="9767"/>
                    <a:pt x="36370" y="9779"/>
                    <a:pt x="36398" y="9779"/>
                  </a:cubicBezTo>
                  <a:cubicBezTo>
                    <a:pt x="36476" y="9779"/>
                    <a:pt x="36578" y="9686"/>
                    <a:pt x="36627" y="9540"/>
                  </a:cubicBezTo>
                  <a:cubicBezTo>
                    <a:pt x="36627" y="9473"/>
                    <a:pt x="36594" y="9340"/>
                    <a:pt x="36560" y="9240"/>
                  </a:cubicBezTo>
                  <a:cubicBezTo>
                    <a:pt x="36493" y="9106"/>
                    <a:pt x="36493" y="8906"/>
                    <a:pt x="36527" y="8739"/>
                  </a:cubicBezTo>
                  <a:cubicBezTo>
                    <a:pt x="36560" y="8506"/>
                    <a:pt x="36560" y="8439"/>
                    <a:pt x="36327" y="8172"/>
                  </a:cubicBezTo>
                  <a:cubicBezTo>
                    <a:pt x="36193" y="8039"/>
                    <a:pt x="35993" y="7839"/>
                    <a:pt x="35860" y="7805"/>
                  </a:cubicBezTo>
                  <a:cubicBezTo>
                    <a:pt x="35593" y="7705"/>
                    <a:pt x="35326" y="7405"/>
                    <a:pt x="35493" y="7405"/>
                  </a:cubicBezTo>
                  <a:cubicBezTo>
                    <a:pt x="35559" y="7405"/>
                    <a:pt x="35593" y="7372"/>
                    <a:pt x="35593" y="7305"/>
                  </a:cubicBezTo>
                  <a:cubicBezTo>
                    <a:pt x="35589" y="7287"/>
                    <a:pt x="35595" y="7279"/>
                    <a:pt x="35609" y="7279"/>
                  </a:cubicBezTo>
                  <a:cubicBezTo>
                    <a:pt x="35726" y="7279"/>
                    <a:pt x="36389" y="7845"/>
                    <a:pt x="36627" y="8172"/>
                  </a:cubicBezTo>
                  <a:cubicBezTo>
                    <a:pt x="36836" y="8441"/>
                    <a:pt x="37099" y="8569"/>
                    <a:pt x="37319" y="8569"/>
                  </a:cubicBezTo>
                  <a:cubicBezTo>
                    <a:pt x="37591" y="8569"/>
                    <a:pt x="37798" y="8374"/>
                    <a:pt x="37761" y="8005"/>
                  </a:cubicBezTo>
                  <a:cubicBezTo>
                    <a:pt x="37761" y="7738"/>
                    <a:pt x="37661" y="7572"/>
                    <a:pt x="37161" y="6871"/>
                  </a:cubicBezTo>
                  <a:cubicBezTo>
                    <a:pt x="36627" y="6104"/>
                    <a:pt x="36527" y="5870"/>
                    <a:pt x="36694" y="5770"/>
                  </a:cubicBezTo>
                  <a:cubicBezTo>
                    <a:pt x="36707" y="5760"/>
                    <a:pt x="36733" y="5755"/>
                    <a:pt x="36768" y="5755"/>
                  </a:cubicBezTo>
                  <a:cubicBezTo>
                    <a:pt x="37073" y="5755"/>
                    <a:pt x="38081" y="6111"/>
                    <a:pt x="37961" y="6171"/>
                  </a:cubicBezTo>
                  <a:cubicBezTo>
                    <a:pt x="37928" y="6204"/>
                    <a:pt x="37961" y="6204"/>
                    <a:pt x="38061" y="6204"/>
                  </a:cubicBezTo>
                  <a:cubicBezTo>
                    <a:pt x="38428" y="6137"/>
                    <a:pt x="38562" y="5637"/>
                    <a:pt x="38361" y="5270"/>
                  </a:cubicBezTo>
                  <a:cubicBezTo>
                    <a:pt x="38253" y="5118"/>
                    <a:pt x="38215" y="5065"/>
                    <a:pt x="38257" y="5065"/>
                  </a:cubicBezTo>
                  <a:cubicBezTo>
                    <a:pt x="38280" y="5065"/>
                    <a:pt x="38325" y="5080"/>
                    <a:pt x="38395" y="5103"/>
                  </a:cubicBezTo>
                  <a:cubicBezTo>
                    <a:pt x="38450" y="5125"/>
                    <a:pt x="38488" y="5137"/>
                    <a:pt x="38513" y="5137"/>
                  </a:cubicBezTo>
                  <a:cubicBezTo>
                    <a:pt x="38565" y="5137"/>
                    <a:pt x="38573" y="5092"/>
                    <a:pt x="38595" y="5003"/>
                  </a:cubicBezTo>
                  <a:cubicBezTo>
                    <a:pt x="38595" y="4957"/>
                    <a:pt x="38595" y="4932"/>
                    <a:pt x="38598" y="4932"/>
                  </a:cubicBezTo>
                  <a:cubicBezTo>
                    <a:pt x="38602" y="4932"/>
                    <a:pt x="38610" y="4965"/>
                    <a:pt x="38628" y="5036"/>
                  </a:cubicBezTo>
                  <a:cubicBezTo>
                    <a:pt x="38662" y="5137"/>
                    <a:pt x="38720" y="5187"/>
                    <a:pt x="38816" y="5187"/>
                  </a:cubicBezTo>
                  <a:cubicBezTo>
                    <a:pt x="38912" y="5187"/>
                    <a:pt x="39045" y="5137"/>
                    <a:pt x="39229" y="5036"/>
                  </a:cubicBezTo>
                  <a:cubicBezTo>
                    <a:pt x="39462" y="4870"/>
                    <a:pt x="39529" y="4770"/>
                    <a:pt x="39662" y="4369"/>
                  </a:cubicBezTo>
                  <a:cubicBezTo>
                    <a:pt x="39762" y="3936"/>
                    <a:pt x="39762" y="3869"/>
                    <a:pt x="39596" y="3669"/>
                  </a:cubicBezTo>
                  <a:cubicBezTo>
                    <a:pt x="39429" y="3469"/>
                    <a:pt x="39429" y="3369"/>
                    <a:pt x="39496" y="3035"/>
                  </a:cubicBezTo>
                  <a:cubicBezTo>
                    <a:pt x="39629" y="2468"/>
                    <a:pt x="39529" y="2168"/>
                    <a:pt x="38962" y="1300"/>
                  </a:cubicBezTo>
                  <a:cubicBezTo>
                    <a:pt x="38528" y="667"/>
                    <a:pt x="38395" y="533"/>
                    <a:pt x="37995" y="300"/>
                  </a:cubicBezTo>
                  <a:cubicBezTo>
                    <a:pt x="37928" y="266"/>
                    <a:pt x="37828" y="200"/>
                    <a:pt x="37761" y="166"/>
                  </a:cubicBezTo>
                  <a:cubicBezTo>
                    <a:pt x="37605" y="49"/>
                    <a:pt x="37414" y="1"/>
                    <a:pt x="371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1" name="Google Shape;1031;p64"/>
          <p:cNvGrpSpPr/>
          <p:nvPr/>
        </p:nvGrpSpPr>
        <p:grpSpPr>
          <a:xfrm rot="2316221">
            <a:off x="270200" y="3223581"/>
            <a:ext cx="1427319" cy="1378887"/>
            <a:chOff x="4025005" y="-349716"/>
            <a:chExt cx="2082177" cy="2011523"/>
          </a:xfrm>
        </p:grpSpPr>
        <p:sp>
          <p:nvSpPr>
            <p:cNvPr id="1032" name="Google Shape;1032;p64"/>
            <p:cNvSpPr/>
            <p:nvPr/>
          </p:nvSpPr>
          <p:spPr>
            <a:xfrm rot="-9887279">
              <a:off x="4217529" y="464150"/>
              <a:ext cx="1676772" cy="995105"/>
            </a:xfrm>
            <a:custGeom>
              <a:avLst/>
              <a:gdLst/>
              <a:ahLst/>
              <a:cxnLst/>
              <a:rect l="l" t="t" r="r" b="b"/>
              <a:pathLst>
                <a:path w="35960" h="21341" extrusionOk="0">
                  <a:moveTo>
                    <a:pt x="25914" y="478"/>
                  </a:moveTo>
                  <a:cubicBezTo>
                    <a:pt x="25939" y="478"/>
                    <a:pt x="25971" y="519"/>
                    <a:pt x="26019" y="599"/>
                  </a:cubicBezTo>
                  <a:cubicBezTo>
                    <a:pt x="26052" y="699"/>
                    <a:pt x="26019" y="766"/>
                    <a:pt x="25952" y="766"/>
                  </a:cubicBezTo>
                  <a:cubicBezTo>
                    <a:pt x="25937" y="774"/>
                    <a:pt x="25923" y="778"/>
                    <a:pt x="25911" y="778"/>
                  </a:cubicBezTo>
                  <a:cubicBezTo>
                    <a:pt x="25872" y="778"/>
                    <a:pt x="25852" y="734"/>
                    <a:pt x="25852" y="632"/>
                  </a:cubicBezTo>
                  <a:cubicBezTo>
                    <a:pt x="25870" y="528"/>
                    <a:pt x="25887" y="478"/>
                    <a:pt x="25914" y="478"/>
                  </a:cubicBezTo>
                  <a:close/>
                  <a:moveTo>
                    <a:pt x="25719" y="1066"/>
                  </a:moveTo>
                  <a:cubicBezTo>
                    <a:pt x="25786" y="1066"/>
                    <a:pt x="25819" y="1066"/>
                    <a:pt x="25852" y="1133"/>
                  </a:cubicBezTo>
                  <a:cubicBezTo>
                    <a:pt x="25886" y="1199"/>
                    <a:pt x="25919" y="1266"/>
                    <a:pt x="25886" y="1333"/>
                  </a:cubicBezTo>
                  <a:cubicBezTo>
                    <a:pt x="25873" y="1345"/>
                    <a:pt x="25857" y="1353"/>
                    <a:pt x="25839" y="1353"/>
                  </a:cubicBezTo>
                  <a:cubicBezTo>
                    <a:pt x="25808" y="1353"/>
                    <a:pt x="25773" y="1330"/>
                    <a:pt x="25752" y="1266"/>
                  </a:cubicBezTo>
                  <a:cubicBezTo>
                    <a:pt x="25685" y="1199"/>
                    <a:pt x="25685" y="1099"/>
                    <a:pt x="25719" y="1066"/>
                  </a:cubicBezTo>
                  <a:close/>
                  <a:moveTo>
                    <a:pt x="26226" y="1001"/>
                  </a:moveTo>
                  <a:cubicBezTo>
                    <a:pt x="26264" y="1001"/>
                    <a:pt x="26312" y="1044"/>
                    <a:pt x="26386" y="1133"/>
                  </a:cubicBezTo>
                  <a:cubicBezTo>
                    <a:pt x="26573" y="1346"/>
                    <a:pt x="26567" y="1496"/>
                    <a:pt x="26404" y="1496"/>
                  </a:cubicBezTo>
                  <a:cubicBezTo>
                    <a:pt x="26363" y="1496"/>
                    <a:pt x="26313" y="1486"/>
                    <a:pt x="26253" y="1466"/>
                  </a:cubicBezTo>
                  <a:cubicBezTo>
                    <a:pt x="26019" y="1400"/>
                    <a:pt x="26019" y="1400"/>
                    <a:pt x="26086" y="1199"/>
                  </a:cubicBezTo>
                  <a:cubicBezTo>
                    <a:pt x="26142" y="1069"/>
                    <a:pt x="26177" y="1001"/>
                    <a:pt x="26226" y="1001"/>
                  </a:cubicBezTo>
                  <a:close/>
                  <a:moveTo>
                    <a:pt x="26006" y="1611"/>
                  </a:moveTo>
                  <a:cubicBezTo>
                    <a:pt x="26035" y="1611"/>
                    <a:pt x="26066" y="1627"/>
                    <a:pt x="26086" y="1666"/>
                  </a:cubicBezTo>
                  <a:cubicBezTo>
                    <a:pt x="26086" y="1700"/>
                    <a:pt x="26086" y="1733"/>
                    <a:pt x="26052" y="1767"/>
                  </a:cubicBezTo>
                  <a:cubicBezTo>
                    <a:pt x="26043" y="1776"/>
                    <a:pt x="26030" y="1780"/>
                    <a:pt x="26016" y="1780"/>
                  </a:cubicBezTo>
                  <a:cubicBezTo>
                    <a:pt x="25983" y="1780"/>
                    <a:pt x="25943" y="1757"/>
                    <a:pt x="25919" y="1733"/>
                  </a:cubicBezTo>
                  <a:cubicBezTo>
                    <a:pt x="25919" y="1700"/>
                    <a:pt x="25919" y="1633"/>
                    <a:pt x="25952" y="1633"/>
                  </a:cubicBezTo>
                  <a:cubicBezTo>
                    <a:pt x="25966" y="1619"/>
                    <a:pt x="25986" y="1611"/>
                    <a:pt x="26006" y="1611"/>
                  </a:cubicBezTo>
                  <a:close/>
                  <a:moveTo>
                    <a:pt x="26086" y="1833"/>
                  </a:moveTo>
                  <a:cubicBezTo>
                    <a:pt x="26286" y="1833"/>
                    <a:pt x="26286" y="1833"/>
                    <a:pt x="26219" y="2000"/>
                  </a:cubicBezTo>
                  <a:cubicBezTo>
                    <a:pt x="26152" y="2167"/>
                    <a:pt x="26152" y="2167"/>
                    <a:pt x="26319" y="2167"/>
                  </a:cubicBezTo>
                  <a:cubicBezTo>
                    <a:pt x="26332" y="2160"/>
                    <a:pt x="26346" y="2158"/>
                    <a:pt x="26360" y="2158"/>
                  </a:cubicBezTo>
                  <a:cubicBezTo>
                    <a:pt x="26421" y="2158"/>
                    <a:pt x="26486" y="2207"/>
                    <a:pt x="26486" y="2234"/>
                  </a:cubicBezTo>
                  <a:cubicBezTo>
                    <a:pt x="26486" y="2300"/>
                    <a:pt x="26586" y="2367"/>
                    <a:pt x="26653" y="2367"/>
                  </a:cubicBezTo>
                  <a:cubicBezTo>
                    <a:pt x="26689" y="2376"/>
                    <a:pt x="26715" y="2380"/>
                    <a:pt x="26732" y="2380"/>
                  </a:cubicBezTo>
                  <a:cubicBezTo>
                    <a:pt x="26779" y="2380"/>
                    <a:pt x="26759" y="2349"/>
                    <a:pt x="26686" y="2300"/>
                  </a:cubicBezTo>
                  <a:cubicBezTo>
                    <a:pt x="26653" y="2234"/>
                    <a:pt x="26553" y="2133"/>
                    <a:pt x="26486" y="2067"/>
                  </a:cubicBezTo>
                  <a:cubicBezTo>
                    <a:pt x="26386" y="2000"/>
                    <a:pt x="26386" y="1967"/>
                    <a:pt x="26486" y="1900"/>
                  </a:cubicBezTo>
                  <a:cubicBezTo>
                    <a:pt x="26515" y="1881"/>
                    <a:pt x="26541" y="1870"/>
                    <a:pt x="26567" y="1870"/>
                  </a:cubicBezTo>
                  <a:cubicBezTo>
                    <a:pt x="26631" y="1870"/>
                    <a:pt x="26692" y="1935"/>
                    <a:pt x="26786" y="2100"/>
                  </a:cubicBezTo>
                  <a:cubicBezTo>
                    <a:pt x="26886" y="2234"/>
                    <a:pt x="27020" y="2434"/>
                    <a:pt x="27086" y="2534"/>
                  </a:cubicBezTo>
                  <a:cubicBezTo>
                    <a:pt x="27187" y="2634"/>
                    <a:pt x="27220" y="2701"/>
                    <a:pt x="27187" y="2734"/>
                  </a:cubicBezTo>
                  <a:cubicBezTo>
                    <a:pt x="27171" y="2745"/>
                    <a:pt x="27144" y="2749"/>
                    <a:pt x="27109" y="2749"/>
                  </a:cubicBezTo>
                  <a:cubicBezTo>
                    <a:pt x="26928" y="2749"/>
                    <a:pt x="26542" y="2618"/>
                    <a:pt x="26486" y="2534"/>
                  </a:cubicBezTo>
                  <a:cubicBezTo>
                    <a:pt x="26486" y="2467"/>
                    <a:pt x="26353" y="2400"/>
                    <a:pt x="26219" y="2400"/>
                  </a:cubicBezTo>
                  <a:cubicBezTo>
                    <a:pt x="26119" y="2367"/>
                    <a:pt x="25986" y="2300"/>
                    <a:pt x="25986" y="2234"/>
                  </a:cubicBezTo>
                  <a:cubicBezTo>
                    <a:pt x="25886" y="1833"/>
                    <a:pt x="25886" y="1833"/>
                    <a:pt x="26086" y="1833"/>
                  </a:cubicBezTo>
                  <a:close/>
                  <a:moveTo>
                    <a:pt x="14146" y="3020"/>
                  </a:moveTo>
                  <a:cubicBezTo>
                    <a:pt x="14177" y="3020"/>
                    <a:pt x="14211" y="3044"/>
                    <a:pt x="14211" y="3067"/>
                  </a:cubicBezTo>
                  <a:cubicBezTo>
                    <a:pt x="14244" y="3101"/>
                    <a:pt x="14244" y="3168"/>
                    <a:pt x="14211" y="3168"/>
                  </a:cubicBezTo>
                  <a:cubicBezTo>
                    <a:pt x="14177" y="3184"/>
                    <a:pt x="14152" y="3193"/>
                    <a:pt x="14131" y="3193"/>
                  </a:cubicBezTo>
                  <a:cubicBezTo>
                    <a:pt x="14111" y="3193"/>
                    <a:pt x="14094" y="3184"/>
                    <a:pt x="14077" y="3168"/>
                  </a:cubicBezTo>
                  <a:cubicBezTo>
                    <a:pt x="14044" y="3101"/>
                    <a:pt x="14077" y="3067"/>
                    <a:pt x="14111" y="3034"/>
                  </a:cubicBezTo>
                  <a:cubicBezTo>
                    <a:pt x="14120" y="3024"/>
                    <a:pt x="14133" y="3020"/>
                    <a:pt x="14146" y="3020"/>
                  </a:cubicBezTo>
                  <a:close/>
                  <a:moveTo>
                    <a:pt x="14461" y="3226"/>
                  </a:moveTo>
                  <a:cubicBezTo>
                    <a:pt x="14487" y="3226"/>
                    <a:pt x="14505" y="3291"/>
                    <a:pt x="14477" y="3401"/>
                  </a:cubicBezTo>
                  <a:cubicBezTo>
                    <a:pt x="14449" y="3517"/>
                    <a:pt x="14420" y="3608"/>
                    <a:pt x="14391" y="3608"/>
                  </a:cubicBezTo>
                  <a:cubicBezTo>
                    <a:pt x="14386" y="3608"/>
                    <a:pt x="14382" y="3606"/>
                    <a:pt x="14377" y="3601"/>
                  </a:cubicBezTo>
                  <a:cubicBezTo>
                    <a:pt x="14311" y="3601"/>
                    <a:pt x="14344" y="3301"/>
                    <a:pt x="14444" y="3234"/>
                  </a:cubicBezTo>
                  <a:cubicBezTo>
                    <a:pt x="14450" y="3229"/>
                    <a:pt x="14456" y="3226"/>
                    <a:pt x="14461" y="3226"/>
                  </a:cubicBezTo>
                  <a:close/>
                  <a:moveTo>
                    <a:pt x="14578" y="3668"/>
                  </a:moveTo>
                  <a:cubicBezTo>
                    <a:pt x="14611" y="3701"/>
                    <a:pt x="14578" y="3735"/>
                    <a:pt x="14578" y="3801"/>
                  </a:cubicBezTo>
                  <a:cubicBezTo>
                    <a:pt x="14561" y="3818"/>
                    <a:pt x="14544" y="3826"/>
                    <a:pt x="14528" y="3826"/>
                  </a:cubicBezTo>
                  <a:cubicBezTo>
                    <a:pt x="14511" y="3826"/>
                    <a:pt x="14494" y="3818"/>
                    <a:pt x="14477" y="3801"/>
                  </a:cubicBezTo>
                  <a:cubicBezTo>
                    <a:pt x="14444" y="3768"/>
                    <a:pt x="14444" y="3701"/>
                    <a:pt x="14511" y="3668"/>
                  </a:cubicBezTo>
                  <a:close/>
                  <a:moveTo>
                    <a:pt x="31698" y="3779"/>
                  </a:moveTo>
                  <a:cubicBezTo>
                    <a:pt x="31717" y="3779"/>
                    <a:pt x="31737" y="3796"/>
                    <a:pt x="31756" y="3835"/>
                  </a:cubicBezTo>
                  <a:cubicBezTo>
                    <a:pt x="31790" y="3868"/>
                    <a:pt x="31790" y="3901"/>
                    <a:pt x="31756" y="3901"/>
                  </a:cubicBezTo>
                  <a:cubicBezTo>
                    <a:pt x="31756" y="3913"/>
                    <a:pt x="31749" y="3916"/>
                    <a:pt x="31738" y="3916"/>
                  </a:cubicBezTo>
                  <a:cubicBezTo>
                    <a:pt x="31716" y="3916"/>
                    <a:pt x="31679" y="3901"/>
                    <a:pt x="31656" y="3901"/>
                  </a:cubicBezTo>
                  <a:cubicBezTo>
                    <a:pt x="31623" y="3868"/>
                    <a:pt x="31590" y="3835"/>
                    <a:pt x="31656" y="3801"/>
                  </a:cubicBezTo>
                  <a:cubicBezTo>
                    <a:pt x="31670" y="3788"/>
                    <a:pt x="31684" y="3779"/>
                    <a:pt x="31698" y="3779"/>
                  </a:cubicBezTo>
                  <a:close/>
                  <a:moveTo>
                    <a:pt x="19776" y="2975"/>
                  </a:moveTo>
                  <a:cubicBezTo>
                    <a:pt x="19832" y="2975"/>
                    <a:pt x="19956" y="3039"/>
                    <a:pt x="20148" y="3168"/>
                  </a:cubicBezTo>
                  <a:cubicBezTo>
                    <a:pt x="20381" y="3313"/>
                    <a:pt x="20588" y="3407"/>
                    <a:pt x="20659" y="3407"/>
                  </a:cubicBezTo>
                  <a:cubicBezTo>
                    <a:pt x="20670" y="3407"/>
                    <a:pt x="20678" y="3405"/>
                    <a:pt x="20682" y="3401"/>
                  </a:cubicBezTo>
                  <a:cubicBezTo>
                    <a:pt x="20693" y="3395"/>
                    <a:pt x="20706" y="3393"/>
                    <a:pt x="20720" y="3393"/>
                  </a:cubicBezTo>
                  <a:cubicBezTo>
                    <a:pt x="20867" y="3393"/>
                    <a:pt x="21141" y="3711"/>
                    <a:pt x="21416" y="4168"/>
                  </a:cubicBezTo>
                  <a:cubicBezTo>
                    <a:pt x="21573" y="4460"/>
                    <a:pt x="21639" y="4586"/>
                    <a:pt x="21615" y="4586"/>
                  </a:cubicBezTo>
                  <a:cubicBezTo>
                    <a:pt x="21603" y="4586"/>
                    <a:pt x="21570" y="4556"/>
                    <a:pt x="21516" y="4502"/>
                  </a:cubicBezTo>
                  <a:cubicBezTo>
                    <a:pt x="21416" y="4402"/>
                    <a:pt x="21216" y="4302"/>
                    <a:pt x="21082" y="4268"/>
                  </a:cubicBezTo>
                  <a:cubicBezTo>
                    <a:pt x="20949" y="4202"/>
                    <a:pt x="20815" y="4135"/>
                    <a:pt x="20782" y="4068"/>
                  </a:cubicBezTo>
                  <a:cubicBezTo>
                    <a:pt x="20749" y="4001"/>
                    <a:pt x="20682" y="4001"/>
                    <a:pt x="20649" y="4001"/>
                  </a:cubicBezTo>
                  <a:cubicBezTo>
                    <a:pt x="20636" y="4010"/>
                    <a:pt x="20620" y="4014"/>
                    <a:pt x="20603" y="4014"/>
                  </a:cubicBezTo>
                  <a:cubicBezTo>
                    <a:pt x="20481" y="4014"/>
                    <a:pt x="20248" y="3817"/>
                    <a:pt x="20015" y="3468"/>
                  </a:cubicBezTo>
                  <a:cubicBezTo>
                    <a:pt x="19768" y="3139"/>
                    <a:pt x="19686" y="2975"/>
                    <a:pt x="19776" y="2975"/>
                  </a:cubicBezTo>
                  <a:close/>
                  <a:moveTo>
                    <a:pt x="22072" y="4790"/>
                  </a:moveTo>
                  <a:cubicBezTo>
                    <a:pt x="22091" y="4790"/>
                    <a:pt x="22116" y="4794"/>
                    <a:pt x="22150" y="4802"/>
                  </a:cubicBezTo>
                  <a:cubicBezTo>
                    <a:pt x="22250" y="4835"/>
                    <a:pt x="22283" y="4869"/>
                    <a:pt x="22283" y="4935"/>
                  </a:cubicBezTo>
                  <a:cubicBezTo>
                    <a:pt x="22267" y="4998"/>
                    <a:pt x="22214" y="5032"/>
                    <a:pt x="22159" y="5032"/>
                  </a:cubicBezTo>
                  <a:cubicBezTo>
                    <a:pt x="22098" y="5032"/>
                    <a:pt x="22034" y="4990"/>
                    <a:pt x="22016" y="4902"/>
                  </a:cubicBezTo>
                  <a:cubicBezTo>
                    <a:pt x="22016" y="4827"/>
                    <a:pt x="22016" y="4790"/>
                    <a:pt x="22072" y="4790"/>
                  </a:cubicBezTo>
                  <a:close/>
                  <a:moveTo>
                    <a:pt x="12471" y="4593"/>
                  </a:moveTo>
                  <a:cubicBezTo>
                    <a:pt x="12508" y="4593"/>
                    <a:pt x="12504" y="4658"/>
                    <a:pt x="12476" y="4769"/>
                  </a:cubicBezTo>
                  <a:cubicBezTo>
                    <a:pt x="12443" y="4935"/>
                    <a:pt x="12443" y="4969"/>
                    <a:pt x="12609" y="4969"/>
                  </a:cubicBezTo>
                  <a:cubicBezTo>
                    <a:pt x="12810" y="4969"/>
                    <a:pt x="12810" y="5202"/>
                    <a:pt x="12609" y="5236"/>
                  </a:cubicBezTo>
                  <a:cubicBezTo>
                    <a:pt x="12543" y="5236"/>
                    <a:pt x="12543" y="5302"/>
                    <a:pt x="12676" y="5503"/>
                  </a:cubicBezTo>
                  <a:cubicBezTo>
                    <a:pt x="12769" y="5669"/>
                    <a:pt x="12789" y="5764"/>
                    <a:pt x="12755" y="5764"/>
                  </a:cubicBezTo>
                  <a:cubicBezTo>
                    <a:pt x="12728" y="5764"/>
                    <a:pt x="12665" y="5703"/>
                    <a:pt x="12576" y="5569"/>
                  </a:cubicBezTo>
                  <a:lnTo>
                    <a:pt x="12443" y="5369"/>
                  </a:lnTo>
                  <a:lnTo>
                    <a:pt x="12409" y="5603"/>
                  </a:lnTo>
                  <a:lnTo>
                    <a:pt x="12409" y="5836"/>
                  </a:lnTo>
                  <a:lnTo>
                    <a:pt x="12042" y="5803"/>
                  </a:lnTo>
                  <a:cubicBezTo>
                    <a:pt x="11542" y="5736"/>
                    <a:pt x="11242" y="5503"/>
                    <a:pt x="11309" y="5202"/>
                  </a:cubicBezTo>
                  <a:cubicBezTo>
                    <a:pt x="11370" y="5048"/>
                    <a:pt x="11661" y="4865"/>
                    <a:pt x="11836" y="4865"/>
                  </a:cubicBezTo>
                  <a:cubicBezTo>
                    <a:pt x="11850" y="4865"/>
                    <a:pt x="11863" y="4866"/>
                    <a:pt x="11876" y="4869"/>
                  </a:cubicBezTo>
                  <a:cubicBezTo>
                    <a:pt x="11942" y="4902"/>
                    <a:pt x="12042" y="5036"/>
                    <a:pt x="12076" y="5136"/>
                  </a:cubicBezTo>
                  <a:cubicBezTo>
                    <a:pt x="12111" y="5224"/>
                    <a:pt x="12128" y="5265"/>
                    <a:pt x="12140" y="5265"/>
                  </a:cubicBezTo>
                  <a:cubicBezTo>
                    <a:pt x="12152" y="5265"/>
                    <a:pt x="12160" y="5232"/>
                    <a:pt x="12176" y="5169"/>
                  </a:cubicBezTo>
                  <a:cubicBezTo>
                    <a:pt x="12176" y="5069"/>
                    <a:pt x="12109" y="4935"/>
                    <a:pt x="12076" y="4902"/>
                  </a:cubicBezTo>
                  <a:cubicBezTo>
                    <a:pt x="11965" y="4813"/>
                    <a:pt x="12002" y="4754"/>
                    <a:pt x="12098" y="4754"/>
                  </a:cubicBezTo>
                  <a:cubicBezTo>
                    <a:pt x="12146" y="4754"/>
                    <a:pt x="12209" y="4769"/>
                    <a:pt x="12276" y="4802"/>
                  </a:cubicBezTo>
                  <a:cubicBezTo>
                    <a:pt x="12331" y="4816"/>
                    <a:pt x="12369" y="4824"/>
                    <a:pt x="12393" y="4824"/>
                  </a:cubicBezTo>
                  <a:cubicBezTo>
                    <a:pt x="12426" y="4824"/>
                    <a:pt x="12429" y="4808"/>
                    <a:pt x="12409" y="4769"/>
                  </a:cubicBezTo>
                  <a:cubicBezTo>
                    <a:pt x="12376" y="4702"/>
                    <a:pt x="12409" y="4635"/>
                    <a:pt x="12443" y="4602"/>
                  </a:cubicBezTo>
                  <a:cubicBezTo>
                    <a:pt x="12454" y="4596"/>
                    <a:pt x="12464" y="4593"/>
                    <a:pt x="12471" y="4593"/>
                  </a:cubicBezTo>
                  <a:close/>
                  <a:moveTo>
                    <a:pt x="7641" y="6460"/>
                  </a:moveTo>
                  <a:cubicBezTo>
                    <a:pt x="7669" y="6460"/>
                    <a:pt x="7688" y="6495"/>
                    <a:pt x="7673" y="6570"/>
                  </a:cubicBezTo>
                  <a:cubicBezTo>
                    <a:pt x="7673" y="6637"/>
                    <a:pt x="7639" y="6703"/>
                    <a:pt x="7606" y="6737"/>
                  </a:cubicBezTo>
                  <a:cubicBezTo>
                    <a:pt x="7594" y="6743"/>
                    <a:pt x="7584" y="6745"/>
                    <a:pt x="7576" y="6745"/>
                  </a:cubicBezTo>
                  <a:cubicBezTo>
                    <a:pt x="7539" y="6745"/>
                    <a:pt x="7539" y="6686"/>
                    <a:pt x="7539" y="6603"/>
                  </a:cubicBezTo>
                  <a:cubicBezTo>
                    <a:pt x="7558" y="6512"/>
                    <a:pt x="7606" y="6460"/>
                    <a:pt x="7641" y="6460"/>
                  </a:cubicBezTo>
                  <a:close/>
                  <a:moveTo>
                    <a:pt x="32059" y="3921"/>
                  </a:moveTo>
                  <a:cubicBezTo>
                    <a:pt x="32081" y="3921"/>
                    <a:pt x="32104" y="3925"/>
                    <a:pt x="32123" y="3935"/>
                  </a:cubicBezTo>
                  <a:cubicBezTo>
                    <a:pt x="32223" y="3968"/>
                    <a:pt x="32257" y="4035"/>
                    <a:pt x="32223" y="4102"/>
                  </a:cubicBezTo>
                  <a:cubicBezTo>
                    <a:pt x="32200" y="4125"/>
                    <a:pt x="32160" y="4149"/>
                    <a:pt x="32114" y="4149"/>
                  </a:cubicBezTo>
                  <a:cubicBezTo>
                    <a:pt x="32096" y="4149"/>
                    <a:pt x="32076" y="4145"/>
                    <a:pt x="32057" y="4135"/>
                  </a:cubicBezTo>
                  <a:cubicBezTo>
                    <a:pt x="32020" y="4123"/>
                    <a:pt x="31997" y="4115"/>
                    <a:pt x="31982" y="4115"/>
                  </a:cubicBezTo>
                  <a:cubicBezTo>
                    <a:pt x="31957" y="4115"/>
                    <a:pt x="31957" y="4138"/>
                    <a:pt x="31957" y="4202"/>
                  </a:cubicBezTo>
                  <a:cubicBezTo>
                    <a:pt x="31957" y="4277"/>
                    <a:pt x="31975" y="4314"/>
                    <a:pt x="32013" y="4314"/>
                  </a:cubicBezTo>
                  <a:cubicBezTo>
                    <a:pt x="32025" y="4314"/>
                    <a:pt x="32040" y="4310"/>
                    <a:pt x="32057" y="4302"/>
                  </a:cubicBezTo>
                  <a:cubicBezTo>
                    <a:pt x="32090" y="4302"/>
                    <a:pt x="32190" y="4335"/>
                    <a:pt x="32223" y="4402"/>
                  </a:cubicBezTo>
                  <a:cubicBezTo>
                    <a:pt x="32257" y="4452"/>
                    <a:pt x="32274" y="4477"/>
                    <a:pt x="32282" y="4477"/>
                  </a:cubicBezTo>
                  <a:cubicBezTo>
                    <a:pt x="32290" y="4477"/>
                    <a:pt x="32290" y="4452"/>
                    <a:pt x="32290" y="4402"/>
                  </a:cubicBezTo>
                  <a:cubicBezTo>
                    <a:pt x="32290" y="4268"/>
                    <a:pt x="32357" y="4235"/>
                    <a:pt x="32524" y="4235"/>
                  </a:cubicBezTo>
                  <a:cubicBezTo>
                    <a:pt x="32624" y="4235"/>
                    <a:pt x="32690" y="4235"/>
                    <a:pt x="32657" y="4268"/>
                  </a:cubicBezTo>
                  <a:cubicBezTo>
                    <a:pt x="32590" y="4302"/>
                    <a:pt x="32624" y="4368"/>
                    <a:pt x="32757" y="4502"/>
                  </a:cubicBezTo>
                  <a:cubicBezTo>
                    <a:pt x="32924" y="4635"/>
                    <a:pt x="32957" y="4702"/>
                    <a:pt x="32957" y="4902"/>
                  </a:cubicBezTo>
                  <a:cubicBezTo>
                    <a:pt x="32957" y="5059"/>
                    <a:pt x="32978" y="5114"/>
                    <a:pt x="33019" y="5114"/>
                  </a:cubicBezTo>
                  <a:cubicBezTo>
                    <a:pt x="33030" y="5114"/>
                    <a:pt x="33043" y="5109"/>
                    <a:pt x="33057" y="5102"/>
                  </a:cubicBezTo>
                  <a:cubicBezTo>
                    <a:pt x="33065" y="5097"/>
                    <a:pt x="33071" y="5095"/>
                    <a:pt x="33076" y="5095"/>
                  </a:cubicBezTo>
                  <a:cubicBezTo>
                    <a:pt x="33137" y="5095"/>
                    <a:pt x="33014" y="5441"/>
                    <a:pt x="32891" y="5503"/>
                  </a:cubicBezTo>
                  <a:cubicBezTo>
                    <a:pt x="32757" y="5569"/>
                    <a:pt x="32490" y="6336"/>
                    <a:pt x="32557" y="6370"/>
                  </a:cubicBezTo>
                  <a:cubicBezTo>
                    <a:pt x="32624" y="6403"/>
                    <a:pt x="32590" y="6470"/>
                    <a:pt x="32524" y="6503"/>
                  </a:cubicBezTo>
                  <a:cubicBezTo>
                    <a:pt x="32457" y="6537"/>
                    <a:pt x="32357" y="6703"/>
                    <a:pt x="32324" y="6870"/>
                  </a:cubicBezTo>
                  <a:cubicBezTo>
                    <a:pt x="32273" y="7034"/>
                    <a:pt x="32227" y="7117"/>
                    <a:pt x="32187" y="7117"/>
                  </a:cubicBezTo>
                  <a:cubicBezTo>
                    <a:pt x="32119" y="7117"/>
                    <a:pt x="32065" y="6893"/>
                    <a:pt x="32023" y="6437"/>
                  </a:cubicBezTo>
                  <a:cubicBezTo>
                    <a:pt x="31990" y="5736"/>
                    <a:pt x="31756" y="4602"/>
                    <a:pt x="31623" y="4402"/>
                  </a:cubicBezTo>
                  <a:cubicBezTo>
                    <a:pt x="31530" y="4216"/>
                    <a:pt x="31581" y="4031"/>
                    <a:pt x="31721" y="4031"/>
                  </a:cubicBezTo>
                  <a:cubicBezTo>
                    <a:pt x="31732" y="4031"/>
                    <a:pt x="31744" y="4032"/>
                    <a:pt x="31756" y="4035"/>
                  </a:cubicBezTo>
                  <a:cubicBezTo>
                    <a:pt x="31823" y="4035"/>
                    <a:pt x="31923" y="4001"/>
                    <a:pt x="31923" y="3968"/>
                  </a:cubicBezTo>
                  <a:cubicBezTo>
                    <a:pt x="31947" y="3945"/>
                    <a:pt x="32004" y="3921"/>
                    <a:pt x="32059" y="3921"/>
                  </a:cubicBezTo>
                  <a:close/>
                  <a:moveTo>
                    <a:pt x="16079" y="6937"/>
                  </a:moveTo>
                  <a:cubicBezTo>
                    <a:pt x="16112" y="6937"/>
                    <a:pt x="16145" y="6937"/>
                    <a:pt x="16212" y="7004"/>
                  </a:cubicBezTo>
                  <a:cubicBezTo>
                    <a:pt x="16245" y="7070"/>
                    <a:pt x="16245" y="7137"/>
                    <a:pt x="16245" y="7137"/>
                  </a:cubicBezTo>
                  <a:cubicBezTo>
                    <a:pt x="16212" y="7137"/>
                    <a:pt x="16145" y="7104"/>
                    <a:pt x="16112" y="7070"/>
                  </a:cubicBezTo>
                  <a:cubicBezTo>
                    <a:pt x="16045" y="7037"/>
                    <a:pt x="16012" y="6970"/>
                    <a:pt x="16079" y="6937"/>
                  </a:cubicBezTo>
                  <a:close/>
                  <a:moveTo>
                    <a:pt x="28988" y="2687"/>
                  </a:moveTo>
                  <a:cubicBezTo>
                    <a:pt x="29024" y="2687"/>
                    <a:pt x="29072" y="2718"/>
                    <a:pt x="29121" y="2767"/>
                  </a:cubicBezTo>
                  <a:cubicBezTo>
                    <a:pt x="29255" y="2867"/>
                    <a:pt x="29255" y="2967"/>
                    <a:pt x="29155" y="3201"/>
                  </a:cubicBezTo>
                  <a:cubicBezTo>
                    <a:pt x="29041" y="3457"/>
                    <a:pt x="29048" y="3616"/>
                    <a:pt x="29136" y="3616"/>
                  </a:cubicBezTo>
                  <a:cubicBezTo>
                    <a:pt x="29151" y="3616"/>
                    <a:pt x="29168" y="3611"/>
                    <a:pt x="29188" y="3601"/>
                  </a:cubicBezTo>
                  <a:cubicBezTo>
                    <a:pt x="29221" y="3568"/>
                    <a:pt x="29221" y="3501"/>
                    <a:pt x="29221" y="3401"/>
                  </a:cubicBezTo>
                  <a:cubicBezTo>
                    <a:pt x="29183" y="3268"/>
                    <a:pt x="29265" y="3189"/>
                    <a:pt x="29354" y="3189"/>
                  </a:cubicBezTo>
                  <a:cubicBezTo>
                    <a:pt x="29421" y="3189"/>
                    <a:pt x="29493" y="3234"/>
                    <a:pt x="29522" y="3334"/>
                  </a:cubicBezTo>
                  <a:cubicBezTo>
                    <a:pt x="29555" y="3434"/>
                    <a:pt x="29588" y="3534"/>
                    <a:pt x="29555" y="3568"/>
                  </a:cubicBezTo>
                  <a:cubicBezTo>
                    <a:pt x="29522" y="3668"/>
                    <a:pt x="29622" y="4702"/>
                    <a:pt x="29688" y="4869"/>
                  </a:cubicBezTo>
                  <a:cubicBezTo>
                    <a:pt x="29722" y="4935"/>
                    <a:pt x="29755" y="5069"/>
                    <a:pt x="29755" y="5169"/>
                  </a:cubicBezTo>
                  <a:cubicBezTo>
                    <a:pt x="29788" y="5636"/>
                    <a:pt x="29855" y="5836"/>
                    <a:pt x="29955" y="5936"/>
                  </a:cubicBezTo>
                  <a:cubicBezTo>
                    <a:pt x="30055" y="6003"/>
                    <a:pt x="30055" y="6136"/>
                    <a:pt x="29955" y="6270"/>
                  </a:cubicBezTo>
                  <a:cubicBezTo>
                    <a:pt x="29922" y="6403"/>
                    <a:pt x="29888" y="6637"/>
                    <a:pt x="29922" y="6803"/>
                  </a:cubicBezTo>
                  <a:cubicBezTo>
                    <a:pt x="29955" y="6970"/>
                    <a:pt x="29955" y="7137"/>
                    <a:pt x="29888" y="7170"/>
                  </a:cubicBezTo>
                  <a:cubicBezTo>
                    <a:pt x="29875" y="7179"/>
                    <a:pt x="29859" y="7183"/>
                    <a:pt x="29842" y="7183"/>
                  </a:cubicBezTo>
                  <a:cubicBezTo>
                    <a:pt x="29729" y="7183"/>
                    <a:pt x="29550" y="7010"/>
                    <a:pt x="29522" y="6837"/>
                  </a:cubicBezTo>
                  <a:cubicBezTo>
                    <a:pt x="29488" y="6770"/>
                    <a:pt x="29421" y="6570"/>
                    <a:pt x="29355" y="6403"/>
                  </a:cubicBezTo>
                  <a:cubicBezTo>
                    <a:pt x="29288" y="6203"/>
                    <a:pt x="29221" y="6003"/>
                    <a:pt x="29255" y="5903"/>
                  </a:cubicBezTo>
                  <a:cubicBezTo>
                    <a:pt x="29321" y="5603"/>
                    <a:pt x="29188" y="4902"/>
                    <a:pt x="28988" y="4468"/>
                  </a:cubicBezTo>
                  <a:cubicBezTo>
                    <a:pt x="28821" y="4135"/>
                    <a:pt x="28754" y="4035"/>
                    <a:pt x="28588" y="4001"/>
                  </a:cubicBezTo>
                  <a:cubicBezTo>
                    <a:pt x="28487" y="3968"/>
                    <a:pt x="28421" y="3901"/>
                    <a:pt x="28421" y="3868"/>
                  </a:cubicBezTo>
                  <a:cubicBezTo>
                    <a:pt x="28437" y="3851"/>
                    <a:pt x="28454" y="3843"/>
                    <a:pt x="28471" y="3843"/>
                  </a:cubicBezTo>
                  <a:cubicBezTo>
                    <a:pt x="28487" y="3843"/>
                    <a:pt x="28504" y="3851"/>
                    <a:pt x="28521" y="3868"/>
                  </a:cubicBezTo>
                  <a:cubicBezTo>
                    <a:pt x="28532" y="3875"/>
                    <a:pt x="28545" y="3879"/>
                    <a:pt x="28560" y="3879"/>
                  </a:cubicBezTo>
                  <a:cubicBezTo>
                    <a:pt x="28682" y="3879"/>
                    <a:pt x="28914" y="3657"/>
                    <a:pt x="28854" y="3568"/>
                  </a:cubicBezTo>
                  <a:cubicBezTo>
                    <a:pt x="28791" y="3408"/>
                    <a:pt x="28757" y="2730"/>
                    <a:pt x="28842" y="2730"/>
                  </a:cubicBezTo>
                  <a:cubicBezTo>
                    <a:pt x="28846" y="2730"/>
                    <a:pt x="28850" y="2731"/>
                    <a:pt x="28854" y="2734"/>
                  </a:cubicBezTo>
                  <a:cubicBezTo>
                    <a:pt x="28868" y="2748"/>
                    <a:pt x="28882" y="2756"/>
                    <a:pt x="28896" y="2756"/>
                  </a:cubicBezTo>
                  <a:cubicBezTo>
                    <a:pt x="28915" y="2756"/>
                    <a:pt x="28935" y="2740"/>
                    <a:pt x="28954" y="2701"/>
                  </a:cubicBezTo>
                  <a:cubicBezTo>
                    <a:pt x="28963" y="2692"/>
                    <a:pt x="28975" y="2687"/>
                    <a:pt x="28988" y="2687"/>
                  </a:cubicBezTo>
                  <a:close/>
                  <a:moveTo>
                    <a:pt x="30409" y="7182"/>
                  </a:moveTo>
                  <a:cubicBezTo>
                    <a:pt x="30438" y="7182"/>
                    <a:pt x="30469" y="7198"/>
                    <a:pt x="30489" y="7237"/>
                  </a:cubicBezTo>
                  <a:cubicBezTo>
                    <a:pt x="30489" y="7270"/>
                    <a:pt x="30489" y="7304"/>
                    <a:pt x="30489" y="7304"/>
                  </a:cubicBezTo>
                  <a:cubicBezTo>
                    <a:pt x="30478" y="7315"/>
                    <a:pt x="30467" y="7319"/>
                    <a:pt x="30454" y="7319"/>
                  </a:cubicBezTo>
                  <a:cubicBezTo>
                    <a:pt x="30430" y="7319"/>
                    <a:pt x="30400" y="7304"/>
                    <a:pt x="30355" y="7304"/>
                  </a:cubicBezTo>
                  <a:cubicBezTo>
                    <a:pt x="30322" y="7270"/>
                    <a:pt x="30322" y="7237"/>
                    <a:pt x="30355" y="7204"/>
                  </a:cubicBezTo>
                  <a:cubicBezTo>
                    <a:pt x="30369" y="7190"/>
                    <a:pt x="30389" y="7182"/>
                    <a:pt x="30409" y="7182"/>
                  </a:cubicBezTo>
                  <a:close/>
                  <a:moveTo>
                    <a:pt x="26981" y="6783"/>
                  </a:moveTo>
                  <a:cubicBezTo>
                    <a:pt x="27002" y="6783"/>
                    <a:pt x="27026" y="6790"/>
                    <a:pt x="27053" y="6803"/>
                  </a:cubicBezTo>
                  <a:cubicBezTo>
                    <a:pt x="27153" y="6870"/>
                    <a:pt x="27187" y="7237"/>
                    <a:pt x="27120" y="7404"/>
                  </a:cubicBezTo>
                  <a:cubicBezTo>
                    <a:pt x="27086" y="7471"/>
                    <a:pt x="27086" y="7571"/>
                    <a:pt x="27120" y="7637"/>
                  </a:cubicBezTo>
                  <a:cubicBezTo>
                    <a:pt x="27153" y="7671"/>
                    <a:pt x="27153" y="7771"/>
                    <a:pt x="27120" y="7838"/>
                  </a:cubicBezTo>
                  <a:cubicBezTo>
                    <a:pt x="27114" y="7847"/>
                    <a:pt x="27107" y="7851"/>
                    <a:pt x="27099" y="7851"/>
                  </a:cubicBezTo>
                  <a:cubicBezTo>
                    <a:pt x="27023" y="7851"/>
                    <a:pt x="26883" y="7436"/>
                    <a:pt x="26853" y="7104"/>
                  </a:cubicBezTo>
                  <a:cubicBezTo>
                    <a:pt x="26853" y="6890"/>
                    <a:pt x="26896" y="6783"/>
                    <a:pt x="26981" y="6783"/>
                  </a:cubicBezTo>
                  <a:close/>
                  <a:moveTo>
                    <a:pt x="27397" y="8012"/>
                  </a:moveTo>
                  <a:cubicBezTo>
                    <a:pt x="27422" y="8012"/>
                    <a:pt x="27452" y="8020"/>
                    <a:pt x="27487" y="8038"/>
                  </a:cubicBezTo>
                  <a:cubicBezTo>
                    <a:pt x="27553" y="8071"/>
                    <a:pt x="27553" y="8071"/>
                    <a:pt x="27553" y="8104"/>
                  </a:cubicBezTo>
                  <a:cubicBezTo>
                    <a:pt x="27520" y="8104"/>
                    <a:pt x="27487" y="8171"/>
                    <a:pt x="27420" y="8238"/>
                  </a:cubicBezTo>
                  <a:cubicBezTo>
                    <a:pt x="27390" y="8268"/>
                    <a:pt x="27367" y="8284"/>
                    <a:pt x="27350" y="8284"/>
                  </a:cubicBezTo>
                  <a:cubicBezTo>
                    <a:pt x="27330" y="8284"/>
                    <a:pt x="27320" y="8260"/>
                    <a:pt x="27320" y="8204"/>
                  </a:cubicBezTo>
                  <a:cubicBezTo>
                    <a:pt x="27295" y="8081"/>
                    <a:pt x="27326" y="8012"/>
                    <a:pt x="27397" y="8012"/>
                  </a:cubicBezTo>
                  <a:close/>
                  <a:moveTo>
                    <a:pt x="17146" y="8171"/>
                  </a:moveTo>
                  <a:cubicBezTo>
                    <a:pt x="17179" y="8204"/>
                    <a:pt x="17213" y="8271"/>
                    <a:pt x="17246" y="8305"/>
                  </a:cubicBezTo>
                  <a:cubicBezTo>
                    <a:pt x="17246" y="8350"/>
                    <a:pt x="17239" y="8368"/>
                    <a:pt x="17229" y="8368"/>
                  </a:cubicBezTo>
                  <a:cubicBezTo>
                    <a:pt x="17216" y="8368"/>
                    <a:pt x="17198" y="8341"/>
                    <a:pt x="17179" y="8305"/>
                  </a:cubicBezTo>
                  <a:cubicBezTo>
                    <a:pt x="17113" y="8238"/>
                    <a:pt x="17113" y="8171"/>
                    <a:pt x="17146" y="8171"/>
                  </a:cubicBezTo>
                  <a:close/>
                  <a:moveTo>
                    <a:pt x="6476" y="8035"/>
                  </a:moveTo>
                  <a:cubicBezTo>
                    <a:pt x="6495" y="8035"/>
                    <a:pt x="6505" y="8046"/>
                    <a:pt x="6505" y="8071"/>
                  </a:cubicBezTo>
                  <a:cubicBezTo>
                    <a:pt x="6505" y="8104"/>
                    <a:pt x="6472" y="8171"/>
                    <a:pt x="6405" y="8171"/>
                  </a:cubicBezTo>
                  <a:cubicBezTo>
                    <a:pt x="6305" y="8171"/>
                    <a:pt x="6272" y="8238"/>
                    <a:pt x="6338" y="8305"/>
                  </a:cubicBezTo>
                  <a:cubicBezTo>
                    <a:pt x="6372" y="8371"/>
                    <a:pt x="6372" y="8471"/>
                    <a:pt x="6338" y="8505"/>
                  </a:cubicBezTo>
                  <a:cubicBezTo>
                    <a:pt x="6338" y="8523"/>
                    <a:pt x="6331" y="8532"/>
                    <a:pt x="6319" y="8532"/>
                  </a:cubicBezTo>
                  <a:cubicBezTo>
                    <a:pt x="6288" y="8532"/>
                    <a:pt x="6229" y="8477"/>
                    <a:pt x="6205" y="8405"/>
                  </a:cubicBezTo>
                  <a:cubicBezTo>
                    <a:pt x="6105" y="8238"/>
                    <a:pt x="6105" y="8204"/>
                    <a:pt x="6305" y="8104"/>
                  </a:cubicBezTo>
                  <a:cubicBezTo>
                    <a:pt x="6387" y="8063"/>
                    <a:pt x="6444" y="8035"/>
                    <a:pt x="6476" y="8035"/>
                  </a:cubicBezTo>
                  <a:close/>
                  <a:moveTo>
                    <a:pt x="29188" y="7004"/>
                  </a:moveTo>
                  <a:cubicBezTo>
                    <a:pt x="29221" y="7004"/>
                    <a:pt x="29321" y="7104"/>
                    <a:pt x="29421" y="7204"/>
                  </a:cubicBezTo>
                  <a:cubicBezTo>
                    <a:pt x="29555" y="7337"/>
                    <a:pt x="29655" y="7404"/>
                    <a:pt x="29688" y="7404"/>
                  </a:cubicBezTo>
                  <a:cubicBezTo>
                    <a:pt x="29694" y="7400"/>
                    <a:pt x="29700" y="7398"/>
                    <a:pt x="29706" y="7398"/>
                  </a:cubicBezTo>
                  <a:cubicBezTo>
                    <a:pt x="29813" y="7398"/>
                    <a:pt x="30020" y="7913"/>
                    <a:pt x="29989" y="8071"/>
                  </a:cubicBezTo>
                  <a:cubicBezTo>
                    <a:pt x="29989" y="8138"/>
                    <a:pt x="30022" y="8204"/>
                    <a:pt x="30089" y="8271"/>
                  </a:cubicBezTo>
                  <a:cubicBezTo>
                    <a:pt x="30189" y="8338"/>
                    <a:pt x="30155" y="8371"/>
                    <a:pt x="29888" y="8438"/>
                  </a:cubicBezTo>
                  <a:cubicBezTo>
                    <a:pt x="29722" y="8471"/>
                    <a:pt x="29555" y="8571"/>
                    <a:pt x="29555" y="8605"/>
                  </a:cubicBezTo>
                  <a:cubicBezTo>
                    <a:pt x="29534" y="8648"/>
                    <a:pt x="29509" y="8667"/>
                    <a:pt x="29483" y="8667"/>
                  </a:cubicBezTo>
                  <a:cubicBezTo>
                    <a:pt x="29388" y="8667"/>
                    <a:pt x="29274" y="8398"/>
                    <a:pt x="29221" y="8004"/>
                  </a:cubicBezTo>
                  <a:cubicBezTo>
                    <a:pt x="29188" y="7737"/>
                    <a:pt x="29155" y="7437"/>
                    <a:pt x="29088" y="7371"/>
                  </a:cubicBezTo>
                  <a:cubicBezTo>
                    <a:pt x="29021" y="7237"/>
                    <a:pt x="29055" y="7104"/>
                    <a:pt x="29188" y="7004"/>
                  </a:cubicBezTo>
                  <a:close/>
                  <a:moveTo>
                    <a:pt x="14974" y="7537"/>
                  </a:moveTo>
                  <a:cubicBezTo>
                    <a:pt x="15003" y="7537"/>
                    <a:pt x="15011" y="7604"/>
                    <a:pt x="15011" y="7737"/>
                  </a:cubicBezTo>
                  <a:cubicBezTo>
                    <a:pt x="14978" y="7904"/>
                    <a:pt x="15045" y="8004"/>
                    <a:pt x="15145" y="8071"/>
                  </a:cubicBezTo>
                  <a:cubicBezTo>
                    <a:pt x="15345" y="8204"/>
                    <a:pt x="15512" y="8638"/>
                    <a:pt x="15378" y="8738"/>
                  </a:cubicBezTo>
                  <a:cubicBezTo>
                    <a:pt x="15371" y="8742"/>
                    <a:pt x="15364" y="8743"/>
                    <a:pt x="15357" y="8743"/>
                  </a:cubicBezTo>
                  <a:cubicBezTo>
                    <a:pt x="15297" y="8743"/>
                    <a:pt x="15238" y="8624"/>
                    <a:pt x="15178" y="8505"/>
                  </a:cubicBezTo>
                  <a:cubicBezTo>
                    <a:pt x="15126" y="8374"/>
                    <a:pt x="15073" y="8284"/>
                    <a:pt x="15037" y="8284"/>
                  </a:cubicBezTo>
                  <a:cubicBezTo>
                    <a:pt x="15027" y="8284"/>
                    <a:pt x="15018" y="8290"/>
                    <a:pt x="15011" y="8305"/>
                  </a:cubicBezTo>
                  <a:cubicBezTo>
                    <a:pt x="15011" y="8310"/>
                    <a:pt x="15008" y="8313"/>
                    <a:pt x="15003" y="8313"/>
                  </a:cubicBezTo>
                  <a:cubicBezTo>
                    <a:pt x="14978" y="8313"/>
                    <a:pt x="14900" y="8248"/>
                    <a:pt x="14844" y="8138"/>
                  </a:cubicBezTo>
                  <a:cubicBezTo>
                    <a:pt x="14711" y="7971"/>
                    <a:pt x="14711" y="7871"/>
                    <a:pt x="14811" y="7737"/>
                  </a:cubicBezTo>
                  <a:cubicBezTo>
                    <a:pt x="14894" y="7604"/>
                    <a:pt x="14944" y="7537"/>
                    <a:pt x="14974" y="7537"/>
                  </a:cubicBezTo>
                  <a:close/>
                  <a:moveTo>
                    <a:pt x="19214" y="8438"/>
                  </a:moveTo>
                  <a:cubicBezTo>
                    <a:pt x="19248" y="8438"/>
                    <a:pt x="19281" y="8505"/>
                    <a:pt x="19314" y="8571"/>
                  </a:cubicBezTo>
                  <a:cubicBezTo>
                    <a:pt x="19314" y="8680"/>
                    <a:pt x="19270" y="8789"/>
                    <a:pt x="19217" y="8789"/>
                  </a:cubicBezTo>
                  <a:cubicBezTo>
                    <a:pt x="19205" y="8789"/>
                    <a:pt x="19193" y="8784"/>
                    <a:pt x="19181" y="8772"/>
                  </a:cubicBezTo>
                  <a:cubicBezTo>
                    <a:pt x="19114" y="8638"/>
                    <a:pt x="19147" y="8438"/>
                    <a:pt x="19214" y="8438"/>
                  </a:cubicBezTo>
                  <a:close/>
                  <a:moveTo>
                    <a:pt x="27587" y="8738"/>
                  </a:moveTo>
                  <a:cubicBezTo>
                    <a:pt x="27620" y="8738"/>
                    <a:pt x="27654" y="8738"/>
                    <a:pt x="27687" y="8772"/>
                  </a:cubicBezTo>
                  <a:cubicBezTo>
                    <a:pt x="27754" y="8872"/>
                    <a:pt x="27720" y="9105"/>
                    <a:pt x="27654" y="9105"/>
                  </a:cubicBezTo>
                  <a:cubicBezTo>
                    <a:pt x="27553" y="9072"/>
                    <a:pt x="27520" y="8805"/>
                    <a:pt x="27587" y="8738"/>
                  </a:cubicBezTo>
                  <a:close/>
                  <a:moveTo>
                    <a:pt x="15532" y="8880"/>
                  </a:moveTo>
                  <a:cubicBezTo>
                    <a:pt x="15594" y="8880"/>
                    <a:pt x="15671" y="8924"/>
                    <a:pt x="15712" y="9005"/>
                  </a:cubicBezTo>
                  <a:cubicBezTo>
                    <a:pt x="15778" y="9072"/>
                    <a:pt x="15745" y="9172"/>
                    <a:pt x="15712" y="9239"/>
                  </a:cubicBezTo>
                  <a:cubicBezTo>
                    <a:pt x="15684" y="9266"/>
                    <a:pt x="15662" y="9282"/>
                    <a:pt x="15641" y="9282"/>
                  </a:cubicBezTo>
                  <a:cubicBezTo>
                    <a:pt x="15612" y="9282"/>
                    <a:pt x="15584" y="9250"/>
                    <a:pt x="15545" y="9172"/>
                  </a:cubicBezTo>
                  <a:cubicBezTo>
                    <a:pt x="15478" y="9105"/>
                    <a:pt x="15445" y="8972"/>
                    <a:pt x="15445" y="8938"/>
                  </a:cubicBezTo>
                  <a:cubicBezTo>
                    <a:pt x="15458" y="8899"/>
                    <a:pt x="15492" y="8880"/>
                    <a:pt x="15532" y="8880"/>
                  </a:cubicBezTo>
                  <a:close/>
                  <a:moveTo>
                    <a:pt x="19360" y="8938"/>
                  </a:moveTo>
                  <a:cubicBezTo>
                    <a:pt x="19381" y="8938"/>
                    <a:pt x="19414" y="9005"/>
                    <a:pt x="19448" y="9138"/>
                  </a:cubicBezTo>
                  <a:cubicBezTo>
                    <a:pt x="19481" y="9272"/>
                    <a:pt x="19481" y="9372"/>
                    <a:pt x="19448" y="9405"/>
                  </a:cubicBezTo>
                  <a:cubicBezTo>
                    <a:pt x="19430" y="9423"/>
                    <a:pt x="19414" y="9434"/>
                    <a:pt x="19401" y="9434"/>
                  </a:cubicBezTo>
                  <a:cubicBezTo>
                    <a:pt x="19365" y="9434"/>
                    <a:pt x="19348" y="9357"/>
                    <a:pt x="19348" y="9138"/>
                  </a:cubicBezTo>
                  <a:cubicBezTo>
                    <a:pt x="19331" y="9005"/>
                    <a:pt x="19339" y="8938"/>
                    <a:pt x="19360" y="8938"/>
                  </a:cubicBezTo>
                  <a:close/>
                  <a:moveTo>
                    <a:pt x="19903" y="7232"/>
                  </a:moveTo>
                  <a:cubicBezTo>
                    <a:pt x="19977" y="7232"/>
                    <a:pt x="20173" y="7448"/>
                    <a:pt x="20448" y="7838"/>
                  </a:cubicBezTo>
                  <a:cubicBezTo>
                    <a:pt x="20715" y="8204"/>
                    <a:pt x="20949" y="8438"/>
                    <a:pt x="21049" y="8471"/>
                  </a:cubicBezTo>
                  <a:cubicBezTo>
                    <a:pt x="21216" y="8538"/>
                    <a:pt x="21216" y="8538"/>
                    <a:pt x="21116" y="8605"/>
                  </a:cubicBezTo>
                  <a:cubicBezTo>
                    <a:pt x="21049" y="8671"/>
                    <a:pt x="21049" y="8738"/>
                    <a:pt x="21116" y="8872"/>
                  </a:cubicBezTo>
                  <a:cubicBezTo>
                    <a:pt x="21149" y="8972"/>
                    <a:pt x="21182" y="9072"/>
                    <a:pt x="21149" y="9072"/>
                  </a:cubicBezTo>
                  <a:cubicBezTo>
                    <a:pt x="21116" y="9105"/>
                    <a:pt x="21116" y="9172"/>
                    <a:pt x="21149" y="9239"/>
                  </a:cubicBezTo>
                  <a:cubicBezTo>
                    <a:pt x="21182" y="9305"/>
                    <a:pt x="21149" y="9405"/>
                    <a:pt x="21082" y="9472"/>
                  </a:cubicBezTo>
                  <a:cubicBezTo>
                    <a:pt x="20949" y="9605"/>
                    <a:pt x="20982" y="9605"/>
                    <a:pt x="21149" y="9706"/>
                  </a:cubicBezTo>
                  <a:cubicBezTo>
                    <a:pt x="21282" y="9772"/>
                    <a:pt x="21349" y="9839"/>
                    <a:pt x="21316" y="9906"/>
                  </a:cubicBezTo>
                  <a:cubicBezTo>
                    <a:pt x="21316" y="9920"/>
                    <a:pt x="21304" y="9928"/>
                    <a:pt x="21288" y="9928"/>
                  </a:cubicBezTo>
                  <a:cubicBezTo>
                    <a:pt x="21266" y="9928"/>
                    <a:pt x="21235" y="9911"/>
                    <a:pt x="21216" y="9872"/>
                  </a:cubicBezTo>
                  <a:cubicBezTo>
                    <a:pt x="21191" y="9824"/>
                    <a:pt x="21149" y="9793"/>
                    <a:pt x="21115" y="9793"/>
                  </a:cubicBezTo>
                  <a:cubicBezTo>
                    <a:pt x="21102" y="9793"/>
                    <a:pt x="21091" y="9797"/>
                    <a:pt x="21082" y="9806"/>
                  </a:cubicBezTo>
                  <a:cubicBezTo>
                    <a:pt x="21080" y="9807"/>
                    <a:pt x="21078" y="9807"/>
                    <a:pt x="21076" y="9807"/>
                  </a:cubicBezTo>
                  <a:cubicBezTo>
                    <a:pt x="20950" y="9807"/>
                    <a:pt x="20078" y="8026"/>
                    <a:pt x="19881" y="7371"/>
                  </a:cubicBezTo>
                  <a:cubicBezTo>
                    <a:pt x="19860" y="7277"/>
                    <a:pt x="19869" y="7232"/>
                    <a:pt x="19903" y="7232"/>
                  </a:cubicBezTo>
                  <a:close/>
                  <a:moveTo>
                    <a:pt x="27323" y="8431"/>
                  </a:moveTo>
                  <a:cubicBezTo>
                    <a:pt x="27337" y="8431"/>
                    <a:pt x="27391" y="8518"/>
                    <a:pt x="27420" y="8605"/>
                  </a:cubicBezTo>
                  <a:cubicBezTo>
                    <a:pt x="27453" y="8738"/>
                    <a:pt x="27487" y="8838"/>
                    <a:pt x="27453" y="8905"/>
                  </a:cubicBezTo>
                  <a:cubicBezTo>
                    <a:pt x="27420" y="8938"/>
                    <a:pt x="27453" y="9038"/>
                    <a:pt x="27487" y="9105"/>
                  </a:cubicBezTo>
                  <a:cubicBezTo>
                    <a:pt x="27553" y="9205"/>
                    <a:pt x="27553" y="9239"/>
                    <a:pt x="27487" y="9239"/>
                  </a:cubicBezTo>
                  <a:cubicBezTo>
                    <a:pt x="27420" y="9239"/>
                    <a:pt x="27420" y="9272"/>
                    <a:pt x="27420" y="9305"/>
                  </a:cubicBezTo>
                  <a:cubicBezTo>
                    <a:pt x="27487" y="9405"/>
                    <a:pt x="27353" y="9972"/>
                    <a:pt x="27287" y="10006"/>
                  </a:cubicBezTo>
                  <a:cubicBezTo>
                    <a:pt x="27253" y="10026"/>
                    <a:pt x="27223" y="10035"/>
                    <a:pt x="27198" y="10035"/>
                  </a:cubicBezTo>
                  <a:cubicBezTo>
                    <a:pt x="27098" y="10035"/>
                    <a:pt x="27067" y="9892"/>
                    <a:pt x="27120" y="9706"/>
                  </a:cubicBezTo>
                  <a:cubicBezTo>
                    <a:pt x="27187" y="9539"/>
                    <a:pt x="27187" y="9405"/>
                    <a:pt x="27187" y="9372"/>
                  </a:cubicBezTo>
                  <a:cubicBezTo>
                    <a:pt x="27120" y="9305"/>
                    <a:pt x="27253" y="8471"/>
                    <a:pt x="27320" y="8438"/>
                  </a:cubicBezTo>
                  <a:cubicBezTo>
                    <a:pt x="27320" y="8434"/>
                    <a:pt x="27321" y="8431"/>
                    <a:pt x="27323" y="8431"/>
                  </a:cubicBezTo>
                  <a:close/>
                  <a:moveTo>
                    <a:pt x="15813" y="9764"/>
                  </a:moveTo>
                  <a:cubicBezTo>
                    <a:pt x="15836" y="9764"/>
                    <a:pt x="15881" y="9780"/>
                    <a:pt x="15945" y="9806"/>
                  </a:cubicBezTo>
                  <a:cubicBezTo>
                    <a:pt x="16045" y="9872"/>
                    <a:pt x="16179" y="9972"/>
                    <a:pt x="16212" y="10072"/>
                  </a:cubicBezTo>
                  <a:cubicBezTo>
                    <a:pt x="16245" y="10273"/>
                    <a:pt x="16245" y="10273"/>
                    <a:pt x="15979" y="10339"/>
                  </a:cubicBezTo>
                  <a:cubicBezTo>
                    <a:pt x="15812" y="10339"/>
                    <a:pt x="15812" y="10339"/>
                    <a:pt x="15878" y="10239"/>
                  </a:cubicBezTo>
                  <a:cubicBezTo>
                    <a:pt x="15945" y="10139"/>
                    <a:pt x="15945" y="10039"/>
                    <a:pt x="15878" y="9906"/>
                  </a:cubicBezTo>
                  <a:cubicBezTo>
                    <a:pt x="15797" y="9804"/>
                    <a:pt x="15778" y="9764"/>
                    <a:pt x="15813" y="9764"/>
                  </a:cubicBezTo>
                  <a:close/>
                  <a:moveTo>
                    <a:pt x="7842" y="9764"/>
                  </a:moveTo>
                  <a:cubicBezTo>
                    <a:pt x="7869" y="9764"/>
                    <a:pt x="7908" y="9780"/>
                    <a:pt x="7973" y="9806"/>
                  </a:cubicBezTo>
                  <a:cubicBezTo>
                    <a:pt x="8073" y="9839"/>
                    <a:pt x="8173" y="9906"/>
                    <a:pt x="8206" y="9972"/>
                  </a:cubicBezTo>
                  <a:cubicBezTo>
                    <a:pt x="8507" y="10406"/>
                    <a:pt x="8807" y="11006"/>
                    <a:pt x="8807" y="11107"/>
                  </a:cubicBezTo>
                  <a:cubicBezTo>
                    <a:pt x="8801" y="11125"/>
                    <a:pt x="8791" y="11135"/>
                    <a:pt x="8776" y="11135"/>
                  </a:cubicBezTo>
                  <a:cubicBezTo>
                    <a:pt x="8705" y="11135"/>
                    <a:pt x="8507" y="10922"/>
                    <a:pt x="7906" y="10239"/>
                  </a:cubicBezTo>
                  <a:cubicBezTo>
                    <a:pt x="7806" y="10139"/>
                    <a:pt x="7773" y="9972"/>
                    <a:pt x="7773" y="9906"/>
                  </a:cubicBezTo>
                  <a:cubicBezTo>
                    <a:pt x="7793" y="9804"/>
                    <a:pt x="7801" y="9764"/>
                    <a:pt x="7842" y="9764"/>
                  </a:cubicBezTo>
                  <a:close/>
                  <a:moveTo>
                    <a:pt x="5256" y="10998"/>
                  </a:moveTo>
                  <a:cubicBezTo>
                    <a:pt x="5260" y="10998"/>
                    <a:pt x="5265" y="11001"/>
                    <a:pt x="5271" y="11006"/>
                  </a:cubicBezTo>
                  <a:cubicBezTo>
                    <a:pt x="5304" y="11006"/>
                    <a:pt x="5338" y="11073"/>
                    <a:pt x="5371" y="11173"/>
                  </a:cubicBezTo>
                  <a:cubicBezTo>
                    <a:pt x="5371" y="11240"/>
                    <a:pt x="5371" y="11307"/>
                    <a:pt x="5338" y="11307"/>
                  </a:cubicBezTo>
                  <a:cubicBezTo>
                    <a:pt x="5304" y="11273"/>
                    <a:pt x="5271" y="11207"/>
                    <a:pt x="5238" y="11140"/>
                  </a:cubicBezTo>
                  <a:cubicBezTo>
                    <a:pt x="5238" y="11058"/>
                    <a:pt x="5238" y="10998"/>
                    <a:pt x="5256" y="10998"/>
                  </a:cubicBezTo>
                  <a:close/>
                  <a:moveTo>
                    <a:pt x="6802" y="11548"/>
                  </a:moveTo>
                  <a:cubicBezTo>
                    <a:pt x="6890" y="11548"/>
                    <a:pt x="7059" y="11652"/>
                    <a:pt x="7306" y="11874"/>
                  </a:cubicBezTo>
                  <a:cubicBezTo>
                    <a:pt x="7619" y="12156"/>
                    <a:pt x="7961" y="12614"/>
                    <a:pt x="7864" y="12614"/>
                  </a:cubicBezTo>
                  <a:cubicBezTo>
                    <a:pt x="7858" y="12614"/>
                    <a:pt x="7850" y="12612"/>
                    <a:pt x="7839" y="12608"/>
                  </a:cubicBezTo>
                  <a:cubicBezTo>
                    <a:pt x="7773" y="12574"/>
                    <a:pt x="7639" y="12574"/>
                    <a:pt x="7472" y="12574"/>
                  </a:cubicBezTo>
                  <a:cubicBezTo>
                    <a:pt x="7445" y="12580"/>
                    <a:pt x="7419" y="12583"/>
                    <a:pt x="7394" y="12583"/>
                  </a:cubicBezTo>
                  <a:cubicBezTo>
                    <a:pt x="7271" y="12583"/>
                    <a:pt x="7183" y="12513"/>
                    <a:pt x="7072" y="12374"/>
                  </a:cubicBezTo>
                  <a:cubicBezTo>
                    <a:pt x="6736" y="11849"/>
                    <a:pt x="6651" y="11548"/>
                    <a:pt x="6802" y="11548"/>
                  </a:cubicBezTo>
                  <a:close/>
                  <a:moveTo>
                    <a:pt x="2590" y="11682"/>
                  </a:moveTo>
                  <a:cubicBezTo>
                    <a:pt x="2636" y="11682"/>
                    <a:pt x="2702" y="11724"/>
                    <a:pt x="2769" y="11807"/>
                  </a:cubicBezTo>
                  <a:cubicBezTo>
                    <a:pt x="2802" y="11874"/>
                    <a:pt x="2869" y="11974"/>
                    <a:pt x="2903" y="12041"/>
                  </a:cubicBezTo>
                  <a:cubicBezTo>
                    <a:pt x="2903" y="12074"/>
                    <a:pt x="2969" y="12207"/>
                    <a:pt x="3036" y="12307"/>
                  </a:cubicBezTo>
                  <a:cubicBezTo>
                    <a:pt x="3103" y="12407"/>
                    <a:pt x="3136" y="12541"/>
                    <a:pt x="3103" y="12608"/>
                  </a:cubicBezTo>
                  <a:cubicBezTo>
                    <a:pt x="3103" y="12621"/>
                    <a:pt x="3097" y="12630"/>
                    <a:pt x="3090" y="12630"/>
                  </a:cubicBezTo>
                  <a:cubicBezTo>
                    <a:pt x="3081" y="12630"/>
                    <a:pt x="3069" y="12613"/>
                    <a:pt x="3069" y="12574"/>
                  </a:cubicBezTo>
                  <a:cubicBezTo>
                    <a:pt x="3069" y="12541"/>
                    <a:pt x="2936" y="12374"/>
                    <a:pt x="2802" y="12207"/>
                  </a:cubicBezTo>
                  <a:cubicBezTo>
                    <a:pt x="2669" y="12041"/>
                    <a:pt x="2569" y="11874"/>
                    <a:pt x="2536" y="11807"/>
                  </a:cubicBezTo>
                  <a:cubicBezTo>
                    <a:pt x="2519" y="11724"/>
                    <a:pt x="2544" y="11682"/>
                    <a:pt x="2590" y="11682"/>
                  </a:cubicBezTo>
                  <a:close/>
                  <a:moveTo>
                    <a:pt x="10385" y="12540"/>
                  </a:moveTo>
                  <a:cubicBezTo>
                    <a:pt x="10462" y="12540"/>
                    <a:pt x="10587" y="12666"/>
                    <a:pt x="10741" y="12908"/>
                  </a:cubicBezTo>
                  <a:cubicBezTo>
                    <a:pt x="10926" y="13208"/>
                    <a:pt x="10999" y="13381"/>
                    <a:pt x="10949" y="13381"/>
                  </a:cubicBezTo>
                  <a:cubicBezTo>
                    <a:pt x="10927" y="13381"/>
                    <a:pt x="10880" y="13347"/>
                    <a:pt x="10808" y="13275"/>
                  </a:cubicBezTo>
                  <a:cubicBezTo>
                    <a:pt x="10708" y="13175"/>
                    <a:pt x="10608" y="13141"/>
                    <a:pt x="10575" y="13141"/>
                  </a:cubicBezTo>
                  <a:cubicBezTo>
                    <a:pt x="10567" y="13146"/>
                    <a:pt x="10559" y="13149"/>
                    <a:pt x="10551" y="13149"/>
                  </a:cubicBezTo>
                  <a:cubicBezTo>
                    <a:pt x="10450" y="13149"/>
                    <a:pt x="10308" y="12795"/>
                    <a:pt x="10308" y="12641"/>
                  </a:cubicBezTo>
                  <a:cubicBezTo>
                    <a:pt x="10319" y="12573"/>
                    <a:pt x="10346" y="12540"/>
                    <a:pt x="10385" y="12540"/>
                  </a:cubicBezTo>
                  <a:close/>
                  <a:moveTo>
                    <a:pt x="11991" y="12446"/>
                  </a:moveTo>
                  <a:cubicBezTo>
                    <a:pt x="12054" y="12446"/>
                    <a:pt x="12171" y="12522"/>
                    <a:pt x="12343" y="12674"/>
                  </a:cubicBezTo>
                  <a:cubicBezTo>
                    <a:pt x="12609" y="12941"/>
                    <a:pt x="12676" y="13341"/>
                    <a:pt x="12409" y="13575"/>
                  </a:cubicBezTo>
                  <a:cubicBezTo>
                    <a:pt x="12309" y="13642"/>
                    <a:pt x="12209" y="13775"/>
                    <a:pt x="12142" y="13842"/>
                  </a:cubicBezTo>
                  <a:cubicBezTo>
                    <a:pt x="12083" y="13882"/>
                    <a:pt x="12032" y="13901"/>
                    <a:pt x="11993" y="13901"/>
                  </a:cubicBezTo>
                  <a:cubicBezTo>
                    <a:pt x="11900" y="13901"/>
                    <a:pt x="11872" y="13796"/>
                    <a:pt x="11942" y="13608"/>
                  </a:cubicBezTo>
                  <a:cubicBezTo>
                    <a:pt x="12042" y="13375"/>
                    <a:pt x="12042" y="12941"/>
                    <a:pt x="11942" y="12574"/>
                  </a:cubicBezTo>
                  <a:cubicBezTo>
                    <a:pt x="11928" y="12489"/>
                    <a:pt x="11944" y="12446"/>
                    <a:pt x="11991" y="12446"/>
                  </a:cubicBezTo>
                  <a:close/>
                  <a:moveTo>
                    <a:pt x="3436" y="13275"/>
                  </a:moveTo>
                  <a:lnTo>
                    <a:pt x="3703" y="13408"/>
                  </a:lnTo>
                  <a:cubicBezTo>
                    <a:pt x="3837" y="13475"/>
                    <a:pt x="4037" y="13608"/>
                    <a:pt x="4070" y="13708"/>
                  </a:cubicBezTo>
                  <a:cubicBezTo>
                    <a:pt x="4137" y="13775"/>
                    <a:pt x="4137" y="13875"/>
                    <a:pt x="4103" y="13909"/>
                  </a:cubicBezTo>
                  <a:cubicBezTo>
                    <a:pt x="4094" y="13918"/>
                    <a:pt x="4083" y="13922"/>
                    <a:pt x="4071" y="13922"/>
                  </a:cubicBezTo>
                  <a:cubicBezTo>
                    <a:pt x="4037" y="13922"/>
                    <a:pt x="3994" y="13891"/>
                    <a:pt x="3970" y="13842"/>
                  </a:cubicBezTo>
                  <a:cubicBezTo>
                    <a:pt x="3937" y="13775"/>
                    <a:pt x="3870" y="13742"/>
                    <a:pt x="3837" y="13742"/>
                  </a:cubicBezTo>
                  <a:cubicBezTo>
                    <a:pt x="3832" y="13746"/>
                    <a:pt x="3827" y="13748"/>
                    <a:pt x="3820" y="13748"/>
                  </a:cubicBezTo>
                  <a:cubicBezTo>
                    <a:pt x="3777" y="13748"/>
                    <a:pt x="3690" y="13658"/>
                    <a:pt x="3603" y="13542"/>
                  </a:cubicBezTo>
                  <a:lnTo>
                    <a:pt x="3436" y="13275"/>
                  </a:lnTo>
                  <a:close/>
                  <a:moveTo>
                    <a:pt x="8507" y="15209"/>
                  </a:moveTo>
                  <a:cubicBezTo>
                    <a:pt x="8507" y="15243"/>
                    <a:pt x="8507" y="15276"/>
                    <a:pt x="8473" y="15343"/>
                  </a:cubicBezTo>
                  <a:cubicBezTo>
                    <a:pt x="8457" y="15360"/>
                    <a:pt x="8440" y="15368"/>
                    <a:pt x="8423" y="15368"/>
                  </a:cubicBezTo>
                  <a:cubicBezTo>
                    <a:pt x="8406" y="15368"/>
                    <a:pt x="8390" y="15360"/>
                    <a:pt x="8373" y="15343"/>
                  </a:cubicBezTo>
                  <a:cubicBezTo>
                    <a:pt x="8373" y="15310"/>
                    <a:pt x="8373" y="15243"/>
                    <a:pt x="8406" y="15243"/>
                  </a:cubicBezTo>
                  <a:cubicBezTo>
                    <a:pt x="8440" y="15209"/>
                    <a:pt x="8473" y="15209"/>
                    <a:pt x="8507" y="15209"/>
                  </a:cubicBezTo>
                  <a:close/>
                  <a:moveTo>
                    <a:pt x="4473" y="14465"/>
                  </a:moveTo>
                  <a:cubicBezTo>
                    <a:pt x="4494" y="14465"/>
                    <a:pt x="4535" y="14481"/>
                    <a:pt x="4604" y="14509"/>
                  </a:cubicBezTo>
                  <a:cubicBezTo>
                    <a:pt x="4737" y="14576"/>
                    <a:pt x="4804" y="14609"/>
                    <a:pt x="4771" y="14676"/>
                  </a:cubicBezTo>
                  <a:cubicBezTo>
                    <a:pt x="4704" y="14742"/>
                    <a:pt x="4937" y="14909"/>
                    <a:pt x="5204" y="14976"/>
                  </a:cubicBezTo>
                  <a:cubicBezTo>
                    <a:pt x="5304" y="15009"/>
                    <a:pt x="5404" y="15109"/>
                    <a:pt x="5471" y="15310"/>
                  </a:cubicBezTo>
                  <a:cubicBezTo>
                    <a:pt x="5527" y="15449"/>
                    <a:pt x="5582" y="15518"/>
                    <a:pt x="5619" y="15518"/>
                  </a:cubicBezTo>
                  <a:cubicBezTo>
                    <a:pt x="5626" y="15518"/>
                    <a:pt x="5632" y="15515"/>
                    <a:pt x="5638" y="15510"/>
                  </a:cubicBezTo>
                  <a:cubicBezTo>
                    <a:pt x="5648" y="15500"/>
                    <a:pt x="5660" y="15496"/>
                    <a:pt x="5674" y="15496"/>
                  </a:cubicBezTo>
                  <a:cubicBezTo>
                    <a:pt x="5707" y="15496"/>
                    <a:pt x="5748" y="15519"/>
                    <a:pt x="5771" y="15543"/>
                  </a:cubicBezTo>
                  <a:cubicBezTo>
                    <a:pt x="5771" y="15576"/>
                    <a:pt x="5738" y="15643"/>
                    <a:pt x="5638" y="15710"/>
                  </a:cubicBezTo>
                  <a:cubicBezTo>
                    <a:pt x="5591" y="15733"/>
                    <a:pt x="5547" y="15746"/>
                    <a:pt x="5502" y="15746"/>
                  </a:cubicBezTo>
                  <a:cubicBezTo>
                    <a:pt x="5353" y="15746"/>
                    <a:pt x="5201" y="15609"/>
                    <a:pt x="4971" y="15276"/>
                  </a:cubicBezTo>
                  <a:cubicBezTo>
                    <a:pt x="4871" y="15176"/>
                    <a:pt x="4737" y="15009"/>
                    <a:pt x="4637" y="14909"/>
                  </a:cubicBezTo>
                  <a:cubicBezTo>
                    <a:pt x="4570" y="14809"/>
                    <a:pt x="4470" y="14676"/>
                    <a:pt x="4470" y="14576"/>
                  </a:cubicBezTo>
                  <a:cubicBezTo>
                    <a:pt x="4451" y="14498"/>
                    <a:pt x="4443" y="14465"/>
                    <a:pt x="4473" y="14465"/>
                  </a:cubicBezTo>
                  <a:close/>
                  <a:moveTo>
                    <a:pt x="8240" y="15610"/>
                  </a:moveTo>
                  <a:cubicBezTo>
                    <a:pt x="8273" y="15610"/>
                    <a:pt x="8373" y="15643"/>
                    <a:pt x="8473" y="15743"/>
                  </a:cubicBezTo>
                  <a:cubicBezTo>
                    <a:pt x="8599" y="15890"/>
                    <a:pt x="8633" y="15984"/>
                    <a:pt x="8582" y="15984"/>
                  </a:cubicBezTo>
                  <a:cubicBezTo>
                    <a:pt x="8552" y="15984"/>
                    <a:pt x="8493" y="15951"/>
                    <a:pt x="8406" y="15877"/>
                  </a:cubicBezTo>
                  <a:cubicBezTo>
                    <a:pt x="8173" y="15677"/>
                    <a:pt x="8173" y="15677"/>
                    <a:pt x="8240" y="15610"/>
                  </a:cubicBezTo>
                  <a:close/>
                  <a:moveTo>
                    <a:pt x="11509" y="15843"/>
                  </a:moveTo>
                  <a:cubicBezTo>
                    <a:pt x="11575" y="15943"/>
                    <a:pt x="11575" y="16177"/>
                    <a:pt x="11509" y="16177"/>
                  </a:cubicBezTo>
                  <a:cubicBezTo>
                    <a:pt x="11342" y="16144"/>
                    <a:pt x="11275" y="15943"/>
                    <a:pt x="11375" y="15877"/>
                  </a:cubicBezTo>
                  <a:cubicBezTo>
                    <a:pt x="11442" y="15843"/>
                    <a:pt x="11509" y="15843"/>
                    <a:pt x="11509" y="15843"/>
                  </a:cubicBezTo>
                  <a:close/>
                  <a:moveTo>
                    <a:pt x="11675" y="16310"/>
                  </a:moveTo>
                  <a:cubicBezTo>
                    <a:pt x="11742" y="16310"/>
                    <a:pt x="11809" y="16310"/>
                    <a:pt x="11809" y="16344"/>
                  </a:cubicBezTo>
                  <a:cubicBezTo>
                    <a:pt x="11852" y="16408"/>
                    <a:pt x="11826" y="16445"/>
                    <a:pt x="11774" y="16445"/>
                  </a:cubicBezTo>
                  <a:cubicBezTo>
                    <a:pt x="11746" y="16445"/>
                    <a:pt x="11711" y="16434"/>
                    <a:pt x="11675" y="16410"/>
                  </a:cubicBezTo>
                  <a:cubicBezTo>
                    <a:pt x="11609" y="16377"/>
                    <a:pt x="11642" y="16344"/>
                    <a:pt x="11675" y="16310"/>
                  </a:cubicBezTo>
                  <a:close/>
                  <a:moveTo>
                    <a:pt x="5741" y="13954"/>
                  </a:moveTo>
                  <a:cubicBezTo>
                    <a:pt x="5830" y="13954"/>
                    <a:pt x="5934" y="14038"/>
                    <a:pt x="6038" y="14142"/>
                  </a:cubicBezTo>
                  <a:cubicBezTo>
                    <a:pt x="6172" y="14275"/>
                    <a:pt x="6338" y="14409"/>
                    <a:pt x="6372" y="14442"/>
                  </a:cubicBezTo>
                  <a:cubicBezTo>
                    <a:pt x="6438" y="14476"/>
                    <a:pt x="6572" y="14576"/>
                    <a:pt x="6705" y="14709"/>
                  </a:cubicBezTo>
                  <a:cubicBezTo>
                    <a:pt x="6872" y="14909"/>
                    <a:pt x="6872" y="14976"/>
                    <a:pt x="6772" y="14976"/>
                  </a:cubicBezTo>
                  <a:cubicBezTo>
                    <a:pt x="6705" y="15009"/>
                    <a:pt x="6639" y="15043"/>
                    <a:pt x="6639" y="15076"/>
                  </a:cubicBezTo>
                  <a:cubicBezTo>
                    <a:pt x="6639" y="15209"/>
                    <a:pt x="7172" y="15777"/>
                    <a:pt x="7339" y="15843"/>
                  </a:cubicBezTo>
                  <a:cubicBezTo>
                    <a:pt x="7406" y="15877"/>
                    <a:pt x="7439" y="15910"/>
                    <a:pt x="7406" y="15977"/>
                  </a:cubicBezTo>
                  <a:cubicBezTo>
                    <a:pt x="7372" y="16010"/>
                    <a:pt x="7372" y="16077"/>
                    <a:pt x="7439" y="16110"/>
                  </a:cubicBezTo>
                  <a:cubicBezTo>
                    <a:pt x="7472" y="16144"/>
                    <a:pt x="7472" y="16177"/>
                    <a:pt x="7439" y="16210"/>
                  </a:cubicBezTo>
                  <a:cubicBezTo>
                    <a:pt x="7406" y="16244"/>
                    <a:pt x="7406" y="16344"/>
                    <a:pt x="7472" y="16444"/>
                  </a:cubicBezTo>
                  <a:cubicBezTo>
                    <a:pt x="7539" y="16510"/>
                    <a:pt x="7573" y="16611"/>
                    <a:pt x="7539" y="16611"/>
                  </a:cubicBezTo>
                  <a:cubicBezTo>
                    <a:pt x="7489" y="16644"/>
                    <a:pt x="7414" y="16661"/>
                    <a:pt x="7343" y="16661"/>
                  </a:cubicBezTo>
                  <a:cubicBezTo>
                    <a:pt x="7272" y="16661"/>
                    <a:pt x="7206" y="16644"/>
                    <a:pt x="7172" y="16611"/>
                  </a:cubicBezTo>
                  <a:cubicBezTo>
                    <a:pt x="7139" y="16544"/>
                    <a:pt x="7039" y="16444"/>
                    <a:pt x="6905" y="16377"/>
                  </a:cubicBezTo>
                  <a:cubicBezTo>
                    <a:pt x="6772" y="16277"/>
                    <a:pt x="6639" y="16144"/>
                    <a:pt x="6572" y="15977"/>
                  </a:cubicBezTo>
                  <a:cubicBezTo>
                    <a:pt x="6505" y="15843"/>
                    <a:pt x="6438" y="15743"/>
                    <a:pt x="6372" y="15743"/>
                  </a:cubicBezTo>
                  <a:cubicBezTo>
                    <a:pt x="6305" y="15743"/>
                    <a:pt x="6272" y="15677"/>
                    <a:pt x="6272" y="15576"/>
                  </a:cubicBezTo>
                  <a:cubicBezTo>
                    <a:pt x="6238" y="15476"/>
                    <a:pt x="6105" y="15109"/>
                    <a:pt x="5905" y="14709"/>
                  </a:cubicBezTo>
                  <a:cubicBezTo>
                    <a:pt x="5604" y="14109"/>
                    <a:pt x="5571" y="14009"/>
                    <a:pt x="5671" y="13975"/>
                  </a:cubicBezTo>
                  <a:cubicBezTo>
                    <a:pt x="5693" y="13961"/>
                    <a:pt x="5717" y="13954"/>
                    <a:pt x="5741" y="13954"/>
                  </a:cubicBezTo>
                  <a:close/>
                  <a:moveTo>
                    <a:pt x="2836" y="17898"/>
                  </a:moveTo>
                  <a:cubicBezTo>
                    <a:pt x="2899" y="17898"/>
                    <a:pt x="3078" y="18009"/>
                    <a:pt x="3303" y="18212"/>
                  </a:cubicBezTo>
                  <a:cubicBezTo>
                    <a:pt x="3470" y="18378"/>
                    <a:pt x="3570" y="18512"/>
                    <a:pt x="3536" y="18545"/>
                  </a:cubicBezTo>
                  <a:cubicBezTo>
                    <a:pt x="3470" y="18579"/>
                    <a:pt x="3670" y="18745"/>
                    <a:pt x="3970" y="18845"/>
                  </a:cubicBezTo>
                  <a:cubicBezTo>
                    <a:pt x="4103" y="18912"/>
                    <a:pt x="4237" y="19012"/>
                    <a:pt x="4270" y="19079"/>
                  </a:cubicBezTo>
                  <a:cubicBezTo>
                    <a:pt x="4304" y="19146"/>
                    <a:pt x="4470" y="19279"/>
                    <a:pt x="4637" y="19379"/>
                  </a:cubicBezTo>
                  <a:cubicBezTo>
                    <a:pt x="4804" y="19479"/>
                    <a:pt x="4904" y="19613"/>
                    <a:pt x="4904" y="19646"/>
                  </a:cubicBezTo>
                  <a:cubicBezTo>
                    <a:pt x="4894" y="19656"/>
                    <a:pt x="4873" y="19661"/>
                    <a:pt x="4844" y="19661"/>
                  </a:cubicBezTo>
                  <a:cubicBezTo>
                    <a:pt x="4688" y="19661"/>
                    <a:pt x="4296" y="19520"/>
                    <a:pt x="4070" y="19379"/>
                  </a:cubicBezTo>
                  <a:cubicBezTo>
                    <a:pt x="3988" y="19325"/>
                    <a:pt x="3862" y="19270"/>
                    <a:pt x="3764" y="19270"/>
                  </a:cubicBezTo>
                  <a:cubicBezTo>
                    <a:pt x="3742" y="19270"/>
                    <a:pt x="3721" y="19273"/>
                    <a:pt x="3703" y="19279"/>
                  </a:cubicBezTo>
                  <a:cubicBezTo>
                    <a:pt x="3688" y="19282"/>
                    <a:pt x="3673" y="19283"/>
                    <a:pt x="3656" y="19283"/>
                  </a:cubicBezTo>
                  <a:cubicBezTo>
                    <a:pt x="3445" y="19283"/>
                    <a:pt x="3093" y="19095"/>
                    <a:pt x="2969" y="18879"/>
                  </a:cubicBezTo>
                  <a:cubicBezTo>
                    <a:pt x="2936" y="18779"/>
                    <a:pt x="2936" y="18745"/>
                    <a:pt x="3036" y="18712"/>
                  </a:cubicBezTo>
                  <a:cubicBezTo>
                    <a:pt x="3103" y="18712"/>
                    <a:pt x="3136" y="18645"/>
                    <a:pt x="3069" y="18579"/>
                  </a:cubicBezTo>
                  <a:cubicBezTo>
                    <a:pt x="3036" y="18512"/>
                    <a:pt x="3036" y="18412"/>
                    <a:pt x="3103" y="18345"/>
                  </a:cubicBezTo>
                  <a:cubicBezTo>
                    <a:pt x="3136" y="18278"/>
                    <a:pt x="3136" y="18212"/>
                    <a:pt x="3036" y="18145"/>
                  </a:cubicBezTo>
                  <a:cubicBezTo>
                    <a:pt x="2969" y="18112"/>
                    <a:pt x="2869" y="18012"/>
                    <a:pt x="2836" y="17978"/>
                  </a:cubicBezTo>
                  <a:cubicBezTo>
                    <a:pt x="2803" y="17924"/>
                    <a:pt x="2806" y="17898"/>
                    <a:pt x="2836" y="17898"/>
                  </a:cubicBezTo>
                  <a:close/>
                  <a:moveTo>
                    <a:pt x="5308" y="19864"/>
                  </a:moveTo>
                  <a:cubicBezTo>
                    <a:pt x="5365" y="19864"/>
                    <a:pt x="5446" y="19916"/>
                    <a:pt x="5504" y="20013"/>
                  </a:cubicBezTo>
                  <a:cubicBezTo>
                    <a:pt x="5549" y="20102"/>
                    <a:pt x="5564" y="20132"/>
                    <a:pt x="5519" y="20132"/>
                  </a:cubicBezTo>
                  <a:cubicBezTo>
                    <a:pt x="5497" y="20132"/>
                    <a:pt x="5460" y="20124"/>
                    <a:pt x="5404" y="20113"/>
                  </a:cubicBezTo>
                  <a:cubicBezTo>
                    <a:pt x="5304" y="20080"/>
                    <a:pt x="5238" y="20013"/>
                    <a:pt x="5238" y="19946"/>
                  </a:cubicBezTo>
                  <a:cubicBezTo>
                    <a:pt x="5238" y="19891"/>
                    <a:pt x="5267" y="19864"/>
                    <a:pt x="5308" y="19864"/>
                  </a:cubicBezTo>
                  <a:close/>
                  <a:moveTo>
                    <a:pt x="24360" y="0"/>
                  </a:moveTo>
                  <a:cubicBezTo>
                    <a:pt x="24269" y="0"/>
                    <a:pt x="24169" y="12"/>
                    <a:pt x="24051" y="32"/>
                  </a:cubicBezTo>
                  <a:cubicBezTo>
                    <a:pt x="23817" y="99"/>
                    <a:pt x="23551" y="132"/>
                    <a:pt x="23451" y="132"/>
                  </a:cubicBezTo>
                  <a:cubicBezTo>
                    <a:pt x="23217" y="132"/>
                    <a:pt x="22583" y="432"/>
                    <a:pt x="22650" y="499"/>
                  </a:cubicBezTo>
                  <a:cubicBezTo>
                    <a:pt x="22683" y="532"/>
                    <a:pt x="22617" y="599"/>
                    <a:pt x="22483" y="666"/>
                  </a:cubicBezTo>
                  <a:cubicBezTo>
                    <a:pt x="22316" y="699"/>
                    <a:pt x="22283" y="766"/>
                    <a:pt x="22350" y="899"/>
                  </a:cubicBezTo>
                  <a:cubicBezTo>
                    <a:pt x="22380" y="1034"/>
                    <a:pt x="22356" y="1102"/>
                    <a:pt x="22296" y="1102"/>
                  </a:cubicBezTo>
                  <a:cubicBezTo>
                    <a:pt x="22223" y="1102"/>
                    <a:pt x="22096" y="1001"/>
                    <a:pt x="21949" y="799"/>
                  </a:cubicBezTo>
                  <a:cubicBezTo>
                    <a:pt x="21715" y="494"/>
                    <a:pt x="21579" y="371"/>
                    <a:pt x="21311" y="371"/>
                  </a:cubicBezTo>
                  <a:cubicBezTo>
                    <a:pt x="21197" y="371"/>
                    <a:pt x="21060" y="393"/>
                    <a:pt x="20882" y="432"/>
                  </a:cubicBezTo>
                  <a:cubicBezTo>
                    <a:pt x="20807" y="441"/>
                    <a:pt x="20728" y="445"/>
                    <a:pt x="20644" y="445"/>
                  </a:cubicBezTo>
                  <a:cubicBezTo>
                    <a:pt x="20394" y="445"/>
                    <a:pt x="20107" y="407"/>
                    <a:pt x="19781" y="332"/>
                  </a:cubicBezTo>
                  <a:cubicBezTo>
                    <a:pt x="19545" y="285"/>
                    <a:pt x="19293" y="238"/>
                    <a:pt x="19142" y="238"/>
                  </a:cubicBezTo>
                  <a:cubicBezTo>
                    <a:pt x="19079" y="238"/>
                    <a:pt x="19034" y="246"/>
                    <a:pt x="19014" y="265"/>
                  </a:cubicBezTo>
                  <a:cubicBezTo>
                    <a:pt x="18967" y="289"/>
                    <a:pt x="18886" y="313"/>
                    <a:pt x="18820" y="313"/>
                  </a:cubicBezTo>
                  <a:cubicBezTo>
                    <a:pt x="18792" y="313"/>
                    <a:pt x="18767" y="309"/>
                    <a:pt x="18747" y="299"/>
                  </a:cubicBezTo>
                  <a:cubicBezTo>
                    <a:pt x="18740" y="297"/>
                    <a:pt x="18731" y="297"/>
                    <a:pt x="18721" y="297"/>
                  </a:cubicBezTo>
                  <a:cubicBezTo>
                    <a:pt x="18493" y="297"/>
                    <a:pt x="17539" y="640"/>
                    <a:pt x="17380" y="799"/>
                  </a:cubicBezTo>
                  <a:cubicBezTo>
                    <a:pt x="17315" y="864"/>
                    <a:pt x="17250" y="901"/>
                    <a:pt x="17168" y="901"/>
                  </a:cubicBezTo>
                  <a:cubicBezTo>
                    <a:pt x="17122" y="901"/>
                    <a:pt x="17072" y="890"/>
                    <a:pt x="17013" y="866"/>
                  </a:cubicBezTo>
                  <a:cubicBezTo>
                    <a:pt x="16977" y="857"/>
                    <a:pt x="16936" y="853"/>
                    <a:pt x="16893" y="853"/>
                  </a:cubicBezTo>
                  <a:cubicBezTo>
                    <a:pt x="16774" y="853"/>
                    <a:pt x="16634" y="884"/>
                    <a:pt x="16512" y="933"/>
                  </a:cubicBezTo>
                  <a:cubicBezTo>
                    <a:pt x="16394" y="956"/>
                    <a:pt x="16276" y="980"/>
                    <a:pt x="16194" y="980"/>
                  </a:cubicBezTo>
                  <a:cubicBezTo>
                    <a:pt x="16160" y="980"/>
                    <a:pt x="16132" y="976"/>
                    <a:pt x="16112" y="966"/>
                  </a:cubicBezTo>
                  <a:cubicBezTo>
                    <a:pt x="16012" y="966"/>
                    <a:pt x="15912" y="999"/>
                    <a:pt x="15812" y="1066"/>
                  </a:cubicBezTo>
                  <a:cubicBezTo>
                    <a:pt x="15745" y="1133"/>
                    <a:pt x="15578" y="1199"/>
                    <a:pt x="15411" y="1199"/>
                  </a:cubicBezTo>
                  <a:cubicBezTo>
                    <a:pt x="15145" y="1233"/>
                    <a:pt x="15011" y="1333"/>
                    <a:pt x="14911" y="1566"/>
                  </a:cubicBezTo>
                  <a:cubicBezTo>
                    <a:pt x="14844" y="1666"/>
                    <a:pt x="14377" y="1900"/>
                    <a:pt x="14111" y="1900"/>
                  </a:cubicBezTo>
                  <a:cubicBezTo>
                    <a:pt x="13977" y="1933"/>
                    <a:pt x="13944" y="1967"/>
                    <a:pt x="13944" y="2033"/>
                  </a:cubicBezTo>
                  <a:cubicBezTo>
                    <a:pt x="13944" y="2100"/>
                    <a:pt x="13877" y="2133"/>
                    <a:pt x="13810" y="2167"/>
                  </a:cubicBezTo>
                  <a:cubicBezTo>
                    <a:pt x="13610" y="2200"/>
                    <a:pt x="13610" y="2534"/>
                    <a:pt x="13777" y="2901"/>
                  </a:cubicBezTo>
                  <a:cubicBezTo>
                    <a:pt x="13844" y="3101"/>
                    <a:pt x="14144" y="3635"/>
                    <a:pt x="14444" y="4102"/>
                  </a:cubicBezTo>
                  <a:cubicBezTo>
                    <a:pt x="14811" y="4702"/>
                    <a:pt x="14944" y="5036"/>
                    <a:pt x="14978" y="5236"/>
                  </a:cubicBezTo>
                  <a:cubicBezTo>
                    <a:pt x="14978" y="5402"/>
                    <a:pt x="15045" y="5603"/>
                    <a:pt x="15111" y="5669"/>
                  </a:cubicBezTo>
                  <a:cubicBezTo>
                    <a:pt x="15145" y="5736"/>
                    <a:pt x="15411" y="6203"/>
                    <a:pt x="15645" y="6670"/>
                  </a:cubicBezTo>
                  <a:cubicBezTo>
                    <a:pt x="15942" y="7263"/>
                    <a:pt x="16145" y="7560"/>
                    <a:pt x="16233" y="7560"/>
                  </a:cubicBezTo>
                  <a:cubicBezTo>
                    <a:pt x="16273" y="7560"/>
                    <a:pt x="16289" y="7497"/>
                    <a:pt x="16279" y="7371"/>
                  </a:cubicBezTo>
                  <a:cubicBezTo>
                    <a:pt x="16279" y="7308"/>
                    <a:pt x="16286" y="7274"/>
                    <a:pt x="16305" y="7274"/>
                  </a:cubicBezTo>
                  <a:cubicBezTo>
                    <a:pt x="16325" y="7274"/>
                    <a:pt x="16359" y="7316"/>
                    <a:pt x="16412" y="7404"/>
                  </a:cubicBezTo>
                  <a:cubicBezTo>
                    <a:pt x="16512" y="7571"/>
                    <a:pt x="16512" y="7637"/>
                    <a:pt x="16412" y="7637"/>
                  </a:cubicBezTo>
                  <a:cubicBezTo>
                    <a:pt x="16279" y="7671"/>
                    <a:pt x="16279" y="7737"/>
                    <a:pt x="16479" y="8071"/>
                  </a:cubicBezTo>
                  <a:cubicBezTo>
                    <a:pt x="16546" y="8138"/>
                    <a:pt x="16646" y="8405"/>
                    <a:pt x="16779" y="8671"/>
                  </a:cubicBezTo>
                  <a:cubicBezTo>
                    <a:pt x="16879" y="8938"/>
                    <a:pt x="16979" y="9239"/>
                    <a:pt x="17046" y="9339"/>
                  </a:cubicBezTo>
                  <a:cubicBezTo>
                    <a:pt x="17113" y="9539"/>
                    <a:pt x="17113" y="9639"/>
                    <a:pt x="16979" y="9639"/>
                  </a:cubicBezTo>
                  <a:cubicBezTo>
                    <a:pt x="16913" y="9639"/>
                    <a:pt x="16846" y="9572"/>
                    <a:pt x="16846" y="9505"/>
                  </a:cubicBezTo>
                  <a:cubicBezTo>
                    <a:pt x="16879" y="9472"/>
                    <a:pt x="16746" y="9239"/>
                    <a:pt x="16612" y="9005"/>
                  </a:cubicBezTo>
                  <a:cubicBezTo>
                    <a:pt x="16145" y="8271"/>
                    <a:pt x="16045" y="8104"/>
                    <a:pt x="16045" y="7838"/>
                  </a:cubicBezTo>
                  <a:cubicBezTo>
                    <a:pt x="16045" y="7671"/>
                    <a:pt x="15979" y="7537"/>
                    <a:pt x="15778" y="7337"/>
                  </a:cubicBezTo>
                  <a:cubicBezTo>
                    <a:pt x="15612" y="7170"/>
                    <a:pt x="15545" y="7037"/>
                    <a:pt x="15578" y="6937"/>
                  </a:cubicBezTo>
                  <a:cubicBezTo>
                    <a:pt x="15578" y="6870"/>
                    <a:pt x="15545" y="6803"/>
                    <a:pt x="15478" y="6770"/>
                  </a:cubicBezTo>
                  <a:cubicBezTo>
                    <a:pt x="15345" y="6703"/>
                    <a:pt x="15145" y="6403"/>
                    <a:pt x="14311" y="5069"/>
                  </a:cubicBezTo>
                  <a:cubicBezTo>
                    <a:pt x="14010" y="4602"/>
                    <a:pt x="13710" y="4202"/>
                    <a:pt x="13677" y="4168"/>
                  </a:cubicBezTo>
                  <a:cubicBezTo>
                    <a:pt x="13610" y="4168"/>
                    <a:pt x="13577" y="4001"/>
                    <a:pt x="13577" y="3868"/>
                  </a:cubicBezTo>
                  <a:cubicBezTo>
                    <a:pt x="13577" y="3701"/>
                    <a:pt x="13443" y="3368"/>
                    <a:pt x="13343" y="3134"/>
                  </a:cubicBezTo>
                  <a:lnTo>
                    <a:pt x="13110" y="2667"/>
                  </a:lnTo>
                  <a:lnTo>
                    <a:pt x="12676" y="2667"/>
                  </a:lnTo>
                  <a:cubicBezTo>
                    <a:pt x="12644" y="2666"/>
                    <a:pt x="12611" y="2665"/>
                    <a:pt x="12578" y="2665"/>
                  </a:cubicBezTo>
                  <a:cubicBezTo>
                    <a:pt x="11701" y="2665"/>
                    <a:pt x="10727" y="3087"/>
                    <a:pt x="10341" y="3601"/>
                  </a:cubicBezTo>
                  <a:cubicBezTo>
                    <a:pt x="9941" y="4102"/>
                    <a:pt x="8907" y="5202"/>
                    <a:pt x="8707" y="5369"/>
                  </a:cubicBezTo>
                  <a:cubicBezTo>
                    <a:pt x="8006" y="5869"/>
                    <a:pt x="7506" y="6336"/>
                    <a:pt x="7439" y="6537"/>
                  </a:cubicBezTo>
                  <a:cubicBezTo>
                    <a:pt x="7372" y="6703"/>
                    <a:pt x="7206" y="6837"/>
                    <a:pt x="6939" y="7004"/>
                  </a:cubicBezTo>
                  <a:cubicBezTo>
                    <a:pt x="6624" y="7224"/>
                    <a:pt x="6458" y="7473"/>
                    <a:pt x="6636" y="7473"/>
                  </a:cubicBezTo>
                  <a:cubicBezTo>
                    <a:pt x="6646" y="7473"/>
                    <a:pt x="6659" y="7473"/>
                    <a:pt x="6672" y="7471"/>
                  </a:cubicBezTo>
                  <a:cubicBezTo>
                    <a:pt x="6691" y="7461"/>
                    <a:pt x="6711" y="7457"/>
                    <a:pt x="6730" y="7457"/>
                  </a:cubicBezTo>
                  <a:cubicBezTo>
                    <a:pt x="6775" y="7457"/>
                    <a:pt x="6815" y="7480"/>
                    <a:pt x="6839" y="7504"/>
                  </a:cubicBezTo>
                  <a:cubicBezTo>
                    <a:pt x="6872" y="7571"/>
                    <a:pt x="6839" y="7571"/>
                    <a:pt x="6739" y="7571"/>
                  </a:cubicBezTo>
                  <a:cubicBezTo>
                    <a:pt x="6709" y="7561"/>
                    <a:pt x="6680" y="7556"/>
                    <a:pt x="6651" y="7556"/>
                  </a:cubicBezTo>
                  <a:cubicBezTo>
                    <a:pt x="6480" y="7556"/>
                    <a:pt x="6309" y="7719"/>
                    <a:pt x="6138" y="8004"/>
                  </a:cubicBezTo>
                  <a:cubicBezTo>
                    <a:pt x="6005" y="8204"/>
                    <a:pt x="6005" y="8338"/>
                    <a:pt x="6071" y="8405"/>
                  </a:cubicBezTo>
                  <a:cubicBezTo>
                    <a:pt x="6138" y="8471"/>
                    <a:pt x="6138" y="8538"/>
                    <a:pt x="6038" y="8605"/>
                  </a:cubicBezTo>
                  <a:cubicBezTo>
                    <a:pt x="5705" y="8872"/>
                    <a:pt x="4804" y="9706"/>
                    <a:pt x="4670" y="9906"/>
                  </a:cubicBezTo>
                  <a:cubicBezTo>
                    <a:pt x="4527" y="10097"/>
                    <a:pt x="4504" y="10254"/>
                    <a:pt x="4575" y="10254"/>
                  </a:cubicBezTo>
                  <a:cubicBezTo>
                    <a:pt x="4604" y="10254"/>
                    <a:pt x="4647" y="10229"/>
                    <a:pt x="4704" y="10173"/>
                  </a:cubicBezTo>
                  <a:cubicBezTo>
                    <a:pt x="4753" y="10111"/>
                    <a:pt x="4793" y="10082"/>
                    <a:pt x="4820" y="10082"/>
                  </a:cubicBezTo>
                  <a:cubicBezTo>
                    <a:pt x="4868" y="10082"/>
                    <a:pt x="4880" y="10170"/>
                    <a:pt x="4837" y="10339"/>
                  </a:cubicBezTo>
                  <a:cubicBezTo>
                    <a:pt x="4810" y="10450"/>
                    <a:pt x="4828" y="10515"/>
                    <a:pt x="4854" y="10515"/>
                  </a:cubicBezTo>
                  <a:cubicBezTo>
                    <a:pt x="4859" y="10515"/>
                    <a:pt x="4865" y="10512"/>
                    <a:pt x="4871" y="10506"/>
                  </a:cubicBezTo>
                  <a:cubicBezTo>
                    <a:pt x="4888" y="10497"/>
                    <a:pt x="4906" y="10493"/>
                    <a:pt x="4924" y="10493"/>
                  </a:cubicBezTo>
                  <a:cubicBezTo>
                    <a:pt x="4971" y="10493"/>
                    <a:pt x="5013" y="10524"/>
                    <a:pt x="5037" y="10573"/>
                  </a:cubicBezTo>
                  <a:cubicBezTo>
                    <a:pt x="5082" y="10662"/>
                    <a:pt x="5037" y="10736"/>
                    <a:pt x="4983" y="10736"/>
                  </a:cubicBezTo>
                  <a:cubicBezTo>
                    <a:pt x="4956" y="10736"/>
                    <a:pt x="4926" y="10717"/>
                    <a:pt x="4904" y="10673"/>
                  </a:cubicBezTo>
                  <a:cubicBezTo>
                    <a:pt x="4895" y="10654"/>
                    <a:pt x="4885" y="10646"/>
                    <a:pt x="4877" y="10646"/>
                  </a:cubicBezTo>
                  <a:cubicBezTo>
                    <a:pt x="4855" y="10646"/>
                    <a:pt x="4837" y="10701"/>
                    <a:pt x="4837" y="10773"/>
                  </a:cubicBezTo>
                  <a:cubicBezTo>
                    <a:pt x="4837" y="10906"/>
                    <a:pt x="4871" y="10940"/>
                    <a:pt x="4937" y="10940"/>
                  </a:cubicBezTo>
                  <a:cubicBezTo>
                    <a:pt x="4948" y="10934"/>
                    <a:pt x="4959" y="10931"/>
                    <a:pt x="4968" y="10931"/>
                  </a:cubicBezTo>
                  <a:cubicBezTo>
                    <a:pt x="5015" y="10931"/>
                    <a:pt x="5043" y="11001"/>
                    <a:pt x="5071" y="11140"/>
                  </a:cubicBezTo>
                  <a:cubicBezTo>
                    <a:pt x="5104" y="11273"/>
                    <a:pt x="5137" y="11373"/>
                    <a:pt x="5204" y="11407"/>
                  </a:cubicBezTo>
                  <a:cubicBezTo>
                    <a:pt x="5271" y="11440"/>
                    <a:pt x="5238" y="11440"/>
                    <a:pt x="5171" y="11440"/>
                  </a:cubicBezTo>
                  <a:cubicBezTo>
                    <a:pt x="5104" y="11440"/>
                    <a:pt x="5104" y="11507"/>
                    <a:pt x="5137" y="11574"/>
                  </a:cubicBezTo>
                  <a:cubicBezTo>
                    <a:pt x="5154" y="11607"/>
                    <a:pt x="5188" y="11624"/>
                    <a:pt x="5229" y="11624"/>
                  </a:cubicBezTo>
                  <a:cubicBezTo>
                    <a:pt x="5271" y="11624"/>
                    <a:pt x="5321" y="11607"/>
                    <a:pt x="5371" y="11574"/>
                  </a:cubicBezTo>
                  <a:cubicBezTo>
                    <a:pt x="5434" y="11542"/>
                    <a:pt x="5483" y="11524"/>
                    <a:pt x="5523" y="11524"/>
                  </a:cubicBezTo>
                  <a:cubicBezTo>
                    <a:pt x="5610" y="11524"/>
                    <a:pt x="5648" y="11611"/>
                    <a:pt x="5671" y="11840"/>
                  </a:cubicBezTo>
                  <a:cubicBezTo>
                    <a:pt x="5694" y="11954"/>
                    <a:pt x="5717" y="12006"/>
                    <a:pt x="5740" y="12006"/>
                  </a:cubicBezTo>
                  <a:cubicBezTo>
                    <a:pt x="5750" y="12006"/>
                    <a:pt x="5761" y="11995"/>
                    <a:pt x="5771" y="11974"/>
                  </a:cubicBezTo>
                  <a:cubicBezTo>
                    <a:pt x="5782" y="11952"/>
                    <a:pt x="5794" y="11940"/>
                    <a:pt x="5803" y="11940"/>
                  </a:cubicBezTo>
                  <a:cubicBezTo>
                    <a:pt x="5823" y="11940"/>
                    <a:pt x="5838" y="11985"/>
                    <a:pt x="5838" y="12074"/>
                  </a:cubicBezTo>
                  <a:cubicBezTo>
                    <a:pt x="5838" y="12174"/>
                    <a:pt x="5871" y="12241"/>
                    <a:pt x="5905" y="12241"/>
                  </a:cubicBezTo>
                  <a:cubicBezTo>
                    <a:pt x="5915" y="12236"/>
                    <a:pt x="5925" y="12233"/>
                    <a:pt x="5937" y="12233"/>
                  </a:cubicBezTo>
                  <a:cubicBezTo>
                    <a:pt x="6077" y="12233"/>
                    <a:pt x="6305" y="12594"/>
                    <a:pt x="6305" y="12841"/>
                  </a:cubicBezTo>
                  <a:cubicBezTo>
                    <a:pt x="6326" y="13026"/>
                    <a:pt x="6346" y="13122"/>
                    <a:pt x="6374" y="13122"/>
                  </a:cubicBezTo>
                  <a:cubicBezTo>
                    <a:pt x="6392" y="13122"/>
                    <a:pt x="6413" y="13085"/>
                    <a:pt x="6438" y="13008"/>
                  </a:cubicBezTo>
                  <a:cubicBezTo>
                    <a:pt x="6452" y="12941"/>
                    <a:pt x="6487" y="12911"/>
                    <a:pt x="6522" y="12911"/>
                  </a:cubicBezTo>
                  <a:cubicBezTo>
                    <a:pt x="6574" y="12911"/>
                    <a:pt x="6625" y="12975"/>
                    <a:pt x="6605" y="13075"/>
                  </a:cubicBezTo>
                  <a:cubicBezTo>
                    <a:pt x="6605" y="13175"/>
                    <a:pt x="6672" y="13241"/>
                    <a:pt x="6705" y="13275"/>
                  </a:cubicBezTo>
                  <a:cubicBezTo>
                    <a:pt x="6772" y="13341"/>
                    <a:pt x="6772" y="13375"/>
                    <a:pt x="6739" y="13408"/>
                  </a:cubicBezTo>
                  <a:cubicBezTo>
                    <a:pt x="6721" y="13417"/>
                    <a:pt x="6705" y="13421"/>
                    <a:pt x="6692" y="13421"/>
                  </a:cubicBezTo>
                  <a:cubicBezTo>
                    <a:pt x="6654" y="13421"/>
                    <a:pt x="6630" y="13390"/>
                    <a:pt x="6605" y="13341"/>
                  </a:cubicBezTo>
                  <a:cubicBezTo>
                    <a:pt x="6582" y="13318"/>
                    <a:pt x="6525" y="13294"/>
                    <a:pt x="6470" y="13294"/>
                  </a:cubicBezTo>
                  <a:cubicBezTo>
                    <a:pt x="6447" y="13294"/>
                    <a:pt x="6425" y="13298"/>
                    <a:pt x="6405" y="13308"/>
                  </a:cubicBezTo>
                  <a:cubicBezTo>
                    <a:pt x="6381" y="13332"/>
                    <a:pt x="6358" y="13343"/>
                    <a:pt x="6337" y="13343"/>
                  </a:cubicBezTo>
                  <a:cubicBezTo>
                    <a:pt x="6299" y="13343"/>
                    <a:pt x="6272" y="13306"/>
                    <a:pt x="6272" y="13241"/>
                  </a:cubicBezTo>
                  <a:cubicBezTo>
                    <a:pt x="6272" y="13141"/>
                    <a:pt x="6172" y="13075"/>
                    <a:pt x="6038" y="13041"/>
                  </a:cubicBezTo>
                  <a:cubicBezTo>
                    <a:pt x="5938" y="13008"/>
                    <a:pt x="5838" y="12941"/>
                    <a:pt x="5871" y="12874"/>
                  </a:cubicBezTo>
                  <a:cubicBezTo>
                    <a:pt x="5871" y="12808"/>
                    <a:pt x="5805" y="12741"/>
                    <a:pt x="5705" y="12674"/>
                  </a:cubicBezTo>
                  <a:cubicBezTo>
                    <a:pt x="5538" y="12574"/>
                    <a:pt x="5304" y="12374"/>
                    <a:pt x="5338" y="12341"/>
                  </a:cubicBezTo>
                  <a:cubicBezTo>
                    <a:pt x="5338" y="12341"/>
                    <a:pt x="5238" y="12307"/>
                    <a:pt x="5104" y="12241"/>
                  </a:cubicBezTo>
                  <a:cubicBezTo>
                    <a:pt x="4937" y="12174"/>
                    <a:pt x="4804" y="11974"/>
                    <a:pt x="4570" y="11574"/>
                  </a:cubicBezTo>
                  <a:cubicBezTo>
                    <a:pt x="4337" y="11207"/>
                    <a:pt x="4170" y="11006"/>
                    <a:pt x="4037" y="10973"/>
                  </a:cubicBezTo>
                  <a:cubicBezTo>
                    <a:pt x="3937" y="10940"/>
                    <a:pt x="3803" y="10806"/>
                    <a:pt x="3736" y="10706"/>
                  </a:cubicBezTo>
                  <a:cubicBezTo>
                    <a:pt x="3712" y="10657"/>
                    <a:pt x="3670" y="10626"/>
                    <a:pt x="3636" y="10626"/>
                  </a:cubicBezTo>
                  <a:cubicBezTo>
                    <a:pt x="3623" y="10626"/>
                    <a:pt x="3612" y="10631"/>
                    <a:pt x="3603" y="10640"/>
                  </a:cubicBezTo>
                  <a:cubicBezTo>
                    <a:pt x="3579" y="10663"/>
                    <a:pt x="3556" y="10687"/>
                    <a:pt x="3520" y="10687"/>
                  </a:cubicBezTo>
                  <a:cubicBezTo>
                    <a:pt x="3506" y="10687"/>
                    <a:pt x="3489" y="10683"/>
                    <a:pt x="3470" y="10673"/>
                  </a:cubicBezTo>
                  <a:cubicBezTo>
                    <a:pt x="3460" y="10663"/>
                    <a:pt x="3447" y="10659"/>
                    <a:pt x="3433" y="10659"/>
                  </a:cubicBezTo>
                  <a:cubicBezTo>
                    <a:pt x="3400" y="10659"/>
                    <a:pt x="3360" y="10683"/>
                    <a:pt x="3336" y="10706"/>
                  </a:cubicBezTo>
                  <a:cubicBezTo>
                    <a:pt x="3336" y="10740"/>
                    <a:pt x="3169" y="10773"/>
                    <a:pt x="2969" y="10773"/>
                  </a:cubicBezTo>
                  <a:cubicBezTo>
                    <a:pt x="2235" y="10773"/>
                    <a:pt x="1668" y="11373"/>
                    <a:pt x="1868" y="11940"/>
                  </a:cubicBezTo>
                  <a:cubicBezTo>
                    <a:pt x="1935" y="12107"/>
                    <a:pt x="2069" y="12274"/>
                    <a:pt x="2135" y="12307"/>
                  </a:cubicBezTo>
                  <a:cubicBezTo>
                    <a:pt x="2201" y="12347"/>
                    <a:pt x="2241" y="12366"/>
                    <a:pt x="2259" y="12366"/>
                  </a:cubicBezTo>
                  <a:cubicBezTo>
                    <a:pt x="2287" y="12366"/>
                    <a:pt x="2263" y="12322"/>
                    <a:pt x="2202" y="12241"/>
                  </a:cubicBezTo>
                  <a:cubicBezTo>
                    <a:pt x="2135" y="12107"/>
                    <a:pt x="2135" y="12041"/>
                    <a:pt x="2269" y="11974"/>
                  </a:cubicBezTo>
                  <a:cubicBezTo>
                    <a:pt x="2309" y="11951"/>
                    <a:pt x="2348" y="11941"/>
                    <a:pt x="2383" y="11941"/>
                  </a:cubicBezTo>
                  <a:cubicBezTo>
                    <a:pt x="2549" y="11941"/>
                    <a:pt x="2634" y="12170"/>
                    <a:pt x="2469" y="12307"/>
                  </a:cubicBezTo>
                  <a:cubicBezTo>
                    <a:pt x="2402" y="12374"/>
                    <a:pt x="2335" y="12474"/>
                    <a:pt x="2369" y="12508"/>
                  </a:cubicBezTo>
                  <a:cubicBezTo>
                    <a:pt x="2378" y="12517"/>
                    <a:pt x="2389" y="12521"/>
                    <a:pt x="2402" y="12521"/>
                  </a:cubicBezTo>
                  <a:cubicBezTo>
                    <a:pt x="2438" y="12521"/>
                    <a:pt x="2487" y="12490"/>
                    <a:pt x="2536" y="12441"/>
                  </a:cubicBezTo>
                  <a:cubicBezTo>
                    <a:pt x="2579" y="12397"/>
                    <a:pt x="2610" y="12373"/>
                    <a:pt x="2640" y="12373"/>
                  </a:cubicBezTo>
                  <a:cubicBezTo>
                    <a:pt x="2678" y="12373"/>
                    <a:pt x="2713" y="12414"/>
                    <a:pt x="2769" y="12508"/>
                  </a:cubicBezTo>
                  <a:cubicBezTo>
                    <a:pt x="2836" y="12608"/>
                    <a:pt x="3003" y="12741"/>
                    <a:pt x="3136" y="12774"/>
                  </a:cubicBezTo>
                  <a:cubicBezTo>
                    <a:pt x="3269" y="12808"/>
                    <a:pt x="3370" y="12874"/>
                    <a:pt x="3303" y="12908"/>
                  </a:cubicBezTo>
                  <a:cubicBezTo>
                    <a:pt x="3269" y="12941"/>
                    <a:pt x="3269" y="13008"/>
                    <a:pt x="3303" y="13075"/>
                  </a:cubicBezTo>
                  <a:cubicBezTo>
                    <a:pt x="3336" y="13141"/>
                    <a:pt x="3336" y="13208"/>
                    <a:pt x="3303" y="13208"/>
                  </a:cubicBezTo>
                  <a:cubicBezTo>
                    <a:pt x="3269" y="13241"/>
                    <a:pt x="3236" y="13308"/>
                    <a:pt x="3269" y="13375"/>
                  </a:cubicBezTo>
                  <a:cubicBezTo>
                    <a:pt x="3286" y="13425"/>
                    <a:pt x="3269" y="13450"/>
                    <a:pt x="3219" y="13450"/>
                  </a:cubicBezTo>
                  <a:cubicBezTo>
                    <a:pt x="3169" y="13450"/>
                    <a:pt x="3086" y="13425"/>
                    <a:pt x="2969" y="13375"/>
                  </a:cubicBezTo>
                  <a:cubicBezTo>
                    <a:pt x="2816" y="13291"/>
                    <a:pt x="2615" y="13254"/>
                    <a:pt x="2436" y="13254"/>
                  </a:cubicBezTo>
                  <a:cubicBezTo>
                    <a:pt x="2188" y="13254"/>
                    <a:pt x="1983" y="13325"/>
                    <a:pt x="2002" y="13442"/>
                  </a:cubicBezTo>
                  <a:cubicBezTo>
                    <a:pt x="2002" y="13481"/>
                    <a:pt x="1990" y="13497"/>
                    <a:pt x="1968" y="13497"/>
                  </a:cubicBezTo>
                  <a:cubicBezTo>
                    <a:pt x="1951" y="13497"/>
                    <a:pt x="1929" y="13489"/>
                    <a:pt x="1902" y="13475"/>
                  </a:cubicBezTo>
                  <a:cubicBezTo>
                    <a:pt x="1884" y="13466"/>
                    <a:pt x="1864" y="13462"/>
                    <a:pt x="1843" y="13462"/>
                  </a:cubicBezTo>
                  <a:cubicBezTo>
                    <a:pt x="1786" y="13462"/>
                    <a:pt x="1726" y="13493"/>
                    <a:pt x="1702" y="13542"/>
                  </a:cubicBezTo>
                  <a:cubicBezTo>
                    <a:pt x="1602" y="13675"/>
                    <a:pt x="1635" y="13842"/>
                    <a:pt x="1835" y="14242"/>
                  </a:cubicBezTo>
                  <a:cubicBezTo>
                    <a:pt x="1935" y="14509"/>
                    <a:pt x="1902" y="14542"/>
                    <a:pt x="1335" y="14742"/>
                  </a:cubicBezTo>
                  <a:cubicBezTo>
                    <a:pt x="1068" y="14843"/>
                    <a:pt x="1035" y="14843"/>
                    <a:pt x="1168" y="14943"/>
                  </a:cubicBezTo>
                  <a:cubicBezTo>
                    <a:pt x="1231" y="15006"/>
                    <a:pt x="1255" y="15029"/>
                    <a:pt x="1229" y="15029"/>
                  </a:cubicBezTo>
                  <a:cubicBezTo>
                    <a:pt x="1214" y="15029"/>
                    <a:pt x="1183" y="15022"/>
                    <a:pt x="1135" y="15009"/>
                  </a:cubicBezTo>
                  <a:cubicBezTo>
                    <a:pt x="1035" y="15009"/>
                    <a:pt x="901" y="15043"/>
                    <a:pt x="801" y="15109"/>
                  </a:cubicBezTo>
                  <a:cubicBezTo>
                    <a:pt x="668" y="15176"/>
                    <a:pt x="668" y="15243"/>
                    <a:pt x="734" y="15443"/>
                  </a:cubicBezTo>
                  <a:cubicBezTo>
                    <a:pt x="768" y="15576"/>
                    <a:pt x="801" y="15677"/>
                    <a:pt x="768" y="15710"/>
                  </a:cubicBezTo>
                  <a:cubicBezTo>
                    <a:pt x="734" y="15710"/>
                    <a:pt x="801" y="15910"/>
                    <a:pt x="934" y="16110"/>
                  </a:cubicBezTo>
                  <a:cubicBezTo>
                    <a:pt x="1102" y="16445"/>
                    <a:pt x="1153" y="16594"/>
                    <a:pt x="1067" y="16594"/>
                  </a:cubicBezTo>
                  <a:cubicBezTo>
                    <a:pt x="1050" y="16594"/>
                    <a:pt x="1028" y="16588"/>
                    <a:pt x="1001" y="16577"/>
                  </a:cubicBezTo>
                  <a:cubicBezTo>
                    <a:pt x="985" y="16571"/>
                    <a:pt x="967" y="16568"/>
                    <a:pt x="946" y="16568"/>
                  </a:cubicBezTo>
                  <a:cubicBezTo>
                    <a:pt x="754" y="16568"/>
                    <a:pt x="391" y="16833"/>
                    <a:pt x="301" y="17044"/>
                  </a:cubicBezTo>
                  <a:cubicBezTo>
                    <a:pt x="201" y="17278"/>
                    <a:pt x="234" y="17344"/>
                    <a:pt x="534" y="17878"/>
                  </a:cubicBezTo>
                  <a:cubicBezTo>
                    <a:pt x="701" y="18178"/>
                    <a:pt x="868" y="18512"/>
                    <a:pt x="901" y="18579"/>
                  </a:cubicBezTo>
                  <a:cubicBezTo>
                    <a:pt x="934" y="18645"/>
                    <a:pt x="934" y="18712"/>
                    <a:pt x="901" y="18745"/>
                  </a:cubicBezTo>
                  <a:cubicBezTo>
                    <a:pt x="834" y="18779"/>
                    <a:pt x="768" y="18912"/>
                    <a:pt x="768" y="19012"/>
                  </a:cubicBezTo>
                  <a:cubicBezTo>
                    <a:pt x="734" y="19179"/>
                    <a:pt x="668" y="19246"/>
                    <a:pt x="401" y="19346"/>
                  </a:cubicBezTo>
                  <a:cubicBezTo>
                    <a:pt x="34" y="19446"/>
                    <a:pt x="0" y="19513"/>
                    <a:pt x="267" y="19613"/>
                  </a:cubicBezTo>
                  <a:cubicBezTo>
                    <a:pt x="367" y="19679"/>
                    <a:pt x="401" y="19746"/>
                    <a:pt x="334" y="19746"/>
                  </a:cubicBezTo>
                  <a:cubicBezTo>
                    <a:pt x="234" y="19813"/>
                    <a:pt x="367" y="20013"/>
                    <a:pt x="534" y="20013"/>
                  </a:cubicBezTo>
                  <a:cubicBezTo>
                    <a:pt x="801" y="20013"/>
                    <a:pt x="1001" y="20146"/>
                    <a:pt x="1235" y="20513"/>
                  </a:cubicBezTo>
                  <a:cubicBezTo>
                    <a:pt x="1429" y="20781"/>
                    <a:pt x="1535" y="20889"/>
                    <a:pt x="1682" y="20889"/>
                  </a:cubicBezTo>
                  <a:cubicBezTo>
                    <a:pt x="1736" y="20889"/>
                    <a:pt x="1796" y="20874"/>
                    <a:pt x="1868" y="20847"/>
                  </a:cubicBezTo>
                  <a:cubicBezTo>
                    <a:pt x="2084" y="20782"/>
                    <a:pt x="2230" y="20745"/>
                    <a:pt x="2315" y="20745"/>
                  </a:cubicBezTo>
                  <a:cubicBezTo>
                    <a:pt x="2362" y="20745"/>
                    <a:pt x="2390" y="20757"/>
                    <a:pt x="2402" y="20780"/>
                  </a:cubicBezTo>
                  <a:cubicBezTo>
                    <a:pt x="2436" y="20814"/>
                    <a:pt x="2569" y="20880"/>
                    <a:pt x="2702" y="20914"/>
                  </a:cubicBezTo>
                  <a:cubicBezTo>
                    <a:pt x="2836" y="20947"/>
                    <a:pt x="3003" y="21014"/>
                    <a:pt x="3036" y="21080"/>
                  </a:cubicBezTo>
                  <a:cubicBezTo>
                    <a:pt x="3152" y="21242"/>
                    <a:pt x="3332" y="21340"/>
                    <a:pt x="3487" y="21340"/>
                  </a:cubicBezTo>
                  <a:cubicBezTo>
                    <a:pt x="3555" y="21340"/>
                    <a:pt x="3619" y="21321"/>
                    <a:pt x="3670" y="21281"/>
                  </a:cubicBezTo>
                  <a:cubicBezTo>
                    <a:pt x="3725" y="21225"/>
                    <a:pt x="3770" y="21201"/>
                    <a:pt x="3805" y="21201"/>
                  </a:cubicBezTo>
                  <a:cubicBezTo>
                    <a:pt x="3833" y="21201"/>
                    <a:pt x="3855" y="21217"/>
                    <a:pt x="3870" y="21247"/>
                  </a:cubicBezTo>
                  <a:cubicBezTo>
                    <a:pt x="3903" y="21281"/>
                    <a:pt x="3937" y="21314"/>
                    <a:pt x="3970" y="21314"/>
                  </a:cubicBezTo>
                  <a:cubicBezTo>
                    <a:pt x="4003" y="21281"/>
                    <a:pt x="4137" y="21247"/>
                    <a:pt x="4237" y="21180"/>
                  </a:cubicBezTo>
                  <a:cubicBezTo>
                    <a:pt x="4370" y="21147"/>
                    <a:pt x="4470" y="21014"/>
                    <a:pt x="4537" y="20814"/>
                  </a:cubicBezTo>
                  <a:cubicBezTo>
                    <a:pt x="4637" y="20547"/>
                    <a:pt x="4670" y="20547"/>
                    <a:pt x="4937" y="20513"/>
                  </a:cubicBezTo>
                  <a:cubicBezTo>
                    <a:pt x="5071" y="20513"/>
                    <a:pt x="5204" y="20547"/>
                    <a:pt x="5204" y="20613"/>
                  </a:cubicBezTo>
                  <a:cubicBezTo>
                    <a:pt x="5225" y="20655"/>
                    <a:pt x="5245" y="20683"/>
                    <a:pt x="5282" y="20683"/>
                  </a:cubicBezTo>
                  <a:cubicBezTo>
                    <a:pt x="5304" y="20683"/>
                    <a:pt x="5333" y="20672"/>
                    <a:pt x="5371" y="20647"/>
                  </a:cubicBezTo>
                  <a:cubicBezTo>
                    <a:pt x="5404" y="20630"/>
                    <a:pt x="5454" y="20622"/>
                    <a:pt x="5509" y="20622"/>
                  </a:cubicBezTo>
                  <a:cubicBezTo>
                    <a:pt x="5563" y="20622"/>
                    <a:pt x="5621" y="20630"/>
                    <a:pt x="5671" y="20647"/>
                  </a:cubicBezTo>
                  <a:cubicBezTo>
                    <a:pt x="5705" y="20663"/>
                    <a:pt x="5771" y="20672"/>
                    <a:pt x="5850" y="20672"/>
                  </a:cubicBezTo>
                  <a:cubicBezTo>
                    <a:pt x="5930" y="20672"/>
                    <a:pt x="6021" y="20663"/>
                    <a:pt x="6105" y="20647"/>
                  </a:cubicBezTo>
                  <a:cubicBezTo>
                    <a:pt x="6272" y="20647"/>
                    <a:pt x="6438" y="20647"/>
                    <a:pt x="6438" y="20713"/>
                  </a:cubicBezTo>
                  <a:cubicBezTo>
                    <a:pt x="6462" y="20772"/>
                    <a:pt x="6498" y="20798"/>
                    <a:pt x="6537" y="20798"/>
                  </a:cubicBezTo>
                  <a:cubicBezTo>
                    <a:pt x="6610" y="20798"/>
                    <a:pt x="6695" y="20710"/>
                    <a:pt x="6739" y="20580"/>
                  </a:cubicBezTo>
                  <a:cubicBezTo>
                    <a:pt x="6760" y="20453"/>
                    <a:pt x="6781" y="20407"/>
                    <a:pt x="6828" y="20407"/>
                  </a:cubicBezTo>
                  <a:cubicBezTo>
                    <a:pt x="6854" y="20407"/>
                    <a:pt x="6890" y="20422"/>
                    <a:pt x="6939" y="20447"/>
                  </a:cubicBezTo>
                  <a:cubicBezTo>
                    <a:pt x="6966" y="20460"/>
                    <a:pt x="7005" y="20468"/>
                    <a:pt x="7049" y="20468"/>
                  </a:cubicBezTo>
                  <a:cubicBezTo>
                    <a:pt x="7110" y="20468"/>
                    <a:pt x="7180" y="20452"/>
                    <a:pt x="7239" y="20413"/>
                  </a:cubicBezTo>
                  <a:cubicBezTo>
                    <a:pt x="7406" y="20347"/>
                    <a:pt x="7406" y="20280"/>
                    <a:pt x="7306" y="20113"/>
                  </a:cubicBezTo>
                  <a:cubicBezTo>
                    <a:pt x="7206" y="19946"/>
                    <a:pt x="7206" y="19880"/>
                    <a:pt x="7272" y="19813"/>
                  </a:cubicBezTo>
                  <a:cubicBezTo>
                    <a:pt x="7539" y="19679"/>
                    <a:pt x="6905" y="19246"/>
                    <a:pt x="6238" y="19112"/>
                  </a:cubicBezTo>
                  <a:cubicBezTo>
                    <a:pt x="6105" y="19079"/>
                    <a:pt x="5938" y="18979"/>
                    <a:pt x="5838" y="18879"/>
                  </a:cubicBezTo>
                  <a:cubicBezTo>
                    <a:pt x="5771" y="18745"/>
                    <a:pt x="5471" y="18512"/>
                    <a:pt x="5204" y="18345"/>
                  </a:cubicBezTo>
                  <a:cubicBezTo>
                    <a:pt x="4704" y="18045"/>
                    <a:pt x="4304" y="17678"/>
                    <a:pt x="4003" y="17344"/>
                  </a:cubicBezTo>
                  <a:cubicBezTo>
                    <a:pt x="3636" y="16844"/>
                    <a:pt x="3336" y="16410"/>
                    <a:pt x="3370" y="16410"/>
                  </a:cubicBezTo>
                  <a:cubicBezTo>
                    <a:pt x="3385" y="16395"/>
                    <a:pt x="3411" y="16389"/>
                    <a:pt x="3444" y="16389"/>
                  </a:cubicBezTo>
                  <a:cubicBezTo>
                    <a:pt x="3555" y="16389"/>
                    <a:pt x="3729" y="16466"/>
                    <a:pt x="3703" y="16544"/>
                  </a:cubicBezTo>
                  <a:cubicBezTo>
                    <a:pt x="3703" y="16560"/>
                    <a:pt x="3711" y="16569"/>
                    <a:pt x="3728" y="16569"/>
                  </a:cubicBezTo>
                  <a:cubicBezTo>
                    <a:pt x="3745" y="16569"/>
                    <a:pt x="3770" y="16560"/>
                    <a:pt x="3803" y="16544"/>
                  </a:cubicBezTo>
                  <a:cubicBezTo>
                    <a:pt x="3808" y="16541"/>
                    <a:pt x="3814" y="16539"/>
                    <a:pt x="3822" y="16539"/>
                  </a:cubicBezTo>
                  <a:cubicBezTo>
                    <a:pt x="3995" y="16539"/>
                    <a:pt x="4963" y="17200"/>
                    <a:pt x="5504" y="17678"/>
                  </a:cubicBezTo>
                  <a:cubicBezTo>
                    <a:pt x="5638" y="17811"/>
                    <a:pt x="6005" y="18078"/>
                    <a:pt x="6305" y="18212"/>
                  </a:cubicBezTo>
                  <a:cubicBezTo>
                    <a:pt x="6572" y="18378"/>
                    <a:pt x="6839" y="18512"/>
                    <a:pt x="6839" y="18545"/>
                  </a:cubicBezTo>
                  <a:cubicBezTo>
                    <a:pt x="6872" y="18579"/>
                    <a:pt x="7072" y="18745"/>
                    <a:pt x="7306" y="18912"/>
                  </a:cubicBezTo>
                  <a:cubicBezTo>
                    <a:pt x="7539" y="19046"/>
                    <a:pt x="7706" y="19212"/>
                    <a:pt x="7706" y="19246"/>
                  </a:cubicBezTo>
                  <a:cubicBezTo>
                    <a:pt x="7706" y="19335"/>
                    <a:pt x="8079" y="19451"/>
                    <a:pt x="8229" y="19451"/>
                  </a:cubicBezTo>
                  <a:cubicBezTo>
                    <a:pt x="8247" y="19451"/>
                    <a:pt x="8262" y="19449"/>
                    <a:pt x="8273" y="19446"/>
                  </a:cubicBezTo>
                  <a:cubicBezTo>
                    <a:pt x="8281" y="19438"/>
                    <a:pt x="8292" y="19433"/>
                    <a:pt x="8303" y="19433"/>
                  </a:cubicBezTo>
                  <a:cubicBezTo>
                    <a:pt x="8338" y="19433"/>
                    <a:pt x="8381" y="19471"/>
                    <a:pt x="8406" y="19546"/>
                  </a:cubicBezTo>
                  <a:cubicBezTo>
                    <a:pt x="8449" y="19609"/>
                    <a:pt x="8491" y="19633"/>
                    <a:pt x="8516" y="19633"/>
                  </a:cubicBezTo>
                  <a:cubicBezTo>
                    <a:pt x="8531" y="19633"/>
                    <a:pt x="8540" y="19625"/>
                    <a:pt x="8540" y="19613"/>
                  </a:cubicBezTo>
                  <a:cubicBezTo>
                    <a:pt x="8552" y="19589"/>
                    <a:pt x="8568" y="19578"/>
                    <a:pt x="8585" y="19578"/>
                  </a:cubicBezTo>
                  <a:cubicBezTo>
                    <a:pt x="8616" y="19578"/>
                    <a:pt x="8652" y="19615"/>
                    <a:pt x="8673" y="19679"/>
                  </a:cubicBezTo>
                  <a:cubicBezTo>
                    <a:pt x="8714" y="19782"/>
                    <a:pt x="8755" y="19821"/>
                    <a:pt x="8819" y="19821"/>
                  </a:cubicBezTo>
                  <a:cubicBezTo>
                    <a:pt x="8859" y="19821"/>
                    <a:pt x="8909" y="19805"/>
                    <a:pt x="8974" y="19779"/>
                  </a:cubicBezTo>
                  <a:cubicBezTo>
                    <a:pt x="9049" y="19749"/>
                    <a:pt x="9103" y="19733"/>
                    <a:pt x="9141" y="19733"/>
                  </a:cubicBezTo>
                  <a:cubicBezTo>
                    <a:pt x="9187" y="19733"/>
                    <a:pt x="9207" y="19758"/>
                    <a:pt x="9207" y="19813"/>
                  </a:cubicBezTo>
                  <a:cubicBezTo>
                    <a:pt x="9219" y="19871"/>
                    <a:pt x="9243" y="19897"/>
                    <a:pt x="9269" y="19897"/>
                  </a:cubicBezTo>
                  <a:cubicBezTo>
                    <a:pt x="9318" y="19897"/>
                    <a:pt x="9374" y="19809"/>
                    <a:pt x="9374" y="19679"/>
                  </a:cubicBezTo>
                  <a:cubicBezTo>
                    <a:pt x="9374" y="19579"/>
                    <a:pt x="9407" y="19546"/>
                    <a:pt x="9541" y="19546"/>
                  </a:cubicBezTo>
                  <a:cubicBezTo>
                    <a:pt x="9641" y="19546"/>
                    <a:pt x="9674" y="19546"/>
                    <a:pt x="9641" y="19579"/>
                  </a:cubicBezTo>
                  <a:cubicBezTo>
                    <a:pt x="9402" y="19738"/>
                    <a:pt x="9753" y="19876"/>
                    <a:pt x="10224" y="19876"/>
                  </a:cubicBezTo>
                  <a:cubicBezTo>
                    <a:pt x="10347" y="19876"/>
                    <a:pt x="10477" y="19867"/>
                    <a:pt x="10608" y="19846"/>
                  </a:cubicBezTo>
                  <a:cubicBezTo>
                    <a:pt x="11008" y="19779"/>
                    <a:pt x="11175" y="19613"/>
                    <a:pt x="11242" y="19246"/>
                  </a:cubicBezTo>
                  <a:cubicBezTo>
                    <a:pt x="11309" y="18946"/>
                    <a:pt x="11208" y="18745"/>
                    <a:pt x="11008" y="18679"/>
                  </a:cubicBezTo>
                  <a:cubicBezTo>
                    <a:pt x="10942" y="18679"/>
                    <a:pt x="10808" y="18479"/>
                    <a:pt x="10675" y="18278"/>
                  </a:cubicBezTo>
                  <a:cubicBezTo>
                    <a:pt x="10475" y="17911"/>
                    <a:pt x="10408" y="17878"/>
                    <a:pt x="10108" y="17811"/>
                  </a:cubicBezTo>
                  <a:cubicBezTo>
                    <a:pt x="9807" y="17711"/>
                    <a:pt x="9774" y="17711"/>
                    <a:pt x="9507" y="17144"/>
                  </a:cubicBezTo>
                  <a:cubicBezTo>
                    <a:pt x="9274" y="16711"/>
                    <a:pt x="9140" y="16510"/>
                    <a:pt x="9007" y="16410"/>
                  </a:cubicBezTo>
                  <a:cubicBezTo>
                    <a:pt x="8873" y="16344"/>
                    <a:pt x="8807" y="16277"/>
                    <a:pt x="8807" y="16244"/>
                  </a:cubicBezTo>
                  <a:cubicBezTo>
                    <a:pt x="8807" y="16220"/>
                    <a:pt x="8824" y="16209"/>
                    <a:pt x="8851" y="16209"/>
                  </a:cubicBezTo>
                  <a:cubicBezTo>
                    <a:pt x="8901" y="16209"/>
                    <a:pt x="8987" y="16246"/>
                    <a:pt x="9074" y="16310"/>
                  </a:cubicBezTo>
                  <a:cubicBezTo>
                    <a:pt x="9207" y="16377"/>
                    <a:pt x="9407" y="16477"/>
                    <a:pt x="9507" y="16510"/>
                  </a:cubicBezTo>
                  <a:cubicBezTo>
                    <a:pt x="9774" y="16577"/>
                    <a:pt x="10308" y="16977"/>
                    <a:pt x="10441" y="17178"/>
                  </a:cubicBezTo>
                  <a:cubicBezTo>
                    <a:pt x="10541" y="17344"/>
                    <a:pt x="10975" y="17745"/>
                    <a:pt x="11075" y="17778"/>
                  </a:cubicBezTo>
                  <a:cubicBezTo>
                    <a:pt x="11108" y="17778"/>
                    <a:pt x="11208" y="17811"/>
                    <a:pt x="11309" y="17878"/>
                  </a:cubicBezTo>
                  <a:cubicBezTo>
                    <a:pt x="11342" y="17895"/>
                    <a:pt x="11392" y="17903"/>
                    <a:pt x="11442" y="17903"/>
                  </a:cubicBezTo>
                  <a:cubicBezTo>
                    <a:pt x="11492" y="17903"/>
                    <a:pt x="11542" y="17895"/>
                    <a:pt x="11575" y="17878"/>
                  </a:cubicBezTo>
                  <a:cubicBezTo>
                    <a:pt x="11709" y="17778"/>
                    <a:pt x="11876" y="17178"/>
                    <a:pt x="11876" y="16877"/>
                  </a:cubicBezTo>
                  <a:cubicBezTo>
                    <a:pt x="11876" y="16711"/>
                    <a:pt x="11876" y="16711"/>
                    <a:pt x="12176" y="16677"/>
                  </a:cubicBezTo>
                  <a:cubicBezTo>
                    <a:pt x="12343" y="16677"/>
                    <a:pt x="12509" y="16711"/>
                    <a:pt x="12576" y="16744"/>
                  </a:cubicBezTo>
                  <a:cubicBezTo>
                    <a:pt x="12597" y="16765"/>
                    <a:pt x="12615" y="16776"/>
                    <a:pt x="12632" y="16776"/>
                  </a:cubicBezTo>
                  <a:cubicBezTo>
                    <a:pt x="12667" y="16776"/>
                    <a:pt x="12697" y="16724"/>
                    <a:pt x="12743" y="16611"/>
                  </a:cubicBezTo>
                  <a:cubicBezTo>
                    <a:pt x="12771" y="16500"/>
                    <a:pt x="12821" y="16435"/>
                    <a:pt x="12894" y="16435"/>
                  </a:cubicBezTo>
                  <a:cubicBezTo>
                    <a:pt x="12910" y="16435"/>
                    <a:pt x="12926" y="16438"/>
                    <a:pt x="12943" y="16444"/>
                  </a:cubicBezTo>
                  <a:cubicBezTo>
                    <a:pt x="12959" y="16448"/>
                    <a:pt x="12975" y="16450"/>
                    <a:pt x="12989" y="16450"/>
                  </a:cubicBezTo>
                  <a:cubicBezTo>
                    <a:pt x="13093" y="16450"/>
                    <a:pt x="13151" y="16344"/>
                    <a:pt x="13210" y="16110"/>
                  </a:cubicBezTo>
                  <a:cubicBezTo>
                    <a:pt x="13277" y="15910"/>
                    <a:pt x="13443" y="15610"/>
                    <a:pt x="13577" y="15443"/>
                  </a:cubicBezTo>
                  <a:cubicBezTo>
                    <a:pt x="13677" y="15276"/>
                    <a:pt x="13810" y="14976"/>
                    <a:pt x="13844" y="14742"/>
                  </a:cubicBezTo>
                  <a:cubicBezTo>
                    <a:pt x="13877" y="14542"/>
                    <a:pt x="13944" y="14376"/>
                    <a:pt x="13977" y="14376"/>
                  </a:cubicBezTo>
                  <a:cubicBezTo>
                    <a:pt x="14010" y="14376"/>
                    <a:pt x="14144" y="14509"/>
                    <a:pt x="14244" y="14676"/>
                  </a:cubicBezTo>
                  <a:cubicBezTo>
                    <a:pt x="14418" y="14893"/>
                    <a:pt x="14535" y="14997"/>
                    <a:pt x="14633" y="14997"/>
                  </a:cubicBezTo>
                  <a:cubicBezTo>
                    <a:pt x="14685" y="14997"/>
                    <a:pt x="14731" y="14967"/>
                    <a:pt x="14778" y="14909"/>
                  </a:cubicBezTo>
                  <a:cubicBezTo>
                    <a:pt x="14878" y="14776"/>
                    <a:pt x="14878" y="14242"/>
                    <a:pt x="14744" y="14175"/>
                  </a:cubicBezTo>
                  <a:cubicBezTo>
                    <a:pt x="14578" y="14042"/>
                    <a:pt x="14578" y="13708"/>
                    <a:pt x="14778" y="13608"/>
                  </a:cubicBezTo>
                  <a:cubicBezTo>
                    <a:pt x="14824" y="13581"/>
                    <a:pt x="14900" y="13568"/>
                    <a:pt x="14988" y="13568"/>
                  </a:cubicBezTo>
                  <a:cubicBezTo>
                    <a:pt x="15221" y="13568"/>
                    <a:pt x="15539" y="13654"/>
                    <a:pt x="15612" y="13775"/>
                  </a:cubicBezTo>
                  <a:cubicBezTo>
                    <a:pt x="15625" y="13789"/>
                    <a:pt x="15645" y="13797"/>
                    <a:pt x="15666" y="13797"/>
                  </a:cubicBezTo>
                  <a:cubicBezTo>
                    <a:pt x="15695" y="13797"/>
                    <a:pt x="15726" y="13781"/>
                    <a:pt x="15745" y="13742"/>
                  </a:cubicBezTo>
                  <a:cubicBezTo>
                    <a:pt x="15766" y="13710"/>
                    <a:pt x="15791" y="13695"/>
                    <a:pt x="15817" y="13695"/>
                  </a:cubicBezTo>
                  <a:cubicBezTo>
                    <a:pt x="15872" y="13695"/>
                    <a:pt x="15933" y="13762"/>
                    <a:pt x="15979" y="13875"/>
                  </a:cubicBezTo>
                  <a:cubicBezTo>
                    <a:pt x="15982" y="13885"/>
                    <a:pt x="15990" y="13889"/>
                    <a:pt x="16003" y="13889"/>
                  </a:cubicBezTo>
                  <a:cubicBezTo>
                    <a:pt x="16121" y="13889"/>
                    <a:pt x="16619" y="13492"/>
                    <a:pt x="16679" y="13341"/>
                  </a:cubicBezTo>
                  <a:cubicBezTo>
                    <a:pt x="16699" y="13263"/>
                    <a:pt x="16730" y="13231"/>
                    <a:pt x="16779" y="13231"/>
                  </a:cubicBezTo>
                  <a:cubicBezTo>
                    <a:pt x="16813" y="13231"/>
                    <a:pt x="16857" y="13247"/>
                    <a:pt x="16913" y="13275"/>
                  </a:cubicBezTo>
                  <a:cubicBezTo>
                    <a:pt x="17013" y="13308"/>
                    <a:pt x="17113" y="13375"/>
                    <a:pt x="17146" y="13408"/>
                  </a:cubicBezTo>
                  <a:cubicBezTo>
                    <a:pt x="17169" y="13438"/>
                    <a:pt x="17201" y="13451"/>
                    <a:pt x="17239" y="13451"/>
                  </a:cubicBezTo>
                  <a:cubicBezTo>
                    <a:pt x="17368" y="13451"/>
                    <a:pt x="17554" y="13296"/>
                    <a:pt x="17580" y="13141"/>
                  </a:cubicBezTo>
                  <a:cubicBezTo>
                    <a:pt x="17599" y="12986"/>
                    <a:pt x="17675" y="12899"/>
                    <a:pt x="17755" y="12899"/>
                  </a:cubicBezTo>
                  <a:cubicBezTo>
                    <a:pt x="17812" y="12899"/>
                    <a:pt x="17871" y="12944"/>
                    <a:pt x="17913" y="13041"/>
                  </a:cubicBezTo>
                  <a:cubicBezTo>
                    <a:pt x="17942" y="13143"/>
                    <a:pt x="17978" y="13195"/>
                    <a:pt x="18023" y="13195"/>
                  </a:cubicBezTo>
                  <a:cubicBezTo>
                    <a:pt x="18080" y="13195"/>
                    <a:pt x="18153" y="13110"/>
                    <a:pt x="18247" y="12941"/>
                  </a:cubicBezTo>
                  <a:cubicBezTo>
                    <a:pt x="18310" y="12795"/>
                    <a:pt x="18425" y="12700"/>
                    <a:pt x="18511" y="12700"/>
                  </a:cubicBezTo>
                  <a:cubicBezTo>
                    <a:pt x="18561" y="12700"/>
                    <a:pt x="18601" y="12733"/>
                    <a:pt x="18614" y="12808"/>
                  </a:cubicBezTo>
                  <a:cubicBezTo>
                    <a:pt x="18647" y="12841"/>
                    <a:pt x="18714" y="12941"/>
                    <a:pt x="18781" y="13008"/>
                  </a:cubicBezTo>
                  <a:cubicBezTo>
                    <a:pt x="18847" y="13075"/>
                    <a:pt x="18914" y="13175"/>
                    <a:pt x="18914" y="13275"/>
                  </a:cubicBezTo>
                  <a:cubicBezTo>
                    <a:pt x="18903" y="13332"/>
                    <a:pt x="18911" y="13358"/>
                    <a:pt x="18930" y="13358"/>
                  </a:cubicBezTo>
                  <a:cubicBezTo>
                    <a:pt x="18968" y="13358"/>
                    <a:pt x="19048" y="13262"/>
                    <a:pt x="19114" y="13108"/>
                  </a:cubicBezTo>
                  <a:cubicBezTo>
                    <a:pt x="19142" y="13026"/>
                    <a:pt x="19192" y="12966"/>
                    <a:pt x="19227" y="12966"/>
                  </a:cubicBezTo>
                  <a:cubicBezTo>
                    <a:pt x="19235" y="12966"/>
                    <a:pt x="19242" y="12969"/>
                    <a:pt x="19248" y="12975"/>
                  </a:cubicBezTo>
                  <a:cubicBezTo>
                    <a:pt x="19256" y="12984"/>
                    <a:pt x="19268" y="12988"/>
                    <a:pt x="19281" y="12988"/>
                  </a:cubicBezTo>
                  <a:cubicBezTo>
                    <a:pt x="19317" y="12988"/>
                    <a:pt x="19366" y="12957"/>
                    <a:pt x="19414" y="12908"/>
                  </a:cubicBezTo>
                  <a:cubicBezTo>
                    <a:pt x="19581" y="12741"/>
                    <a:pt x="19781" y="11907"/>
                    <a:pt x="19681" y="11774"/>
                  </a:cubicBezTo>
                  <a:cubicBezTo>
                    <a:pt x="19681" y="11707"/>
                    <a:pt x="19681" y="11674"/>
                    <a:pt x="19715" y="11640"/>
                  </a:cubicBezTo>
                  <a:cubicBezTo>
                    <a:pt x="19748" y="11607"/>
                    <a:pt x="19748" y="11540"/>
                    <a:pt x="19748" y="11507"/>
                  </a:cubicBezTo>
                  <a:cubicBezTo>
                    <a:pt x="19648" y="11373"/>
                    <a:pt x="19648" y="10673"/>
                    <a:pt x="19715" y="10473"/>
                  </a:cubicBezTo>
                  <a:cubicBezTo>
                    <a:pt x="19748" y="10339"/>
                    <a:pt x="19748" y="10206"/>
                    <a:pt x="19715" y="10139"/>
                  </a:cubicBezTo>
                  <a:cubicBezTo>
                    <a:pt x="19648" y="10072"/>
                    <a:pt x="19681" y="10006"/>
                    <a:pt x="19715" y="10006"/>
                  </a:cubicBezTo>
                  <a:cubicBezTo>
                    <a:pt x="19781" y="10006"/>
                    <a:pt x="19815" y="10106"/>
                    <a:pt x="19848" y="10273"/>
                  </a:cubicBezTo>
                  <a:cubicBezTo>
                    <a:pt x="19848" y="10606"/>
                    <a:pt x="19848" y="10606"/>
                    <a:pt x="20148" y="10706"/>
                  </a:cubicBezTo>
                  <a:cubicBezTo>
                    <a:pt x="20315" y="10740"/>
                    <a:pt x="20448" y="10873"/>
                    <a:pt x="20548" y="11073"/>
                  </a:cubicBezTo>
                  <a:cubicBezTo>
                    <a:pt x="20715" y="11373"/>
                    <a:pt x="20815" y="11407"/>
                    <a:pt x="21549" y="11607"/>
                  </a:cubicBezTo>
                  <a:cubicBezTo>
                    <a:pt x="22050" y="11707"/>
                    <a:pt x="22416" y="11874"/>
                    <a:pt x="22517" y="12007"/>
                  </a:cubicBezTo>
                  <a:cubicBezTo>
                    <a:pt x="22617" y="12107"/>
                    <a:pt x="22750" y="12174"/>
                    <a:pt x="22783" y="12174"/>
                  </a:cubicBezTo>
                  <a:cubicBezTo>
                    <a:pt x="22950" y="12174"/>
                    <a:pt x="23284" y="11707"/>
                    <a:pt x="23217" y="11607"/>
                  </a:cubicBezTo>
                  <a:cubicBezTo>
                    <a:pt x="23184" y="11574"/>
                    <a:pt x="23184" y="11507"/>
                    <a:pt x="23250" y="11473"/>
                  </a:cubicBezTo>
                  <a:cubicBezTo>
                    <a:pt x="23350" y="11407"/>
                    <a:pt x="23184" y="10840"/>
                    <a:pt x="22950" y="10573"/>
                  </a:cubicBezTo>
                  <a:cubicBezTo>
                    <a:pt x="22850" y="10473"/>
                    <a:pt x="22717" y="10273"/>
                    <a:pt x="22683" y="10206"/>
                  </a:cubicBezTo>
                  <a:cubicBezTo>
                    <a:pt x="22617" y="10139"/>
                    <a:pt x="22483" y="10006"/>
                    <a:pt x="22383" y="9972"/>
                  </a:cubicBezTo>
                  <a:cubicBezTo>
                    <a:pt x="22116" y="9839"/>
                    <a:pt x="21983" y="9605"/>
                    <a:pt x="21916" y="9038"/>
                  </a:cubicBezTo>
                  <a:cubicBezTo>
                    <a:pt x="21849" y="8638"/>
                    <a:pt x="21883" y="8438"/>
                    <a:pt x="22050" y="8204"/>
                  </a:cubicBezTo>
                  <a:cubicBezTo>
                    <a:pt x="22350" y="7737"/>
                    <a:pt x="22283" y="7204"/>
                    <a:pt x="21816" y="6303"/>
                  </a:cubicBezTo>
                  <a:cubicBezTo>
                    <a:pt x="21516" y="5703"/>
                    <a:pt x="21449" y="5569"/>
                    <a:pt x="21549" y="5536"/>
                  </a:cubicBezTo>
                  <a:cubicBezTo>
                    <a:pt x="21616" y="5503"/>
                    <a:pt x="21749" y="5436"/>
                    <a:pt x="21883" y="5402"/>
                  </a:cubicBezTo>
                  <a:cubicBezTo>
                    <a:pt x="21943" y="5357"/>
                    <a:pt x="21996" y="5339"/>
                    <a:pt x="22043" y="5339"/>
                  </a:cubicBezTo>
                  <a:cubicBezTo>
                    <a:pt x="22100" y="5339"/>
                    <a:pt x="22146" y="5366"/>
                    <a:pt x="22183" y="5402"/>
                  </a:cubicBezTo>
                  <a:cubicBezTo>
                    <a:pt x="22233" y="5453"/>
                    <a:pt x="22266" y="5478"/>
                    <a:pt x="22291" y="5478"/>
                  </a:cubicBezTo>
                  <a:cubicBezTo>
                    <a:pt x="22316" y="5478"/>
                    <a:pt x="22333" y="5453"/>
                    <a:pt x="22350" y="5402"/>
                  </a:cubicBezTo>
                  <a:cubicBezTo>
                    <a:pt x="22395" y="5289"/>
                    <a:pt x="22440" y="5222"/>
                    <a:pt x="22486" y="5222"/>
                  </a:cubicBezTo>
                  <a:cubicBezTo>
                    <a:pt x="22507" y="5222"/>
                    <a:pt x="22529" y="5237"/>
                    <a:pt x="22550" y="5269"/>
                  </a:cubicBezTo>
                  <a:cubicBezTo>
                    <a:pt x="22583" y="5302"/>
                    <a:pt x="22517" y="5402"/>
                    <a:pt x="22450" y="5469"/>
                  </a:cubicBezTo>
                  <a:cubicBezTo>
                    <a:pt x="22350" y="5569"/>
                    <a:pt x="22316" y="5636"/>
                    <a:pt x="22350" y="5669"/>
                  </a:cubicBezTo>
                  <a:cubicBezTo>
                    <a:pt x="22383" y="5669"/>
                    <a:pt x="22550" y="6070"/>
                    <a:pt x="22717" y="6503"/>
                  </a:cubicBezTo>
                  <a:cubicBezTo>
                    <a:pt x="22883" y="6937"/>
                    <a:pt x="23084" y="7404"/>
                    <a:pt x="23184" y="7471"/>
                  </a:cubicBezTo>
                  <a:cubicBezTo>
                    <a:pt x="23250" y="7571"/>
                    <a:pt x="23284" y="7637"/>
                    <a:pt x="23217" y="7671"/>
                  </a:cubicBezTo>
                  <a:cubicBezTo>
                    <a:pt x="23184" y="7704"/>
                    <a:pt x="23184" y="7737"/>
                    <a:pt x="23217" y="7771"/>
                  </a:cubicBezTo>
                  <a:cubicBezTo>
                    <a:pt x="23284" y="7804"/>
                    <a:pt x="23284" y="7871"/>
                    <a:pt x="23250" y="7971"/>
                  </a:cubicBezTo>
                  <a:cubicBezTo>
                    <a:pt x="23217" y="8038"/>
                    <a:pt x="23250" y="8204"/>
                    <a:pt x="23284" y="8305"/>
                  </a:cubicBezTo>
                  <a:cubicBezTo>
                    <a:pt x="23384" y="8405"/>
                    <a:pt x="23350" y="8471"/>
                    <a:pt x="23284" y="8538"/>
                  </a:cubicBezTo>
                  <a:cubicBezTo>
                    <a:pt x="23084" y="8605"/>
                    <a:pt x="22917" y="8905"/>
                    <a:pt x="22950" y="9072"/>
                  </a:cubicBezTo>
                  <a:cubicBezTo>
                    <a:pt x="22950" y="9111"/>
                    <a:pt x="22973" y="9127"/>
                    <a:pt x="23005" y="9127"/>
                  </a:cubicBezTo>
                  <a:cubicBezTo>
                    <a:pt x="23028" y="9127"/>
                    <a:pt x="23056" y="9119"/>
                    <a:pt x="23084" y="9105"/>
                  </a:cubicBezTo>
                  <a:cubicBezTo>
                    <a:pt x="23117" y="9072"/>
                    <a:pt x="23150" y="8972"/>
                    <a:pt x="23117" y="8905"/>
                  </a:cubicBezTo>
                  <a:cubicBezTo>
                    <a:pt x="23099" y="8797"/>
                    <a:pt x="23149" y="8737"/>
                    <a:pt x="23220" y="8737"/>
                  </a:cubicBezTo>
                  <a:cubicBezTo>
                    <a:pt x="23281" y="8737"/>
                    <a:pt x="23356" y="8780"/>
                    <a:pt x="23417" y="8872"/>
                  </a:cubicBezTo>
                  <a:cubicBezTo>
                    <a:pt x="23517" y="9038"/>
                    <a:pt x="23517" y="9072"/>
                    <a:pt x="23284" y="9272"/>
                  </a:cubicBezTo>
                  <a:cubicBezTo>
                    <a:pt x="22950" y="9539"/>
                    <a:pt x="22850" y="9972"/>
                    <a:pt x="23084" y="10106"/>
                  </a:cubicBezTo>
                  <a:cubicBezTo>
                    <a:pt x="23217" y="10173"/>
                    <a:pt x="23250" y="10273"/>
                    <a:pt x="23250" y="10439"/>
                  </a:cubicBezTo>
                  <a:cubicBezTo>
                    <a:pt x="23272" y="10656"/>
                    <a:pt x="23280" y="10746"/>
                    <a:pt x="23310" y="10746"/>
                  </a:cubicBezTo>
                  <a:cubicBezTo>
                    <a:pt x="23326" y="10746"/>
                    <a:pt x="23349" y="10720"/>
                    <a:pt x="23384" y="10673"/>
                  </a:cubicBezTo>
                  <a:cubicBezTo>
                    <a:pt x="23396" y="10661"/>
                    <a:pt x="23426" y="10653"/>
                    <a:pt x="23466" y="10653"/>
                  </a:cubicBezTo>
                  <a:cubicBezTo>
                    <a:pt x="23535" y="10653"/>
                    <a:pt x="23633" y="10676"/>
                    <a:pt x="23717" y="10740"/>
                  </a:cubicBezTo>
                  <a:cubicBezTo>
                    <a:pt x="23851" y="10806"/>
                    <a:pt x="23918" y="10873"/>
                    <a:pt x="23884" y="10940"/>
                  </a:cubicBezTo>
                  <a:cubicBezTo>
                    <a:pt x="23851" y="10973"/>
                    <a:pt x="23851" y="11040"/>
                    <a:pt x="23951" y="11073"/>
                  </a:cubicBezTo>
                  <a:cubicBezTo>
                    <a:pt x="24018" y="11107"/>
                    <a:pt x="24084" y="11140"/>
                    <a:pt x="24084" y="11173"/>
                  </a:cubicBezTo>
                  <a:cubicBezTo>
                    <a:pt x="24118" y="11173"/>
                    <a:pt x="24251" y="11273"/>
                    <a:pt x="24385" y="11373"/>
                  </a:cubicBezTo>
                  <a:cubicBezTo>
                    <a:pt x="24485" y="11423"/>
                    <a:pt x="24551" y="11448"/>
                    <a:pt x="24606" y="11448"/>
                  </a:cubicBezTo>
                  <a:cubicBezTo>
                    <a:pt x="24660" y="11448"/>
                    <a:pt x="24701" y="11423"/>
                    <a:pt x="24751" y="11373"/>
                  </a:cubicBezTo>
                  <a:cubicBezTo>
                    <a:pt x="25018" y="11140"/>
                    <a:pt x="25185" y="10206"/>
                    <a:pt x="25118" y="9572"/>
                  </a:cubicBezTo>
                  <a:cubicBezTo>
                    <a:pt x="25085" y="9272"/>
                    <a:pt x="25018" y="8805"/>
                    <a:pt x="25018" y="8571"/>
                  </a:cubicBezTo>
                  <a:cubicBezTo>
                    <a:pt x="24985" y="8338"/>
                    <a:pt x="24952" y="8104"/>
                    <a:pt x="24918" y="8038"/>
                  </a:cubicBezTo>
                  <a:cubicBezTo>
                    <a:pt x="24852" y="7971"/>
                    <a:pt x="25018" y="7571"/>
                    <a:pt x="25152" y="7504"/>
                  </a:cubicBezTo>
                  <a:cubicBezTo>
                    <a:pt x="25167" y="7495"/>
                    <a:pt x="25181" y="7491"/>
                    <a:pt x="25195" y="7491"/>
                  </a:cubicBezTo>
                  <a:cubicBezTo>
                    <a:pt x="25341" y="7491"/>
                    <a:pt x="25446" y="7931"/>
                    <a:pt x="25385" y="8204"/>
                  </a:cubicBezTo>
                  <a:cubicBezTo>
                    <a:pt x="25285" y="8505"/>
                    <a:pt x="25319" y="9239"/>
                    <a:pt x="25452" y="9439"/>
                  </a:cubicBezTo>
                  <a:cubicBezTo>
                    <a:pt x="25519" y="9539"/>
                    <a:pt x="25519" y="9639"/>
                    <a:pt x="25485" y="9706"/>
                  </a:cubicBezTo>
                  <a:cubicBezTo>
                    <a:pt x="25470" y="9736"/>
                    <a:pt x="25462" y="9752"/>
                    <a:pt x="25458" y="9752"/>
                  </a:cubicBezTo>
                  <a:cubicBezTo>
                    <a:pt x="25452" y="9752"/>
                    <a:pt x="25452" y="9727"/>
                    <a:pt x="25452" y="9672"/>
                  </a:cubicBezTo>
                  <a:cubicBezTo>
                    <a:pt x="25452" y="9626"/>
                    <a:pt x="25452" y="9601"/>
                    <a:pt x="25445" y="9601"/>
                  </a:cubicBezTo>
                  <a:cubicBezTo>
                    <a:pt x="25438" y="9601"/>
                    <a:pt x="25421" y="9634"/>
                    <a:pt x="25385" y="9706"/>
                  </a:cubicBezTo>
                  <a:cubicBezTo>
                    <a:pt x="25332" y="9892"/>
                    <a:pt x="25364" y="10035"/>
                    <a:pt x="25463" y="10035"/>
                  </a:cubicBezTo>
                  <a:cubicBezTo>
                    <a:pt x="25488" y="10035"/>
                    <a:pt x="25518" y="10026"/>
                    <a:pt x="25552" y="10006"/>
                  </a:cubicBezTo>
                  <a:cubicBezTo>
                    <a:pt x="25572" y="9996"/>
                    <a:pt x="25591" y="9992"/>
                    <a:pt x="25610" y="9992"/>
                  </a:cubicBezTo>
                  <a:cubicBezTo>
                    <a:pt x="25655" y="9992"/>
                    <a:pt x="25695" y="10016"/>
                    <a:pt x="25719" y="10039"/>
                  </a:cubicBezTo>
                  <a:cubicBezTo>
                    <a:pt x="25752" y="10139"/>
                    <a:pt x="25719" y="10206"/>
                    <a:pt x="25585" y="10306"/>
                  </a:cubicBezTo>
                  <a:cubicBezTo>
                    <a:pt x="25419" y="10406"/>
                    <a:pt x="25419" y="10406"/>
                    <a:pt x="25585" y="10439"/>
                  </a:cubicBezTo>
                  <a:cubicBezTo>
                    <a:pt x="25685" y="10439"/>
                    <a:pt x="25852" y="10606"/>
                    <a:pt x="26019" y="10806"/>
                  </a:cubicBezTo>
                  <a:cubicBezTo>
                    <a:pt x="26186" y="11006"/>
                    <a:pt x="26353" y="11207"/>
                    <a:pt x="26386" y="11273"/>
                  </a:cubicBezTo>
                  <a:cubicBezTo>
                    <a:pt x="26425" y="11322"/>
                    <a:pt x="26470" y="11345"/>
                    <a:pt x="26515" y="11345"/>
                  </a:cubicBezTo>
                  <a:cubicBezTo>
                    <a:pt x="26625" y="11345"/>
                    <a:pt x="26739" y="11209"/>
                    <a:pt x="26786" y="10973"/>
                  </a:cubicBezTo>
                  <a:cubicBezTo>
                    <a:pt x="26832" y="10746"/>
                    <a:pt x="26954" y="10612"/>
                    <a:pt x="27080" y="10612"/>
                  </a:cubicBezTo>
                  <a:cubicBezTo>
                    <a:pt x="27139" y="10612"/>
                    <a:pt x="27200" y="10642"/>
                    <a:pt x="27253" y="10706"/>
                  </a:cubicBezTo>
                  <a:cubicBezTo>
                    <a:pt x="27320" y="10773"/>
                    <a:pt x="27287" y="10840"/>
                    <a:pt x="27187" y="10906"/>
                  </a:cubicBezTo>
                  <a:cubicBezTo>
                    <a:pt x="27120" y="10940"/>
                    <a:pt x="27086" y="11040"/>
                    <a:pt x="27120" y="11073"/>
                  </a:cubicBezTo>
                  <a:cubicBezTo>
                    <a:pt x="27140" y="11114"/>
                    <a:pt x="27187" y="11143"/>
                    <a:pt x="27235" y="11143"/>
                  </a:cubicBezTo>
                  <a:cubicBezTo>
                    <a:pt x="27264" y="11143"/>
                    <a:pt x="27295" y="11132"/>
                    <a:pt x="27320" y="11107"/>
                  </a:cubicBezTo>
                  <a:cubicBezTo>
                    <a:pt x="27357" y="11088"/>
                    <a:pt x="27387" y="11077"/>
                    <a:pt x="27414" y="11077"/>
                  </a:cubicBezTo>
                  <a:cubicBezTo>
                    <a:pt x="27483" y="11077"/>
                    <a:pt x="27534" y="11148"/>
                    <a:pt x="27654" y="11340"/>
                  </a:cubicBezTo>
                  <a:cubicBezTo>
                    <a:pt x="27819" y="11612"/>
                    <a:pt x="27965" y="11753"/>
                    <a:pt x="28204" y="11753"/>
                  </a:cubicBezTo>
                  <a:cubicBezTo>
                    <a:pt x="28494" y="11753"/>
                    <a:pt x="28921" y="11545"/>
                    <a:pt x="29688" y="11107"/>
                  </a:cubicBezTo>
                  <a:cubicBezTo>
                    <a:pt x="30255" y="10806"/>
                    <a:pt x="30756" y="10539"/>
                    <a:pt x="30789" y="10539"/>
                  </a:cubicBezTo>
                  <a:cubicBezTo>
                    <a:pt x="30856" y="10539"/>
                    <a:pt x="30923" y="10606"/>
                    <a:pt x="30956" y="10673"/>
                  </a:cubicBezTo>
                  <a:cubicBezTo>
                    <a:pt x="30980" y="10709"/>
                    <a:pt x="31004" y="10728"/>
                    <a:pt x="31034" y="10728"/>
                  </a:cubicBezTo>
                  <a:cubicBezTo>
                    <a:pt x="31088" y="10728"/>
                    <a:pt x="31161" y="10668"/>
                    <a:pt x="31289" y="10539"/>
                  </a:cubicBezTo>
                  <a:cubicBezTo>
                    <a:pt x="31590" y="10306"/>
                    <a:pt x="31857" y="9706"/>
                    <a:pt x="31990" y="8972"/>
                  </a:cubicBezTo>
                  <a:cubicBezTo>
                    <a:pt x="32045" y="8695"/>
                    <a:pt x="32121" y="8551"/>
                    <a:pt x="32212" y="8551"/>
                  </a:cubicBezTo>
                  <a:cubicBezTo>
                    <a:pt x="32285" y="8551"/>
                    <a:pt x="32368" y="8645"/>
                    <a:pt x="32457" y="8838"/>
                  </a:cubicBezTo>
                  <a:cubicBezTo>
                    <a:pt x="32515" y="8984"/>
                    <a:pt x="32598" y="9078"/>
                    <a:pt x="32619" y="9078"/>
                  </a:cubicBezTo>
                  <a:cubicBezTo>
                    <a:pt x="32622" y="9078"/>
                    <a:pt x="32624" y="9076"/>
                    <a:pt x="32624" y="9072"/>
                  </a:cubicBezTo>
                  <a:cubicBezTo>
                    <a:pt x="32632" y="9063"/>
                    <a:pt x="32640" y="9059"/>
                    <a:pt x="32649" y="9059"/>
                  </a:cubicBezTo>
                  <a:cubicBezTo>
                    <a:pt x="32674" y="9059"/>
                    <a:pt x="32699" y="9097"/>
                    <a:pt x="32724" y="9172"/>
                  </a:cubicBezTo>
                  <a:cubicBezTo>
                    <a:pt x="32754" y="9247"/>
                    <a:pt x="32797" y="9281"/>
                    <a:pt x="32836" y="9281"/>
                  </a:cubicBezTo>
                  <a:cubicBezTo>
                    <a:pt x="32884" y="9281"/>
                    <a:pt x="32924" y="9230"/>
                    <a:pt x="32924" y="9138"/>
                  </a:cubicBezTo>
                  <a:cubicBezTo>
                    <a:pt x="32924" y="9030"/>
                    <a:pt x="33169" y="8921"/>
                    <a:pt x="33385" y="8921"/>
                  </a:cubicBezTo>
                  <a:cubicBezTo>
                    <a:pt x="33434" y="8921"/>
                    <a:pt x="33482" y="8926"/>
                    <a:pt x="33524" y="8938"/>
                  </a:cubicBezTo>
                  <a:cubicBezTo>
                    <a:pt x="33624" y="8938"/>
                    <a:pt x="33725" y="8938"/>
                    <a:pt x="33725" y="8905"/>
                  </a:cubicBezTo>
                  <a:cubicBezTo>
                    <a:pt x="33758" y="8838"/>
                    <a:pt x="34192" y="8471"/>
                    <a:pt x="34425" y="8305"/>
                  </a:cubicBezTo>
                  <a:cubicBezTo>
                    <a:pt x="34492" y="8238"/>
                    <a:pt x="34625" y="8071"/>
                    <a:pt x="34659" y="7904"/>
                  </a:cubicBezTo>
                  <a:cubicBezTo>
                    <a:pt x="34775" y="7498"/>
                    <a:pt x="34967" y="7218"/>
                    <a:pt x="35124" y="7218"/>
                  </a:cubicBezTo>
                  <a:cubicBezTo>
                    <a:pt x="35148" y="7218"/>
                    <a:pt x="35171" y="7224"/>
                    <a:pt x="35192" y="7237"/>
                  </a:cubicBezTo>
                  <a:cubicBezTo>
                    <a:pt x="35219" y="7246"/>
                    <a:pt x="35244" y="7250"/>
                    <a:pt x="35266" y="7250"/>
                  </a:cubicBezTo>
                  <a:cubicBezTo>
                    <a:pt x="35328" y="7250"/>
                    <a:pt x="35377" y="7219"/>
                    <a:pt x="35426" y="7170"/>
                  </a:cubicBezTo>
                  <a:cubicBezTo>
                    <a:pt x="35459" y="7104"/>
                    <a:pt x="35559" y="6970"/>
                    <a:pt x="35659" y="6937"/>
                  </a:cubicBezTo>
                  <a:cubicBezTo>
                    <a:pt x="35859" y="6803"/>
                    <a:pt x="35959" y="6470"/>
                    <a:pt x="35926" y="6103"/>
                  </a:cubicBezTo>
                  <a:cubicBezTo>
                    <a:pt x="35893" y="5469"/>
                    <a:pt x="35259" y="4535"/>
                    <a:pt x="34725" y="4302"/>
                  </a:cubicBezTo>
                  <a:cubicBezTo>
                    <a:pt x="34458" y="4202"/>
                    <a:pt x="33991" y="3668"/>
                    <a:pt x="33658" y="3101"/>
                  </a:cubicBezTo>
                  <a:cubicBezTo>
                    <a:pt x="33591" y="3034"/>
                    <a:pt x="33358" y="2867"/>
                    <a:pt x="33124" y="2801"/>
                  </a:cubicBezTo>
                  <a:cubicBezTo>
                    <a:pt x="32891" y="2701"/>
                    <a:pt x="32624" y="2534"/>
                    <a:pt x="32524" y="2400"/>
                  </a:cubicBezTo>
                  <a:cubicBezTo>
                    <a:pt x="32424" y="2300"/>
                    <a:pt x="32157" y="1967"/>
                    <a:pt x="31923" y="1666"/>
                  </a:cubicBezTo>
                  <a:cubicBezTo>
                    <a:pt x="31654" y="1316"/>
                    <a:pt x="31320" y="1010"/>
                    <a:pt x="31271" y="1010"/>
                  </a:cubicBezTo>
                  <a:lnTo>
                    <a:pt x="31271" y="1010"/>
                  </a:lnTo>
                  <a:cubicBezTo>
                    <a:pt x="31259" y="1010"/>
                    <a:pt x="31264" y="1027"/>
                    <a:pt x="31289" y="1066"/>
                  </a:cubicBezTo>
                  <a:cubicBezTo>
                    <a:pt x="31289" y="1099"/>
                    <a:pt x="31223" y="1133"/>
                    <a:pt x="31123" y="1133"/>
                  </a:cubicBezTo>
                  <a:cubicBezTo>
                    <a:pt x="30956" y="1133"/>
                    <a:pt x="30923" y="1166"/>
                    <a:pt x="31023" y="1266"/>
                  </a:cubicBezTo>
                  <a:cubicBezTo>
                    <a:pt x="31056" y="1333"/>
                    <a:pt x="31256" y="1633"/>
                    <a:pt x="31423" y="1967"/>
                  </a:cubicBezTo>
                  <a:cubicBezTo>
                    <a:pt x="31756" y="2534"/>
                    <a:pt x="31756" y="2534"/>
                    <a:pt x="31556" y="2600"/>
                  </a:cubicBezTo>
                  <a:cubicBezTo>
                    <a:pt x="31423" y="2634"/>
                    <a:pt x="31356" y="2734"/>
                    <a:pt x="31323" y="3067"/>
                  </a:cubicBezTo>
                  <a:lnTo>
                    <a:pt x="31256" y="3468"/>
                  </a:lnTo>
                  <a:lnTo>
                    <a:pt x="30956" y="2901"/>
                  </a:lnTo>
                  <a:cubicBezTo>
                    <a:pt x="30522" y="1967"/>
                    <a:pt x="30456" y="1900"/>
                    <a:pt x="30222" y="1633"/>
                  </a:cubicBezTo>
                  <a:cubicBezTo>
                    <a:pt x="30089" y="1500"/>
                    <a:pt x="29922" y="1300"/>
                    <a:pt x="29855" y="1199"/>
                  </a:cubicBezTo>
                  <a:cubicBezTo>
                    <a:pt x="29788" y="1133"/>
                    <a:pt x="29622" y="966"/>
                    <a:pt x="29522" y="833"/>
                  </a:cubicBezTo>
                  <a:cubicBezTo>
                    <a:pt x="29445" y="731"/>
                    <a:pt x="29349" y="687"/>
                    <a:pt x="29249" y="687"/>
                  </a:cubicBezTo>
                  <a:cubicBezTo>
                    <a:pt x="29218" y="687"/>
                    <a:pt x="29186" y="691"/>
                    <a:pt x="29155" y="699"/>
                  </a:cubicBezTo>
                  <a:cubicBezTo>
                    <a:pt x="29088" y="699"/>
                    <a:pt x="29006" y="714"/>
                    <a:pt x="28930" y="714"/>
                  </a:cubicBezTo>
                  <a:cubicBezTo>
                    <a:pt x="28891" y="714"/>
                    <a:pt x="28854" y="710"/>
                    <a:pt x="28821" y="699"/>
                  </a:cubicBezTo>
                  <a:cubicBezTo>
                    <a:pt x="28688" y="699"/>
                    <a:pt x="27854" y="899"/>
                    <a:pt x="27620" y="999"/>
                  </a:cubicBezTo>
                  <a:cubicBezTo>
                    <a:pt x="27618" y="1001"/>
                    <a:pt x="27614" y="1001"/>
                    <a:pt x="27611" y="1001"/>
                  </a:cubicBezTo>
                  <a:cubicBezTo>
                    <a:pt x="27525" y="1001"/>
                    <a:pt x="27176" y="618"/>
                    <a:pt x="26920" y="265"/>
                  </a:cubicBezTo>
                  <a:cubicBezTo>
                    <a:pt x="26870" y="190"/>
                    <a:pt x="26801" y="153"/>
                    <a:pt x="26713" y="153"/>
                  </a:cubicBezTo>
                  <a:cubicBezTo>
                    <a:pt x="26684" y="153"/>
                    <a:pt x="26653" y="157"/>
                    <a:pt x="26619" y="165"/>
                  </a:cubicBezTo>
                  <a:cubicBezTo>
                    <a:pt x="26519" y="199"/>
                    <a:pt x="26453" y="232"/>
                    <a:pt x="26419" y="265"/>
                  </a:cubicBezTo>
                  <a:cubicBezTo>
                    <a:pt x="26419" y="265"/>
                    <a:pt x="26353" y="265"/>
                    <a:pt x="26253" y="232"/>
                  </a:cubicBezTo>
                  <a:cubicBezTo>
                    <a:pt x="26211" y="218"/>
                    <a:pt x="26152" y="210"/>
                    <a:pt x="26086" y="210"/>
                  </a:cubicBezTo>
                  <a:cubicBezTo>
                    <a:pt x="25992" y="210"/>
                    <a:pt x="25883" y="226"/>
                    <a:pt x="25786" y="265"/>
                  </a:cubicBezTo>
                  <a:cubicBezTo>
                    <a:pt x="25485" y="366"/>
                    <a:pt x="25452" y="466"/>
                    <a:pt x="25652" y="532"/>
                  </a:cubicBezTo>
                  <a:cubicBezTo>
                    <a:pt x="25819" y="566"/>
                    <a:pt x="25786" y="933"/>
                    <a:pt x="25619" y="966"/>
                  </a:cubicBezTo>
                  <a:cubicBezTo>
                    <a:pt x="25552" y="966"/>
                    <a:pt x="25452" y="933"/>
                    <a:pt x="25419" y="899"/>
                  </a:cubicBezTo>
                  <a:cubicBezTo>
                    <a:pt x="24936" y="202"/>
                    <a:pt x="24733" y="0"/>
                    <a:pt x="2436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64"/>
            <p:cNvSpPr/>
            <p:nvPr/>
          </p:nvSpPr>
          <p:spPr>
            <a:xfrm rot="-9887279">
              <a:off x="4139043" y="-126031"/>
              <a:ext cx="1854101" cy="1116806"/>
            </a:xfrm>
            <a:custGeom>
              <a:avLst/>
              <a:gdLst/>
              <a:ahLst/>
              <a:cxnLst/>
              <a:rect l="l" t="t" r="r" b="b"/>
              <a:pathLst>
                <a:path w="39763" h="23951" extrusionOk="0">
                  <a:moveTo>
                    <a:pt x="32524" y="3502"/>
                  </a:moveTo>
                  <a:cubicBezTo>
                    <a:pt x="32557" y="3502"/>
                    <a:pt x="32624" y="3502"/>
                    <a:pt x="32591" y="3535"/>
                  </a:cubicBezTo>
                  <a:cubicBezTo>
                    <a:pt x="32591" y="3569"/>
                    <a:pt x="32724" y="3635"/>
                    <a:pt x="32891" y="3736"/>
                  </a:cubicBezTo>
                  <a:cubicBezTo>
                    <a:pt x="33058" y="3802"/>
                    <a:pt x="33224" y="3869"/>
                    <a:pt x="33224" y="3936"/>
                  </a:cubicBezTo>
                  <a:cubicBezTo>
                    <a:pt x="33258" y="3969"/>
                    <a:pt x="33325" y="3969"/>
                    <a:pt x="33425" y="3969"/>
                  </a:cubicBezTo>
                  <a:cubicBezTo>
                    <a:pt x="33491" y="3969"/>
                    <a:pt x="33591" y="4036"/>
                    <a:pt x="33658" y="4136"/>
                  </a:cubicBezTo>
                  <a:cubicBezTo>
                    <a:pt x="33725" y="4236"/>
                    <a:pt x="33792" y="4269"/>
                    <a:pt x="33858" y="4269"/>
                  </a:cubicBezTo>
                  <a:cubicBezTo>
                    <a:pt x="33867" y="4260"/>
                    <a:pt x="33886" y="4256"/>
                    <a:pt x="33911" y="4256"/>
                  </a:cubicBezTo>
                  <a:cubicBezTo>
                    <a:pt x="33979" y="4256"/>
                    <a:pt x="34094" y="4287"/>
                    <a:pt x="34192" y="4336"/>
                  </a:cubicBezTo>
                  <a:cubicBezTo>
                    <a:pt x="34299" y="4396"/>
                    <a:pt x="34394" y="4425"/>
                    <a:pt x="34466" y="4425"/>
                  </a:cubicBezTo>
                  <a:cubicBezTo>
                    <a:pt x="34597" y="4425"/>
                    <a:pt x="34656" y="4329"/>
                    <a:pt x="34592" y="4136"/>
                  </a:cubicBezTo>
                  <a:cubicBezTo>
                    <a:pt x="34548" y="3958"/>
                    <a:pt x="34592" y="3869"/>
                    <a:pt x="34726" y="3869"/>
                  </a:cubicBezTo>
                  <a:cubicBezTo>
                    <a:pt x="34792" y="3869"/>
                    <a:pt x="34881" y="3891"/>
                    <a:pt x="34992" y="3936"/>
                  </a:cubicBezTo>
                  <a:cubicBezTo>
                    <a:pt x="35193" y="4036"/>
                    <a:pt x="35259" y="4102"/>
                    <a:pt x="35226" y="4203"/>
                  </a:cubicBezTo>
                  <a:cubicBezTo>
                    <a:pt x="35193" y="4303"/>
                    <a:pt x="35259" y="4369"/>
                    <a:pt x="35459" y="4469"/>
                  </a:cubicBezTo>
                  <a:cubicBezTo>
                    <a:pt x="35760" y="4636"/>
                    <a:pt x="35726" y="4670"/>
                    <a:pt x="35259" y="4703"/>
                  </a:cubicBezTo>
                  <a:cubicBezTo>
                    <a:pt x="35059" y="4703"/>
                    <a:pt x="34826" y="4736"/>
                    <a:pt x="34692" y="4736"/>
                  </a:cubicBezTo>
                  <a:cubicBezTo>
                    <a:pt x="34561" y="4756"/>
                    <a:pt x="34463" y="4768"/>
                    <a:pt x="34386" y="4768"/>
                  </a:cubicBezTo>
                  <a:cubicBezTo>
                    <a:pt x="34209" y="4768"/>
                    <a:pt x="34141" y="4709"/>
                    <a:pt x="34025" y="4569"/>
                  </a:cubicBezTo>
                  <a:cubicBezTo>
                    <a:pt x="33958" y="4436"/>
                    <a:pt x="33792" y="4336"/>
                    <a:pt x="33691" y="4336"/>
                  </a:cubicBezTo>
                  <a:cubicBezTo>
                    <a:pt x="33591" y="4303"/>
                    <a:pt x="33258" y="4236"/>
                    <a:pt x="32958" y="4169"/>
                  </a:cubicBezTo>
                  <a:cubicBezTo>
                    <a:pt x="32657" y="4136"/>
                    <a:pt x="32357" y="4036"/>
                    <a:pt x="32257" y="3969"/>
                  </a:cubicBezTo>
                  <a:cubicBezTo>
                    <a:pt x="32090" y="3902"/>
                    <a:pt x="32090" y="3902"/>
                    <a:pt x="32257" y="3836"/>
                  </a:cubicBezTo>
                  <a:cubicBezTo>
                    <a:pt x="32357" y="3802"/>
                    <a:pt x="32424" y="3702"/>
                    <a:pt x="32424" y="3635"/>
                  </a:cubicBezTo>
                  <a:cubicBezTo>
                    <a:pt x="32424" y="3569"/>
                    <a:pt x="32457" y="3535"/>
                    <a:pt x="32524" y="3502"/>
                  </a:cubicBezTo>
                  <a:close/>
                  <a:moveTo>
                    <a:pt x="33223" y="4670"/>
                  </a:moveTo>
                  <a:cubicBezTo>
                    <a:pt x="33278" y="4670"/>
                    <a:pt x="33345" y="4681"/>
                    <a:pt x="33425" y="4703"/>
                  </a:cubicBezTo>
                  <a:cubicBezTo>
                    <a:pt x="33725" y="4803"/>
                    <a:pt x="33758" y="4870"/>
                    <a:pt x="33525" y="5103"/>
                  </a:cubicBezTo>
                  <a:lnTo>
                    <a:pt x="33291" y="5337"/>
                  </a:lnTo>
                  <a:lnTo>
                    <a:pt x="33124" y="5070"/>
                  </a:lnTo>
                  <a:cubicBezTo>
                    <a:pt x="32994" y="4809"/>
                    <a:pt x="33027" y="4670"/>
                    <a:pt x="33223" y="4670"/>
                  </a:cubicBezTo>
                  <a:close/>
                  <a:moveTo>
                    <a:pt x="36377" y="5690"/>
                  </a:moveTo>
                  <a:cubicBezTo>
                    <a:pt x="36410" y="5690"/>
                    <a:pt x="36427" y="5713"/>
                    <a:pt x="36427" y="5737"/>
                  </a:cubicBezTo>
                  <a:cubicBezTo>
                    <a:pt x="36427" y="5804"/>
                    <a:pt x="36393" y="5870"/>
                    <a:pt x="36327" y="5904"/>
                  </a:cubicBezTo>
                  <a:cubicBezTo>
                    <a:pt x="36299" y="5918"/>
                    <a:pt x="36277" y="5926"/>
                    <a:pt x="36261" y="5926"/>
                  </a:cubicBezTo>
                  <a:cubicBezTo>
                    <a:pt x="36238" y="5926"/>
                    <a:pt x="36227" y="5910"/>
                    <a:pt x="36227" y="5870"/>
                  </a:cubicBezTo>
                  <a:cubicBezTo>
                    <a:pt x="36227" y="5804"/>
                    <a:pt x="36260" y="5737"/>
                    <a:pt x="36327" y="5704"/>
                  </a:cubicBezTo>
                  <a:cubicBezTo>
                    <a:pt x="36346" y="5694"/>
                    <a:pt x="36363" y="5690"/>
                    <a:pt x="36377" y="5690"/>
                  </a:cubicBezTo>
                  <a:close/>
                  <a:moveTo>
                    <a:pt x="29021" y="5679"/>
                  </a:moveTo>
                  <a:cubicBezTo>
                    <a:pt x="29080" y="5679"/>
                    <a:pt x="29172" y="5720"/>
                    <a:pt x="29255" y="5804"/>
                  </a:cubicBezTo>
                  <a:cubicBezTo>
                    <a:pt x="29622" y="6071"/>
                    <a:pt x="29755" y="6237"/>
                    <a:pt x="29655" y="6237"/>
                  </a:cubicBezTo>
                  <a:cubicBezTo>
                    <a:pt x="29555" y="6237"/>
                    <a:pt x="29055" y="5904"/>
                    <a:pt x="28988" y="5804"/>
                  </a:cubicBezTo>
                  <a:cubicBezTo>
                    <a:pt x="28938" y="5720"/>
                    <a:pt x="28963" y="5679"/>
                    <a:pt x="29021" y="5679"/>
                  </a:cubicBezTo>
                  <a:close/>
                  <a:moveTo>
                    <a:pt x="29821" y="6291"/>
                  </a:moveTo>
                  <a:cubicBezTo>
                    <a:pt x="29855" y="6291"/>
                    <a:pt x="29898" y="6322"/>
                    <a:pt x="29922" y="6371"/>
                  </a:cubicBezTo>
                  <a:cubicBezTo>
                    <a:pt x="29955" y="6438"/>
                    <a:pt x="29955" y="6504"/>
                    <a:pt x="29922" y="6504"/>
                  </a:cubicBezTo>
                  <a:cubicBezTo>
                    <a:pt x="29904" y="6513"/>
                    <a:pt x="29889" y="6517"/>
                    <a:pt x="29875" y="6517"/>
                  </a:cubicBezTo>
                  <a:cubicBezTo>
                    <a:pt x="29838" y="6517"/>
                    <a:pt x="29813" y="6486"/>
                    <a:pt x="29789" y="6438"/>
                  </a:cubicBezTo>
                  <a:cubicBezTo>
                    <a:pt x="29722" y="6371"/>
                    <a:pt x="29755" y="6337"/>
                    <a:pt x="29789" y="6304"/>
                  </a:cubicBezTo>
                  <a:cubicBezTo>
                    <a:pt x="29798" y="6295"/>
                    <a:pt x="29809" y="6291"/>
                    <a:pt x="29821" y="6291"/>
                  </a:cubicBezTo>
                  <a:close/>
                  <a:moveTo>
                    <a:pt x="34853" y="6535"/>
                  </a:moveTo>
                  <a:cubicBezTo>
                    <a:pt x="34875" y="6535"/>
                    <a:pt x="34900" y="6545"/>
                    <a:pt x="34926" y="6571"/>
                  </a:cubicBezTo>
                  <a:cubicBezTo>
                    <a:pt x="34992" y="6604"/>
                    <a:pt x="35026" y="6638"/>
                    <a:pt x="35026" y="6671"/>
                  </a:cubicBezTo>
                  <a:cubicBezTo>
                    <a:pt x="35014" y="6695"/>
                    <a:pt x="34981" y="6706"/>
                    <a:pt x="34944" y="6706"/>
                  </a:cubicBezTo>
                  <a:cubicBezTo>
                    <a:pt x="34876" y="6706"/>
                    <a:pt x="34792" y="6669"/>
                    <a:pt x="34792" y="6604"/>
                  </a:cubicBezTo>
                  <a:cubicBezTo>
                    <a:pt x="34792" y="6563"/>
                    <a:pt x="34818" y="6535"/>
                    <a:pt x="34853" y="6535"/>
                  </a:cubicBezTo>
                  <a:close/>
                  <a:moveTo>
                    <a:pt x="35166" y="6896"/>
                  </a:moveTo>
                  <a:cubicBezTo>
                    <a:pt x="35184" y="6896"/>
                    <a:pt x="35238" y="6950"/>
                    <a:pt x="35293" y="7005"/>
                  </a:cubicBezTo>
                  <a:cubicBezTo>
                    <a:pt x="35359" y="7071"/>
                    <a:pt x="35393" y="7138"/>
                    <a:pt x="35359" y="7171"/>
                  </a:cubicBezTo>
                  <a:cubicBezTo>
                    <a:pt x="35326" y="7171"/>
                    <a:pt x="35259" y="7138"/>
                    <a:pt x="35193" y="7038"/>
                  </a:cubicBezTo>
                  <a:cubicBezTo>
                    <a:pt x="35159" y="6971"/>
                    <a:pt x="35126" y="6905"/>
                    <a:pt x="35159" y="6905"/>
                  </a:cubicBezTo>
                  <a:cubicBezTo>
                    <a:pt x="35159" y="6898"/>
                    <a:pt x="35161" y="6896"/>
                    <a:pt x="35166" y="6896"/>
                  </a:cubicBezTo>
                  <a:close/>
                  <a:moveTo>
                    <a:pt x="30990" y="7205"/>
                  </a:moveTo>
                  <a:cubicBezTo>
                    <a:pt x="31056" y="7205"/>
                    <a:pt x="31123" y="7205"/>
                    <a:pt x="31123" y="7271"/>
                  </a:cubicBezTo>
                  <a:cubicBezTo>
                    <a:pt x="31156" y="7305"/>
                    <a:pt x="31123" y="7338"/>
                    <a:pt x="31090" y="7372"/>
                  </a:cubicBezTo>
                  <a:cubicBezTo>
                    <a:pt x="31081" y="7380"/>
                    <a:pt x="31069" y="7385"/>
                    <a:pt x="31057" y="7385"/>
                  </a:cubicBezTo>
                  <a:cubicBezTo>
                    <a:pt x="31023" y="7385"/>
                    <a:pt x="30981" y="7354"/>
                    <a:pt x="30956" y="7305"/>
                  </a:cubicBezTo>
                  <a:cubicBezTo>
                    <a:pt x="30923" y="7238"/>
                    <a:pt x="30923" y="7205"/>
                    <a:pt x="30990" y="7205"/>
                  </a:cubicBezTo>
                  <a:close/>
                  <a:moveTo>
                    <a:pt x="30538" y="8916"/>
                  </a:moveTo>
                  <a:cubicBezTo>
                    <a:pt x="30612" y="8916"/>
                    <a:pt x="30788" y="9036"/>
                    <a:pt x="30856" y="9173"/>
                  </a:cubicBezTo>
                  <a:cubicBezTo>
                    <a:pt x="30997" y="9454"/>
                    <a:pt x="31039" y="9554"/>
                    <a:pt x="31005" y="9554"/>
                  </a:cubicBezTo>
                  <a:cubicBezTo>
                    <a:pt x="30990" y="9554"/>
                    <a:pt x="30963" y="9536"/>
                    <a:pt x="30923" y="9506"/>
                  </a:cubicBezTo>
                  <a:cubicBezTo>
                    <a:pt x="30789" y="9440"/>
                    <a:pt x="30589" y="9206"/>
                    <a:pt x="30523" y="9006"/>
                  </a:cubicBezTo>
                  <a:cubicBezTo>
                    <a:pt x="30491" y="8942"/>
                    <a:pt x="30503" y="8916"/>
                    <a:pt x="30538" y="8916"/>
                  </a:cubicBezTo>
                  <a:close/>
                  <a:moveTo>
                    <a:pt x="31234" y="7406"/>
                  </a:moveTo>
                  <a:cubicBezTo>
                    <a:pt x="31286" y="7406"/>
                    <a:pt x="31483" y="7550"/>
                    <a:pt x="31823" y="7839"/>
                  </a:cubicBezTo>
                  <a:cubicBezTo>
                    <a:pt x="32024" y="8005"/>
                    <a:pt x="32324" y="8239"/>
                    <a:pt x="32491" y="8339"/>
                  </a:cubicBezTo>
                  <a:cubicBezTo>
                    <a:pt x="32624" y="8472"/>
                    <a:pt x="32924" y="8773"/>
                    <a:pt x="33124" y="8973"/>
                  </a:cubicBezTo>
                  <a:cubicBezTo>
                    <a:pt x="33310" y="9189"/>
                    <a:pt x="33495" y="9377"/>
                    <a:pt x="33548" y="9377"/>
                  </a:cubicBezTo>
                  <a:cubicBezTo>
                    <a:pt x="33552" y="9377"/>
                    <a:pt x="33556" y="9375"/>
                    <a:pt x="33558" y="9373"/>
                  </a:cubicBezTo>
                  <a:cubicBezTo>
                    <a:pt x="33573" y="9370"/>
                    <a:pt x="33586" y="9369"/>
                    <a:pt x="33598" y="9369"/>
                  </a:cubicBezTo>
                  <a:cubicBezTo>
                    <a:pt x="33724" y="9369"/>
                    <a:pt x="33710" y="9515"/>
                    <a:pt x="33558" y="9606"/>
                  </a:cubicBezTo>
                  <a:cubicBezTo>
                    <a:pt x="33528" y="9621"/>
                    <a:pt x="33502" y="9631"/>
                    <a:pt x="33472" y="9631"/>
                  </a:cubicBezTo>
                  <a:cubicBezTo>
                    <a:pt x="33371" y="9631"/>
                    <a:pt x="33238" y="9513"/>
                    <a:pt x="32824" y="9073"/>
                  </a:cubicBezTo>
                  <a:cubicBezTo>
                    <a:pt x="32524" y="8773"/>
                    <a:pt x="32224" y="8439"/>
                    <a:pt x="32190" y="8372"/>
                  </a:cubicBezTo>
                  <a:cubicBezTo>
                    <a:pt x="32136" y="8318"/>
                    <a:pt x="32081" y="8263"/>
                    <a:pt x="32045" y="8263"/>
                  </a:cubicBezTo>
                  <a:cubicBezTo>
                    <a:pt x="32037" y="8263"/>
                    <a:pt x="32030" y="8266"/>
                    <a:pt x="32024" y="8272"/>
                  </a:cubicBezTo>
                  <a:cubicBezTo>
                    <a:pt x="31957" y="8272"/>
                    <a:pt x="31823" y="8139"/>
                    <a:pt x="31690" y="8005"/>
                  </a:cubicBezTo>
                  <a:cubicBezTo>
                    <a:pt x="31607" y="7866"/>
                    <a:pt x="31500" y="7797"/>
                    <a:pt x="31467" y="7797"/>
                  </a:cubicBezTo>
                  <a:cubicBezTo>
                    <a:pt x="31460" y="7797"/>
                    <a:pt x="31457" y="7800"/>
                    <a:pt x="31457" y="7805"/>
                  </a:cubicBezTo>
                  <a:cubicBezTo>
                    <a:pt x="31448" y="7813"/>
                    <a:pt x="31438" y="7818"/>
                    <a:pt x="31426" y="7818"/>
                  </a:cubicBezTo>
                  <a:cubicBezTo>
                    <a:pt x="31392" y="7818"/>
                    <a:pt x="31348" y="7780"/>
                    <a:pt x="31323" y="7705"/>
                  </a:cubicBezTo>
                  <a:cubicBezTo>
                    <a:pt x="31290" y="7605"/>
                    <a:pt x="31256" y="7472"/>
                    <a:pt x="31223" y="7438"/>
                  </a:cubicBezTo>
                  <a:cubicBezTo>
                    <a:pt x="31216" y="7417"/>
                    <a:pt x="31219" y="7406"/>
                    <a:pt x="31234" y="7406"/>
                  </a:cubicBezTo>
                  <a:close/>
                  <a:moveTo>
                    <a:pt x="29474" y="9622"/>
                  </a:moveTo>
                  <a:cubicBezTo>
                    <a:pt x="29542" y="9622"/>
                    <a:pt x="29576" y="9725"/>
                    <a:pt x="29522" y="9807"/>
                  </a:cubicBezTo>
                  <a:cubicBezTo>
                    <a:pt x="29472" y="9931"/>
                    <a:pt x="29534" y="10055"/>
                    <a:pt x="29610" y="10055"/>
                  </a:cubicBezTo>
                  <a:cubicBezTo>
                    <a:pt x="29636" y="10055"/>
                    <a:pt x="29663" y="10041"/>
                    <a:pt x="29689" y="10007"/>
                  </a:cubicBezTo>
                  <a:cubicBezTo>
                    <a:pt x="29722" y="9973"/>
                    <a:pt x="29755" y="9957"/>
                    <a:pt x="29785" y="9957"/>
                  </a:cubicBezTo>
                  <a:cubicBezTo>
                    <a:pt x="29814" y="9957"/>
                    <a:pt x="29839" y="9973"/>
                    <a:pt x="29855" y="10007"/>
                  </a:cubicBezTo>
                  <a:cubicBezTo>
                    <a:pt x="29922" y="10140"/>
                    <a:pt x="29889" y="10174"/>
                    <a:pt x="29655" y="10174"/>
                  </a:cubicBezTo>
                  <a:cubicBezTo>
                    <a:pt x="29522" y="10174"/>
                    <a:pt x="29422" y="10107"/>
                    <a:pt x="29322" y="9940"/>
                  </a:cubicBezTo>
                  <a:cubicBezTo>
                    <a:pt x="29264" y="9853"/>
                    <a:pt x="29256" y="9767"/>
                    <a:pt x="29277" y="9767"/>
                  </a:cubicBezTo>
                  <a:cubicBezTo>
                    <a:pt x="29280" y="9767"/>
                    <a:pt x="29284" y="9769"/>
                    <a:pt x="29288" y="9773"/>
                  </a:cubicBezTo>
                  <a:cubicBezTo>
                    <a:pt x="29327" y="9812"/>
                    <a:pt x="29367" y="9828"/>
                    <a:pt x="29399" y="9828"/>
                  </a:cubicBezTo>
                  <a:cubicBezTo>
                    <a:pt x="29422" y="9828"/>
                    <a:pt x="29441" y="9820"/>
                    <a:pt x="29455" y="9807"/>
                  </a:cubicBezTo>
                  <a:cubicBezTo>
                    <a:pt x="29488" y="9807"/>
                    <a:pt x="29488" y="9773"/>
                    <a:pt x="29422" y="9740"/>
                  </a:cubicBezTo>
                  <a:cubicBezTo>
                    <a:pt x="29388" y="9707"/>
                    <a:pt x="29388" y="9673"/>
                    <a:pt x="29422" y="9640"/>
                  </a:cubicBezTo>
                  <a:cubicBezTo>
                    <a:pt x="29440" y="9627"/>
                    <a:pt x="29458" y="9622"/>
                    <a:pt x="29474" y="9622"/>
                  </a:cubicBezTo>
                  <a:close/>
                  <a:moveTo>
                    <a:pt x="18376" y="10382"/>
                  </a:moveTo>
                  <a:cubicBezTo>
                    <a:pt x="18431" y="10382"/>
                    <a:pt x="18481" y="10424"/>
                    <a:pt x="18481" y="10507"/>
                  </a:cubicBezTo>
                  <a:cubicBezTo>
                    <a:pt x="18481" y="10591"/>
                    <a:pt x="18339" y="10723"/>
                    <a:pt x="18274" y="10723"/>
                  </a:cubicBezTo>
                  <a:cubicBezTo>
                    <a:pt x="18262" y="10723"/>
                    <a:pt x="18252" y="10718"/>
                    <a:pt x="18247" y="10707"/>
                  </a:cubicBezTo>
                  <a:cubicBezTo>
                    <a:pt x="18247" y="10674"/>
                    <a:pt x="18247" y="10607"/>
                    <a:pt x="18247" y="10507"/>
                  </a:cubicBezTo>
                  <a:cubicBezTo>
                    <a:pt x="18264" y="10424"/>
                    <a:pt x="18322" y="10382"/>
                    <a:pt x="18376" y="10382"/>
                  </a:cubicBezTo>
                  <a:close/>
                  <a:moveTo>
                    <a:pt x="24936" y="8905"/>
                  </a:moveTo>
                  <a:cubicBezTo>
                    <a:pt x="24973" y="8905"/>
                    <a:pt x="25073" y="8980"/>
                    <a:pt x="25285" y="9139"/>
                  </a:cubicBezTo>
                  <a:cubicBezTo>
                    <a:pt x="25519" y="9340"/>
                    <a:pt x="25819" y="9573"/>
                    <a:pt x="25953" y="9707"/>
                  </a:cubicBezTo>
                  <a:cubicBezTo>
                    <a:pt x="26086" y="9840"/>
                    <a:pt x="26320" y="10073"/>
                    <a:pt x="26453" y="10240"/>
                  </a:cubicBezTo>
                  <a:cubicBezTo>
                    <a:pt x="26620" y="10374"/>
                    <a:pt x="26787" y="10574"/>
                    <a:pt x="26887" y="10674"/>
                  </a:cubicBezTo>
                  <a:cubicBezTo>
                    <a:pt x="26962" y="10749"/>
                    <a:pt x="26980" y="10786"/>
                    <a:pt x="26929" y="10786"/>
                  </a:cubicBezTo>
                  <a:cubicBezTo>
                    <a:pt x="26912" y="10786"/>
                    <a:pt x="26887" y="10782"/>
                    <a:pt x="26853" y="10774"/>
                  </a:cubicBezTo>
                  <a:cubicBezTo>
                    <a:pt x="26787" y="10774"/>
                    <a:pt x="26586" y="10641"/>
                    <a:pt x="26420" y="10474"/>
                  </a:cubicBezTo>
                  <a:cubicBezTo>
                    <a:pt x="26253" y="10307"/>
                    <a:pt x="26086" y="10140"/>
                    <a:pt x="26019" y="10107"/>
                  </a:cubicBezTo>
                  <a:cubicBezTo>
                    <a:pt x="25953" y="10073"/>
                    <a:pt x="25853" y="9973"/>
                    <a:pt x="25819" y="9873"/>
                  </a:cubicBezTo>
                  <a:cubicBezTo>
                    <a:pt x="25764" y="9791"/>
                    <a:pt x="25687" y="9731"/>
                    <a:pt x="25624" y="9731"/>
                  </a:cubicBezTo>
                  <a:cubicBezTo>
                    <a:pt x="25610" y="9731"/>
                    <a:pt x="25598" y="9734"/>
                    <a:pt x="25586" y="9740"/>
                  </a:cubicBezTo>
                  <a:cubicBezTo>
                    <a:pt x="25519" y="9740"/>
                    <a:pt x="25486" y="9707"/>
                    <a:pt x="25486" y="9673"/>
                  </a:cubicBezTo>
                  <a:cubicBezTo>
                    <a:pt x="25486" y="9640"/>
                    <a:pt x="25386" y="9540"/>
                    <a:pt x="25285" y="9473"/>
                  </a:cubicBezTo>
                  <a:cubicBezTo>
                    <a:pt x="25152" y="9373"/>
                    <a:pt x="25019" y="9240"/>
                    <a:pt x="24952" y="9073"/>
                  </a:cubicBezTo>
                  <a:cubicBezTo>
                    <a:pt x="24921" y="8963"/>
                    <a:pt x="24904" y="8905"/>
                    <a:pt x="24936" y="8905"/>
                  </a:cubicBezTo>
                  <a:close/>
                  <a:moveTo>
                    <a:pt x="21349" y="9840"/>
                  </a:moveTo>
                  <a:lnTo>
                    <a:pt x="21783" y="9973"/>
                  </a:lnTo>
                  <a:cubicBezTo>
                    <a:pt x="22016" y="10040"/>
                    <a:pt x="22217" y="10140"/>
                    <a:pt x="22250" y="10207"/>
                  </a:cubicBezTo>
                  <a:cubicBezTo>
                    <a:pt x="22300" y="10282"/>
                    <a:pt x="22350" y="10319"/>
                    <a:pt x="22400" y="10319"/>
                  </a:cubicBezTo>
                  <a:cubicBezTo>
                    <a:pt x="22417" y="10319"/>
                    <a:pt x="22433" y="10315"/>
                    <a:pt x="22450" y="10307"/>
                  </a:cubicBezTo>
                  <a:cubicBezTo>
                    <a:pt x="22467" y="10290"/>
                    <a:pt x="22500" y="10282"/>
                    <a:pt x="22538" y="10282"/>
                  </a:cubicBezTo>
                  <a:cubicBezTo>
                    <a:pt x="22575" y="10282"/>
                    <a:pt x="22617" y="10290"/>
                    <a:pt x="22650" y="10307"/>
                  </a:cubicBezTo>
                  <a:cubicBezTo>
                    <a:pt x="22817" y="10474"/>
                    <a:pt x="22950" y="10674"/>
                    <a:pt x="22850" y="10741"/>
                  </a:cubicBezTo>
                  <a:cubicBezTo>
                    <a:pt x="22817" y="10741"/>
                    <a:pt x="22817" y="10807"/>
                    <a:pt x="22850" y="10874"/>
                  </a:cubicBezTo>
                  <a:cubicBezTo>
                    <a:pt x="22913" y="10978"/>
                    <a:pt x="22884" y="11030"/>
                    <a:pt x="22756" y="11030"/>
                  </a:cubicBezTo>
                  <a:cubicBezTo>
                    <a:pt x="22679" y="11030"/>
                    <a:pt x="22567" y="11012"/>
                    <a:pt x="22417" y="10974"/>
                  </a:cubicBezTo>
                  <a:cubicBezTo>
                    <a:pt x="22217" y="10941"/>
                    <a:pt x="22083" y="10907"/>
                    <a:pt x="22117" y="10874"/>
                  </a:cubicBezTo>
                  <a:cubicBezTo>
                    <a:pt x="22150" y="10874"/>
                    <a:pt x="22083" y="10807"/>
                    <a:pt x="21983" y="10741"/>
                  </a:cubicBezTo>
                  <a:cubicBezTo>
                    <a:pt x="21933" y="10724"/>
                    <a:pt x="21891" y="10716"/>
                    <a:pt x="21858" y="10716"/>
                  </a:cubicBezTo>
                  <a:cubicBezTo>
                    <a:pt x="21825" y="10716"/>
                    <a:pt x="21800" y="10724"/>
                    <a:pt x="21783" y="10741"/>
                  </a:cubicBezTo>
                  <a:cubicBezTo>
                    <a:pt x="21775" y="10749"/>
                    <a:pt x="21764" y="10753"/>
                    <a:pt x="21752" y="10753"/>
                  </a:cubicBezTo>
                  <a:cubicBezTo>
                    <a:pt x="21716" y="10753"/>
                    <a:pt x="21666" y="10716"/>
                    <a:pt x="21616" y="10641"/>
                  </a:cubicBezTo>
                  <a:cubicBezTo>
                    <a:pt x="21565" y="10539"/>
                    <a:pt x="21514" y="10495"/>
                    <a:pt x="21434" y="10495"/>
                  </a:cubicBezTo>
                  <a:cubicBezTo>
                    <a:pt x="21409" y="10495"/>
                    <a:pt x="21381" y="10499"/>
                    <a:pt x="21349" y="10507"/>
                  </a:cubicBezTo>
                  <a:cubicBezTo>
                    <a:pt x="21299" y="10527"/>
                    <a:pt x="21262" y="10541"/>
                    <a:pt x="21236" y="10541"/>
                  </a:cubicBezTo>
                  <a:cubicBezTo>
                    <a:pt x="21175" y="10541"/>
                    <a:pt x="21179" y="10464"/>
                    <a:pt x="21249" y="10207"/>
                  </a:cubicBezTo>
                  <a:lnTo>
                    <a:pt x="21349" y="9840"/>
                  </a:lnTo>
                  <a:close/>
                  <a:moveTo>
                    <a:pt x="27054" y="10995"/>
                  </a:moveTo>
                  <a:cubicBezTo>
                    <a:pt x="27060" y="10995"/>
                    <a:pt x="27070" y="10999"/>
                    <a:pt x="27087" y="11007"/>
                  </a:cubicBezTo>
                  <a:cubicBezTo>
                    <a:pt x="27120" y="11041"/>
                    <a:pt x="27187" y="11141"/>
                    <a:pt x="27187" y="11174"/>
                  </a:cubicBezTo>
                  <a:cubicBezTo>
                    <a:pt x="27201" y="11202"/>
                    <a:pt x="27197" y="11218"/>
                    <a:pt x="27184" y="11218"/>
                  </a:cubicBezTo>
                  <a:cubicBezTo>
                    <a:pt x="27165" y="11218"/>
                    <a:pt x="27126" y="11186"/>
                    <a:pt x="27087" y="11108"/>
                  </a:cubicBezTo>
                  <a:cubicBezTo>
                    <a:pt x="27062" y="11032"/>
                    <a:pt x="27037" y="10995"/>
                    <a:pt x="27054" y="10995"/>
                  </a:cubicBezTo>
                  <a:close/>
                  <a:moveTo>
                    <a:pt x="32346" y="11366"/>
                  </a:moveTo>
                  <a:cubicBezTo>
                    <a:pt x="32347" y="11366"/>
                    <a:pt x="32351" y="11368"/>
                    <a:pt x="32357" y="11374"/>
                  </a:cubicBezTo>
                  <a:cubicBezTo>
                    <a:pt x="32424" y="11408"/>
                    <a:pt x="32491" y="11508"/>
                    <a:pt x="32524" y="11575"/>
                  </a:cubicBezTo>
                  <a:cubicBezTo>
                    <a:pt x="32524" y="11602"/>
                    <a:pt x="32518" y="11618"/>
                    <a:pt x="32507" y="11618"/>
                  </a:cubicBezTo>
                  <a:cubicBezTo>
                    <a:pt x="32491" y="11618"/>
                    <a:pt x="32463" y="11586"/>
                    <a:pt x="32424" y="11508"/>
                  </a:cubicBezTo>
                  <a:cubicBezTo>
                    <a:pt x="32369" y="11425"/>
                    <a:pt x="32337" y="11366"/>
                    <a:pt x="32346" y="11366"/>
                  </a:cubicBezTo>
                  <a:close/>
                  <a:moveTo>
                    <a:pt x="28054" y="11875"/>
                  </a:moveTo>
                  <a:cubicBezTo>
                    <a:pt x="28087" y="11875"/>
                    <a:pt x="28154" y="11908"/>
                    <a:pt x="28188" y="11941"/>
                  </a:cubicBezTo>
                  <a:cubicBezTo>
                    <a:pt x="28221" y="12008"/>
                    <a:pt x="28188" y="12042"/>
                    <a:pt x="28121" y="12042"/>
                  </a:cubicBezTo>
                  <a:cubicBezTo>
                    <a:pt x="28054" y="12042"/>
                    <a:pt x="28021" y="12008"/>
                    <a:pt x="27987" y="11941"/>
                  </a:cubicBezTo>
                  <a:cubicBezTo>
                    <a:pt x="27954" y="11908"/>
                    <a:pt x="27987" y="11875"/>
                    <a:pt x="28054" y="11875"/>
                  </a:cubicBezTo>
                  <a:close/>
                  <a:moveTo>
                    <a:pt x="15920" y="12050"/>
                  </a:moveTo>
                  <a:cubicBezTo>
                    <a:pt x="15937" y="12050"/>
                    <a:pt x="15945" y="12058"/>
                    <a:pt x="15945" y="12075"/>
                  </a:cubicBezTo>
                  <a:cubicBezTo>
                    <a:pt x="15945" y="12075"/>
                    <a:pt x="15945" y="12142"/>
                    <a:pt x="15912" y="12175"/>
                  </a:cubicBezTo>
                  <a:cubicBezTo>
                    <a:pt x="15912" y="12214"/>
                    <a:pt x="15889" y="12230"/>
                    <a:pt x="15870" y="12230"/>
                  </a:cubicBezTo>
                  <a:cubicBezTo>
                    <a:pt x="15857" y="12230"/>
                    <a:pt x="15845" y="12222"/>
                    <a:pt x="15845" y="12208"/>
                  </a:cubicBezTo>
                  <a:cubicBezTo>
                    <a:pt x="15812" y="12142"/>
                    <a:pt x="15812" y="12108"/>
                    <a:pt x="15845" y="12075"/>
                  </a:cubicBezTo>
                  <a:cubicBezTo>
                    <a:pt x="15879" y="12058"/>
                    <a:pt x="15904" y="12050"/>
                    <a:pt x="15920" y="12050"/>
                  </a:cubicBezTo>
                  <a:close/>
                  <a:moveTo>
                    <a:pt x="19281" y="12075"/>
                  </a:moveTo>
                  <a:cubicBezTo>
                    <a:pt x="19315" y="12075"/>
                    <a:pt x="19348" y="12075"/>
                    <a:pt x="19381" y="12108"/>
                  </a:cubicBezTo>
                  <a:cubicBezTo>
                    <a:pt x="19415" y="12142"/>
                    <a:pt x="19415" y="12208"/>
                    <a:pt x="19348" y="12242"/>
                  </a:cubicBezTo>
                  <a:cubicBezTo>
                    <a:pt x="19315" y="12242"/>
                    <a:pt x="19281" y="12242"/>
                    <a:pt x="19248" y="12208"/>
                  </a:cubicBezTo>
                  <a:cubicBezTo>
                    <a:pt x="19214" y="12175"/>
                    <a:pt x="19214" y="12108"/>
                    <a:pt x="19281" y="12075"/>
                  </a:cubicBezTo>
                  <a:close/>
                  <a:moveTo>
                    <a:pt x="30990" y="10174"/>
                  </a:moveTo>
                  <a:lnTo>
                    <a:pt x="30990" y="10174"/>
                  </a:lnTo>
                  <a:cubicBezTo>
                    <a:pt x="30990" y="10174"/>
                    <a:pt x="31123" y="10274"/>
                    <a:pt x="31290" y="10440"/>
                  </a:cubicBezTo>
                  <a:cubicBezTo>
                    <a:pt x="31423" y="10607"/>
                    <a:pt x="31623" y="10841"/>
                    <a:pt x="31723" y="10941"/>
                  </a:cubicBezTo>
                  <a:cubicBezTo>
                    <a:pt x="31823" y="11041"/>
                    <a:pt x="31957" y="11208"/>
                    <a:pt x="32057" y="11274"/>
                  </a:cubicBezTo>
                  <a:cubicBezTo>
                    <a:pt x="32224" y="11474"/>
                    <a:pt x="32224" y="11474"/>
                    <a:pt x="32424" y="11975"/>
                  </a:cubicBezTo>
                  <a:lnTo>
                    <a:pt x="32591" y="12375"/>
                  </a:lnTo>
                  <a:lnTo>
                    <a:pt x="32224" y="11975"/>
                  </a:lnTo>
                  <a:cubicBezTo>
                    <a:pt x="31990" y="11741"/>
                    <a:pt x="31790" y="11541"/>
                    <a:pt x="31790" y="11508"/>
                  </a:cubicBezTo>
                  <a:cubicBezTo>
                    <a:pt x="31757" y="11474"/>
                    <a:pt x="31690" y="11408"/>
                    <a:pt x="31623" y="11408"/>
                  </a:cubicBezTo>
                  <a:cubicBezTo>
                    <a:pt x="31423" y="11274"/>
                    <a:pt x="31090" y="10774"/>
                    <a:pt x="31023" y="10474"/>
                  </a:cubicBezTo>
                  <a:cubicBezTo>
                    <a:pt x="30990" y="10307"/>
                    <a:pt x="30956" y="10174"/>
                    <a:pt x="30990" y="10174"/>
                  </a:cubicBezTo>
                  <a:close/>
                  <a:moveTo>
                    <a:pt x="30694" y="12133"/>
                  </a:moveTo>
                  <a:cubicBezTo>
                    <a:pt x="30712" y="12133"/>
                    <a:pt x="30733" y="12136"/>
                    <a:pt x="30756" y="12142"/>
                  </a:cubicBezTo>
                  <a:cubicBezTo>
                    <a:pt x="30823" y="12142"/>
                    <a:pt x="30856" y="12375"/>
                    <a:pt x="30789" y="12442"/>
                  </a:cubicBezTo>
                  <a:cubicBezTo>
                    <a:pt x="30756" y="12442"/>
                    <a:pt x="30689" y="12408"/>
                    <a:pt x="30656" y="12308"/>
                  </a:cubicBezTo>
                  <a:cubicBezTo>
                    <a:pt x="30573" y="12198"/>
                    <a:pt x="30605" y="12133"/>
                    <a:pt x="30694" y="12133"/>
                  </a:cubicBezTo>
                  <a:close/>
                  <a:moveTo>
                    <a:pt x="12494" y="11966"/>
                  </a:moveTo>
                  <a:cubicBezTo>
                    <a:pt x="12577" y="11966"/>
                    <a:pt x="12660" y="12031"/>
                    <a:pt x="12743" y="12142"/>
                  </a:cubicBezTo>
                  <a:cubicBezTo>
                    <a:pt x="12877" y="12308"/>
                    <a:pt x="12877" y="12375"/>
                    <a:pt x="12810" y="12442"/>
                  </a:cubicBezTo>
                  <a:cubicBezTo>
                    <a:pt x="12782" y="12456"/>
                    <a:pt x="12755" y="12464"/>
                    <a:pt x="12729" y="12464"/>
                  </a:cubicBezTo>
                  <a:cubicBezTo>
                    <a:pt x="12694" y="12464"/>
                    <a:pt x="12663" y="12448"/>
                    <a:pt x="12643" y="12408"/>
                  </a:cubicBezTo>
                  <a:cubicBezTo>
                    <a:pt x="12610" y="12375"/>
                    <a:pt x="12510" y="12275"/>
                    <a:pt x="12443" y="12175"/>
                  </a:cubicBezTo>
                  <a:cubicBezTo>
                    <a:pt x="12310" y="12075"/>
                    <a:pt x="12310" y="12042"/>
                    <a:pt x="12443" y="11975"/>
                  </a:cubicBezTo>
                  <a:cubicBezTo>
                    <a:pt x="12460" y="11969"/>
                    <a:pt x="12477" y="11966"/>
                    <a:pt x="12494" y="11966"/>
                  </a:cubicBezTo>
                  <a:close/>
                  <a:moveTo>
                    <a:pt x="19813" y="12607"/>
                  </a:moveTo>
                  <a:cubicBezTo>
                    <a:pt x="19854" y="12607"/>
                    <a:pt x="20006" y="12708"/>
                    <a:pt x="20082" y="12809"/>
                  </a:cubicBezTo>
                  <a:cubicBezTo>
                    <a:pt x="20101" y="12828"/>
                    <a:pt x="20098" y="12847"/>
                    <a:pt x="20079" y="12847"/>
                  </a:cubicBezTo>
                  <a:cubicBezTo>
                    <a:pt x="20065" y="12847"/>
                    <a:pt x="20043" y="12837"/>
                    <a:pt x="20015" y="12809"/>
                  </a:cubicBezTo>
                  <a:cubicBezTo>
                    <a:pt x="19915" y="12775"/>
                    <a:pt x="19848" y="12709"/>
                    <a:pt x="19815" y="12642"/>
                  </a:cubicBezTo>
                  <a:cubicBezTo>
                    <a:pt x="19799" y="12618"/>
                    <a:pt x="19800" y="12607"/>
                    <a:pt x="19813" y="12607"/>
                  </a:cubicBezTo>
                  <a:close/>
                  <a:moveTo>
                    <a:pt x="16854" y="12675"/>
                  </a:moveTo>
                  <a:cubicBezTo>
                    <a:pt x="16871" y="12675"/>
                    <a:pt x="16879" y="12709"/>
                    <a:pt x="16879" y="12775"/>
                  </a:cubicBezTo>
                  <a:cubicBezTo>
                    <a:pt x="16913" y="12842"/>
                    <a:pt x="16879" y="12909"/>
                    <a:pt x="16813" y="12909"/>
                  </a:cubicBezTo>
                  <a:cubicBezTo>
                    <a:pt x="16746" y="12909"/>
                    <a:pt x="16746" y="12875"/>
                    <a:pt x="16779" y="12775"/>
                  </a:cubicBezTo>
                  <a:cubicBezTo>
                    <a:pt x="16813" y="12709"/>
                    <a:pt x="16838" y="12675"/>
                    <a:pt x="16854" y="12675"/>
                  </a:cubicBezTo>
                  <a:close/>
                  <a:moveTo>
                    <a:pt x="32791" y="12709"/>
                  </a:moveTo>
                  <a:cubicBezTo>
                    <a:pt x="32791" y="12709"/>
                    <a:pt x="32824" y="12742"/>
                    <a:pt x="32891" y="12809"/>
                  </a:cubicBezTo>
                  <a:cubicBezTo>
                    <a:pt x="32924" y="12875"/>
                    <a:pt x="32924" y="12909"/>
                    <a:pt x="32858" y="12942"/>
                  </a:cubicBezTo>
                  <a:cubicBezTo>
                    <a:pt x="32849" y="12950"/>
                    <a:pt x="32841" y="12955"/>
                    <a:pt x="32833" y="12955"/>
                  </a:cubicBezTo>
                  <a:cubicBezTo>
                    <a:pt x="32810" y="12955"/>
                    <a:pt x="32791" y="12917"/>
                    <a:pt x="32791" y="12842"/>
                  </a:cubicBezTo>
                  <a:cubicBezTo>
                    <a:pt x="32757" y="12775"/>
                    <a:pt x="32757" y="12709"/>
                    <a:pt x="32791" y="12709"/>
                  </a:cubicBezTo>
                  <a:close/>
                  <a:moveTo>
                    <a:pt x="28711" y="12909"/>
                  </a:moveTo>
                  <a:cubicBezTo>
                    <a:pt x="28729" y="12909"/>
                    <a:pt x="28755" y="12920"/>
                    <a:pt x="28788" y="12942"/>
                  </a:cubicBezTo>
                  <a:cubicBezTo>
                    <a:pt x="28855" y="12942"/>
                    <a:pt x="28855" y="13009"/>
                    <a:pt x="28821" y="13076"/>
                  </a:cubicBezTo>
                  <a:cubicBezTo>
                    <a:pt x="28821" y="13089"/>
                    <a:pt x="28810" y="13097"/>
                    <a:pt x="28794" y="13097"/>
                  </a:cubicBezTo>
                  <a:cubicBezTo>
                    <a:pt x="28772" y="13097"/>
                    <a:pt x="28741" y="13081"/>
                    <a:pt x="28721" y="13042"/>
                  </a:cubicBezTo>
                  <a:cubicBezTo>
                    <a:pt x="28677" y="12953"/>
                    <a:pt x="28677" y="12909"/>
                    <a:pt x="28711" y="12909"/>
                  </a:cubicBezTo>
                  <a:close/>
                  <a:moveTo>
                    <a:pt x="31385" y="12930"/>
                  </a:moveTo>
                  <a:cubicBezTo>
                    <a:pt x="31394" y="12930"/>
                    <a:pt x="31407" y="12934"/>
                    <a:pt x="31423" y="12942"/>
                  </a:cubicBezTo>
                  <a:cubicBezTo>
                    <a:pt x="31523" y="12942"/>
                    <a:pt x="31523" y="12976"/>
                    <a:pt x="31523" y="13076"/>
                  </a:cubicBezTo>
                  <a:cubicBezTo>
                    <a:pt x="31508" y="13106"/>
                    <a:pt x="31493" y="13122"/>
                    <a:pt x="31475" y="13122"/>
                  </a:cubicBezTo>
                  <a:cubicBezTo>
                    <a:pt x="31453" y="13122"/>
                    <a:pt x="31427" y="13097"/>
                    <a:pt x="31390" y="13042"/>
                  </a:cubicBezTo>
                  <a:cubicBezTo>
                    <a:pt x="31365" y="12967"/>
                    <a:pt x="31359" y="12930"/>
                    <a:pt x="31385" y="12930"/>
                  </a:cubicBezTo>
                  <a:close/>
                  <a:moveTo>
                    <a:pt x="19882" y="13076"/>
                  </a:moveTo>
                  <a:cubicBezTo>
                    <a:pt x="19915" y="13076"/>
                    <a:pt x="19948" y="13109"/>
                    <a:pt x="19948" y="13176"/>
                  </a:cubicBezTo>
                  <a:cubicBezTo>
                    <a:pt x="19948" y="13206"/>
                    <a:pt x="19955" y="13222"/>
                    <a:pt x="19969" y="13222"/>
                  </a:cubicBezTo>
                  <a:cubicBezTo>
                    <a:pt x="19985" y="13222"/>
                    <a:pt x="20012" y="13197"/>
                    <a:pt x="20048" y="13142"/>
                  </a:cubicBezTo>
                  <a:cubicBezTo>
                    <a:pt x="20082" y="13109"/>
                    <a:pt x="20107" y="13092"/>
                    <a:pt x="20123" y="13092"/>
                  </a:cubicBezTo>
                  <a:cubicBezTo>
                    <a:pt x="20140" y="13092"/>
                    <a:pt x="20148" y="13109"/>
                    <a:pt x="20148" y="13142"/>
                  </a:cubicBezTo>
                  <a:cubicBezTo>
                    <a:pt x="20148" y="13231"/>
                    <a:pt x="20060" y="13305"/>
                    <a:pt x="19980" y="13305"/>
                  </a:cubicBezTo>
                  <a:cubicBezTo>
                    <a:pt x="19941" y="13305"/>
                    <a:pt x="19904" y="13287"/>
                    <a:pt x="19882" y="13242"/>
                  </a:cubicBezTo>
                  <a:cubicBezTo>
                    <a:pt x="19815" y="13176"/>
                    <a:pt x="19848" y="13109"/>
                    <a:pt x="19882" y="13076"/>
                  </a:cubicBezTo>
                  <a:close/>
                  <a:moveTo>
                    <a:pt x="13047" y="12433"/>
                  </a:moveTo>
                  <a:cubicBezTo>
                    <a:pt x="13101" y="12433"/>
                    <a:pt x="13156" y="12487"/>
                    <a:pt x="13210" y="12542"/>
                  </a:cubicBezTo>
                  <a:cubicBezTo>
                    <a:pt x="13244" y="12642"/>
                    <a:pt x="13377" y="12709"/>
                    <a:pt x="13477" y="12709"/>
                  </a:cubicBezTo>
                  <a:cubicBezTo>
                    <a:pt x="13610" y="12709"/>
                    <a:pt x="13644" y="12742"/>
                    <a:pt x="13610" y="13009"/>
                  </a:cubicBezTo>
                  <a:cubicBezTo>
                    <a:pt x="13578" y="13255"/>
                    <a:pt x="13545" y="13380"/>
                    <a:pt x="13484" y="13380"/>
                  </a:cubicBezTo>
                  <a:cubicBezTo>
                    <a:pt x="13422" y="13380"/>
                    <a:pt x="13329" y="13247"/>
                    <a:pt x="13177" y="12976"/>
                  </a:cubicBezTo>
                  <a:cubicBezTo>
                    <a:pt x="13010" y="12642"/>
                    <a:pt x="12943" y="12475"/>
                    <a:pt x="13010" y="12442"/>
                  </a:cubicBezTo>
                  <a:cubicBezTo>
                    <a:pt x="13022" y="12436"/>
                    <a:pt x="13035" y="12433"/>
                    <a:pt x="13047" y="12433"/>
                  </a:cubicBezTo>
                  <a:close/>
                  <a:moveTo>
                    <a:pt x="29021" y="13476"/>
                  </a:moveTo>
                  <a:cubicBezTo>
                    <a:pt x="29055" y="13476"/>
                    <a:pt x="29088" y="13509"/>
                    <a:pt x="29155" y="13543"/>
                  </a:cubicBezTo>
                  <a:cubicBezTo>
                    <a:pt x="29222" y="13609"/>
                    <a:pt x="29222" y="13643"/>
                    <a:pt x="29188" y="13676"/>
                  </a:cubicBezTo>
                  <a:cubicBezTo>
                    <a:pt x="29179" y="13685"/>
                    <a:pt x="29168" y="13689"/>
                    <a:pt x="29156" y="13689"/>
                  </a:cubicBezTo>
                  <a:cubicBezTo>
                    <a:pt x="29122" y="13689"/>
                    <a:pt x="29079" y="13658"/>
                    <a:pt x="29055" y="13609"/>
                  </a:cubicBezTo>
                  <a:cubicBezTo>
                    <a:pt x="29021" y="13543"/>
                    <a:pt x="29021" y="13509"/>
                    <a:pt x="29021" y="13476"/>
                  </a:cubicBezTo>
                  <a:close/>
                  <a:moveTo>
                    <a:pt x="29343" y="13400"/>
                  </a:moveTo>
                  <a:cubicBezTo>
                    <a:pt x="29378" y="13400"/>
                    <a:pt x="29428" y="13455"/>
                    <a:pt x="29455" y="13509"/>
                  </a:cubicBezTo>
                  <a:cubicBezTo>
                    <a:pt x="29522" y="13609"/>
                    <a:pt x="29522" y="13676"/>
                    <a:pt x="29488" y="13709"/>
                  </a:cubicBezTo>
                  <a:cubicBezTo>
                    <a:pt x="29455" y="13709"/>
                    <a:pt x="29388" y="13676"/>
                    <a:pt x="29355" y="13576"/>
                  </a:cubicBezTo>
                  <a:cubicBezTo>
                    <a:pt x="29288" y="13509"/>
                    <a:pt x="29288" y="13409"/>
                    <a:pt x="29322" y="13409"/>
                  </a:cubicBezTo>
                  <a:cubicBezTo>
                    <a:pt x="29328" y="13403"/>
                    <a:pt x="29335" y="13400"/>
                    <a:pt x="29343" y="13400"/>
                  </a:cubicBezTo>
                  <a:close/>
                  <a:moveTo>
                    <a:pt x="31623" y="13309"/>
                  </a:moveTo>
                  <a:cubicBezTo>
                    <a:pt x="31790" y="13342"/>
                    <a:pt x="31790" y="13342"/>
                    <a:pt x="31723" y="13576"/>
                  </a:cubicBezTo>
                  <a:cubicBezTo>
                    <a:pt x="31670" y="13718"/>
                    <a:pt x="31608" y="13794"/>
                    <a:pt x="31571" y="13794"/>
                  </a:cubicBezTo>
                  <a:cubicBezTo>
                    <a:pt x="31538" y="13794"/>
                    <a:pt x="31525" y="13734"/>
                    <a:pt x="31557" y="13609"/>
                  </a:cubicBezTo>
                  <a:cubicBezTo>
                    <a:pt x="31577" y="13487"/>
                    <a:pt x="31523" y="13415"/>
                    <a:pt x="31462" y="13415"/>
                  </a:cubicBezTo>
                  <a:cubicBezTo>
                    <a:pt x="31424" y="13415"/>
                    <a:pt x="31382" y="13444"/>
                    <a:pt x="31356" y="13509"/>
                  </a:cubicBezTo>
                  <a:cubicBezTo>
                    <a:pt x="31337" y="13528"/>
                    <a:pt x="31318" y="13548"/>
                    <a:pt x="31299" y="13548"/>
                  </a:cubicBezTo>
                  <a:cubicBezTo>
                    <a:pt x="31285" y="13548"/>
                    <a:pt x="31271" y="13537"/>
                    <a:pt x="31256" y="13509"/>
                  </a:cubicBezTo>
                  <a:cubicBezTo>
                    <a:pt x="31190" y="13409"/>
                    <a:pt x="31390" y="13309"/>
                    <a:pt x="31623" y="13309"/>
                  </a:cubicBezTo>
                  <a:close/>
                  <a:moveTo>
                    <a:pt x="10830" y="12465"/>
                  </a:moveTo>
                  <a:cubicBezTo>
                    <a:pt x="10876" y="12465"/>
                    <a:pt x="10940" y="12481"/>
                    <a:pt x="11009" y="12509"/>
                  </a:cubicBezTo>
                  <a:cubicBezTo>
                    <a:pt x="11175" y="12609"/>
                    <a:pt x="11175" y="12642"/>
                    <a:pt x="11009" y="12709"/>
                  </a:cubicBezTo>
                  <a:cubicBezTo>
                    <a:pt x="10842" y="12809"/>
                    <a:pt x="10842" y="13076"/>
                    <a:pt x="10975" y="13142"/>
                  </a:cubicBezTo>
                  <a:cubicBezTo>
                    <a:pt x="11042" y="13176"/>
                    <a:pt x="11009" y="13209"/>
                    <a:pt x="10975" y="13209"/>
                  </a:cubicBezTo>
                  <a:cubicBezTo>
                    <a:pt x="10875" y="13242"/>
                    <a:pt x="10842" y="13409"/>
                    <a:pt x="10909" y="13676"/>
                  </a:cubicBezTo>
                  <a:cubicBezTo>
                    <a:pt x="10942" y="13776"/>
                    <a:pt x="10909" y="13876"/>
                    <a:pt x="10842" y="13910"/>
                  </a:cubicBezTo>
                  <a:cubicBezTo>
                    <a:pt x="10808" y="13921"/>
                    <a:pt x="10783" y="13928"/>
                    <a:pt x="10762" y="13928"/>
                  </a:cubicBezTo>
                  <a:cubicBezTo>
                    <a:pt x="10720" y="13928"/>
                    <a:pt x="10697" y="13898"/>
                    <a:pt x="10675" y="13809"/>
                  </a:cubicBezTo>
                  <a:cubicBezTo>
                    <a:pt x="10675" y="13743"/>
                    <a:pt x="10608" y="13576"/>
                    <a:pt x="10575" y="13443"/>
                  </a:cubicBezTo>
                  <a:cubicBezTo>
                    <a:pt x="10542" y="13309"/>
                    <a:pt x="10542" y="13242"/>
                    <a:pt x="10575" y="13242"/>
                  </a:cubicBezTo>
                  <a:cubicBezTo>
                    <a:pt x="10608" y="13242"/>
                    <a:pt x="10642" y="13109"/>
                    <a:pt x="10642" y="12942"/>
                  </a:cubicBezTo>
                  <a:cubicBezTo>
                    <a:pt x="10642" y="12775"/>
                    <a:pt x="10675" y="12642"/>
                    <a:pt x="10742" y="12642"/>
                  </a:cubicBezTo>
                  <a:cubicBezTo>
                    <a:pt x="10775" y="12642"/>
                    <a:pt x="10808" y="12609"/>
                    <a:pt x="10775" y="12575"/>
                  </a:cubicBezTo>
                  <a:cubicBezTo>
                    <a:pt x="10736" y="12497"/>
                    <a:pt x="10766" y="12465"/>
                    <a:pt x="10830" y="12465"/>
                  </a:cubicBezTo>
                  <a:close/>
                  <a:moveTo>
                    <a:pt x="19987" y="13722"/>
                  </a:moveTo>
                  <a:cubicBezTo>
                    <a:pt x="20025" y="13722"/>
                    <a:pt x="20073" y="13759"/>
                    <a:pt x="20115" y="13843"/>
                  </a:cubicBezTo>
                  <a:cubicBezTo>
                    <a:pt x="20182" y="13910"/>
                    <a:pt x="20148" y="14010"/>
                    <a:pt x="20082" y="14043"/>
                  </a:cubicBezTo>
                  <a:cubicBezTo>
                    <a:pt x="20045" y="14067"/>
                    <a:pt x="20017" y="14083"/>
                    <a:pt x="19995" y="14083"/>
                  </a:cubicBezTo>
                  <a:cubicBezTo>
                    <a:pt x="19957" y="14083"/>
                    <a:pt x="19936" y="14036"/>
                    <a:pt x="19915" y="13910"/>
                  </a:cubicBezTo>
                  <a:cubicBezTo>
                    <a:pt x="19896" y="13793"/>
                    <a:pt x="19933" y="13722"/>
                    <a:pt x="19987" y="13722"/>
                  </a:cubicBezTo>
                  <a:close/>
                  <a:moveTo>
                    <a:pt x="27749" y="11904"/>
                  </a:moveTo>
                  <a:cubicBezTo>
                    <a:pt x="27804" y="11904"/>
                    <a:pt x="27890" y="11972"/>
                    <a:pt x="27987" y="12108"/>
                  </a:cubicBezTo>
                  <a:cubicBezTo>
                    <a:pt x="28054" y="12208"/>
                    <a:pt x="28321" y="12675"/>
                    <a:pt x="28588" y="13109"/>
                  </a:cubicBezTo>
                  <a:cubicBezTo>
                    <a:pt x="29021" y="13776"/>
                    <a:pt x="29055" y="13910"/>
                    <a:pt x="28988" y="14043"/>
                  </a:cubicBezTo>
                  <a:cubicBezTo>
                    <a:pt x="28955" y="14143"/>
                    <a:pt x="28888" y="14243"/>
                    <a:pt x="28855" y="14276"/>
                  </a:cubicBezTo>
                  <a:cubicBezTo>
                    <a:pt x="28852" y="14278"/>
                    <a:pt x="28848" y="14279"/>
                    <a:pt x="28845" y="14279"/>
                  </a:cubicBezTo>
                  <a:cubicBezTo>
                    <a:pt x="28770" y="14279"/>
                    <a:pt x="28583" y="13959"/>
                    <a:pt x="28488" y="13609"/>
                  </a:cubicBezTo>
                  <a:cubicBezTo>
                    <a:pt x="28454" y="13443"/>
                    <a:pt x="28254" y="13042"/>
                    <a:pt x="28054" y="12709"/>
                  </a:cubicBezTo>
                  <a:cubicBezTo>
                    <a:pt x="27854" y="12375"/>
                    <a:pt x="27687" y="12075"/>
                    <a:pt x="27687" y="12008"/>
                  </a:cubicBezTo>
                  <a:cubicBezTo>
                    <a:pt x="27687" y="11939"/>
                    <a:pt x="27710" y="11904"/>
                    <a:pt x="27749" y="11904"/>
                  </a:cubicBezTo>
                  <a:close/>
                  <a:moveTo>
                    <a:pt x="20048" y="14210"/>
                  </a:moveTo>
                  <a:cubicBezTo>
                    <a:pt x="20115" y="14210"/>
                    <a:pt x="20182" y="14243"/>
                    <a:pt x="20182" y="14276"/>
                  </a:cubicBezTo>
                  <a:cubicBezTo>
                    <a:pt x="20215" y="14310"/>
                    <a:pt x="20215" y="14377"/>
                    <a:pt x="20182" y="14377"/>
                  </a:cubicBezTo>
                  <a:cubicBezTo>
                    <a:pt x="20164" y="14385"/>
                    <a:pt x="20146" y="14390"/>
                    <a:pt x="20129" y="14390"/>
                  </a:cubicBezTo>
                  <a:cubicBezTo>
                    <a:pt x="20082" y="14390"/>
                    <a:pt x="20039" y="14359"/>
                    <a:pt x="20015" y="14310"/>
                  </a:cubicBezTo>
                  <a:cubicBezTo>
                    <a:pt x="19982" y="14243"/>
                    <a:pt x="20015" y="14210"/>
                    <a:pt x="20048" y="14210"/>
                  </a:cubicBezTo>
                  <a:close/>
                  <a:moveTo>
                    <a:pt x="7685" y="14096"/>
                  </a:moveTo>
                  <a:cubicBezTo>
                    <a:pt x="7707" y="14096"/>
                    <a:pt x="7726" y="14100"/>
                    <a:pt x="7740" y="14110"/>
                  </a:cubicBezTo>
                  <a:cubicBezTo>
                    <a:pt x="7806" y="14143"/>
                    <a:pt x="7806" y="14210"/>
                    <a:pt x="7773" y="14276"/>
                  </a:cubicBezTo>
                  <a:cubicBezTo>
                    <a:pt x="7733" y="14357"/>
                    <a:pt x="7607" y="14401"/>
                    <a:pt x="7499" y="14401"/>
                  </a:cubicBezTo>
                  <a:cubicBezTo>
                    <a:pt x="7428" y="14401"/>
                    <a:pt x="7366" y="14383"/>
                    <a:pt x="7339" y="14343"/>
                  </a:cubicBezTo>
                  <a:cubicBezTo>
                    <a:pt x="7282" y="14257"/>
                    <a:pt x="7546" y="14096"/>
                    <a:pt x="7685" y="14096"/>
                  </a:cubicBezTo>
                  <a:close/>
                  <a:moveTo>
                    <a:pt x="31657" y="13876"/>
                  </a:moveTo>
                  <a:cubicBezTo>
                    <a:pt x="31723" y="13876"/>
                    <a:pt x="31857" y="13943"/>
                    <a:pt x="31924" y="14076"/>
                  </a:cubicBezTo>
                  <a:cubicBezTo>
                    <a:pt x="32057" y="14243"/>
                    <a:pt x="32057" y="14310"/>
                    <a:pt x="31957" y="14377"/>
                  </a:cubicBezTo>
                  <a:cubicBezTo>
                    <a:pt x="31915" y="14402"/>
                    <a:pt x="31876" y="14412"/>
                    <a:pt x="31842" y="14412"/>
                  </a:cubicBezTo>
                  <a:cubicBezTo>
                    <a:pt x="31742" y="14412"/>
                    <a:pt x="31698" y="14318"/>
                    <a:pt x="31823" y="14243"/>
                  </a:cubicBezTo>
                  <a:cubicBezTo>
                    <a:pt x="31857" y="14210"/>
                    <a:pt x="31823" y="14210"/>
                    <a:pt x="31723" y="14210"/>
                  </a:cubicBezTo>
                  <a:cubicBezTo>
                    <a:pt x="31657" y="14210"/>
                    <a:pt x="31523" y="14143"/>
                    <a:pt x="31490" y="14076"/>
                  </a:cubicBezTo>
                  <a:cubicBezTo>
                    <a:pt x="31465" y="14027"/>
                    <a:pt x="31459" y="13997"/>
                    <a:pt x="31483" y="13997"/>
                  </a:cubicBezTo>
                  <a:cubicBezTo>
                    <a:pt x="31492" y="13997"/>
                    <a:pt x="31505" y="14001"/>
                    <a:pt x="31523" y="14010"/>
                  </a:cubicBezTo>
                  <a:cubicBezTo>
                    <a:pt x="31547" y="14033"/>
                    <a:pt x="31604" y="14057"/>
                    <a:pt x="31647" y="14057"/>
                  </a:cubicBezTo>
                  <a:cubicBezTo>
                    <a:pt x="31665" y="14057"/>
                    <a:pt x="31680" y="14053"/>
                    <a:pt x="31690" y="14043"/>
                  </a:cubicBezTo>
                  <a:cubicBezTo>
                    <a:pt x="31723" y="14010"/>
                    <a:pt x="31723" y="13976"/>
                    <a:pt x="31657" y="13943"/>
                  </a:cubicBezTo>
                  <a:cubicBezTo>
                    <a:pt x="31590" y="13910"/>
                    <a:pt x="31590" y="13910"/>
                    <a:pt x="31657" y="13876"/>
                  </a:cubicBezTo>
                  <a:close/>
                  <a:moveTo>
                    <a:pt x="17313" y="14610"/>
                  </a:moveTo>
                  <a:cubicBezTo>
                    <a:pt x="17380" y="14643"/>
                    <a:pt x="17346" y="14710"/>
                    <a:pt x="17280" y="14743"/>
                  </a:cubicBezTo>
                  <a:cubicBezTo>
                    <a:pt x="17263" y="14760"/>
                    <a:pt x="17238" y="14768"/>
                    <a:pt x="17213" y="14768"/>
                  </a:cubicBezTo>
                  <a:cubicBezTo>
                    <a:pt x="17188" y="14768"/>
                    <a:pt x="17163" y="14760"/>
                    <a:pt x="17146" y="14743"/>
                  </a:cubicBezTo>
                  <a:cubicBezTo>
                    <a:pt x="17113" y="14677"/>
                    <a:pt x="17113" y="14643"/>
                    <a:pt x="17146" y="14610"/>
                  </a:cubicBezTo>
                  <a:close/>
                  <a:moveTo>
                    <a:pt x="7961" y="14578"/>
                  </a:moveTo>
                  <a:cubicBezTo>
                    <a:pt x="7973" y="14578"/>
                    <a:pt x="7973" y="14602"/>
                    <a:pt x="7973" y="14643"/>
                  </a:cubicBezTo>
                  <a:cubicBezTo>
                    <a:pt x="7973" y="14710"/>
                    <a:pt x="7906" y="14777"/>
                    <a:pt x="7840" y="14810"/>
                  </a:cubicBezTo>
                  <a:cubicBezTo>
                    <a:pt x="7804" y="14834"/>
                    <a:pt x="7781" y="14845"/>
                    <a:pt x="7770" y="14845"/>
                  </a:cubicBezTo>
                  <a:cubicBezTo>
                    <a:pt x="7748" y="14845"/>
                    <a:pt x="7763" y="14808"/>
                    <a:pt x="7806" y="14743"/>
                  </a:cubicBezTo>
                  <a:cubicBezTo>
                    <a:pt x="7904" y="14626"/>
                    <a:pt x="7945" y="14578"/>
                    <a:pt x="7961" y="14578"/>
                  </a:cubicBezTo>
                  <a:close/>
                  <a:moveTo>
                    <a:pt x="29152" y="14798"/>
                  </a:moveTo>
                  <a:cubicBezTo>
                    <a:pt x="29186" y="14798"/>
                    <a:pt x="29230" y="14835"/>
                    <a:pt x="29255" y="14910"/>
                  </a:cubicBezTo>
                  <a:cubicBezTo>
                    <a:pt x="29322" y="14977"/>
                    <a:pt x="29288" y="15077"/>
                    <a:pt x="29222" y="15110"/>
                  </a:cubicBezTo>
                  <a:cubicBezTo>
                    <a:pt x="29205" y="15119"/>
                    <a:pt x="29190" y="15123"/>
                    <a:pt x="29177" y="15123"/>
                  </a:cubicBezTo>
                  <a:cubicBezTo>
                    <a:pt x="29138" y="15123"/>
                    <a:pt x="29113" y="15085"/>
                    <a:pt x="29088" y="15010"/>
                  </a:cubicBezTo>
                  <a:cubicBezTo>
                    <a:pt x="29055" y="14910"/>
                    <a:pt x="29055" y="14810"/>
                    <a:pt x="29122" y="14810"/>
                  </a:cubicBezTo>
                  <a:cubicBezTo>
                    <a:pt x="29130" y="14802"/>
                    <a:pt x="29140" y="14798"/>
                    <a:pt x="29152" y="14798"/>
                  </a:cubicBezTo>
                  <a:close/>
                  <a:moveTo>
                    <a:pt x="11980" y="15289"/>
                  </a:moveTo>
                  <a:cubicBezTo>
                    <a:pt x="11998" y="15289"/>
                    <a:pt x="12009" y="15297"/>
                    <a:pt x="12009" y="15311"/>
                  </a:cubicBezTo>
                  <a:cubicBezTo>
                    <a:pt x="11976" y="15344"/>
                    <a:pt x="11909" y="15411"/>
                    <a:pt x="11876" y="15411"/>
                  </a:cubicBezTo>
                  <a:cubicBezTo>
                    <a:pt x="11809" y="15411"/>
                    <a:pt x="11809" y="15377"/>
                    <a:pt x="11876" y="15344"/>
                  </a:cubicBezTo>
                  <a:cubicBezTo>
                    <a:pt x="11915" y="15305"/>
                    <a:pt x="11954" y="15289"/>
                    <a:pt x="11980" y="15289"/>
                  </a:cubicBezTo>
                  <a:close/>
                  <a:moveTo>
                    <a:pt x="19081" y="13367"/>
                  </a:moveTo>
                  <a:cubicBezTo>
                    <a:pt x="19127" y="13367"/>
                    <a:pt x="19154" y="13421"/>
                    <a:pt x="19181" y="13476"/>
                  </a:cubicBezTo>
                  <a:cubicBezTo>
                    <a:pt x="19214" y="13576"/>
                    <a:pt x="19248" y="13743"/>
                    <a:pt x="19281" y="13843"/>
                  </a:cubicBezTo>
                  <a:cubicBezTo>
                    <a:pt x="19348" y="13976"/>
                    <a:pt x="19315" y="14110"/>
                    <a:pt x="19281" y="14143"/>
                  </a:cubicBezTo>
                  <a:cubicBezTo>
                    <a:pt x="19214" y="14176"/>
                    <a:pt x="19214" y="14276"/>
                    <a:pt x="19248" y="14377"/>
                  </a:cubicBezTo>
                  <a:cubicBezTo>
                    <a:pt x="19315" y="14543"/>
                    <a:pt x="19315" y="14577"/>
                    <a:pt x="18881" y="14844"/>
                  </a:cubicBezTo>
                  <a:cubicBezTo>
                    <a:pt x="18781" y="14910"/>
                    <a:pt x="18747" y="15010"/>
                    <a:pt x="18781" y="15144"/>
                  </a:cubicBezTo>
                  <a:cubicBezTo>
                    <a:pt x="18814" y="15244"/>
                    <a:pt x="18814" y="15444"/>
                    <a:pt x="18747" y="15544"/>
                  </a:cubicBezTo>
                  <a:cubicBezTo>
                    <a:pt x="18695" y="15649"/>
                    <a:pt x="18670" y="15699"/>
                    <a:pt x="18649" y="15699"/>
                  </a:cubicBezTo>
                  <a:cubicBezTo>
                    <a:pt x="18629" y="15699"/>
                    <a:pt x="18613" y="15657"/>
                    <a:pt x="18581" y="15577"/>
                  </a:cubicBezTo>
                  <a:cubicBezTo>
                    <a:pt x="18547" y="15444"/>
                    <a:pt x="18547" y="15277"/>
                    <a:pt x="18614" y="15210"/>
                  </a:cubicBezTo>
                  <a:cubicBezTo>
                    <a:pt x="18647" y="15110"/>
                    <a:pt x="18681" y="15010"/>
                    <a:pt x="18647" y="14944"/>
                  </a:cubicBezTo>
                  <a:cubicBezTo>
                    <a:pt x="18581" y="14844"/>
                    <a:pt x="18948" y="13443"/>
                    <a:pt x="19048" y="13376"/>
                  </a:cubicBezTo>
                  <a:cubicBezTo>
                    <a:pt x="19060" y="13370"/>
                    <a:pt x="19071" y="13367"/>
                    <a:pt x="19081" y="13367"/>
                  </a:cubicBezTo>
                  <a:close/>
                  <a:moveTo>
                    <a:pt x="7850" y="15596"/>
                  </a:moveTo>
                  <a:cubicBezTo>
                    <a:pt x="7884" y="15596"/>
                    <a:pt x="7929" y="15611"/>
                    <a:pt x="7973" y="15611"/>
                  </a:cubicBezTo>
                  <a:cubicBezTo>
                    <a:pt x="8006" y="15644"/>
                    <a:pt x="8006" y="15711"/>
                    <a:pt x="7940" y="15744"/>
                  </a:cubicBezTo>
                  <a:cubicBezTo>
                    <a:pt x="7912" y="15758"/>
                    <a:pt x="7884" y="15766"/>
                    <a:pt x="7859" y="15766"/>
                  </a:cubicBezTo>
                  <a:cubicBezTo>
                    <a:pt x="7824" y="15766"/>
                    <a:pt x="7793" y="15750"/>
                    <a:pt x="7773" y="15711"/>
                  </a:cubicBezTo>
                  <a:cubicBezTo>
                    <a:pt x="7740" y="15677"/>
                    <a:pt x="7773" y="15644"/>
                    <a:pt x="7806" y="15611"/>
                  </a:cubicBezTo>
                  <a:cubicBezTo>
                    <a:pt x="7817" y="15600"/>
                    <a:pt x="7832" y="15596"/>
                    <a:pt x="7850" y="15596"/>
                  </a:cubicBezTo>
                  <a:close/>
                  <a:moveTo>
                    <a:pt x="7908" y="15864"/>
                  </a:moveTo>
                  <a:cubicBezTo>
                    <a:pt x="7940" y="15864"/>
                    <a:pt x="7973" y="15887"/>
                    <a:pt x="7973" y="15911"/>
                  </a:cubicBezTo>
                  <a:cubicBezTo>
                    <a:pt x="8006" y="15944"/>
                    <a:pt x="8006" y="16011"/>
                    <a:pt x="7973" y="16044"/>
                  </a:cubicBezTo>
                  <a:cubicBezTo>
                    <a:pt x="7959" y="16073"/>
                    <a:pt x="7945" y="16083"/>
                    <a:pt x="7931" y="16083"/>
                  </a:cubicBezTo>
                  <a:cubicBezTo>
                    <a:pt x="7912" y="16083"/>
                    <a:pt x="7892" y="16064"/>
                    <a:pt x="7873" y="16044"/>
                  </a:cubicBezTo>
                  <a:cubicBezTo>
                    <a:pt x="7840" y="15978"/>
                    <a:pt x="7840" y="15911"/>
                    <a:pt x="7873" y="15878"/>
                  </a:cubicBezTo>
                  <a:cubicBezTo>
                    <a:pt x="7883" y="15868"/>
                    <a:pt x="7895" y="15864"/>
                    <a:pt x="7908" y="15864"/>
                  </a:cubicBezTo>
                  <a:close/>
                  <a:moveTo>
                    <a:pt x="18795" y="15906"/>
                  </a:moveTo>
                  <a:cubicBezTo>
                    <a:pt x="18819" y="15906"/>
                    <a:pt x="18850" y="15931"/>
                    <a:pt x="18881" y="15978"/>
                  </a:cubicBezTo>
                  <a:cubicBezTo>
                    <a:pt x="18914" y="16044"/>
                    <a:pt x="18914" y="16111"/>
                    <a:pt x="18848" y="16111"/>
                  </a:cubicBezTo>
                  <a:cubicBezTo>
                    <a:pt x="18781" y="16111"/>
                    <a:pt x="18747" y="16044"/>
                    <a:pt x="18747" y="16011"/>
                  </a:cubicBezTo>
                  <a:cubicBezTo>
                    <a:pt x="18747" y="15940"/>
                    <a:pt x="18767" y="15906"/>
                    <a:pt x="18795" y="15906"/>
                  </a:cubicBezTo>
                  <a:close/>
                  <a:moveTo>
                    <a:pt x="1729" y="16032"/>
                  </a:moveTo>
                  <a:cubicBezTo>
                    <a:pt x="1783" y="16032"/>
                    <a:pt x="1802" y="16076"/>
                    <a:pt x="1802" y="16178"/>
                  </a:cubicBezTo>
                  <a:cubicBezTo>
                    <a:pt x="1825" y="16315"/>
                    <a:pt x="1785" y="16405"/>
                    <a:pt x="1725" y="16405"/>
                  </a:cubicBezTo>
                  <a:cubicBezTo>
                    <a:pt x="1698" y="16405"/>
                    <a:pt x="1667" y="16386"/>
                    <a:pt x="1635" y="16345"/>
                  </a:cubicBezTo>
                  <a:cubicBezTo>
                    <a:pt x="1569" y="16211"/>
                    <a:pt x="1569" y="16111"/>
                    <a:pt x="1669" y="16044"/>
                  </a:cubicBezTo>
                  <a:cubicBezTo>
                    <a:pt x="1692" y="16037"/>
                    <a:pt x="1712" y="16032"/>
                    <a:pt x="1729" y="16032"/>
                  </a:cubicBezTo>
                  <a:close/>
                  <a:moveTo>
                    <a:pt x="7936" y="16520"/>
                  </a:moveTo>
                  <a:cubicBezTo>
                    <a:pt x="7956" y="16520"/>
                    <a:pt x="7973" y="16528"/>
                    <a:pt x="7973" y="16545"/>
                  </a:cubicBezTo>
                  <a:cubicBezTo>
                    <a:pt x="7973" y="16545"/>
                    <a:pt x="7973" y="16611"/>
                    <a:pt x="7940" y="16645"/>
                  </a:cubicBezTo>
                  <a:cubicBezTo>
                    <a:pt x="7920" y="16684"/>
                    <a:pt x="7901" y="16700"/>
                    <a:pt x="7881" y="16700"/>
                  </a:cubicBezTo>
                  <a:cubicBezTo>
                    <a:pt x="7867" y="16700"/>
                    <a:pt x="7854" y="16692"/>
                    <a:pt x="7840" y="16678"/>
                  </a:cubicBezTo>
                  <a:cubicBezTo>
                    <a:pt x="7840" y="16611"/>
                    <a:pt x="7840" y="16578"/>
                    <a:pt x="7873" y="16545"/>
                  </a:cubicBezTo>
                  <a:cubicBezTo>
                    <a:pt x="7890" y="16528"/>
                    <a:pt x="7915" y="16520"/>
                    <a:pt x="7936" y="16520"/>
                  </a:cubicBezTo>
                  <a:close/>
                  <a:moveTo>
                    <a:pt x="17380" y="15744"/>
                  </a:moveTo>
                  <a:cubicBezTo>
                    <a:pt x="17413" y="15744"/>
                    <a:pt x="17447" y="15811"/>
                    <a:pt x="17447" y="15911"/>
                  </a:cubicBezTo>
                  <a:cubicBezTo>
                    <a:pt x="17447" y="16011"/>
                    <a:pt x="17480" y="16178"/>
                    <a:pt x="17480" y="16278"/>
                  </a:cubicBezTo>
                  <a:cubicBezTo>
                    <a:pt x="17480" y="16378"/>
                    <a:pt x="17513" y="16545"/>
                    <a:pt x="17580" y="16611"/>
                  </a:cubicBezTo>
                  <a:cubicBezTo>
                    <a:pt x="17647" y="16678"/>
                    <a:pt x="17613" y="16778"/>
                    <a:pt x="17547" y="16812"/>
                  </a:cubicBezTo>
                  <a:cubicBezTo>
                    <a:pt x="17504" y="16837"/>
                    <a:pt x="17468" y="16850"/>
                    <a:pt x="17438" y="16850"/>
                  </a:cubicBezTo>
                  <a:cubicBezTo>
                    <a:pt x="17352" y="16850"/>
                    <a:pt x="17322" y="16743"/>
                    <a:pt x="17346" y="16545"/>
                  </a:cubicBezTo>
                  <a:cubicBezTo>
                    <a:pt x="17380" y="16411"/>
                    <a:pt x="17346" y="16245"/>
                    <a:pt x="17313" y="16178"/>
                  </a:cubicBezTo>
                  <a:cubicBezTo>
                    <a:pt x="17246" y="16044"/>
                    <a:pt x="17280" y="15811"/>
                    <a:pt x="17380" y="15744"/>
                  </a:cubicBezTo>
                  <a:close/>
                  <a:moveTo>
                    <a:pt x="5855" y="16787"/>
                  </a:moveTo>
                  <a:cubicBezTo>
                    <a:pt x="5872" y="16787"/>
                    <a:pt x="5888" y="16795"/>
                    <a:pt x="5905" y="16812"/>
                  </a:cubicBezTo>
                  <a:cubicBezTo>
                    <a:pt x="5905" y="16812"/>
                    <a:pt x="5905" y="16878"/>
                    <a:pt x="5872" y="16912"/>
                  </a:cubicBezTo>
                  <a:cubicBezTo>
                    <a:pt x="5852" y="16951"/>
                    <a:pt x="5833" y="16967"/>
                    <a:pt x="5813" y="16967"/>
                  </a:cubicBezTo>
                  <a:cubicBezTo>
                    <a:pt x="5799" y="16967"/>
                    <a:pt x="5785" y="16959"/>
                    <a:pt x="5772" y="16945"/>
                  </a:cubicBezTo>
                  <a:cubicBezTo>
                    <a:pt x="5738" y="16878"/>
                    <a:pt x="5772" y="16845"/>
                    <a:pt x="5805" y="16812"/>
                  </a:cubicBezTo>
                  <a:cubicBezTo>
                    <a:pt x="5822" y="16795"/>
                    <a:pt x="5838" y="16787"/>
                    <a:pt x="5855" y="16787"/>
                  </a:cubicBezTo>
                  <a:close/>
                  <a:moveTo>
                    <a:pt x="18793" y="16666"/>
                  </a:moveTo>
                  <a:cubicBezTo>
                    <a:pt x="18863" y="16666"/>
                    <a:pt x="18889" y="16710"/>
                    <a:pt x="18914" y="16812"/>
                  </a:cubicBezTo>
                  <a:cubicBezTo>
                    <a:pt x="18969" y="16993"/>
                    <a:pt x="18974" y="17076"/>
                    <a:pt x="18929" y="17076"/>
                  </a:cubicBezTo>
                  <a:cubicBezTo>
                    <a:pt x="18892" y="17076"/>
                    <a:pt x="18820" y="17018"/>
                    <a:pt x="18714" y="16912"/>
                  </a:cubicBezTo>
                  <a:cubicBezTo>
                    <a:pt x="18581" y="16778"/>
                    <a:pt x="18581" y="16745"/>
                    <a:pt x="18714" y="16678"/>
                  </a:cubicBezTo>
                  <a:cubicBezTo>
                    <a:pt x="18746" y="16670"/>
                    <a:pt x="18772" y="16666"/>
                    <a:pt x="18793" y="16666"/>
                  </a:cubicBezTo>
                  <a:close/>
                  <a:moveTo>
                    <a:pt x="5519" y="17103"/>
                  </a:moveTo>
                  <a:cubicBezTo>
                    <a:pt x="5537" y="17103"/>
                    <a:pt x="5532" y="17168"/>
                    <a:pt x="5505" y="17279"/>
                  </a:cubicBezTo>
                  <a:cubicBezTo>
                    <a:pt x="5505" y="17412"/>
                    <a:pt x="5438" y="17512"/>
                    <a:pt x="5405" y="17545"/>
                  </a:cubicBezTo>
                  <a:cubicBezTo>
                    <a:pt x="5371" y="17545"/>
                    <a:pt x="5371" y="17479"/>
                    <a:pt x="5405" y="17345"/>
                  </a:cubicBezTo>
                  <a:cubicBezTo>
                    <a:pt x="5438" y="17212"/>
                    <a:pt x="5471" y="17112"/>
                    <a:pt x="5505" y="17112"/>
                  </a:cubicBezTo>
                  <a:cubicBezTo>
                    <a:pt x="5510" y="17106"/>
                    <a:pt x="5515" y="17103"/>
                    <a:pt x="5519" y="17103"/>
                  </a:cubicBezTo>
                  <a:close/>
                  <a:moveTo>
                    <a:pt x="17619" y="17439"/>
                  </a:moveTo>
                  <a:cubicBezTo>
                    <a:pt x="17653" y="17439"/>
                    <a:pt x="17688" y="17461"/>
                    <a:pt x="17713" y="17512"/>
                  </a:cubicBezTo>
                  <a:cubicBezTo>
                    <a:pt x="17747" y="17545"/>
                    <a:pt x="17713" y="17612"/>
                    <a:pt x="17647" y="17646"/>
                  </a:cubicBezTo>
                  <a:cubicBezTo>
                    <a:pt x="17629" y="17654"/>
                    <a:pt x="17613" y="17659"/>
                    <a:pt x="17600" y="17659"/>
                  </a:cubicBezTo>
                  <a:cubicBezTo>
                    <a:pt x="17562" y="17659"/>
                    <a:pt x="17538" y="17628"/>
                    <a:pt x="17513" y="17579"/>
                  </a:cubicBezTo>
                  <a:cubicBezTo>
                    <a:pt x="17513" y="17496"/>
                    <a:pt x="17564" y="17439"/>
                    <a:pt x="17619" y="17439"/>
                  </a:cubicBezTo>
                  <a:close/>
                  <a:moveTo>
                    <a:pt x="15683" y="17400"/>
                  </a:moveTo>
                  <a:cubicBezTo>
                    <a:pt x="15699" y="17400"/>
                    <a:pt x="15720" y="17404"/>
                    <a:pt x="15745" y="17412"/>
                  </a:cubicBezTo>
                  <a:cubicBezTo>
                    <a:pt x="15845" y="17445"/>
                    <a:pt x="15879" y="17479"/>
                    <a:pt x="15812" y="17579"/>
                  </a:cubicBezTo>
                  <a:cubicBezTo>
                    <a:pt x="15783" y="17651"/>
                    <a:pt x="15754" y="17686"/>
                    <a:pt x="15728" y="17686"/>
                  </a:cubicBezTo>
                  <a:cubicBezTo>
                    <a:pt x="15694" y="17686"/>
                    <a:pt x="15664" y="17626"/>
                    <a:pt x="15645" y="17512"/>
                  </a:cubicBezTo>
                  <a:cubicBezTo>
                    <a:pt x="15620" y="17437"/>
                    <a:pt x="15633" y="17400"/>
                    <a:pt x="15683" y="17400"/>
                  </a:cubicBezTo>
                  <a:close/>
                  <a:moveTo>
                    <a:pt x="18781" y="17245"/>
                  </a:moveTo>
                  <a:lnTo>
                    <a:pt x="18781" y="17245"/>
                  </a:lnTo>
                  <a:cubicBezTo>
                    <a:pt x="18814" y="17245"/>
                    <a:pt x="18881" y="17345"/>
                    <a:pt x="18948" y="17445"/>
                  </a:cubicBezTo>
                  <a:cubicBezTo>
                    <a:pt x="19014" y="17579"/>
                    <a:pt x="19014" y="17712"/>
                    <a:pt x="18981" y="17712"/>
                  </a:cubicBezTo>
                  <a:cubicBezTo>
                    <a:pt x="18973" y="17721"/>
                    <a:pt x="18964" y="17725"/>
                    <a:pt x="18956" y="17725"/>
                  </a:cubicBezTo>
                  <a:cubicBezTo>
                    <a:pt x="18933" y="17725"/>
                    <a:pt x="18914" y="17687"/>
                    <a:pt x="18914" y="17612"/>
                  </a:cubicBezTo>
                  <a:cubicBezTo>
                    <a:pt x="18881" y="17545"/>
                    <a:pt x="18848" y="17445"/>
                    <a:pt x="18814" y="17379"/>
                  </a:cubicBezTo>
                  <a:cubicBezTo>
                    <a:pt x="18781" y="17312"/>
                    <a:pt x="18781" y="17279"/>
                    <a:pt x="18781" y="17245"/>
                  </a:cubicBezTo>
                  <a:close/>
                  <a:moveTo>
                    <a:pt x="18714" y="17779"/>
                  </a:moveTo>
                  <a:cubicBezTo>
                    <a:pt x="18747" y="17779"/>
                    <a:pt x="18781" y="17779"/>
                    <a:pt x="18814" y="17846"/>
                  </a:cubicBezTo>
                  <a:cubicBezTo>
                    <a:pt x="18814" y="17879"/>
                    <a:pt x="18814" y="17946"/>
                    <a:pt x="18781" y="17946"/>
                  </a:cubicBezTo>
                  <a:cubicBezTo>
                    <a:pt x="18761" y="17956"/>
                    <a:pt x="18745" y="17960"/>
                    <a:pt x="18731" y="17960"/>
                  </a:cubicBezTo>
                  <a:cubicBezTo>
                    <a:pt x="18697" y="17960"/>
                    <a:pt x="18681" y="17936"/>
                    <a:pt x="18681" y="17912"/>
                  </a:cubicBezTo>
                  <a:cubicBezTo>
                    <a:pt x="18681" y="17846"/>
                    <a:pt x="18714" y="17812"/>
                    <a:pt x="18714" y="17779"/>
                  </a:cubicBezTo>
                  <a:close/>
                  <a:moveTo>
                    <a:pt x="5091" y="17065"/>
                  </a:moveTo>
                  <a:cubicBezTo>
                    <a:pt x="5101" y="17065"/>
                    <a:pt x="5126" y="17082"/>
                    <a:pt x="5171" y="17112"/>
                  </a:cubicBezTo>
                  <a:cubicBezTo>
                    <a:pt x="5204" y="17145"/>
                    <a:pt x="5204" y="17379"/>
                    <a:pt x="5138" y="17579"/>
                  </a:cubicBezTo>
                  <a:cubicBezTo>
                    <a:pt x="5038" y="17812"/>
                    <a:pt x="5004" y="18046"/>
                    <a:pt x="5071" y="18079"/>
                  </a:cubicBezTo>
                  <a:cubicBezTo>
                    <a:pt x="5104" y="18146"/>
                    <a:pt x="5104" y="18213"/>
                    <a:pt x="5071" y="18213"/>
                  </a:cubicBezTo>
                  <a:cubicBezTo>
                    <a:pt x="5043" y="18227"/>
                    <a:pt x="5006" y="18233"/>
                    <a:pt x="4967" y="18233"/>
                  </a:cubicBezTo>
                  <a:cubicBezTo>
                    <a:pt x="4820" y="18233"/>
                    <a:pt x="4623" y="18144"/>
                    <a:pt x="4571" y="18012"/>
                  </a:cubicBezTo>
                  <a:cubicBezTo>
                    <a:pt x="4504" y="17912"/>
                    <a:pt x="4537" y="17846"/>
                    <a:pt x="4904" y="17479"/>
                  </a:cubicBezTo>
                  <a:cubicBezTo>
                    <a:pt x="5004" y="17379"/>
                    <a:pt x="5104" y="17245"/>
                    <a:pt x="5104" y="17145"/>
                  </a:cubicBezTo>
                  <a:cubicBezTo>
                    <a:pt x="5086" y="17090"/>
                    <a:pt x="5078" y="17065"/>
                    <a:pt x="5091" y="17065"/>
                  </a:cubicBezTo>
                  <a:close/>
                  <a:moveTo>
                    <a:pt x="11644" y="12829"/>
                  </a:moveTo>
                  <a:cubicBezTo>
                    <a:pt x="11682" y="12829"/>
                    <a:pt x="11716" y="12833"/>
                    <a:pt x="11742" y="12842"/>
                  </a:cubicBezTo>
                  <a:cubicBezTo>
                    <a:pt x="11909" y="12842"/>
                    <a:pt x="11943" y="12875"/>
                    <a:pt x="11943" y="13076"/>
                  </a:cubicBezTo>
                  <a:cubicBezTo>
                    <a:pt x="11976" y="13209"/>
                    <a:pt x="12009" y="13309"/>
                    <a:pt x="12043" y="13342"/>
                  </a:cubicBezTo>
                  <a:cubicBezTo>
                    <a:pt x="12143" y="13409"/>
                    <a:pt x="12076" y="13709"/>
                    <a:pt x="11809" y="14477"/>
                  </a:cubicBezTo>
                  <a:cubicBezTo>
                    <a:pt x="11676" y="14844"/>
                    <a:pt x="11642" y="15311"/>
                    <a:pt x="11709" y="15544"/>
                  </a:cubicBezTo>
                  <a:cubicBezTo>
                    <a:pt x="11709" y="15577"/>
                    <a:pt x="11742" y="15644"/>
                    <a:pt x="11742" y="15677"/>
                  </a:cubicBezTo>
                  <a:cubicBezTo>
                    <a:pt x="11742" y="15711"/>
                    <a:pt x="11776" y="15744"/>
                    <a:pt x="11809" y="15778"/>
                  </a:cubicBezTo>
                  <a:cubicBezTo>
                    <a:pt x="11809" y="15811"/>
                    <a:pt x="11809" y="15844"/>
                    <a:pt x="11776" y="15878"/>
                  </a:cubicBezTo>
                  <a:cubicBezTo>
                    <a:pt x="11742" y="15911"/>
                    <a:pt x="11742" y="16011"/>
                    <a:pt x="11809" y="16111"/>
                  </a:cubicBezTo>
                  <a:cubicBezTo>
                    <a:pt x="11876" y="16211"/>
                    <a:pt x="11876" y="16345"/>
                    <a:pt x="11809" y="16411"/>
                  </a:cubicBezTo>
                  <a:cubicBezTo>
                    <a:pt x="11676" y="16578"/>
                    <a:pt x="11642" y="16845"/>
                    <a:pt x="11709" y="16878"/>
                  </a:cubicBezTo>
                  <a:cubicBezTo>
                    <a:pt x="11776" y="16912"/>
                    <a:pt x="11709" y="17012"/>
                    <a:pt x="11609" y="17078"/>
                  </a:cubicBezTo>
                  <a:cubicBezTo>
                    <a:pt x="11509" y="17179"/>
                    <a:pt x="11442" y="17345"/>
                    <a:pt x="11476" y="17445"/>
                  </a:cubicBezTo>
                  <a:cubicBezTo>
                    <a:pt x="11509" y="17545"/>
                    <a:pt x="11509" y="17712"/>
                    <a:pt x="11476" y="17812"/>
                  </a:cubicBezTo>
                  <a:cubicBezTo>
                    <a:pt x="11442" y="17912"/>
                    <a:pt x="11409" y="18079"/>
                    <a:pt x="11409" y="18179"/>
                  </a:cubicBezTo>
                  <a:cubicBezTo>
                    <a:pt x="11409" y="18283"/>
                    <a:pt x="11409" y="18336"/>
                    <a:pt x="11384" y="18336"/>
                  </a:cubicBezTo>
                  <a:cubicBezTo>
                    <a:pt x="11370" y="18336"/>
                    <a:pt x="11346" y="18317"/>
                    <a:pt x="11309" y="18279"/>
                  </a:cubicBezTo>
                  <a:cubicBezTo>
                    <a:pt x="11142" y="18179"/>
                    <a:pt x="11142" y="17112"/>
                    <a:pt x="11275" y="17045"/>
                  </a:cubicBezTo>
                  <a:cubicBezTo>
                    <a:pt x="11409" y="16978"/>
                    <a:pt x="11609" y="14343"/>
                    <a:pt x="11509" y="14043"/>
                  </a:cubicBezTo>
                  <a:cubicBezTo>
                    <a:pt x="11476" y="14010"/>
                    <a:pt x="11442" y="13843"/>
                    <a:pt x="11409" y="13709"/>
                  </a:cubicBezTo>
                  <a:cubicBezTo>
                    <a:pt x="11409" y="13576"/>
                    <a:pt x="11342" y="13342"/>
                    <a:pt x="11242" y="13242"/>
                  </a:cubicBezTo>
                  <a:cubicBezTo>
                    <a:pt x="11142" y="13042"/>
                    <a:pt x="11142" y="13009"/>
                    <a:pt x="11342" y="12909"/>
                  </a:cubicBezTo>
                  <a:cubicBezTo>
                    <a:pt x="11415" y="12860"/>
                    <a:pt x="11542" y="12829"/>
                    <a:pt x="11644" y="12829"/>
                  </a:cubicBezTo>
                  <a:close/>
                  <a:moveTo>
                    <a:pt x="17666" y="18337"/>
                  </a:moveTo>
                  <a:cubicBezTo>
                    <a:pt x="17669" y="18337"/>
                    <a:pt x="17674" y="18340"/>
                    <a:pt x="17680" y="18346"/>
                  </a:cubicBezTo>
                  <a:cubicBezTo>
                    <a:pt x="17713" y="18346"/>
                    <a:pt x="17780" y="18446"/>
                    <a:pt x="17847" y="18613"/>
                  </a:cubicBezTo>
                  <a:cubicBezTo>
                    <a:pt x="17880" y="18746"/>
                    <a:pt x="17880" y="18880"/>
                    <a:pt x="17847" y="18880"/>
                  </a:cubicBezTo>
                  <a:cubicBezTo>
                    <a:pt x="17834" y="18892"/>
                    <a:pt x="17822" y="18898"/>
                    <a:pt x="17810" y="18898"/>
                  </a:cubicBezTo>
                  <a:cubicBezTo>
                    <a:pt x="17759" y="18898"/>
                    <a:pt x="17720" y="18794"/>
                    <a:pt x="17747" y="18713"/>
                  </a:cubicBezTo>
                  <a:cubicBezTo>
                    <a:pt x="17780" y="18646"/>
                    <a:pt x="17747" y="18546"/>
                    <a:pt x="17713" y="18479"/>
                  </a:cubicBezTo>
                  <a:cubicBezTo>
                    <a:pt x="17659" y="18397"/>
                    <a:pt x="17649" y="18337"/>
                    <a:pt x="17666" y="18337"/>
                  </a:cubicBezTo>
                  <a:close/>
                  <a:moveTo>
                    <a:pt x="17847" y="19080"/>
                  </a:moveTo>
                  <a:cubicBezTo>
                    <a:pt x="17847" y="19080"/>
                    <a:pt x="17914" y="19080"/>
                    <a:pt x="17947" y="19113"/>
                  </a:cubicBezTo>
                  <a:cubicBezTo>
                    <a:pt x="18014" y="19147"/>
                    <a:pt x="18014" y="19180"/>
                    <a:pt x="17980" y="19213"/>
                  </a:cubicBezTo>
                  <a:cubicBezTo>
                    <a:pt x="17961" y="19223"/>
                    <a:pt x="17944" y="19227"/>
                    <a:pt x="17929" y="19227"/>
                  </a:cubicBezTo>
                  <a:cubicBezTo>
                    <a:pt x="17894" y="19227"/>
                    <a:pt x="17870" y="19204"/>
                    <a:pt x="17847" y="19180"/>
                  </a:cubicBezTo>
                  <a:cubicBezTo>
                    <a:pt x="17847" y="19147"/>
                    <a:pt x="17813" y="19113"/>
                    <a:pt x="17847" y="19080"/>
                  </a:cubicBezTo>
                  <a:close/>
                  <a:moveTo>
                    <a:pt x="11945" y="19500"/>
                  </a:moveTo>
                  <a:cubicBezTo>
                    <a:pt x="11976" y="19500"/>
                    <a:pt x="12009" y="19523"/>
                    <a:pt x="12009" y="19547"/>
                  </a:cubicBezTo>
                  <a:cubicBezTo>
                    <a:pt x="12043" y="19580"/>
                    <a:pt x="12043" y="19647"/>
                    <a:pt x="11976" y="19647"/>
                  </a:cubicBezTo>
                  <a:cubicBezTo>
                    <a:pt x="11959" y="19664"/>
                    <a:pt x="11943" y="19672"/>
                    <a:pt x="11926" y="19672"/>
                  </a:cubicBezTo>
                  <a:cubicBezTo>
                    <a:pt x="11909" y="19672"/>
                    <a:pt x="11893" y="19664"/>
                    <a:pt x="11876" y="19647"/>
                  </a:cubicBezTo>
                  <a:cubicBezTo>
                    <a:pt x="11843" y="19580"/>
                    <a:pt x="11843" y="19547"/>
                    <a:pt x="11909" y="19514"/>
                  </a:cubicBezTo>
                  <a:cubicBezTo>
                    <a:pt x="11919" y="19504"/>
                    <a:pt x="11932" y="19500"/>
                    <a:pt x="11945" y="19500"/>
                  </a:cubicBezTo>
                  <a:close/>
                  <a:moveTo>
                    <a:pt x="18097" y="19364"/>
                  </a:moveTo>
                  <a:cubicBezTo>
                    <a:pt x="18132" y="19364"/>
                    <a:pt x="18163" y="19379"/>
                    <a:pt x="18180" y="19413"/>
                  </a:cubicBezTo>
                  <a:cubicBezTo>
                    <a:pt x="18214" y="19480"/>
                    <a:pt x="18214" y="19547"/>
                    <a:pt x="18180" y="19580"/>
                  </a:cubicBezTo>
                  <a:cubicBezTo>
                    <a:pt x="18147" y="19580"/>
                    <a:pt x="18147" y="19647"/>
                    <a:pt x="18214" y="19714"/>
                  </a:cubicBezTo>
                  <a:cubicBezTo>
                    <a:pt x="18280" y="19747"/>
                    <a:pt x="18280" y="19814"/>
                    <a:pt x="18247" y="19814"/>
                  </a:cubicBezTo>
                  <a:cubicBezTo>
                    <a:pt x="18231" y="19824"/>
                    <a:pt x="18212" y="19829"/>
                    <a:pt x="18189" y="19829"/>
                  </a:cubicBezTo>
                  <a:cubicBezTo>
                    <a:pt x="18070" y="19829"/>
                    <a:pt x="17880" y="19693"/>
                    <a:pt x="17880" y="19580"/>
                  </a:cubicBezTo>
                  <a:cubicBezTo>
                    <a:pt x="17856" y="19481"/>
                    <a:pt x="17995" y="19364"/>
                    <a:pt x="18097" y="19364"/>
                  </a:cubicBezTo>
                  <a:close/>
                  <a:moveTo>
                    <a:pt x="20382" y="19047"/>
                  </a:moveTo>
                  <a:cubicBezTo>
                    <a:pt x="20482" y="19080"/>
                    <a:pt x="20515" y="19113"/>
                    <a:pt x="20482" y="19347"/>
                  </a:cubicBezTo>
                  <a:cubicBezTo>
                    <a:pt x="20415" y="19514"/>
                    <a:pt x="20449" y="19580"/>
                    <a:pt x="20549" y="19580"/>
                  </a:cubicBezTo>
                  <a:cubicBezTo>
                    <a:pt x="20615" y="19580"/>
                    <a:pt x="20615" y="19647"/>
                    <a:pt x="20515" y="19747"/>
                  </a:cubicBezTo>
                  <a:cubicBezTo>
                    <a:pt x="20449" y="19847"/>
                    <a:pt x="20382" y="19914"/>
                    <a:pt x="20349" y="19914"/>
                  </a:cubicBezTo>
                  <a:cubicBezTo>
                    <a:pt x="20349" y="19914"/>
                    <a:pt x="20282" y="19714"/>
                    <a:pt x="20249" y="19480"/>
                  </a:cubicBezTo>
                  <a:cubicBezTo>
                    <a:pt x="20215" y="19113"/>
                    <a:pt x="20249" y="19047"/>
                    <a:pt x="20382" y="19047"/>
                  </a:cubicBezTo>
                  <a:close/>
                  <a:moveTo>
                    <a:pt x="18080" y="20014"/>
                  </a:moveTo>
                  <a:cubicBezTo>
                    <a:pt x="18114" y="20014"/>
                    <a:pt x="18180" y="20047"/>
                    <a:pt x="18214" y="20081"/>
                  </a:cubicBezTo>
                  <a:cubicBezTo>
                    <a:pt x="18280" y="20114"/>
                    <a:pt x="18314" y="20181"/>
                    <a:pt x="18247" y="20214"/>
                  </a:cubicBezTo>
                  <a:cubicBezTo>
                    <a:pt x="18238" y="20223"/>
                    <a:pt x="18227" y="20227"/>
                    <a:pt x="18214" y="20227"/>
                  </a:cubicBezTo>
                  <a:cubicBezTo>
                    <a:pt x="18180" y="20227"/>
                    <a:pt x="18138" y="20196"/>
                    <a:pt x="18114" y="20147"/>
                  </a:cubicBezTo>
                  <a:cubicBezTo>
                    <a:pt x="18080" y="20081"/>
                    <a:pt x="18080" y="20014"/>
                    <a:pt x="18080" y="20014"/>
                  </a:cubicBezTo>
                  <a:close/>
                  <a:moveTo>
                    <a:pt x="16169" y="19542"/>
                  </a:moveTo>
                  <a:cubicBezTo>
                    <a:pt x="16194" y="19542"/>
                    <a:pt x="16212" y="19552"/>
                    <a:pt x="16212" y="19580"/>
                  </a:cubicBezTo>
                  <a:cubicBezTo>
                    <a:pt x="16246" y="19614"/>
                    <a:pt x="16212" y="19680"/>
                    <a:pt x="16179" y="19747"/>
                  </a:cubicBezTo>
                  <a:cubicBezTo>
                    <a:pt x="16112" y="19847"/>
                    <a:pt x="16112" y="19880"/>
                    <a:pt x="16212" y="19880"/>
                  </a:cubicBezTo>
                  <a:cubicBezTo>
                    <a:pt x="16279" y="19880"/>
                    <a:pt x="16312" y="19947"/>
                    <a:pt x="16246" y="20081"/>
                  </a:cubicBezTo>
                  <a:cubicBezTo>
                    <a:pt x="16212" y="20214"/>
                    <a:pt x="16212" y="20347"/>
                    <a:pt x="16246" y="20414"/>
                  </a:cubicBezTo>
                  <a:cubicBezTo>
                    <a:pt x="16279" y="20448"/>
                    <a:pt x="16279" y="20514"/>
                    <a:pt x="16212" y="20548"/>
                  </a:cubicBezTo>
                  <a:cubicBezTo>
                    <a:pt x="16200" y="20556"/>
                    <a:pt x="16187" y="20560"/>
                    <a:pt x="16176" y="20560"/>
                  </a:cubicBezTo>
                  <a:cubicBezTo>
                    <a:pt x="16095" y="20560"/>
                    <a:pt x="16037" y="20363"/>
                    <a:pt x="15979" y="20014"/>
                  </a:cubicBezTo>
                  <a:cubicBezTo>
                    <a:pt x="15945" y="19780"/>
                    <a:pt x="15979" y="19614"/>
                    <a:pt x="16046" y="19580"/>
                  </a:cubicBezTo>
                  <a:cubicBezTo>
                    <a:pt x="16084" y="19561"/>
                    <a:pt x="16134" y="19542"/>
                    <a:pt x="16169" y="19542"/>
                  </a:cubicBezTo>
                  <a:close/>
                  <a:moveTo>
                    <a:pt x="12009" y="20381"/>
                  </a:moveTo>
                  <a:cubicBezTo>
                    <a:pt x="12043" y="20381"/>
                    <a:pt x="12043" y="20448"/>
                    <a:pt x="12043" y="20548"/>
                  </a:cubicBezTo>
                  <a:cubicBezTo>
                    <a:pt x="12022" y="20589"/>
                    <a:pt x="12001" y="20617"/>
                    <a:pt x="11981" y="20617"/>
                  </a:cubicBezTo>
                  <a:cubicBezTo>
                    <a:pt x="11968" y="20617"/>
                    <a:pt x="11955" y="20606"/>
                    <a:pt x="11943" y="20581"/>
                  </a:cubicBezTo>
                  <a:cubicBezTo>
                    <a:pt x="11909" y="20514"/>
                    <a:pt x="11943" y="20381"/>
                    <a:pt x="12009" y="20381"/>
                  </a:cubicBezTo>
                  <a:close/>
                  <a:moveTo>
                    <a:pt x="18347" y="20514"/>
                  </a:moveTo>
                  <a:cubicBezTo>
                    <a:pt x="18414" y="20514"/>
                    <a:pt x="18447" y="20548"/>
                    <a:pt x="18447" y="20581"/>
                  </a:cubicBezTo>
                  <a:cubicBezTo>
                    <a:pt x="18447" y="20648"/>
                    <a:pt x="18414" y="20681"/>
                    <a:pt x="18347" y="20681"/>
                  </a:cubicBezTo>
                  <a:cubicBezTo>
                    <a:pt x="18280" y="20681"/>
                    <a:pt x="18247" y="20648"/>
                    <a:pt x="18247" y="20581"/>
                  </a:cubicBezTo>
                  <a:cubicBezTo>
                    <a:pt x="18247" y="20548"/>
                    <a:pt x="18280" y="20514"/>
                    <a:pt x="18347" y="20514"/>
                  </a:cubicBezTo>
                  <a:close/>
                  <a:moveTo>
                    <a:pt x="16136" y="20701"/>
                  </a:moveTo>
                  <a:cubicBezTo>
                    <a:pt x="16179" y="20701"/>
                    <a:pt x="16212" y="20724"/>
                    <a:pt x="16212" y="20748"/>
                  </a:cubicBezTo>
                  <a:cubicBezTo>
                    <a:pt x="16236" y="20867"/>
                    <a:pt x="16175" y="20969"/>
                    <a:pt x="16114" y="20969"/>
                  </a:cubicBezTo>
                  <a:cubicBezTo>
                    <a:pt x="16089" y="20969"/>
                    <a:pt x="16065" y="20953"/>
                    <a:pt x="16046" y="20915"/>
                  </a:cubicBezTo>
                  <a:cubicBezTo>
                    <a:pt x="16012" y="20848"/>
                    <a:pt x="16012" y="20748"/>
                    <a:pt x="16079" y="20714"/>
                  </a:cubicBezTo>
                  <a:cubicBezTo>
                    <a:pt x="16098" y="20705"/>
                    <a:pt x="16118" y="20701"/>
                    <a:pt x="16136" y="20701"/>
                  </a:cubicBezTo>
                  <a:close/>
                  <a:moveTo>
                    <a:pt x="18914" y="17946"/>
                  </a:moveTo>
                  <a:cubicBezTo>
                    <a:pt x="18948" y="17946"/>
                    <a:pt x="19014" y="18046"/>
                    <a:pt x="19081" y="18213"/>
                  </a:cubicBezTo>
                  <a:cubicBezTo>
                    <a:pt x="19148" y="18346"/>
                    <a:pt x="19181" y="18546"/>
                    <a:pt x="19181" y="18646"/>
                  </a:cubicBezTo>
                  <a:cubicBezTo>
                    <a:pt x="19181" y="18746"/>
                    <a:pt x="19214" y="18913"/>
                    <a:pt x="19281" y="19047"/>
                  </a:cubicBezTo>
                  <a:cubicBezTo>
                    <a:pt x="19381" y="19213"/>
                    <a:pt x="19415" y="19347"/>
                    <a:pt x="19415" y="19380"/>
                  </a:cubicBezTo>
                  <a:cubicBezTo>
                    <a:pt x="19415" y="19447"/>
                    <a:pt x="19415" y="19547"/>
                    <a:pt x="19481" y="19614"/>
                  </a:cubicBezTo>
                  <a:cubicBezTo>
                    <a:pt x="19515" y="19680"/>
                    <a:pt x="19515" y="19747"/>
                    <a:pt x="19448" y="19780"/>
                  </a:cubicBezTo>
                  <a:cubicBezTo>
                    <a:pt x="19415" y="19814"/>
                    <a:pt x="19448" y="19880"/>
                    <a:pt x="19515" y="19947"/>
                  </a:cubicBezTo>
                  <a:cubicBezTo>
                    <a:pt x="19581" y="20047"/>
                    <a:pt x="19581" y="20081"/>
                    <a:pt x="19515" y="20147"/>
                  </a:cubicBezTo>
                  <a:cubicBezTo>
                    <a:pt x="19448" y="20181"/>
                    <a:pt x="19448" y="20214"/>
                    <a:pt x="19581" y="20281"/>
                  </a:cubicBezTo>
                  <a:cubicBezTo>
                    <a:pt x="19782" y="20414"/>
                    <a:pt x="19748" y="20648"/>
                    <a:pt x="19481" y="20881"/>
                  </a:cubicBezTo>
                  <a:cubicBezTo>
                    <a:pt x="19366" y="20997"/>
                    <a:pt x="19269" y="21056"/>
                    <a:pt x="19190" y="21056"/>
                  </a:cubicBezTo>
                  <a:cubicBezTo>
                    <a:pt x="19089" y="21056"/>
                    <a:pt x="19019" y="20955"/>
                    <a:pt x="18981" y="20748"/>
                  </a:cubicBezTo>
                  <a:cubicBezTo>
                    <a:pt x="18814" y="19880"/>
                    <a:pt x="18814" y="19280"/>
                    <a:pt x="18948" y="19280"/>
                  </a:cubicBezTo>
                  <a:cubicBezTo>
                    <a:pt x="19014" y="19247"/>
                    <a:pt x="19014" y="19180"/>
                    <a:pt x="18948" y="19080"/>
                  </a:cubicBezTo>
                  <a:cubicBezTo>
                    <a:pt x="18881" y="18980"/>
                    <a:pt x="18881" y="18880"/>
                    <a:pt x="18914" y="18846"/>
                  </a:cubicBezTo>
                  <a:cubicBezTo>
                    <a:pt x="18948" y="18813"/>
                    <a:pt x="18981" y="18780"/>
                    <a:pt x="18948" y="18746"/>
                  </a:cubicBezTo>
                  <a:cubicBezTo>
                    <a:pt x="18914" y="18746"/>
                    <a:pt x="18914" y="18580"/>
                    <a:pt x="18948" y="18446"/>
                  </a:cubicBezTo>
                  <a:cubicBezTo>
                    <a:pt x="18981" y="18279"/>
                    <a:pt x="18981" y="18113"/>
                    <a:pt x="18948" y="18079"/>
                  </a:cubicBezTo>
                  <a:cubicBezTo>
                    <a:pt x="18914" y="18012"/>
                    <a:pt x="18914" y="17979"/>
                    <a:pt x="18914" y="17946"/>
                  </a:cubicBezTo>
                  <a:close/>
                  <a:moveTo>
                    <a:pt x="16046" y="21382"/>
                  </a:moveTo>
                  <a:cubicBezTo>
                    <a:pt x="16112" y="21382"/>
                    <a:pt x="16146" y="21415"/>
                    <a:pt x="16179" y="21448"/>
                  </a:cubicBezTo>
                  <a:cubicBezTo>
                    <a:pt x="16212" y="21515"/>
                    <a:pt x="16179" y="21548"/>
                    <a:pt x="16146" y="21548"/>
                  </a:cubicBezTo>
                  <a:cubicBezTo>
                    <a:pt x="16079" y="21548"/>
                    <a:pt x="16012" y="21515"/>
                    <a:pt x="15979" y="21448"/>
                  </a:cubicBezTo>
                  <a:cubicBezTo>
                    <a:pt x="15979" y="21415"/>
                    <a:pt x="15979" y="21382"/>
                    <a:pt x="16046" y="21382"/>
                  </a:cubicBezTo>
                  <a:close/>
                  <a:moveTo>
                    <a:pt x="16257" y="21612"/>
                  </a:moveTo>
                  <a:cubicBezTo>
                    <a:pt x="16273" y="21612"/>
                    <a:pt x="16279" y="21661"/>
                    <a:pt x="16279" y="21748"/>
                  </a:cubicBezTo>
                  <a:cubicBezTo>
                    <a:pt x="16279" y="21849"/>
                    <a:pt x="16312" y="21949"/>
                    <a:pt x="16312" y="22015"/>
                  </a:cubicBezTo>
                  <a:cubicBezTo>
                    <a:pt x="16346" y="22049"/>
                    <a:pt x="16346" y="22115"/>
                    <a:pt x="16312" y="22149"/>
                  </a:cubicBezTo>
                  <a:cubicBezTo>
                    <a:pt x="16287" y="22174"/>
                    <a:pt x="16266" y="22185"/>
                    <a:pt x="16251" y="22185"/>
                  </a:cubicBezTo>
                  <a:cubicBezTo>
                    <a:pt x="16225" y="22185"/>
                    <a:pt x="16212" y="22157"/>
                    <a:pt x="16212" y="22115"/>
                  </a:cubicBezTo>
                  <a:cubicBezTo>
                    <a:pt x="16212" y="22049"/>
                    <a:pt x="16212" y="22049"/>
                    <a:pt x="16146" y="22049"/>
                  </a:cubicBezTo>
                  <a:cubicBezTo>
                    <a:pt x="16140" y="22054"/>
                    <a:pt x="16135" y="22057"/>
                    <a:pt x="16131" y="22057"/>
                  </a:cubicBezTo>
                  <a:cubicBezTo>
                    <a:pt x="16113" y="22057"/>
                    <a:pt x="16118" y="21992"/>
                    <a:pt x="16146" y="21882"/>
                  </a:cubicBezTo>
                  <a:cubicBezTo>
                    <a:pt x="16202" y="21694"/>
                    <a:pt x="16237" y="21612"/>
                    <a:pt x="16257" y="21612"/>
                  </a:cubicBezTo>
                  <a:close/>
                  <a:moveTo>
                    <a:pt x="14970" y="15407"/>
                  </a:moveTo>
                  <a:cubicBezTo>
                    <a:pt x="14973" y="15407"/>
                    <a:pt x="14976" y="15408"/>
                    <a:pt x="14978" y="15411"/>
                  </a:cubicBezTo>
                  <a:cubicBezTo>
                    <a:pt x="15011" y="15444"/>
                    <a:pt x="15045" y="15744"/>
                    <a:pt x="15045" y="16111"/>
                  </a:cubicBezTo>
                  <a:cubicBezTo>
                    <a:pt x="15011" y="16745"/>
                    <a:pt x="15078" y="16945"/>
                    <a:pt x="15278" y="16978"/>
                  </a:cubicBezTo>
                  <a:cubicBezTo>
                    <a:pt x="15345" y="17012"/>
                    <a:pt x="15378" y="17078"/>
                    <a:pt x="15345" y="17145"/>
                  </a:cubicBezTo>
                  <a:cubicBezTo>
                    <a:pt x="15345" y="17217"/>
                    <a:pt x="15345" y="17250"/>
                    <a:pt x="15340" y="17250"/>
                  </a:cubicBezTo>
                  <a:cubicBezTo>
                    <a:pt x="15335" y="17250"/>
                    <a:pt x="15327" y="17225"/>
                    <a:pt x="15312" y="17179"/>
                  </a:cubicBezTo>
                  <a:cubicBezTo>
                    <a:pt x="15285" y="17083"/>
                    <a:pt x="15263" y="17038"/>
                    <a:pt x="15247" y="17038"/>
                  </a:cubicBezTo>
                  <a:cubicBezTo>
                    <a:pt x="15223" y="17038"/>
                    <a:pt x="15212" y="17134"/>
                    <a:pt x="15212" y="17312"/>
                  </a:cubicBezTo>
                  <a:cubicBezTo>
                    <a:pt x="15181" y="17591"/>
                    <a:pt x="15352" y="17986"/>
                    <a:pt x="15456" y="17986"/>
                  </a:cubicBezTo>
                  <a:cubicBezTo>
                    <a:pt x="15464" y="17986"/>
                    <a:pt x="15472" y="17984"/>
                    <a:pt x="15478" y="17979"/>
                  </a:cubicBezTo>
                  <a:cubicBezTo>
                    <a:pt x="15488" y="17969"/>
                    <a:pt x="15498" y="17965"/>
                    <a:pt x="15507" y="17965"/>
                  </a:cubicBezTo>
                  <a:cubicBezTo>
                    <a:pt x="15529" y="17965"/>
                    <a:pt x="15545" y="17989"/>
                    <a:pt x="15545" y="18012"/>
                  </a:cubicBezTo>
                  <a:cubicBezTo>
                    <a:pt x="15545" y="18061"/>
                    <a:pt x="15563" y="18092"/>
                    <a:pt x="15586" y="18092"/>
                  </a:cubicBezTo>
                  <a:cubicBezTo>
                    <a:pt x="15594" y="18092"/>
                    <a:pt x="15603" y="18088"/>
                    <a:pt x="15612" y="18079"/>
                  </a:cubicBezTo>
                  <a:cubicBezTo>
                    <a:pt x="15645" y="18046"/>
                    <a:pt x="15679" y="17979"/>
                    <a:pt x="15712" y="17946"/>
                  </a:cubicBezTo>
                  <a:cubicBezTo>
                    <a:pt x="15712" y="17849"/>
                    <a:pt x="15746" y="17797"/>
                    <a:pt x="15794" y="17797"/>
                  </a:cubicBezTo>
                  <a:cubicBezTo>
                    <a:pt x="15829" y="17797"/>
                    <a:pt x="15870" y="17823"/>
                    <a:pt x="15912" y="17879"/>
                  </a:cubicBezTo>
                  <a:cubicBezTo>
                    <a:pt x="15977" y="17976"/>
                    <a:pt x="15665" y="18481"/>
                    <a:pt x="15494" y="18481"/>
                  </a:cubicBezTo>
                  <a:cubicBezTo>
                    <a:pt x="15489" y="18481"/>
                    <a:pt x="15484" y="18480"/>
                    <a:pt x="15478" y="18479"/>
                  </a:cubicBezTo>
                  <a:cubicBezTo>
                    <a:pt x="15312" y="18479"/>
                    <a:pt x="15478" y="18613"/>
                    <a:pt x="15679" y="18680"/>
                  </a:cubicBezTo>
                  <a:cubicBezTo>
                    <a:pt x="15812" y="18680"/>
                    <a:pt x="15879" y="18680"/>
                    <a:pt x="15879" y="18613"/>
                  </a:cubicBezTo>
                  <a:cubicBezTo>
                    <a:pt x="15845" y="18580"/>
                    <a:pt x="15845" y="18513"/>
                    <a:pt x="15879" y="18513"/>
                  </a:cubicBezTo>
                  <a:cubicBezTo>
                    <a:pt x="15883" y="18509"/>
                    <a:pt x="15888" y="18506"/>
                    <a:pt x="15893" y="18506"/>
                  </a:cubicBezTo>
                  <a:cubicBezTo>
                    <a:pt x="15929" y="18506"/>
                    <a:pt x="15987" y="18601"/>
                    <a:pt x="16046" y="18746"/>
                  </a:cubicBezTo>
                  <a:cubicBezTo>
                    <a:pt x="16079" y="18913"/>
                    <a:pt x="16146" y="19047"/>
                    <a:pt x="16179" y="19047"/>
                  </a:cubicBezTo>
                  <a:cubicBezTo>
                    <a:pt x="16212" y="19047"/>
                    <a:pt x="16179" y="19113"/>
                    <a:pt x="16146" y="19180"/>
                  </a:cubicBezTo>
                  <a:cubicBezTo>
                    <a:pt x="16121" y="19217"/>
                    <a:pt x="16100" y="19236"/>
                    <a:pt x="16081" y="19236"/>
                  </a:cubicBezTo>
                  <a:cubicBezTo>
                    <a:pt x="16049" y="19236"/>
                    <a:pt x="16021" y="19184"/>
                    <a:pt x="15979" y="19080"/>
                  </a:cubicBezTo>
                  <a:cubicBezTo>
                    <a:pt x="15945" y="18980"/>
                    <a:pt x="15879" y="18880"/>
                    <a:pt x="15845" y="18880"/>
                  </a:cubicBezTo>
                  <a:cubicBezTo>
                    <a:pt x="15812" y="18846"/>
                    <a:pt x="15745" y="18813"/>
                    <a:pt x="15712" y="18780"/>
                  </a:cubicBezTo>
                  <a:cubicBezTo>
                    <a:pt x="15679" y="18746"/>
                    <a:pt x="15612" y="18713"/>
                    <a:pt x="15545" y="18713"/>
                  </a:cubicBezTo>
                  <a:cubicBezTo>
                    <a:pt x="15512" y="18713"/>
                    <a:pt x="15478" y="18780"/>
                    <a:pt x="15512" y="18813"/>
                  </a:cubicBezTo>
                  <a:cubicBezTo>
                    <a:pt x="15545" y="18880"/>
                    <a:pt x="15579" y="19080"/>
                    <a:pt x="15579" y="19280"/>
                  </a:cubicBezTo>
                  <a:cubicBezTo>
                    <a:pt x="15604" y="19607"/>
                    <a:pt x="15648" y="19763"/>
                    <a:pt x="15697" y="19763"/>
                  </a:cubicBezTo>
                  <a:cubicBezTo>
                    <a:pt x="15712" y="19763"/>
                    <a:pt x="15729" y="19747"/>
                    <a:pt x="15745" y="19714"/>
                  </a:cubicBezTo>
                  <a:cubicBezTo>
                    <a:pt x="15745" y="19708"/>
                    <a:pt x="15746" y="19705"/>
                    <a:pt x="15748" y="19705"/>
                  </a:cubicBezTo>
                  <a:cubicBezTo>
                    <a:pt x="15757" y="19705"/>
                    <a:pt x="15784" y="19770"/>
                    <a:pt x="15812" y="19880"/>
                  </a:cubicBezTo>
                  <a:cubicBezTo>
                    <a:pt x="15845" y="20047"/>
                    <a:pt x="15812" y="20181"/>
                    <a:pt x="15779" y="20214"/>
                  </a:cubicBezTo>
                  <a:cubicBezTo>
                    <a:pt x="15745" y="20247"/>
                    <a:pt x="15712" y="20347"/>
                    <a:pt x="15712" y="20481"/>
                  </a:cubicBezTo>
                  <a:cubicBezTo>
                    <a:pt x="15712" y="20581"/>
                    <a:pt x="15712" y="20748"/>
                    <a:pt x="15712" y="20848"/>
                  </a:cubicBezTo>
                  <a:cubicBezTo>
                    <a:pt x="15712" y="21115"/>
                    <a:pt x="15845" y="21849"/>
                    <a:pt x="15879" y="21882"/>
                  </a:cubicBezTo>
                  <a:cubicBezTo>
                    <a:pt x="15912" y="21882"/>
                    <a:pt x="15912" y="21982"/>
                    <a:pt x="15912" y="22115"/>
                  </a:cubicBezTo>
                  <a:cubicBezTo>
                    <a:pt x="15879" y="22249"/>
                    <a:pt x="15879" y="22382"/>
                    <a:pt x="15945" y="22416"/>
                  </a:cubicBezTo>
                  <a:cubicBezTo>
                    <a:pt x="16079" y="22516"/>
                    <a:pt x="15912" y="22716"/>
                    <a:pt x="15679" y="22716"/>
                  </a:cubicBezTo>
                  <a:cubicBezTo>
                    <a:pt x="15412" y="22716"/>
                    <a:pt x="15345" y="22582"/>
                    <a:pt x="15412" y="21982"/>
                  </a:cubicBezTo>
                  <a:cubicBezTo>
                    <a:pt x="15445" y="21682"/>
                    <a:pt x="15445" y="21281"/>
                    <a:pt x="15445" y="21081"/>
                  </a:cubicBezTo>
                  <a:cubicBezTo>
                    <a:pt x="15412" y="20581"/>
                    <a:pt x="15011" y="19180"/>
                    <a:pt x="14845" y="18946"/>
                  </a:cubicBezTo>
                  <a:cubicBezTo>
                    <a:pt x="14745" y="18846"/>
                    <a:pt x="14711" y="18713"/>
                    <a:pt x="14711" y="18646"/>
                  </a:cubicBezTo>
                  <a:cubicBezTo>
                    <a:pt x="14711" y="18613"/>
                    <a:pt x="14678" y="18379"/>
                    <a:pt x="14611" y="18179"/>
                  </a:cubicBezTo>
                  <a:cubicBezTo>
                    <a:pt x="14578" y="17946"/>
                    <a:pt x="14544" y="17712"/>
                    <a:pt x="14544" y="17612"/>
                  </a:cubicBezTo>
                  <a:cubicBezTo>
                    <a:pt x="14578" y="17512"/>
                    <a:pt x="14544" y="17379"/>
                    <a:pt x="14511" y="17312"/>
                  </a:cubicBezTo>
                  <a:cubicBezTo>
                    <a:pt x="14414" y="17182"/>
                    <a:pt x="14854" y="15407"/>
                    <a:pt x="14970" y="15407"/>
                  </a:cubicBezTo>
                  <a:close/>
                  <a:moveTo>
                    <a:pt x="16343" y="22456"/>
                  </a:moveTo>
                  <a:cubicBezTo>
                    <a:pt x="16367" y="22456"/>
                    <a:pt x="16397" y="22507"/>
                    <a:pt x="16412" y="22616"/>
                  </a:cubicBezTo>
                  <a:cubicBezTo>
                    <a:pt x="16446" y="22682"/>
                    <a:pt x="16412" y="22783"/>
                    <a:pt x="16379" y="22783"/>
                  </a:cubicBezTo>
                  <a:cubicBezTo>
                    <a:pt x="16373" y="22788"/>
                    <a:pt x="16367" y="22791"/>
                    <a:pt x="16362" y="22791"/>
                  </a:cubicBezTo>
                  <a:cubicBezTo>
                    <a:pt x="16335" y="22791"/>
                    <a:pt x="16312" y="22731"/>
                    <a:pt x="16312" y="22649"/>
                  </a:cubicBezTo>
                  <a:cubicBezTo>
                    <a:pt x="16295" y="22524"/>
                    <a:pt x="16315" y="22456"/>
                    <a:pt x="16343" y="22456"/>
                  </a:cubicBezTo>
                  <a:close/>
                  <a:moveTo>
                    <a:pt x="16542" y="22924"/>
                  </a:moveTo>
                  <a:cubicBezTo>
                    <a:pt x="16563" y="22924"/>
                    <a:pt x="16579" y="22933"/>
                    <a:pt x="16579" y="22949"/>
                  </a:cubicBezTo>
                  <a:cubicBezTo>
                    <a:pt x="16613" y="22983"/>
                    <a:pt x="16613" y="23049"/>
                    <a:pt x="16613" y="23049"/>
                  </a:cubicBezTo>
                  <a:cubicBezTo>
                    <a:pt x="16579" y="23049"/>
                    <a:pt x="16513" y="23049"/>
                    <a:pt x="16479" y="23016"/>
                  </a:cubicBezTo>
                  <a:cubicBezTo>
                    <a:pt x="16446" y="22983"/>
                    <a:pt x="16412" y="22949"/>
                    <a:pt x="16479" y="22949"/>
                  </a:cubicBezTo>
                  <a:cubicBezTo>
                    <a:pt x="16496" y="22933"/>
                    <a:pt x="16521" y="22924"/>
                    <a:pt x="16542" y="22924"/>
                  </a:cubicBezTo>
                  <a:close/>
                  <a:moveTo>
                    <a:pt x="16041" y="23225"/>
                  </a:moveTo>
                  <a:cubicBezTo>
                    <a:pt x="16062" y="23225"/>
                    <a:pt x="16079" y="23233"/>
                    <a:pt x="16079" y="23250"/>
                  </a:cubicBezTo>
                  <a:cubicBezTo>
                    <a:pt x="16112" y="23316"/>
                    <a:pt x="16112" y="23350"/>
                    <a:pt x="16079" y="23350"/>
                  </a:cubicBezTo>
                  <a:cubicBezTo>
                    <a:pt x="16079" y="23350"/>
                    <a:pt x="16012" y="23350"/>
                    <a:pt x="15979" y="23316"/>
                  </a:cubicBezTo>
                  <a:cubicBezTo>
                    <a:pt x="15945" y="23316"/>
                    <a:pt x="15912" y="23250"/>
                    <a:pt x="15979" y="23250"/>
                  </a:cubicBezTo>
                  <a:cubicBezTo>
                    <a:pt x="15996" y="23233"/>
                    <a:pt x="16021" y="23225"/>
                    <a:pt x="16041" y="23225"/>
                  </a:cubicBezTo>
                  <a:close/>
                  <a:moveTo>
                    <a:pt x="18581" y="23183"/>
                  </a:moveTo>
                  <a:cubicBezTo>
                    <a:pt x="18647" y="23183"/>
                    <a:pt x="18714" y="23216"/>
                    <a:pt x="18714" y="23250"/>
                  </a:cubicBezTo>
                  <a:cubicBezTo>
                    <a:pt x="18747" y="23316"/>
                    <a:pt x="18714" y="23350"/>
                    <a:pt x="18681" y="23350"/>
                  </a:cubicBezTo>
                  <a:cubicBezTo>
                    <a:pt x="18614" y="23350"/>
                    <a:pt x="18547" y="23316"/>
                    <a:pt x="18547" y="23250"/>
                  </a:cubicBezTo>
                  <a:cubicBezTo>
                    <a:pt x="18514" y="23216"/>
                    <a:pt x="18547" y="23183"/>
                    <a:pt x="18581" y="23183"/>
                  </a:cubicBezTo>
                  <a:close/>
                  <a:moveTo>
                    <a:pt x="37109" y="1"/>
                  </a:moveTo>
                  <a:cubicBezTo>
                    <a:pt x="36893" y="1"/>
                    <a:pt x="36619" y="25"/>
                    <a:pt x="36260" y="66"/>
                  </a:cubicBezTo>
                  <a:cubicBezTo>
                    <a:pt x="35993" y="100"/>
                    <a:pt x="35693" y="133"/>
                    <a:pt x="35526" y="133"/>
                  </a:cubicBezTo>
                  <a:cubicBezTo>
                    <a:pt x="35393" y="133"/>
                    <a:pt x="35159" y="200"/>
                    <a:pt x="35026" y="266"/>
                  </a:cubicBezTo>
                  <a:cubicBezTo>
                    <a:pt x="34892" y="333"/>
                    <a:pt x="34592" y="433"/>
                    <a:pt x="34325" y="533"/>
                  </a:cubicBezTo>
                  <a:cubicBezTo>
                    <a:pt x="33691" y="733"/>
                    <a:pt x="33258" y="1100"/>
                    <a:pt x="32858" y="1667"/>
                  </a:cubicBezTo>
                  <a:cubicBezTo>
                    <a:pt x="32691" y="1968"/>
                    <a:pt x="32391" y="2335"/>
                    <a:pt x="32224" y="2535"/>
                  </a:cubicBezTo>
                  <a:cubicBezTo>
                    <a:pt x="32057" y="2701"/>
                    <a:pt x="31957" y="2868"/>
                    <a:pt x="31957" y="2902"/>
                  </a:cubicBezTo>
                  <a:cubicBezTo>
                    <a:pt x="31957" y="2902"/>
                    <a:pt x="32124" y="2968"/>
                    <a:pt x="32324" y="3002"/>
                  </a:cubicBezTo>
                  <a:cubicBezTo>
                    <a:pt x="32524" y="3068"/>
                    <a:pt x="32624" y="3135"/>
                    <a:pt x="32591" y="3168"/>
                  </a:cubicBezTo>
                  <a:cubicBezTo>
                    <a:pt x="32591" y="3217"/>
                    <a:pt x="32537" y="3248"/>
                    <a:pt x="32482" y="3248"/>
                  </a:cubicBezTo>
                  <a:cubicBezTo>
                    <a:pt x="32462" y="3248"/>
                    <a:pt x="32442" y="3244"/>
                    <a:pt x="32424" y="3235"/>
                  </a:cubicBezTo>
                  <a:cubicBezTo>
                    <a:pt x="32357" y="3235"/>
                    <a:pt x="32290" y="3269"/>
                    <a:pt x="32290" y="3402"/>
                  </a:cubicBezTo>
                  <a:cubicBezTo>
                    <a:pt x="32265" y="3504"/>
                    <a:pt x="32259" y="3547"/>
                    <a:pt x="32213" y="3547"/>
                  </a:cubicBezTo>
                  <a:cubicBezTo>
                    <a:pt x="32199" y="3547"/>
                    <a:pt x="32181" y="3543"/>
                    <a:pt x="32157" y="3535"/>
                  </a:cubicBezTo>
                  <a:cubicBezTo>
                    <a:pt x="32057" y="3502"/>
                    <a:pt x="32057" y="3502"/>
                    <a:pt x="32090" y="3502"/>
                  </a:cubicBezTo>
                  <a:cubicBezTo>
                    <a:pt x="32157" y="3502"/>
                    <a:pt x="32257" y="3235"/>
                    <a:pt x="32190" y="3135"/>
                  </a:cubicBezTo>
                  <a:cubicBezTo>
                    <a:pt x="32190" y="3127"/>
                    <a:pt x="32184" y="3123"/>
                    <a:pt x="32173" y="3123"/>
                  </a:cubicBezTo>
                  <a:cubicBezTo>
                    <a:pt x="32140" y="3123"/>
                    <a:pt x="32065" y="3160"/>
                    <a:pt x="31990" y="3235"/>
                  </a:cubicBezTo>
                  <a:cubicBezTo>
                    <a:pt x="31888" y="3337"/>
                    <a:pt x="31806" y="3381"/>
                    <a:pt x="31728" y="3381"/>
                  </a:cubicBezTo>
                  <a:cubicBezTo>
                    <a:pt x="31704" y="3381"/>
                    <a:pt x="31680" y="3377"/>
                    <a:pt x="31657" y="3369"/>
                  </a:cubicBezTo>
                  <a:cubicBezTo>
                    <a:pt x="31607" y="3352"/>
                    <a:pt x="31557" y="3344"/>
                    <a:pt x="31511" y="3344"/>
                  </a:cubicBezTo>
                  <a:cubicBezTo>
                    <a:pt x="31465" y="3344"/>
                    <a:pt x="31423" y="3352"/>
                    <a:pt x="31390" y="3369"/>
                  </a:cubicBezTo>
                  <a:cubicBezTo>
                    <a:pt x="31380" y="3378"/>
                    <a:pt x="31365" y="3382"/>
                    <a:pt x="31346" y="3382"/>
                  </a:cubicBezTo>
                  <a:cubicBezTo>
                    <a:pt x="31301" y="3382"/>
                    <a:pt x="31237" y="3359"/>
                    <a:pt x="31190" y="3335"/>
                  </a:cubicBezTo>
                  <a:cubicBezTo>
                    <a:pt x="31173" y="3302"/>
                    <a:pt x="31131" y="3285"/>
                    <a:pt x="31085" y="3285"/>
                  </a:cubicBezTo>
                  <a:cubicBezTo>
                    <a:pt x="31040" y="3285"/>
                    <a:pt x="30990" y="3302"/>
                    <a:pt x="30956" y="3335"/>
                  </a:cubicBezTo>
                  <a:cubicBezTo>
                    <a:pt x="30885" y="3359"/>
                    <a:pt x="30831" y="3382"/>
                    <a:pt x="30794" y="3382"/>
                  </a:cubicBezTo>
                  <a:cubicBezTo>
                    <a:pt x="30778" y="3382"/>
                    <a:pt x="30766" y="3378"/>
                    <a:pt x="30756" y="3369"/>
                  </a:cubicBezTo>
                  <a:cubicBezTo>
                    <a:pt x="30742" y="3327"/>
                    <a:pt x="30582" y="3308"/>
                    <a:pt x="30388" y="3308"/>
                  </a:cubicBezTo>
                  <a:cubicBezTo>
                    <a:pt x="30119" y="3308"/>
                    <a:pt x="29786" y="3344"/>
                    <a:pt x="29689" y="3402"/>
                  </a:cubicBezTo>
                  <a:cubicBezTo>
                    <a:pt x="29655" y="3435"/>
                    <a:pt x="29522" y="3435"/>
                    <a:pt x="29455" y="3435"/>
                  </a:cubicBezTo>
                  <a:cubicBezTo>
                    <a:pt x="29444" y="3430"/>
                    <a:pt x="29427" y="3427"/>
                    <a:pt x="29407" y="3427"/>
                  </a:cubicBezTo>
                  <a:cubicBezTo>
                    <a:pt x="29309" y="3427"/>
                    <a:pt x="29121" y="3492"/>
                    <a:pt x="28955" y="3602"/>
                  </a:cubicBezTo>
                  <a:cubicBezTo>
                    <a:pt x="28755" y="3702"/>
                    <a:pt x="28488" y="3802"/>
                    <a:pt x="28321" y="3802"/>
                  </a:cubicBezTo>
                  <a:cubicBezTo>
                    <a:pt x="28021" y="3802"/>
                    <a:pt x="28021" y="3802"/>
                    <a:pt x="27721" y="4203"/>
                  </a:cubicBezTo>
                  <a:cubicBezTo>
                    <a:pt x="27554" y="4436"/>
                    <a:pt x="27454" y="4670"/>
                    <a:pt x="27454" y="4703"/>
                  </a:cubicBezTo>
                  <a:cubicBezTo>
                    <a:pt x="27520" y="4770"/>
                    <a:pt x="27854" y="4936"/>
                    <a:pt x="28221" y="5070"/>
                  </a:cubicBezTo>
                  <a:cubicBezTo>
                    <a:pt x="28655" y="5203"/>
                    <a:pt x="28955" y="5437"/>
                    <a:pt x="28921" y="5604"/>
                  </a:cubicBezTo>
                  <a:cubicBezTo>
                    <a:pt x="28921" y="5620"/>
                    <a:pt x="28905" y="5629"/>
                    <a:pt x="28876" y="5629"/>
                  </a:cubicBezTo>
                  <a:cubicBezTo>
                    <a:pt x="28846" y="5629"/>
                    <a:pt x="28805" y="5620"/>
                    <a:pt x="28755" y="5604"/>
                  </a:cubicBezTo>
                  <a:cubicBezTo>
                    <a:pt x="28721" y="5587"/>
                    <a:pt x="28646" y="5579"/>
                    <a:pt x="28554" y="5579"/>
                  </a:cubicBezTo>
                  <a:cubicBezTo>
                    <a:pt x="28463" y="5579"/>
                    <a:pt x="28354" y="5587"/>
                    <a:pt x="28254" y="5604"/>
                  </a:cubicBezTo>
                  <a:cubicBezTo>
                    <a:pt x="27987" y="5604"/>
                    <a:pt x="27887" y="5637"/>
                    <a:pt x="27854" y="5770"/>
                  </a:cubicBezTo>
                  <a:cubicBezTo>
                    <a:pt x="27787" y="5971"/>
                    <a:pt x="27821" y="6004"/>
                    <a:pt x="28087" y="6104"/>
                  </a:cubicBezTo>
                  <a:cubicBezTo>
                    <a:pt x="28221" y="6137"/>
                    <a:pt x="28354" y="6237"/>
                    <a:pt x="28421" y="6337"/>
                  </a:cubicBezTo>
                  <a:cubicBezTo>
                    <a:pt x="28488" y="6471"/>
                    <a:pt x="28521" y="6538"/>
                    <a:pt x="28521" y="6571"/>
                  </a:cubicBezTo>
                  <a:cubicBezTo>
                    <a:pt x="28517" y="6573"/>
                    <a:pt x="28511" y="6574"/>
                    <a:pt x="28502" y="6574"/>
                  </a:cubicBezTo>
                  <a:cubicBezTo>
                    <a:pt x="28356" y="6574"/>
                    <a:pt x="27577" y="6330"/>
                    <a:pt x="27420" y="6204"/>
                  </a:cubicBezTo>
                  <a:cubicBezTo>
                    <a:pt x="27287" y="6137"/>
                    <a:pt x="26987" y="6104"/>
                    <a:pt x="26753" y="6104"/>
                  </a:cubicBezTo>
                  <a:cubicBezTo>
                    <a:pt x="26353" y="6137"/>
                    <a:pt x="26253" y="6171"/>
                    <a:pt x="26119" y="6337"/>
                  </a:cubicBezTo>
                  <a:cubicBezTo>
                    <a:pt x="26053" y="6438"/>
                    <a:pt x="25953" y="6538"/>
                    <a:pt x="25953" y="6538"/>
                  </a:cubicBezTo>
                  <a:cubicBezTo>
                    <a:pt x="25853" y="6571"/>
                    <a:pt x="25786" y="6638"/>
                    <a:pt x="25853" y="6704"/>
                  </a:cubicBezTo>
                  <a:cubicBezTo>
                    <a:pt x="25900" y="6800"/>
                    <a:pt x="26102" y="6878"/>
                    <a:pt x="26225" y="6878"/>
                  </a:cubicBezTo>
                  <a:cubicBezTo>
                    <a:pt x="26274" y="6878"/>
                    <a:pt x="26310" y="6866"/>
                    <a:pt x="26320" y="6838"/>
                  </a:cubicBezTo>
                  <a:cubicBezTo>
                    <a:pt x="26320" y="6829"/>
                    <a:pt x="26324" y="6825"/>
                    <a:pt x="26331" y="6825"/>
                  </a:cubicBezTo>
                  <a:cubicBezTo>
                    <a:pt x="26353" y="6825"/>
                    <a:pt x="26403" y="6863"/>
                    <a:pt x="26453" y="6938"/>
                  </a:cubicBezTo>
                  <a:cubicBezTo>
                    <a:pt x="26486" y="7038"/>
                    <a:pt x="26853" y="7338"/>
                    <a:pt x="27220" y="7638"/>
                  </a:cubicBezTo>
                  <a:cubicBezTo>
                    <a:pt x="27554" y="7972"/>
                    <a:pt x="27854" y="8239"/>
                    <a:pt x="27821" y="8239"/>
                  </a:cubicBezTo>
                  <a:cubicBezTo>
                    <a:pt x="27811" y="8249"/>
                    <a:pt x="27798" y="8253"/>
                    <a:pt x="27785" y="8253"/>
                  </a:cubicBezTo>
                  <a:cubicBezTo>
                    <a:pt x="27754" y="8253"/>
                    <a:pt x="27721" y="8229"/>
                    <a:pt x="27721" y="8205"/>
                  </a:cubicBezTo>
                  <a:cubicBezTo>
                    <a:pt x="27638" y="8095"/>
                    <a:pt x="27395" y="8030"/>
                    <a:pt x="27029" y="8030"/>
                  </a:cubicBezTo>
                  <a:cubicBezTo>
                    <a:pt x="26953" y="8030"/>
                    <a:pt x="26872" y="8033"/>
                    <a:pt x="26787" y="8039"/>
                  </a:cubicBezTo>
                  <a:cubicBezTo>
                    <a:pt x="26752" y="8041"/>
                    <a:pt x="26718" y="8042"/>
                    <a:pt x="26684" y="8042"/>
                  </a:cubicBezTo>
                  <a:cubicBezTo>
                    <a:pt x="26253" y="8042"/>
                    <a:pt x="25838" y="7850"/>
                    <a:pt x="25652" y="7572"/>
                  </a:cubicBezTo>
                  <a:cubicBezTo>
                    <a:pt x="25563" y="7423"/>
                    <a:pt x="25288" y="7194"/>
                    <a:pt x="25182" y="7194"/>
                  </a:cubicBezTo>
                  <a:cubicBezTo>
                    <a:pt x="25169" y="7194"/>
                    <a:pt x="25159" y="7198"/>
                    <a:pt x="25152" y="7205"/>
                  </a:cubicBezTo>
                  <a:cubicBezTo>
                    <a:pt x="25134" y="7214"/>
                    <a:pt x="25106" y="7218"/>
                    <a:pt x="25072" y="7218"/>
                  </a:cubicBezTo>
                  <a:cubicBezTo>
                    <a:pt x="24857" y="7218"/>
                    <a:pt x="24380" y="7053"/>
                    <a:pt x="24351" y="6938"/>
                  </a:cubicBezTo>
                  <a:cubicBezTo>
                    <a:pt x="24326" y="6863"/>
                    <a:pt x="24264" y="6825"/>
                    <a:pt x="24108" y="6825"/>
                  </a:cubicBezTo>
                  <a:cubicBezTo>
                    <a:pt x="24055" y="6825"/>
                    <a:pt x="23993" y="6829"/>
                    <a:pt x="23918" y="6838"/>
                  </a:cubicBezTo>
                  <a:cubicBezTo>
                    <a:pt x="23284" y="6938"/>
                    <a:pt x="22483" y="7171"/>
                    <a:pt x="22350" y="7338"/>
                  </a:cubicBezTo>
                  <a:cubicBezTo>
                    <a:pt x="22183" y="7572"/>
                    <a:pt x="22117" y="7638"/>
                    <a:pt x="21349" y="8139"/>
                  </a:cubicBezTo>
                  <a:cubicBezTo>
                    <a:pt x="20949" y="8406"/>
                    <a:pt x="20582" y="8672"/>
                    <a:pt x="20582" y="8773"/>
                  </a:cubicBezTo>
                  <a:cubicBezTo>
                    <a:pt x="20549" y="8873"/>
                    <a:pt x="20382" y="8939"/>
                    <a:pt x="20015" y="9106"/>
                  </a:cubicBezTo>
                  <a:cubicBezTo>
                    <a:pt x="19715" y="9206"/>
                    <a:pt x="19448" y="9340"/>
                    <a:pt x="19415" y="9406"/>
                  </a:cubicBezTo>
                  <a:cubicBezTo>
                    <a:pt x="19415" y="9440"/>
                    <a:pt x="19315" y="9473"/>
                    <a:pt x="19248" y="9473"/>
                  </a:cubicBezTo>
                  <a:cubicBezTo>
                    <a:pt x="19241" y="9472"/>
                    <a:pt x="19233" y="9472"/>
                    <a:pt x="19225" y="9472"/>
                  </a:cubicBezTo>
                  <a:cubicBezTo>
                    <a:pt x="18924" y="9472"/>
                    <a:pt x="17918" y="10043"/>
                    <a:pt x="18080" y="10140"/>
                  </a:cubicBezTo>
                  <a:cubicBezTo>
                    <a:pt x="18175" y="10203"/>
                    <a:pt x="17641" y="10476"/>
                    <a:pt x="17443" y="10476"/>
                  </a:cubicBezTo>
                  <a:cubicBezTo>
                    <a:pt x="17432" y="10476"/>
                    <a:pt x="17422" y="10475"/>
                    <a:pt x="17413" y="10474"/>
                  </a:cubicBezTo>
                  <a:cubicBezTo>
                    <a:pt x="17407" y="10472"/>
                    <a:pt x="17399" y="10471"/>
                    <a:pt x="17390" y="10471"/>
                  </a:cubicBezTo>
                  <a:cubicBezTo>
                    <a:pt x="17203" y="10471"/>
                    <a:pt x="16436" y="10782"/>
                    <a:pt x="16246" y="10941"/>
                  </a:cubicBezTo>
                  <a:cubicBezTo>
                    <a:pt x="16212" y="10963"/>
                    <a:pt x="16186" y="10974"/>
                    <a:pt x="16165" y="10974"/>
                  </a:cubicBezTo>
                  <a:cubicBezTo>
                    <a:pt x="16123" y="10974"/>
                    <a:pt x="16101" y="10930"/>
                    <a:pt x="16079" y="10841"/>
                  </a:cubicBezTo>
                  <a:cubicBezTo>
                    <a:pt x="16062" y="10774"/>
                    <a:pt x="16046" y="10741"/>
                    <a:pt x="16016" y="10741"/>
                  </a:cubicBezTo>
                  <a:cubicBezTo>
                    <a:pt x="15987" y="10741"/>
                    <a:pt x="15945" y="10774"/>
                    <a:pt x="15879" y="10841"/>
                  </a:cubicBezTo>
                  <a:cubicBezTo>
                    <a:pt x="15801" y="10899"/>
                    <a:pt x="15757" y="10934"/>
                    <a:pt x="15715" y="10934"/>
                  </a:cubicBezTo>
                  <a:cubicBezTo>
                    <a:pt x="15684" y="10934"/>
                    <a:pt x="15654" y="10916"/>
                    <a:pt x="15612" y="10874"/>
                  </a:cubicBezTo>
                  <a:cubicBezTo>
                    <a:pt x="15580" y="10842"/>
                    <a:pt x="15500" y="10827"/>
                    <a:pt x="15389" y="10827"/>
                  </a:cubicBezTo>
                  <a:cubicBezTo>
                    <a:pt x="15155" y="10827"/>
                    <a:pt x="14784" y="10894"/>
                    <a:pt x="14444" y="11007"/>
                  </a:cubicBezTo>
                  <a:cubicBezTo>
                    <a:pt x="14344" y="11041"/>
                    <a:pt x="13944" y="11174"/>
                    <a:pt x="13610" y="11274"/>
                  </a:cubicBezTo>
                  <a:cubicBezTo>
                    <a:pt x="13277" y="11408"/>
                    <a:pt x="12877" y="11575"/>
                    <a:pt x="12743" y="11641"/>
                  </a:cubicBezTo>
                  <a:cubicBezTo>
                    <a:pt x="12643" y="11716"/>
                    <a:pt x="12543" y="11754"/>
                    <a:pt x="12485" y="11754"/>
                  </a:cubicBezTo>
                  <a:cubicBezTo>
                    <a:pt x="12466" y="11754"/>
                    <a:pt x="12451" y="11750"/>
                    <a:pt x="12443" y="11741"/>
                  </a:cubicBezTo>
                  <a:cubicBezTo>
                    <a:pt x="12433" y="11732"/>
                    <a:pt x="12421" y="11727"/>
                    <a:pt x="12405" y="11727"/>
                  </a:cubicBezTo>
                  <a:cubicBezTo>
                    <a:pt x="12368" y="11727"/>
                    <a:pt x="12314" y="11751"/>
                    <a:pt x="12243" y="11775"/>
                  </a:cubicBezTo>
                  <a:cubicBezTo>
                    <a:pt x="12143" y="11841"/>
                    <a:pt x="11876" y="11908"/>
                    <a:pt x="11642" y="11941"/>
                  </a:cubicBezTo>
                  <a:cubicBezTo>
                    <a:pt x="11275" y="12008"/>
                    <a:pt x="10842" y="12175"/>
                    <a:pt x="10341" y="12442"/>
                  </a:cubicBezTo>
                  <a:cubicBezTo>
                    <a:pt x="10333" y="12451"/>
                    <a:pt x="10321" y="12455"/>
                    <a:pt x="10309" y="12455"/>
                  </a:cubicBezTo>
                  <a:cubicBezTo>
                    <a:pt x="10277" y="12455"/>
                    <a:pt x="10241" y="12424"/>
                    <a:pt x="10241" y="12375"/>
                  </a:cubicBezTo>
                  <a:cubicBezTo>
                    <a:pt x="10214" y="12264"/>
                    <a:pt x="9655" y="12084"/>
                    <a:pt x="9391" y="12084"/>
                  </a:cubicBezTo>
                  <a:cubicBezTo>
                    <a:pt x="9338" y="12084"/>
                    <a:pt x="9297" y="12091"/>
                    <a:pt x="9274" y="12108"/>
                  </a:cubicBezTo>
                  <a:lnTo>
                    <a:pt x="8874" y="12108"/>
                  </a:lnTo>
                  <a:cubicBezTo>
                    <a:pt x="8811" y="12102"/>
                    <a:pt x="8754" y="12098"/>
                    <a:pt x="8695" y="12098"/>
                  </a:cubicBezTo>
                  <a:cubicBezTo>
                    <a:pt x="8441" y="12098"/>
                    <a:pt x="8148" y="12171"/>
                    <a:pt x="7173" y="12442"/>
                  </a:cubicBezTo>
                  <a:cubicBezTo>
                    <a:pt x="6405" y="12642"/>
                    <a:pt x="5138" y="13242"/>
                    <a:pt x="4704" y="13643"/>
                  </a:cubicBezTo>
                  <a:cubicBezTo>
                    <a:pt x="4454" y="13875"/>
                    <a:pt x="4347" y="13973"/>
                    <a:pt x="4246" y="13973"/>
                  </a:cubicBezTo>
                  <a:cubicBezTo>
                    <a:pt x="4158" y="13973"/>
                    <a:pt x="4074" y="13900"/>
                    <a:pt x="3904" y="13776"/>
                  </a:cubicBezTo>
                  <a:cubicBezTo>
                    <a:pt x="3733" y="13662"/>
                    <a:pt x="3584" y="13603"/>
                    <a:pt x="3506" y="13603"/>
                  </a:cubicBezTo>
                  <a:cubicBezTo>
                    <a:pt x="3446" y="13603"/>
                    <a:pt x="3427" y="13637"/>
                    <a:pt x="3470" y="13709"/>
                  </a:cubicBezTo>
                  <a:cubicBezTo>
                    <a:pt x="3503" y="13743"/>
                    <a:pt x="3470" y="13809"/>
                    <a:pt x="3403" y="13809"/>
                  </a:cubicBezTo>
                  <a:cubicBezTo>
                    <a:pt x="3336" y="13809"/>
                    <a:pt x="3270" y="13776"/>
                    <a:pt x="3270" y="13743"/>
                  </a:cubicBezTo>
                  <a:cubicBezTo>
                    <a:pt x="3251" y="13668"/>
                    <a:pt x="3075" y="13624"/>
                    <a:pt x="2888" y="13624"/>
                  </a:cubicBezTo>
                  <a:cubicBezTo>
                    <a:pt x="2742" y="13624"/>
                    <a:pt x="2590" y="13651"/>
                    <a:pt x="2503" y="13709"/>
                  </a:cubicBezTo>
                  <a:cubicBezTo>
                    <a:pt x="2402" y="13743"/>
                    <a:pt x="2236" y="13809"/>
                    <a:pt x="2136" y="13809"/>
                  </a:cubicBezTo>
                  <a:cubicBezTo>
                    <a:pt x="1769" y="13843"/>
                    <a:pt x="1335" y="14043"/>
                    <a:pt x="1035" y="14343"/>
                  </a:cubicBezTo>
                  <a:cubicBezTo>
                    <a:pt x="868" y="14510"/>
                    <a:pt x="635" y="14677"/>
                    <a:pt x="468" y="14743"/>
                  </a:cubicBezTo>
                  <a:cubicBezTo>
                    <a:pt x="234" y="14844"/>
                    <a:pt x="234" y="14844"/>
                    <a:pt x="401" y="15044"/>
                  </a:cubicBezTo>
                  <a:cubicBezTo>
                    <a:pt x="501" y="15144"/>
                    <a:pt x="534" y="15277"/>
                    <a:pt x="534" y="15311"/>
                  </a:cubicBezTo>
                  <a:cubicBezTo>
                    <a:pt x="519" y="15341"/>
                    <a:pt x="504" y="15357"/>
                    <a:pt x="489" y="15357"/>
                  </a:cubicBezTo>
                  <a:cubicBezTo>
                    <a:pt x="471" y="15357"/>
                    <a:pt x="453" y="15332"/>
                    <a:pt x="434" y="15277"/>
                  </a:cubicBezTo>
                  <a:cubicBezTo>
                    <a:pt x="423" y="15185"/>
                    <a:pt x="396" y="15145"/>
                    <a:pt x="366" y="15145"/>
                  </a:cubicBezTo>
                  <a:cubicBezTo>
                    <a:pt x="310" y="15145"/>
                    <a:pt x="246" y="15292"/>
                    <a:pt x="268" y="15511"/>
                  </a:cubicBezTo>
                  <a:cubicBezTo>
                    <a:pt x="268" y="15711"/>
                    <a:pt x="234" y="15878"/>
                    <a:pt x="168" y="15911"/>
                  </a:cubicBezTo>
                  <a:cubicBezTo>
                    <a:pt x="1" y="16011"/>
                    <a:pt x="468" y="16645"/>
                    <a:pt x="701" y="16678"/>
                  </a:cubicBezTo>
                  <a:cubicBezTo>
                    <a:pt x="835" y="16712"/>
                    <a:pt x="901" y="16778"/>
                    <a:pt x="935" y="16945"/>
                  </a:cubicBezTo>
                  <a:cubicBezTo>
                    <a:pt x="1102" y="17379"/>
                    <a:pt x="1335" y="17646"/>
                    <a:pt x="1869" y="17946"/>
                  </a:cubicBezTo>
                  <a:cubicBezTo>
                    <a:pt x="2136" y="18113"/>
                    <a:pt x="2436" y="18246"/>
                    <a:pt x="2536" y="18279"/>
                  </a:cubicBezTo>
                  <a:cubicBezTo>
                    <a:pt x="2603" y="18313"/>
                    <a:pt x="2836" y="18513"/>
                    <a:pt x="3036" y="18713"/>
                  </a:cubicBezTo>
                  <a:cubicBezTo>
                    <a:pt x="3219" y="18926"/>
                    <a:pt x="3402" y="19084"/>
                    <a:pt x="3458" y="19084"/>
                  </a:cubicBezTo>
                  <a:cubicBezTo>
                    <a:pt x="3463" y="19084"/>
                    <a:pt x="3467" y="19083"/>
                    <a:pt x="3470" y="19080"/>
                  </a:cubicBezTo>
                  <a:cubicBezTo>
                    <a:pt x="3476" y="19074"/>
                    <a:pt x="3483" y="19071"/>
                    <a:pt x="3491" y="19071"/>
                  </a:cubicBezTo>
                  <a:cubicBezTo>
                    <a:pt x="3527" y="19071"/>
                    <a:pt x="3582" y="19131"/>
                    <a:pt x="3637" y="19213"/>
                  </a:cubicBezTo>
                  <a:cubicBezTo>
                    <a:pt x="3670" y="19313"/>
                    <a:pt x="3803" y="19413"/>
                    <a:pt x="3904" y="19413"/>
                  </a:cubicBezTo>
                  <a:cubicBezTo>
                    <a:pt x="4037" y="19413"/>
                    <a:pt x="4170" y="19480"/>
                    <a:pt x="4237" y="19547"/>
                  </a:cubicBezTo>
                  <a:cubicBezTo>
                    <a:pt x="4301" y="19610"/>
                    <a:pt x="4377" y="19634"/>
                    <a:pt x="4451" y="19634"/>
                  </a:cubicBezTo>
                  <a:cubicBezTo>
                    <a:pt x="4493" y="19634"/>
                    <a:pt x="4534" y="19626"/>
                    <a:pt x="4571" y="19614"/>
                  </a:cubicBezTo>
                  <a:cubicBezTo>
                    <a:pt x="4607" y="19601"/>
                    <a:pt x="4644" y="19594"/>
                    <a:pt x="4679" y="19594"/>
                  </a:cubicBezTo>
                  <a:cubicBezTo>
                    <a:pt x="4740" y="19594"/>
                    <a:pt x="4795" y="19617"/>
                    <a:pt x="4838" y="19680"/>
                  </a:cubicBezTo>
                  <a:cubicBezTo>
                    <a:pt x="4863" y="19755"/>
                    <a:pt x="4925" y="19793"/>
                    <a:pt x="4969" y="19793"/>
                  </a:cubicBezTo>
                  <a:cubicBezTo>
                    <a:pt x="4983" y="19793"/>
                    <a:pt x="4996" y="19789"/>
                    <a:pt x="5004" y="19780"/>
                  </a:cubicBezTo>
                  <a:cubicBezTo>
                    <a:pt x="5043" y="19741"/>
                    <a:pt x="5094" y="19725"/>
                    <a:pt x="5143" y="19725"/>
                  </a:cubicBezTo>
                  <a:cubicBezTo>
                    <a:pt x="5177" y="19725"/>
                    <a:pt x="5210" y="19733"/>
                    <a:pt x="5238" y="19747"/>
                  </a:cubicBezTo>
                  <a:cubicBezTo>
                    <a:pt x="5260" y="19747"/>
                    <a:pt x="5312" y="19762"/>
                    <a:pt x="5354" y="19762"/>
                  </a:cubicBezTo>
                  <a:cubicBezTo>
                    <a:pt x="5375" y="19762"/>
                    <a:pt x="5394" y="19758"/>
                    <a:pt x="5405" y="19747"/>
                  </a:cubicBezTo>
                  <a:cubicBezTo>
                    <a:pt x="5438" y="19714"/>
                    <a:pt x="5505" y="19680"/>
                    <a:pt x="5571" y="19680"/>
                  </a:cubicBezTo>
                  <a:cubicBezTo>
                    <a:pt x="5576" y="19676"/>
                    <a:pt x="5582" y="19674"/>
                    <a:pt x="5588" y="19674"/>
                  </a:cubicBezTo>
                  <a:cubicBezTo>
                    <a:pt x="5631" y="19674"/>
                    <a:pt x="5714" y="19760"/>
                    <a:pt x="5772" y="19847"/>
                  </a:cubicBezTo>
                  <a:cubicBezTo>
                    <a:pt x="5838" y="19981"/>
                    <a:pt x="5905" y="20047"/>
                    <a:pt x="5972" y="20047"/>
                  </a:cubicBezTo>
                  <a:cubicBezTo>
                    <a:pt x="6005" y="20014"/>
                    <a:pt x="6138" y="19580"/>
                    <a:pt x="6272" y="19047"/>
                  </a:cubicBezTo>
                  <a:cubicBezTo>
                    <a:pt x="6572" y="17846"/>
                    <a:pt x="6839" y="17078"/>
                    <a:pt x="6906" y="17012"/>
                  </a:cubicBezTo>
                  <a:cubicBezTo>
                    <a:pt x="6972" y="16978"/>
                    <a:pt x="7039" y="16878"/>
                    <a:pt x="7072" y="16778"/>
                  </a:cubicBezTo>
                  <a:cubicBezTo>
                    <a:pt x="7100" y="16668"/>
                    <a:pt x="7151" y="16603"/>
                    <a:pt x="7205" y="16603"/>
                  </a:cubicBezTo>
                  <a:cubicBezTo>
                    <a:pt x="7216" y="16603"/>
                    <a:pt x="7228" y="16606"/>
                    <a:pt x="7239" y="16611"/>
                  </a:cubicBezTo>
                  <a:cubicBezTo>
                    <a:pt x="7306" y="16611"/>
                    <a:pt x="7306" y="16745"/>
                    <a:pt x="7273" y="16978"/>
                  </a:cubicBezTo>
                  <a:cubicBezTo>
                    <a:pt x="7206" y="17145"/>
                    <a:pt x="7173" y="17479"/>
                    <a:pt x="7173" y="17679"/>
                  </a:cubicBezTo>
                  <a:cubicBezTo>
                    <a:pt x="7173" y="17912"/>
                    <a:pt x="7106" y="18346"/>
                    <a:pt x="7039" y="18646"/>
                  </a:cubicBezTo>
                  <a:cubicBezTo>
                    <a:pt x="6972" y="18946"/>
                    <a:pt x="6972" y="19313"/>
                    <a:pt x="7006" y="19413"/>
                  </a:cubicBezTo>
                  <a:cubicBezTo>
                    <a:pt x="7039" y="19547"/>
                    <a:pt x="7039" y="19680"/>
                    <a:pt x="7006" y="19680"/>
                  </a:cubicBezTo>
                  <a:cubicBezTo>
                    <a:pt x="6972" y="19714"/>
                    <a:pt x="6972" y="19747"/>
                    <a:pt x="7006" y="19814"/>
                  </a:cubicBezTo>
                  <a:cubicBezTo>
                    <a:pt x="7006" y="19830"/>
                    <a:pt x="7022" y="19839"/>
                    <a:pt x="7047" y="19839"/>
                  </a:cubicBezTo>
                  <a:cubicBezTo>
                    <a:pt x="7072" y="19839"/>
                    <a:pt x="7106" y="19830"/>
                    <a:pt x="7139" y="19814"/>
                  </a:cubicBezTo>
                  <a:cubicBezTo>
                    <a:pt x="7171" y="19793"/>
                    <a:pt x="7196" y="19782"/>
                    <a:pt x="7215" y="19782"/>
                  </a:cubicBezTo>
                  <a:cubicBezTo>
                    <a:pt x="7257" y="19782"/>
                    <a:pt x="7273" y="19833"/>
                    <a:pt x="7273" y="19947"/>
                  </a:cubicBezTo>
                  <a:cubicBezTo>
                    <a:pt x="7273" y="20030"/>
                    <a:pt x="7295" y="20089"/>
                    <a:pt x="7322" y="20089"/>
                  </a:cubicBezTo>
                  <a:cubicBezTo>
                    <a:pt x="7328" y="20089"/>
                    <a:pt x="7333" y="20087"/>
                    <a:pt x="7339" y="20081"/>
                  </a:cubicBezTo>
                  <a:cubicBezTo>
                    <a:pt x="7349" y="20074"/>
                    <a:pt x="7361" y="20071"/>
                    <a:pt x="7375" y="20071"/>
                  </a:cubicBezTo>
                  <a:cubicBezTo>
                    <a:pt x="7508" y="20071"/>
                    <a:pt x="7825" y="20346"/>
                    <a:pt x="8006" y="20648"/>
                  </a:cubicBezTo>
                  <a:cubicBezTo>
                    <a:pt x="8094" y="20793"/>
                    <a:pt x="8206" y="20888"/>
                    <a:pt x="8256" y="20888"/>
                  </a:cubicBezTo>
                  <a:cubicBezTo>
                    <a:pt x="8263" y="20888"/>
                    <a:pt x="8269" y="20885"/>
                    <a:pt x="8273" y="20881"/>
                  </a:cubicBezTo>
                  <a:cubicBezTo>
                    <a:pt x="8307" y="20881"/>
                    <a:pt x="8340" y="20915"/>
                    <a:pt x="8340" y="20981"/>
                  </a:cubicBezTo>
                  <a:cubicBezTo>
                    <a:pt x="8373" y="21048"/>
                    <a:pt x="8440" y="21115"/>
                    <a:pt x="8540" y="21148"/>
                  </a:cubicBezTo>
                  <a:cubicBezTo>
                    <a:pt x="8585" y="21170"/>
                    <a:pt x="8625" y="21181"/>
                    <a:pt x="8666" y="21181"/>
                  </a:cubicBezTo>
                  <a:cubicBezTo>
                    <a:pt x="8748" y="21181"/>
                    <a:pt x="8829" y="21137"/>
                    <a:pt x="8940" y="21048"/>
                  </a:cubicBezTo>
                  <a:cubicBezTo>
                    <a:pt x="9041" y="20948"/>
                    <a:pt x="9174" y="20781"/>
                    <a:pt x="9174" y="20681"/>
                  </a:cubicBezTo>
                  <a:cubicBezTo>
                    <a:pt x="9207" y="20614"/>
                    <a:pt x="9307" y="20448"/>
                    <a:pt x="9374" y="20381"/>
                  </a:cubicBezTo>
                  <a:cubicBezTo>
                    <a:pt x="9458" y="20314"/>
                    <a:pt x="9499" y="20281"/>
                    <a:pt x="9508" y="20281"/>
                  </a:cubicBezTo>
                  <a:lnTo>
                    <a:pt x="9508" y="20281"/>
                  </a:lnTo>
                  <a:cubicBezTo>
                    <a:pt x="9516" y="20281"/>
                    <a:pt x="9491" y="20314"/>
                    <a:pt x="9441" y="20381"/>
                  </a:cubicBezTo>
                  <a:cubicBezTo>
                    <a:pt x="9407" y="20481"/>
                    <a:pt x="9374" y="20614"/>
                    <a:pt x="9341" y="20681"/>
                  </a:cubicBezTo>
                  <a:cubicBezTo>
                    <a:pt x="9341" y="20767"/>
                    <a:pt x="9638" y="20928"/>
                    <a:pt x="9806" y="20928"/>
                  </a:cubicBezTo>
                  <a:cubicBezTo>
                    <a:pt x="9833" y="20928"/>
                    <a:pt x="9856" y="20924"/>
                    <a:pt x="9874" y="20915"/>
                  </a:cubicBezTo>
                  <a:cubicBezTo>
                    <a:pt x="9882" y="20911"/>
                    <a:pt x="9891" y="20909"/>
                    <a:pt x="9900" y="20909"/>
                  </a:cubicBezTo>
                  <a:cubicBezTo>
                    <a:pt x="10045" y="20909"/>
                    <a:pt x="10336" y="21387"/>
                    <a:pt x="10241" y="21482"/>
                  </a:cubicBezTo>
                  <a:cubicBezTo>
                    <a:pt x="10208" y="21548"/>
                    <a:pt x="10208" y="21582"/>
                    <a:pt x="10275" y="21615"/>
                  </a:cubicBezTo>
                  <a:cubicBezTo>
                    <a:pt x="10293" y="21624"/>
                    <a:pt x="10316" y="21628"/>
                    <a:pt x="10341" y="21628"/>
                  </a:cubicBezTo>
                  <a:cubicBezTo>
                    <a:pt x="10502" y="21628"/>
                    <a:pt x="10775" y="21463"/>
                    <a:pt x="10775" y="21348"/>
                  </a:cubicBezTo>
                  <a:cubicBezTo>
                    <a:pt x="10775" y="21281"/>
                    <a:pt x="10842" y="21181"/>
                    <a:pt x="10942" y="21148"/>
                  </a:cubicBezTo>
                  <a:cubicBezTo>
                    <a:pt x="11009" y="21115"/>
                    <a:pt x="11142" y="20848"/>
                    <a:pt x="11209" y="20614"/>
                  </a:cubicBezTo>
                  <a:cubicBezTo>
                    <a:pt x="11269" y="20332"/>
                    <a:pt x="11293" y="20220"/>
                    <a:pt x="11325" y="20220"/>
                  </a:cubicBezTo>
                  <a:cubicBezTo>
                    <a:pt x="11345" y="20220"/>
                    <a:pt x="11369" y="20268"/>
                    <a:pt x="11409" y="20347"/>
                  </a:cubicBezTo>
                  <a:cubicBezTo>
                    <a:pt x="11462" y="20435"/>
                    <a:pt x="11496" y="20477"/>
                    <a:pt x="11521" y="20477"/>
                  </a:cubicBezTo>
                  <a:cubicBezTo>
                    <a:pt x="11544" y="20477"/>
                    <a:pt x="11560" y="20444"/>
                    <a:pt x="11576" y="20381"/>
                  </a:cubicBezTo>
                  <a:cubicBezTo>
                    <a:pt x="11609" y="20314"/>
                    <a:pt x="11626" y="20281"/>
                    <a:pt x="11647" y="20281"/>
                  </a:cubicBezTo>
                  <a:cubicBezTo>
                    <a:pt x="11667" y="20281"/>
                    <a:pt x="11692" y="20314"/>
                    <a:pt x="11742" y="20381"/>
                  </a:cubicBezTo>
                  <a:cubicBezTo>
                    <a:pt x="11851" y="20544"/>
                    <a:pt x="11827" y="20750"/>
                    <a:pt x="11743" y="20750"/>
                  </a:cubicBezTo>
                  <a:cubicBezTo>
                    <a:pt x="11723" y="20750"/>
                    <a:pt x="11701" y="20739"/>
                    <a:pt x="11676" y="20714"/>
                  </a:cubicBezTo>
                  <a:cubicBezTo>
                    <a:pt x="11648" y="20701"/>
                    <a:pt x="11626" y="20692"/>
                    <a:pt x="11608" y="20692"/>
                  </a:cubicBezTo>
                  <a:cubicBezTo>
                    <a:pt x="11581" y="20692"/>
                    <a:pt x="11562" y="20709"/>
                    <a:pt x="11542" y="20748"/>
                  </a:cubicBezTo>
                  <a:cubicBezTo>
                    <a:pt x="11509" y="20781"/>
                    <a:pt x="11609" y="20848"/>
                    <a:pt x="11709" y="20881"/>
                  </a:cubicBezTo>
                  <a:cubicBezTo>
                    <a:pt x="11909" y="20948"/>
                    <a:pt x="11909" y="20948"/>
                    <a:pt x="11809" y="21015"/>
                  </a:cubicBezTo>
                  <a:cubicBezTo>
                    <a:pt x="11709" y="21081"/>
                    <a:pt x="11709" y="21148"/>
                    <a:pt x="11843" y="21348"/>
                  </a:cubicBezTo>
                  <a:cubicBezTo>
                    <a:pt x="11905" y="21452"/>
                    <a:pt x="11942" y="21505"/>
                    <a:pt x="11952" y="21505"/>
                  </a:cubicBezTo>
                  <a:cubicBezTo>
                    <a:pt x="11958" y="21505"/>
                    <a:pt x="11955" y="21486"/>
                    <a:pt x="11943" y="21448"/>
                  </a:cubicBezTo>
                  <a:cubicBezTo>
                    <a:pt x="11909" y="21348"/>
                    <a:pt x="11909" y="21248"/>
                    <a:pt x="11943" y="21215"/>
                  </a:cubicBezTo>
                  <a:cubicBezTo>
                    <a:pt x="11949" y="21211"/>
                    <a:pt x="11956" y="21210"/>
                    <a:pt x="11963" y="21210"/>
                  </a:cubicBezTo>
                  <a:cubicBezTo>
                    <a:pt x="12024" y="21210"/>
                    <a:pt x="12090" y="21339"/>
                    <a:pt x="12209" y="21548"/>
                  </a:cubicBezTo>
                  <a:cubicBezTo>
                    <a:pt x="12310" y="21782"/>
                    <a:pt x="12410" y="21915"/>
                    <a:pt x="12543" y="21982"/>
                  </a:cubicBezTo>
                  <a:cubicBezTo>
                    <a:pt x="12643" y="22015"/>
                    <a:pt x="12777" y="22149"/>
                    <a:pt x="12877" y="22249"/>
                  </a:cubicBezTo>
                  <a:cubicBezTo>
                    <a:pt x="12943" y="22382"/>
                    <a:pt x="13010" y="22449"/>
                    <a:pt x="13077" y="22449"/>
                  </a:cubicBezTo>
                  <a:cubicBezTo>
                    <a:pt x="13110" y="22449"/>
                    <a:pt x="13244" y="22549"/>
                    <a:pt x="13344" y="22649"/>
                  </a:cubicBezTo>
                  <a:cubicBezTo>
                    <a:pt x="13426" y="22731"/>
                    <a:pt x="13508" y="22791"/>
                    <a:pt x="13553" y="22791"/>
                  </a:cubicBezTo>
                  <a:cubicBezTo>
                    <a:pt x="13563" y="22791"/>
                    <a:pt x="13571" y="22788"/>
                    <a:pt x="13577" y="22783"/>
                  </a:cubicBezTo>
                  <a:cubicBezTo>
                    <a:pt x="13582" y="22781"/>
                    <a:pt x="13588" y="22780"/>
                    <a:pt x="13595" y="22780"/>
                  </a:cubicBezTo>
                  <a:cubicBezTo>
                    <a:pt x="13739" y="22780"/>
                    <a:pt x="14344" y="23089"/>
                    <a:pt x="14344" y="23216"/>
                  </a:cubicBezTo>
                  <a:cubicBezTo>
                    <a:pt x="14344" y="23250"/>
                    <a:pt x="14411" y="23283"/>
                    <a:pt x="14478" y="23283"/>
                  </a:cubicBezTo>
                  <a:cubicBezTo>
                    <a:pt x="14578" y="23283"/>
                    <a:pt x="14678" y="23350"/>
                    <a:pt x="14745" y="23416"/>
                  </a:cubicBezTo>
                  <a:cubicBezTo>
                    <a:pt x="14772" y="23499"/>
                    <a:pt x="14845" y="23558"/>
                    <a:pt x="14888" y="23558"/>
                  </a:cubicBezTo>
                  <a:cubicBezTo>
                    <a:pt x="14897" y="23558"/>
                    <a:pt x="14906" y="23556"/>
                    <a:pt x="14911" y="23550"/>
                  </a:cubicBezTo>
                  <a:cubicBezTo>
                    <a:pt x="14945" y="23533"/>
                    <a:pt x="14995" y="23525"/>
                    <a:pt x="15049" y="23525"/>
                  </a:cubicBezTo>
                  <a:cubicBezTo>
                    <a:pt x="15103" y="23525"/>
                    <a:pt x="15162" y="23533"/>
                    <a:pt x="15212" y="23550"/>
                  </a:cubicBezTo>
                  <a:cubicBezTo>
                    <a:pt x="15290" y="23589"/>
                    <a:pt x="15368" y="23605"/>
                    <a:pt x="15433" y="23605"/>
                  </a:cubicBezTo>
                  <a:cubicBezTo>
                    <a:pt x="15478" y="23605"/>
                    <a:pt x="15518" y="23597"/>
                    <a:pt x="15545" y="23583"/>
                  </a:cubicBezTo>
                  <a:cubicBezTo>
                    <a:pt x="15571" y="23558"/>
                    <a:pt x="15596" y="23547"/>
                    <a:pt x="15620" y="23547"/>
                  </a:cubicBezTo>
                  <a:cubicBezTo>
                    <a:pt x="15658" y="23547"/>
                    <a:pt x="15691" y="23575"/>
                    <a:pt x="15712" y="23616"/>
                  </a:cubicBezTo>
                  <a:cubicBezTo>
                    <a:pt x="15729" y="23650"/>
                    <a:pt x="15762" y="23667"/>
                    <a:pt x="15800" y="23667"/>
                  </a:cubicBezTo>
                  <a:cubicBezTo>
                    <a:pt x="15837" y="23667"/>
                    <a:pt x="15879" y="23650"/>
                    <a:pt x="15912" y="23616"/>
                  </a:cubicBezTo>
                  <a:cubicBezTo>
                    <a:pt x="15979" y="23583"/>
                    <a:pt x="16112" y="23583"/>
                    <a:pt x="16146" y="23583"/>
                  </a:cubicBezTo>
                  <a:cubicBezTo>
                    <a:pt x="16165" y="23593"/>
                    <a:pt x="16188" y="23597"/>
                    <a:pt x="16212" y="23597"/>
                  </a:cubicBezTo>
                  <a:cubicBezTo>
                    <a:pt x="16271" y="23597"/>
                    <a:pt x="16342" y="23573"/>
                    <a:pt x="16412" y="23550"/>
                  </a:cubicBezTo>
                  <a:cubicBezTo>
                    <a:pt x="16513" y="23483"/>
                    <a:pt x="16579" y="23383"/>
                    <a:pt x="16579" y="23350"/>
                  </a:cubicBezTo>
                  <a:cubicBezTo>
                    <a:pt x="16579" y="23259"/>
                    <a:pt x="16604" y="23213"/>
                    <a:pt x="16647" y="23213"/>
                  </a:cubicBezTo>
                  <a:cubicBezTo>
                    <a:pt x="16714" y="23213"/>
                    <a:pt x="16824" y="23326"/>
                    <a:pt x="16946" y="23550"/>
                  </a:cubicBezTo>
                  <a:cubicBezTo>
                    <a:pt x="17080" y="23750"/>
                    <a:pt x="17246" y="23950"/>
                    <a:pt x="17280" y="23950"/>
                  </a:cubicBezTo>
                  <a:cubicBezTo>
                    <a:pt x="17480" y="23950"/>
                    <a:pt x="17747" y="23416"/>
                    <a:pt x="17780" y="23083"/>
                  </a:cubicBezTo>
                  <a:cubicBezTo>
                    <a:pt x="17780" y="22828"/>
                    <a:pt x="17796" y="22734"/>
                    <a:pt x="17851" y="22734"/>
                  </a:cubicBezTo>
                  <a:cubicBezTo>
                    <a:pt x="17875" y="22734"/>
                    <a:pt x="17906" y="22752"/>
                    <a:pt x="17947" y="22783"/>
                  </a:cubicBezTo>
                  <a:cubicBezTo>
                    <a:pt x="18047" y="22849"/>
                    <a:pt x="18214" y="23049"/>
                    <a:pt x="18347" y="23216"/>
                  </a:cubicBezTo>
                  <a:lnTo>
                    <a:pt x="18581" y="23550"/>
                  </a:lnTo>
                  <a:lnTo>
                    <a:pt x="18848" y="23383"/>
                  </a:lnTo>
                  <a:cubicBezTo>
                    <a:pt x="19007" y="23269"/>
                    <a:pt x="19104" y="23217"/>
                    <a:pt x="19224" y="23217"/>
                  </a:cubicBezTo>
                  <a:cubicBezTo>
                    <a:pt x="19280" y="23217"/>
                    <a:pt x="19341" y="23228"/>
                    <a:pt x="19415" y="23250"/>
                  </a:cubicBezTo>
                  <a:cubicBezTo>
                    <a:pt x="19486" y="23273"/>
                    <a:pt x="19544" y="23284"/>
                    <a:pt x="19597" y="23284"/>
                  </a:cubicBezTo>
                  <a:cubicBezTo>
                    <a:pt x="19694" y="23284"/>
                    <a:pt x="19774" y="23247"/>
                    <a:pt x="19882" y="23183"/>
                  </a:cubicBezTo>
                  <a:cubicBezTo>
                    <a:pt x="19948" y="23094"/>
                    <a:pt x="20015" y="23064"/>
                    <a:pt x="20062" y="23064"/>
                  </a:cubicBezTo>
                  <a:cubicBezTo>
                    <a:pt x="20085" y="23064"/>
                    <a:pt x="20104" y="23072"/>
                    <a:pt x="20115" y="23083"/>
                  </a:cubicBezTo>
                  <a:cubicBezTo>
                    <a:pt x="20129" y="23110"/>
                    <a:pt x="20148" y="23127"/>
                    <a:pt x="20176" y="23127"/>
                  </a:cubicBezTo>
                  <a:cubicBezTo>
                    <a:pt x="20215" y="23127"/>
                    <a:pt x="20270" y="23094"/>
                    <a:pt x="20349" y="23016"/>
                  </a:cubicBezTo>
                  <a:cubicBezTo>
                    <a:pt x="20424" y="22941"/>
                    <a:pt x="20499" y="22903"/>
                    <a:pt x="20546" y="22903"/>
                  </a:cubicBezTo>
                  <a:cubicBezTo>
                    <a:pt x="20561" y="22903"/>
                    <a:pt x="20574" y="22908"/>
                    <a:pt x="20582" y="22916"/>
                  </a:cubicBezTo>
                  <a:cubicBezTo>
                    <a:pt x="20589" y="22921"/>
                    <a:pt x="20598" y="22923"/>
                    <a:pt x="20611" y="22923"/>
                  </a:cubicBezTo>
                  <a:cubicBezTo>
                    <a:pt x="20859" y="22923"/>
                    <a:pt x="22243" y="22023"/>
                    <a:pt x="22750" y="21515"/>
                  </a:cubicBezTo>
                  <a:cubicBezTo>
                    <a:pt x="23284" y="21015"/>
                    <a:pt x="23551" y="20814"/>
                    <a:pt x="24452" y="20281"/>
                  </a:cubicBezTo>
                  <a:cubicBezTo>
                    <a:pt x="25115" y="19889"/>
                    <a:pt x="25424" y="19742"/>
                    <a:pt x="25576" y="19742"/>
                  </a:cubicBezTo>
                  <a:cubicBezTo>
                    <a:pt x="25592" y="19742"/>
                    <a:pt x="25606" y="19744"/>
                    <a:pt x="25619" y="19747"/>
                  </a:cubicBezTo>
                  <a:cubicBezTo>
                    <a:pt x="25648" y="19757"/>
                    <a:pt x="25681" y="19761"/>
                    <a:pt x="25714" y="19761"/>
                  </a:cubicBezTo>
                  <a:cubicBezTo>
                    <a:pt x="25794" y="19761"/>
                    <a:pt x="25882" y="19737"/>
                    <a:pt x="25953" y="19714"/>
                  </a:cubicBezTo>
                  <a:cubicBezTo>
                    <a:pt x="26099" y="19596"/>
                    <a:pt x="26658" y="19402"/>
                    <a:pt x="26746" y="19402"/>
                  </a:cubicBezTo>
                  <a:cubicBezTo>
                    <a:pt x="26758" y="19402"/>
                    <a:pt x="26761" y="19405"/>
                    <a:pt x="26753" y="19413"/>
                  </a:cubicBezTo>
                  <a:cubicBezTo>
                    <a:pt x="26744" y="19422"/>
                    <a:pt x="26747" y="19427"/>
                    <a:pt x="26761" y="19427"/>
                  </a:cubicBezTo>
                  <a:cubicBezTo>
                    <a:pt x="26799" y="19427"/>
                    <a:pt x="26916" y="19396"/>
                    <a:pt x="27087" y="19347"/>
                  </a:cubicBezTo>
                  <a:cubicBezTo>
                    <a:pt x="27354" y="19280"/>
                    <a:pt x="27554" y="19180"/>
                    <a:pt x="27587" y="19113"/>
                  </a:cubicBezTo>
                  <a:cubicBezTo>
                    <a:pt x="27654" y="19013"/>
                    <a:pt x="27754" y="18980"/>
                    <a:pt x="27887" y="18980"/>
                  </a:cubicBezTo>
                  <a:cubicBezTo>
                    <a:pt x="27923" y="18989"/>
                    <a:pt x="27959" y="18993"/>
                    <a:pt x="27993" y="18993"/>
                  </a:cubicBezTo>
                  <a:cubicBezTo>
                    <a:pt x="28085" y="18993"/>
                    <a:pt x="28163" y="18962"/>
                    <a:pt x="28188" y="18913"/>
                  </a:cubicBezTo>
                  <a:cubicBezTo>
                    <a:pt x="28221" y="18880"/>
                    <a:pt x="28354" y="18880"/>
                    <a:pt x="28454" y="18880"/>
                  </a:cubicBezTo>
                  <a:cubicBezTo>
                    <a:pt x="28510" y="18894"/>
                    <a:pt x="28559" y="18902"/>
                    <a:pt x="28601" y="18902"/>
                  </a:cubicBezTo>
                  <a:cubicBezTo>
                    <a:pt x="28659" y="18902"/>
                    <a:pt x="28702" y="18885"/>
                    <a:pt x="28721" y="18846"/>
                  </a:cubicBezTo>
                  <a:cubicBezTo>
                    <a:pt x="28735" y="18833"/>
                    <a:pt x="28749" y="18824"/>
                    <a:pt x="28763" y="18824"/>
                  </a:cubicBezTo>
                  <a:cubicBezTo>
                    <a:pt x="28782" y="18824"/>
                    <a:pt x="28802" y="18841"/>
                    <a:pt x="28821" y="18880"/>
                  </a:cubicBezTo>
                  <a:cubicBezTo>
                    <a:pt x="28830" y="18889"/>
                    <a:pt x="28839" y="18893"/>
                    <a:pt x="28849" y="18893"/>
                  </a:cubicBezTo>
                  <a:cubicBezTo>
                    <a:pt x="28877" y="18893"/>
                    <a:pt x="28915" y="18862"/>
                    <a:pt x="28988" y="18813"/>
                  </a:cubicBezTo>
                  <a:cubicBezTo>
                    <a:pt x="29025" y="18758"/>
                    <a:pt x="29062" y="18733"/>
                    <a:pt x="29093" y="18733"/>
                  </a:cubicBezTo>
                  <a:cubicBezTo>
                    <a:pt x="29118" y="18733"/>
                    <a:pt x="29140" y="18750"/>
                    <a:pt x="29155" y="18780"/>
                  </a:cubicBezTo>
                  <a:cubicBezTo>
                    <a:pt x="29188" y="18846"/>
                    <a:pt x="29288" y="18880"/>
                    <a:pt x="29355" y="18880"/>
                  </a:cubicBezTo>
                  <a:cubicBezTo>
                    <a:pt x="29722" y="18813"/>
                    <a:pt x="30489" y="18513"/>
                    <a:pt x="30689" y="18346"/>
                  </a:cubicBezTo>
                  <a:cubicBezTo>
                    <a:pt x="30789" y="18279"/>
                    <a:pt x="31023" y="18113"/>
                    <a:pt x="31156" y="18046"/>
                  </a:cubicBezTo>
                  <a:cubicBezTo>
                    <a:pt x="31290" y="17946"/>
                    <a:pt x="31423" y="17846"/>
                    <a:pt x="31423" y="17779"/>
                  </a:cubicBezTo>
                  <a:cubicBezTo>
                    <a:pt x="31423" y="17730"/>
                    <a:pt x="31459" y="17699"/>
                    <a:pt x="31517" y="17699"/>
                  </a:cubicBezTo>
                  <a:cubicBezTo>
                    <a:pt x="31539" y="17699"/>
                    <a:pt x="31563" y="17703"/>
                    <a:pt x="31590" y="17712"/>
                  </a:cubicBezTo>
                  <a:cubicBezTo>
                    <a:pt x="31690" y="17712"/>
                    <a:pt x="31757" y="17679"/>
                    <a:pt x="31857" y="17545"/>
                  </a:cubicBezTo>
                  <a:cubicBezTo>
                    <a:pt x="31924" y="17479"/>
                    <a:pt x="32124" y="17245"/>
                    <a:pt x="32324" y="17112"/>
                  </a:cubicBezTo>
                  <a:cubicBezTo>
                    <a:pt x="32524" y="16945"/>
                    <a:pt x="32791" y="16712"/>
                    <a:pt x="32924" y="16578"/>
                  </a:cubicBezTo>
                  <a:cubicBezTo>
                    <a:pt x="33158" y="16311"/>
                    <a:pt x="33558" y="14777"/>
                    <a:pt x="33458" y="14410"/>
                  </a:cubicBezTo>
                  <a:cubicBezTo>
                    <a:pt x="33437" y="14240"/>
                    <a:pt x="33483" y="14137"/>
                    <a:pt x="33563" y="14137"/>
                  </a:cubicBezTo>
                  <a:cubicBezTo>
                    <a:pt x="33608" y="14137"/>
                    <a:pt x="33664" y="14171"/>
                    <a:pt x="33725" y="14243"/>
                  </a:cubicBezTo>
                  <a:cubicBezTo>
                    <a:pt x="33853" y="14390"/>
                    <a:pt x="33931" y="14466"/>
                    <a:pt x="33981" y="14466"/>
                  </a:cubicBezTo>
                  <a:cubicBezTo>
                    <a:pt x="34022" y="14466"/>
                    <a:pt x="34043" y="14415"/>
                    <a:pt x="34058" y="14310"/>
                  </a:cubicBezTo>
                  <a:cubicBezTo>
                    <a:pt x="34092" y="14176"/>
                    <a:pt x="34025" y="14010"/>
                    <a:pt x="33691" y="13476"/>
                  </a:cubicBezTo>
                  <a:cubicBezTo>
                    <a:pt x="33256" y="12730"/>
                    <a:pt x="33053" y="12505"/>
                    <a:pt x="32892" y="12505"/>
                  </a:cubicBezTo>
                  <a:cubicBezTo>
                    <a:pt x="32880" y="12505"/>
                    <a:pt x="32869" y="12506"/>
                    <a:pt x="32858" y="12509"/>
                  </a:cubicBezTo>
                  <a:cubicBezTo>
                    <a:pt x="32836" y="12512"/>
                    <a:pt x="32817" y="12514"/>
                    <a:pt x="32800" y="12514"/>
                  </a:cubicBezTo>
                  <a:cubicBezTo>
                    <a:pt x="32652" y="12514"/>
                    <a:pt x="32638" y="12394"/>
                    <a:pt x="32757" y="12275"/>
                  </a:cubicBezTo>
                  <a:cubicBezTo>
                    <a:pt x="32858" y="12175"/>
                    <a:pt x="32858" y="12108"/>
                    <a:pt x="32791" y="12075"/>
                  </a:cubicBezTo>
                  <a:cubicBezTo>
                    <a:pt x="32691" y="12008"/>
                    <a:pt x="32691" y="11941"/>
                    <a:pt x="32757" y="11908"/>
                  </a:cubicBezTo>
                  <a:cubicBezTo>
                    <a:pt x="32767" y="11898"/>
                    <a:pt x="32777" y="11894"/>
                    <a:pt x="32786" y="11894"/>
                  </a:cubicBezTo>
                  <a:cubicBezTo>
                    <a:pt x="32808" y="11894"/>
                    <a:pt x="32824" y="11918"/>
                    <a:pt x="32824" y="11941"/>
                  </a:cubicBezTo>
                  <a:cubicBezTo>
                    <a:pt x="32824" y="11975"/>
                    <a:pt x="32891" y="12008"/>
                    <a:pt x="33024" y="12008"/>
                  </a:cubicBezTo>
                  <a:cubicBezTo>
                    <a:pt x="33043" y="12002"/>
                    <a:pt x="33062" y="11999"/>
                    <a:pt x="33082" y="11999"/>
                  </a:cubicBezTo>
                  <a:cubicBezTo>
                    <a:pt x="33171" y="11999"/>
                    <a:pt x="33270" y="12054"/>
                    <a:pt x="33325" y="12108"/>
                  </a:cubicBezTo>
                  <a:cubicBezTo>
                    <a:pt x="33425" y="12275"/>
                    <a:pt x="33892" y="12742"/>
                    <a:pt x="34259" y="13109"/>
                  </a:cubicBezTo>
                  <a:cubicBezTo>
                    <a:pt x="34363" y="13213"/>
                    <a:pt x="34428" y="13265"/>
                    <a:pt x="34503" y="13265"/>
                  </a:cubicBezTo>
                  <a:cubicBezTo>
                    <a:pt x="34548" y="13265"/>
                    <a:pt x="34596" y="13247"/>
                    <a:pt x="34659" y="13209"/>
                  </a:cubicBezTo>
                  <a:cubicBezTo>
                    <a:pt x="34892" y="13076"/>
                    <a:pt x="34959" y="12542"/>
                    <a:pt x="34792" y="12142"/>
                  </a:cubicBezTo>
                  <a:cubicBezTo>
                    <a:pt x="34759" y="12008"/>
                    <a:pt x="34659" y="11741"/>
                    <a:pt x="34592" y="11575"/>
                  </a:cubicBezTo>
                  <a:cubicBezTo>
                    <a:pt x="34525" y="11441"/>
                    <a:pt x="34292" y="10974"/>
                    <a:pt x="34025" y="10607"/>
                  </a:cubicBezTo>
                  <a:lnTo>
                    <a:pt x="33591" y="9907"/>
                  </a:lnTo>
                  <a:lnTo>
                    <a:pt x="33825" y="9940"/>
                  </a:lnTo>
                  <a:cubicBezTo>
                    <a:pt x="33958" y="9973"/>
                    <a:pt x="34025" y="10040"/>
                    <a:pt x="34025" y="10140"/>
                  </a:cubicBezTo>
                  <a:cubicBezTo>
                    <a:pt x="34025" y="10207"/>
                    <a:pt x="34058" y="10274"/>
                    <a:pt x="34092" y="10274"/>
                  </a:cubicBezTo>
                  <a:cubicBezTo>
                    <a:pt x="34125" y="10274"/>
                    <a:pt x="34292" y="10474"/>
                    <a:pt x="34425" y="10707"/>
                  </a:cubicBezTo>
                  <a:cubicBezTo>
                    <a:pt x="34613" y="10965"/>
                    <a:pt x="34801" y="11141"/>
                    <a:pt x="34884" y="11141"/>
                  </a:cubicBezTo>
                  <a:cubicBezTo>
                    <a:pt x="34919" y="11141"/>
                    <a:pt x="34936" y="11110"/>
                    <a:pt x="34926" y="11041"/>
                  </a:cubicBezTo>
                  <a:cubicBezTo>
                    <a:pt x="34904" y="10921"/>
                    <a:pt x="34946" y="10869"/>
                    <a:pt x="35024" y="10869"/>
                  </a:cubicBezTo>
                  <a:cubicBezTo>
                    <a:pt x="35185" y="10869"/>
                    <a:pt x="35501" y="11093"/>
                    <a:pt x="35726" y="11408"/>
                  </a:cubicBezTo>
                  <a:cubicBezTo>
                    <a:pt x="35810" y="11575"/>
                    <a:pt x="35867" y="11651"/>
                    <a:pt x="35923" y="11651"/>
                  </a:cubicBezTo>
                  <a:cubicBezTo>
                    <a:pt x="35957" y="11651"/>
                    <a:pt x="35989" y="11624"/>
                    <a:pt x="36026" y="11575"/>
                  </a:cubicBezTo>
                  <a:cubicBezTo>
                    <a:pt x="36093" y="11508"/>
                    <a:pt x="36160" y="11408"/>
                    <a:pt x="36227" y="11374"/>
                  </a:cubicBezTo>
                  <a:cubicBezTo>
                    <a:pt x="36260" y="11341"/>
                    <a:pt x="36327" y="11141"/>
                    <a:pt x="36360" y="10974"/>
                  </a:cubicBezTo>
                  <a:cubicBezTo>
                    <a:pt x="36389" y="10829"/>
                    <a:pt x="36418" y="10734"/>
                    <a:pt x="36425" y="10734"/>
                  </a:cubicBezTo>
                  <a:cubicBezTo>
                    <a:pt x="36426" y="10734"/>
                    <a:pt x="36427" y="10736"/>
                    <a:pt x="36427" y="10741"/>
                  </a:cubicBezTo>
                  <a:cubicBezTo>
                    <a:pt x="36437" y="10758"/>
                    <a:pt x="36445" y="10766"/>
                    <a:pt x="36451" y="10766"/>
                  </a:cubicBezTo>
                  <a:cubicBezTo>
                    <a:pt x="36499" y="10766"/>
                    <a:pt x="36379" y="10179"/>
                    <a:pt x="36260" y="9940"/>
                  </a:cubicBezTo>
                  <a:cubicBezTo>
                    <a:pt x="36191" y="9780"/>
                    <a:pt x="36185" y="9636"/>
                    <a:pt x="36231" y="9636"/>
                  </a:cubicBezTo>
                  <a:cubicBezTo>
                    <a:pt x="36253" y="9636"/>
                    <a:pt x="36285" y="9666"/>
                    <a:pt x="36327" y="9740"/>
                  </a:cubicBezTo>
                  <a:cubicBezTo>
                    <a:pt x="36345" y="9767"/>
                    <a:pt x="36370" y="9779"/>
                    <a:pt x="36398" y="9779"/>
                  </a:cubicBezTo>
                  <a:cubicBezTo>
                    <a:pt x="36476" y="9779"/>
                    <a:pt x="36578" y="9686"/>
                    <a:pt x="36627" y="9540"/>
                  </a:cubicBezTo>
                  <a:cubicBezTo>
                    <a:pt x="36627" y="9473"/>
                    <a:pt x="36594" y="9340"/>
                    <a:pt x="36560" y="9240"/>
                  </a:cubicBezTo>
                  <a:cubicBezTo>
                    <a:pt x="36493" y="9106"/>
                    <a:pt x="36493" y="8906"/>
                    <a:pt x="36527" y="8739"/>
                  </a:cubicBezTo>
                  <a:cubicBezTo>
                    <a:pt x="36560" y="8506"/>
                    <a:pt x="36560" y="8439"/>
                    <a:pt x="36327" y="8172"/>
                  </a:cubicBezTo>
                  <a:cubicBezTo>
                    <a:pt x="36193" y="8039"/>
                    <a:pt x="35993" y="7839"/>
                    <a:pt x="35860" y="7805"/>
                  </a:cubicBezTo>
                  <a:cubicBezTo>
                    <a:pt x="35593" y="7705"/>
                    <a:pt x="35326" y="7405"/>
                    <a:pt x="35493" y="7405"/>
                  </a:cubicBezTo>
                  <a:cubicBezTo>
                    <a:pt x="35559" y="7405"/>
                    <a:pt x="35593" y="7372"/>
                    <a:pt x="35593" y="7305"/>
                  </a:cubicBezTo>
                  <a:cubicBezTo>
                    <a:pt x="35589" y="7287"/>
                    <a:pt x="35595" y="7279"/>
                    <a:pt x="35609" y="7279"/>
                  </a:cubicBezTo>
                  <a:cubicBezTo>
                    <a:pt x="35726" y="7279"/>
                    <a:pt x="36389" y="7845"/>
                    <a:pt x="36627" y="8172"/>
                  </a:cubicBezTo>
                  <a:cubicBezTo>
                    <a:pt x="36836" y="8441"/>
                    <a:pt x="37099" y="8569"/>
                    <a:pt x="37319" y="8569"/>
                  </a:cubicBezTo>
                  <a:cubicBezTo>
                    <a:pt x="37591" y="8569"/>
                    <a:pt x="37798" y="8374"/>
                    <a:pt x="37761" y="8005"/>
                  </a:cubicBezTo>
                  <a:cubicBezTo>
                    <a:pt x="37761" y="7738"/>
                    <a:pt x="37661" y="7572"/>
                    <a:pt x="37161" y="6871"/>
                  </a:cubicBezTo>
                  <a:cubicBezTo>
                    <a:pt x="36627" y="6104"/>
                    <a:pt x="36527" y="5870"/>
                    <a:pt x="36694" y="5770"/>
                  </a:cubicBezTo>
                  <a:cubicBezTo>
                    <a:pt x="36707" y="5760"/>
                    <a:pt x="36733" y="5755"/>
                    <a:pt x="36768" y="5755"/>
                  </a:cubicBezTo>
                  <a:cubicBezTo>
                    <a:pt x="37073" y="5755"/>
                    <a:pt x="38081" y="6111"/>
                    <a:pt x="37961" y="6171"/>
                  </a:cubicBezTo>
                  <a:cubicBezTo>
                    <a:pt x="37928" y="6204"/>
                    <a:pt x="37961" y="6204"/>
                    <a:pt x="38061" y="6204"/>
                  </a:cubicBezTo>
                  <a:cubicBezTo>
                    <a:pt x="38428" y="6137"/>
                    <a:pt x="38562" y="5637"/>
                    <a:pt x="38361" y="5270"/>
                  </a:cubicBezTo>
                  <a:cubicBezTo>
                    <a:pt x="38253" y="5118"/>
                    <a:pt x="38215" y="5065"/>
                    <a:pt x="38257" y="5065"/>
                  </a:cubicBezTo>
                  <a:cubicBezTo>
                    <a:pt x="38280" y="5065"/>
                    <a:pt x="38325" y="5080"/>
                    <a:pt x="38395" y="5103"/>
                  </a:cubicBezTo>
                  <a:cubicBezTo>
                    <a:pt x="38450" y="5125"/>
                    <a:pt x="38488" y="5137"/>
                    <a:pt x="38513" y="5137"/>
                  </a:cubicBezTo>
                  <a:cubicBezTo>
                    <a:pt x="38565" y="5137"/>
                    <a:pt x="38573" y="5092"/>
                    <a:pt x="38595" y="5003"/>
                  </a:cubicBezTo>
                  <a:cubicBezTo>
                    <a:pt x="38595" y="4957"/>
                    <a:pt x="38595" y="4932"/>
                    <a:pt x="38598" y="4932"/>
                  </a:cubicBezTo>
                  <a:cubicBezTo>
                    <a:pt x="38602" y="4932"/>
                    <a:pt x="38610" y="4965"/>
                    <a:pt x="38628" y="5036"/>
                  </a:cubicBezTo>
                  <a:cubicBezTo>
                    <a:pt x="38662" y="5137"/>
                    <a:pt x="38720" y="5187"/>
                    <a:pt x="38816" y="5187"/>
                  </a:cubicBezTo>
                  <a:cubicBezTo>
                    <a:pt x="38912" y="5187"/>
                    <a:pt x="39045" y="5137"/>
                    <a:pt x="39229" y="5036"/>
                  </a:cubicBezTo>
                  <a:cubicBezTo>
                    <a:pt x="39462" y="4870"/>
                    <a:pt x="39529" y="4770"/>
                    <a:pt x="39662" y="4369"/>
                  </a:cubicBezTo>
                  <a:cubicBezTo>
                    <a:pt x="39762" y="3936"/>
                    <a:pt x="39762" y="3869"/>
                    <a:pt x="39596" y="3669"/>
                  </a:cubicBezTo>
                  <a:cubicBezTo>
                    <a:pt x="39429" y="3469"/>
                    <a:pt x="39429" y="3369"/>
                    <a:pt x="39496" y="3035"/>
                  </a:cubicBezTo>
                  <a:cubicBezTo>
                    <a:pt x="39629" y="2468"/>
                    <a:pt x="39529" y="2168"/>
                    <a:pt x="38962" y="1300"/>
                  </a:cubicBezTo>
                  <a:cubicBezTo>
                    <a:pt x="38528" y="667"/>
                    <a:pt x="38395" y="533"/>
                    <a:pt x="37995" y="300"/>
                  </a:cubicBezTo>
                  <a:cubicBezTo>
                    <a:pt x="37928" y="266"/>
                    <a:pt x="37828" y="200"/>
                    <a:pt x="37761" y="166"/>
                  </a:cubicBezTo>
                  <a:cubicBezTo>
                    <a:pt x="37605" y="49"/>
                    <a:pt x="37414" y="1"/>
                    <a:pt x="371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65"/>
          <p:cNvSpPr/>
          <p:nvPr/>
        </p:nvSpPr>
        <p:spPr>
          <a:xfrm>
            <a:off x="639050" y="1152730"/>
            <a:ext cx="7929900" cy="352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81280" lvl="0">
              <a:lnSpc>
                <a:spcPct val="150000"/>
              </a:lnSpc>
              <a:buSzPts val="1600"/>
            </a:pPr>
            <a:r>
              <a:rPr lang="hu-HU" sz="1600" dirty="0">
                <a:latin typeface="Gloria Hallelujah"/>
                <a:sym typeface="Gloria Hallelujah"/>
              </a:rPr>
              <a:t>A világ első programozóinak egyike.</a:t>
            </a:r>
          </a:p>
          <a:p>
            <a:pPr marL="81280" lvl="0">
              <a:lnSpc>
                <a:spcPct val="150000"/>
              </a:lnSpc>
              <a:buSzPts val="1600"/>
            </a:pPr>
            <a:r>
              <a:rPr lang="hu-HU" sz="1600" dirty="0">
                <a:latin typeface="Gloria Hallelujah"/>
                <a:sym typeface="Gloria Hallelujah"/>
              </a:rPr>
              <a:t>Matematikai problémák megoldásához </a:t>
            </a:r>
          </a:p>
          <a:p>
            <a:pPr marL="81280" lvl="0">
              <a:lnSpc>
                <a:spcPct val="150000"/>
              </a:lnSpc>
              <a:buSzPts val="1600"/>
            </a:pPr>
            <a:r>
              <a:rPr lang="hu-HU" sz="1600" dirty="0">
                <a:latin typeface="Gloria Hallelujah"/>
                <a:sym typeface="Gloria Hallelujah"/>
              </a:rPr>
              <a:t>járult hozzá. A Neumann és </a:t>
            </a:r>
            <a:r>
              <a:rPr lang="hu-HU" sz="1600" dirty="0" err="1">
                <a:latin typeface="Gloria Hallelujah"/>
                <a:sym typeface="Gloria Hallelujah"/>
              </a:rPr>
              <a:t>Bigelow</a:t>
            </a:r>
            <a:r>
              <a:rPr lang="hu-HU" sz="1600" dirty="0">
                <a:latin typeface="Gloria Hallelujah"/>
                <a:sym typeface="Gloria Hallelujah"/>
              </a:rPr>
              <a:t> </a:t>
            </a:r>
          </a:p>
          <a:p>
            <a:pPr marL="81280" lvl="0">
              <a:lnSpc>
                <a:spcPct val="150000"/>
              </a:lnSpc>
              <a:buSzPts val="1600"/>
            </a:pPr>
            <a:r>
              <a:rPr lang="hu-HU" sz="1600" dirty="0">
                <a:latin typeface="Gloria Hallelujah"/>
                <a:sym typeface="Gloria Hallelujah"/>
              </a:rPr>
              <a:t>által fejlesztett MANIAC nevű számítógép</a:t>
            </a:r>
          </a:p>
          <a:p>
            <a:pPr marL="81280" lvl="0">
              <a:lnSpc>
                <a:spcPct val="150000"/>
              </a:lnSpc>
              <a:buSzPts val="1600"/>
            </a:pPr>
            <a:r>
              <a:rPr lang="hu-HU" sz="1600" dirty="0">
                <a:latin typeface="Gloria Hallelujah"/>
                <a:sym typeface="Gloria Hallelujah"/>
              </a:rPr>
              <a:t>programozója. Az ENIAC egyik első </a:t>
            </a:r>
          </a:p>
          <a:p>
            <a:pPr marL="81280" lvl="0">
              <a:lnSpc>
                <a:spcPct val="150000"/>
              </a:lnSpc>
              <a:buSzPts val="1600"/>
            </a:pPr>
            <a:r>
              <a:rPr lang="hu-HU" sz="1600" dirty="0">
                <a:latin typeface="Gloria Hallelujah"/>
                <a:sym typeface="Gloria Hallelujah"/>
              </a:rPr>
              <a:t>programozója volt, részt vett a </a:t>
            </a:r>
          </a:p>
          <a:p>
            <a:pPr marL="81280" lvl="0">
              <a:lnSpc>
                <a:spcPct val="150000"/>
              </a:lnSpc>
              <a:buSzPts val="1600"/>
            </a:pPr>
            <a:r>
              <a:rPr lang="hu-HU" sz="1600" dirty="0">
                <a:latin typeface="Gloria Hallelujah"/>
                <a:sym typeface="Gloria Hallelujah"/>
              </a:rPr>
              <a:t>vezérlőberendezések tervezésében.</a:t>
            </a:r>
          </a:p>
        </p:txBody>
      </p:sp>
      <p:sp>
        <p:nvSpPr>
          <p:cNvPr id="1039" name="Google Shape;1039;p65"/>
          <p:cNvSpPr/>
          <p:nvPr/>
        </p:nvSpPr>
        <p:spPr>
          <a:xfrm>
            <a:off x="639050" y="445175"/>
            <a:ext cx="7486803" cy="620775"/>
          </a:xfrm>
          <a:custGeom>
            <a:avLst/>
            <a:gdLst/>
            <a:ahLst/>
            <a:cxnLst/>
            <a:rect l="l" t="t" r="r" b="b"/>
            <a:pathLst>
              <a:path w="193808" h="24831" extrusionOk="0">
                <a:moveTo>
                  <a:pt x="322" y="24831"/>
                </a:moveTo>
                <a:lnTo>
                  <a:pt x="193808" y="23864"/>
                </a:lnTo>
                <a:lnTo>
                  <a:pt x="189938" y="0"/>
                </a:lnTo>
                <a:lnTo>
                  <a:pt x="0" y="323"/>
                </a:lnTo>
                <a:close/>
              </a:path>
            </a:pathLst>
          </a:custGeom>
          <a:solidFill>
            <a:srgbClr val="FFFFFF">
              <a:alpha val="48040"/>
            </a:srgbClr>
          </a:solidFill>
          <a:ln>
            <a:noFill/>
          </a:ln>
        </p:spPr>
        <p:txBody>
          <a:bodyPr/>
          <a:lstStyle/>
          <a:p>
            <a:endParaRPr lang="hu-HU"/>
          </a:p>
        </p:txBody>
      </p:sp>
      <p:sp>
        <p:nvSpPr>
          <p:cNvPr id="1041" name="Google Shape;1041;p65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err="1"/>
              <a:t>Dán</a:t>
            </a:r>
            <a:r>
              <a:rPr lang="en"/>
              <a:t> Klára</a:t>
            </a:r>
          </a:p>
        </p:txBody>
      </p:sp>
      <p:grpSp>
        <p:nvGrpSpPr>
          <p:cNvPr id="1042" name="Google Shape;1042;p65"/>
          <p:cNvGrpSpPr/>
          <p:nvPr/>
        </p:nvGrpSpPr>
        <p:grpSpPr>
          <a:xfrm rot="-6203821" flipH="1">
            <a:off x="7821173" y="1906124"/>
            <a:ext cx="1038045" cy="963280"/>
            <a:chOff x="2283475" y="3131025"/>
            <a:chExt cx="706350" cy="655475"/>
          </a:xfrm>
        </p:grpSpPr>
        <p:sp>
          <p:nvSpPr>
            <p:cNvPr id="1043" name="Google Shape;1043;p65"/>
            <p:cNvSpPr/>
            <p:nvPr/>
          </p:nvSpPr>
          <p:spPr>
            <a:xfrm>
              <a:off x="2283475" y="3190225"/>
              <a:ext cx="679675" cy="596275"/>
            </a:xfrm>
            <a:custGeom>
              <a:avLst/>
              <a:gdLst/>
              <a:ahLst/>
              <a:cxnLst/>
              <a:rect l="l" t="t" r="r" b="b"/>
              <a:pathLst>
                <a:path w="27187" h="23851" extrusionOk="0">
                  <a:moveTo>
                    <a:pt x="134" y="23851"/>
                  </a:moveTo>
                  <a:cubicBezTo>
                    <a:pt x="434" y="23818"/>
                    <a:pt x="767" y="23784"/>
                    <a:pt x="1068" y="23718"/>
                  </a:cubicBezTo>
                  <a:cubicBezTo>
                    <a:pt x="3803" y="23217"/>
                    <a:pt x="6438" y="22116"/>
                    <a:pt x="8940" y="20815"/>
                  </a:cubicBezTo>
                  <a:cubicBezTo>
                    <a:pt x="11709" y="19381"/>
                    <a:pt x="14277" y="17546"/>
                    <a:pt x="16645" y="15478"/>
                  </a:cubicBezTo>
                  <a:cubicBezTo>
                    <a:pt x="19914" y="12543"/>
                    <a:pt x="22850" y="9107"/>
                    <a:pt x="24918" y="5338"/>
                  </a:cubicBezTo>
                  <a:cubicBezTo>
                    <a:pt x="25852" y="3670"/>
                    <a:pt x="26553" y="1935"/>
                    <a:pt x="27153" y="167"/>
                  </a:cubicBezTo>
                  <a:cubicBezTo>
                    <a:pt x="27186" y="134"/>
                    <a:pt x="27153" y="67"/>
                    <a:pt x="27086" y="34"/>
                  </a:cubicBezTo>
                  <a:cubicBezTo>
                    <a:pt x="27020" y="1"/>
                    <a:pt x="26953" y="34"/>
                    <a:pt x="26919" y="101"/>
                  </a:cubicBezTo>
                  <a:cubicBezTo>
                    <a:pt x="26119" y="1735"/>
                    <a:pt x="25118" y="3270"/>
                    <a:pt x="24117" y="4837"/>
                  </a:cubicBezTo>
                  <a:cubicBezTo>
                    <a:pt x="21816" y="8373"/>
                    <a:pt x="19114" y="11776"/>
                    <a:pt x="15912" y="14644"/>
                  </a:cubicBezTo>
                  <a:cubicBezTo>
                    <a:pt x="13643" y="16712"/>
                    <a:pt x="11142" y="18514"/>
                    <a:pt x="8540" y="20048"/>
                  </a:cubicBezTo>
                  <a:cubicBezTo>
                    <a:pt x="6105" y="21416"/>
                    <a:pt x="3536" y="22450"/>
                    <a:pt x="968" y="23351"/>
                  </a:cubicBezTo>
                  <a:cubicBezTo>
                    <a:pt x="667" y="23451"/>
                    <a:pt x="367" y="23551"/>
                    <a:pt x="100" y="23651"/>
                  </a:cubicBezTo>
                  <a:cubicBezTo>
                    <a:pt x="34" y="23684"/>
                    <a:pt x="0" y="23718"/>
                    <a:pt x="34" y="23751"/>
                  </a:cubicBezTo>
                  <a:cubicBezTo>
                    <a:pt x="34" y="23818"/>
                    <a:pt x="67" y="23851"/>
                    <a:pt x="134" y="2385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65"/>
            <p:cNvSpPr/>
            <p:nvPr/>
          </p:nvSpPr>
          <p:spPr>
            <a:xfrm>
              <a:off x="2772975" y="3131025"/>
              <a:ext cx="216850" cy="246850"/>
            </a:xfrm>
            <a:custGeom>
              <a:avLst/>
              <a:gdLst/>
              <a:ahLst/>
              <a:cxnLst/>
              <a:rect l="l" t="t" r="r" b="b"/>
              <a:pathLst>
                <a:path w="8674" h="9874" extrusionOk="0">
                  <a:moveTo>
                    <a:pt x="7339" y="2469"/>
                  </a:moveTo>
                  <a:cubicBezTo>
                    <a:pt x="7440" y="3970"/>
                    <a:pt x="7440" y="5971"/>
                    <a:pt x="7473" y="6505"/>
                  </a:cubicBezTo>
                  <a:lnTo>
                    <a:pt x="7540" y="8540"/>
                  </a:lnTo>
                  <a:cubicBezTo>
                    <a:pt x="7573" y="9273"/>
                    <a:pt x="7706" y="9874"/>
                    <a:pt x="8140" y="9740"/>
                  </a:cubicBezTo>
                  <a:cubicBezTo>
                    <a:pt x="8674" y="9774"/>
                    <a:pt x="8507" y="8773"/>
                    <a:pt x="8540" y="8506"/>
                  </a:cubicBezTo>
                  <a:lnTo>
                    <a:pt x="8574" y="6505"/>
                  </a:lnTo>
                  <a:cubicBezTo>
                    <a:pt x="8574" y="5871"/>
                    <a:pt x="8640" y="2602"/>
                    <a:pt x="8574" y="1268"/>
                  </a:cubicBezTo>
                  <a:cubicBezTo>
                    <a:pt x="8507" y="567"/>
                    <a:pt x="8173" y="200"/>
                    <a:pt x="8107" y="167"/>
                  </a:cubicBezTo>
                  <a:cubicBezTo>
                    <a:pt x="7907" y="67"/>
                    <a:pt x="7573" y="0"/>
                    <a:pt x="7173" y="267"/>
                  </a:cubicBezTo>
                  <a:cubicBezTo>
                    <a:pt x="6739" y="634"/>
                    <a:pt x="5838" y="1835"/>
                    <a:pt x="5705" y="1968"/>
                  </a:cubicBezTo>
                  <a:cubicBezTo>
                    <a:pt x="5038" y="2769"/>
                    <a:pt x="4304" y="3536"/>
                    <a:pt x="3570" y="4303"/>
                  </a:cubicBezTo>
                  <a:cubicBezTo>
                    <a:pt x="2436" y="5437"/>
                    <a:pt x="1335" y="6572"/>
                    <a:pt x="134" y="7672"/>
                  </a:cubicBezTo>
                  <a:cubicBezTo>
                    <a:pt x="1" y="7739"/>
                    <a:pt x="1" y="7906"/>
                    <a:pt x="68" y="8006"/>
                  </a:cubicBezTo>
                  <a:cubicBezTo>
                    <a:pt x="168" y="8139"/>
                    <a:pt x="334" y="8139"/>
                    <a:pt x="435" y="8073"/>
                  </a:cubicBezTo>
                  <a:cubicBezTo>
                    <a:pt x="1369" y="7472"/>
                    <a:pt x="2269" y="6872"/>
                    <a:pt x="3103" y="6205"/>
                  </a:cubicBezTo>
                  <a:cubicBezTo>
                    <a:pt x="4404" y="5204"/>
                    <a:pt x="5572" y="4070"/>
                    <a:pt x="6706" y="2869"/>
                  </a:cubicBezTo>
                  <a:cubicBezTo>
                    <a:pt x="6772" y="2802"/>
                    <a:pt x="7073" y="2635"/>
                    <a:pt x="7339" y="246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5" name="Google Shape;1045;p65"/>
          <p:cNvGrpSpPr/>
          <p:nvPr/>
        </p:nvGrpSpPr>
        <p:grpSpPr>
          <a:xfrm rot="1256500">
            <a:off x="7748870" y="174495"/>
            <a:ext cx="1177468" cy="813886"/>
            <a:chOff x="4882825" y="691775"/>
            <a:chExt cx="1177525" cy="813925"/>
          </a:xfrm>
        </p:grpSpPr>
        <p:sp>
          <p:nvSpPr>
            <p:cNvPr id="1046" name="Google Shape;1046;p65"/>
            <p:cNvSpPr/>
            <p:nvPr/>
          </p:nvSpPr>
          <p:spPr>
            <a:xfrm>
              <a:off x="5484075" y="821025"/>
              <a:ext cx="25" cy="875"/>
            </a:xfrm>
            <a:custGeom>
              <a:avLst/>
              <a:gdLst/>
              <a:ahLst/>
              <a:cxnLst/>
              <a:rect l="l" t="t" r="r" b="b"/>
              <a:pathLst>
                <a:path w="1" h="35" extrusionOk="0">
                  <a:moveTo>
                    <a:pt x="1" y="34"/>
                  </a:moveTo>
                  <a:cubicBezTo>
                    <a:pt x="1" y="34"/>
                    <a:pt x="1" y="34"/>
                    <a:pt x="1" y="34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65"/>
            <p:cNvSpPr/>
            <p:nvPr/>
          </p:nvSpPr>
          <p:spPr>
            <a:xfrm>
              <a:off x="5486600" y="740150"/>
              <a:ext cx="25" cy="850"/>
            </a:xfrm>
            <a:custGeom>
              <a:avLst/>
              <a:gdLst/>
              <a:ahLst/>
              <a:cxnLst/>
              <a:rect l="l" t="t" r="r" b="b"/>
              <a:pathLst>
                <a:path w="1" h="34" extrusionOk="0">
                  <a:moveTo>
                    <a:pt x="0" y="0"/>
                  </a:moveTo>
                  <a:lnTo>
                    <a:pt x="0" y="0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65"/>
            <p:cNvSpPr/>
            <p:nvPr/>
          </p:nvSpPr>
          <p:spPr>
            <a:xfrm>
              <a:off x="5291450" y="691775"/>
              <a:ext cx="579600" cy="343600"/>
            </a:xfrm>
            <a:custGeom>
              <a:avLst/>
              <a:gdLst/>
              <a:ahLst/>
              <a:cxnLst/>
              <a:rect l="l" t="t" r="r" b="b"/>
              <a:pathLst>
                <a:path w="23184" h="13744" extrusionOk="0">
                  <a:moveTo>
                    <a:pt x="11442" y="5004"/>
                  </a:moveTo>
                  <a:cubicBezTo>
                    <a:pt x="11475" y="5037"/>
                    <a:pt x="11475" y="5071"/>
                    <a:pt x="11509" y="5137"/>
                  </a:cubicBezTo>
                  <a:cubicBezTo>
                    <a:pt x="11609" y="5471"/>
                    <a:pt x="11742" y="5771"/>
                    <a:pt x="11842" y="6105"/>
                  </a:cubicBezTo>
                  <a:cubicBezTo>
                    <a:pt x="12076" y="6638"/>
                    <a:pt x="12209" y="7205"/>
                    <a:pt x="12243" y="7773"/>
                  </a:cubicBezTo>
                  <a:cubicBezTo>
                    <a:pt x="12276" y="8240"/>
                    <a:pt x="12276" y="8707"/>
                    <a:pt x="12176" y="9140"/>
                  </a:cubicBezTo>
                  <a:cubicBezTo>
                    <a:pt x="12076" y="9607"/>
                    <a:pt x="11942" y="10074"/>
                    <a:pt x="11675" y="10508"/>
                  </a:cubicBezTo>
                  <a:cubicBezTo>
                    <a:pt x="11542" y="10708"/>
                    <a:pt x="11409" y="10908"/>
                    <a:pt x="11242" y="11075"/>
                  </a:cubicBezTo>
                  <a:cubicBezTo>
                    <a:pt x="11208" y="11142"/>
                    <a:pt x="11142" y="11208"/>
                    <a:pt x="11075" y="11275"/>
                  </a:cubicBezTo>
                  <a:cubicBezTo>
                    <a:pt x="10908" y="11442"/>
                    <a:pt x="10741" y="11609"/>
                    <a:pt x="10575" y="11775"/>
                  </a:cubicBezTo>
                  <a:cubicBezTo>
                    <a:pt x="10608" y="11709"/>
                    <a:pt x="10641" y="11675"/>
                    <a:pt x="10675" y="11609"/>
                  </a:cubicBezTo>
                  <a:cubicBezTo>
                    <a:pt x="10775" y="11442"/>
                    <a:pt x="10875" y="11275"/>
                    <a:pt x="11008" y="11108"/>
                  </a:cubicBezTo>
                  <a:cubicBezTo>
                    <a:pt x="11208" y="10741"/>
                    <a:pt x="11409" y="10374"/>
                    <a:pt x="11509" y="9974"/>
                  </a:cubicBezTo>
                  <a:cubicBezTo>
                    <a:pt x="11609" y="9674"/>
                    <a:pt x="11675" y="9374"/>
                    <a:pt x="11709" y="9073"/>
                  </a:cubicBezTo>
                  <a:cubicBezTo>
                    <a:pt x="11742" y="8773"/>
                    <a:pt x="11776" y="8506"/>
                    <a:pt x="11809" y="8206"/>
                  </a:cubicBezTo>
                  <a:cubicBezTo>
                    <a:pt x="11809" y="7973"/>
                    <a:pt x="11809" y="7706"/>
                    <a:pt x="11776" y="7472"/>
                  </a:cubicBezTo>
                  <a:cubicBezTo>
                    <a:pt x="11776" y="7205"/>
                    <a:pt x="11742" y="6939"/>
                    <a:pt x="11709" y="6672"/>
                  </a:cubicBezTo>
                  <a:cubicBezTo>
                    <a:pt x="11675" y="6538"/>
                    <a:pt x="11675" y="6372"/>
                    <a:pt x="11642" y="6205"/>
                  </a:cubicBezTo>
                  <a:cubicBezTo>
                    <a:pt x="11609" y="6005"/>
                    <a:pt x="11542" y="5771"/>
                    <a:pt x="11509" y="5571"/>
                  </a:cubicBezTo>
                  <a:cubicBezTo>
                    <a:pt x="11475" y="5371"/>
                    <a:pt x="11475" y="5171"/>
                    <a:pt x="11442" y="5004"/>
                  </a:cubicBezTo>
                  <a:close/>
                  <a:moveTo>
                    <a:pt x="9807" y="8540"/>
                  </a:moveTo>
                  <a:cubicBezTo>
                    <a:pt x="9807" y="8707"/>
                    <a:pt x="9841" y="8873"/>
                    <a:pt x="9841" y="9073"/>
                  </a:cubicBezTo>
                  <a:cubicBezTo>
                    <a:pt x="9841" y="9174"/>
                    <a:pt x="9874" y="9274"/>
                    <a:pt x="9874" y="9374"/>
                  </a:cubicBezTo>
                  <a:cubicBezTo>
                    <a:pt x="9874" y="9507"/>
                    <a:pt x="9908" y="9607"/>
                    <a:pt x="9908" y="9707"/>
                  </a:cubicBezTo>
                  <a:cubicBezTo>
                    <a:pt x="9941" y="9874"/>
                    <a:pt x="9941" y="10041"/>
                    <a:pt x="9974" y="10174"/>
                  </a:cubicBezTo>
                  <a:cubicBezTo>
                    <a:pt x="10008" y="10775"/>
                    <a:pt x="10108" y="11342"/>
                    <a:pt x="10174" y="11909"/>
                  </a:cubicBezTo>
                  <a:cubicBezTo>
                    <a:pt x="10108" y="11642"/>
                    <a:pt x="10041" y="11375"/>
                    <a:pt x="9974" y="11075"/>
                  </a:cubicBezTo>
                  <a:cubicBezTo>
                    <a:pt x="9941" y="10841"/>
                    <a:pt x="9908" y="10608"/>
                    <a:pt x="9874" y="10374"/>
                  </a:cubicBezTo>
                  <a:cubicBezTo>
                    <a:pt x="9874" y="10241"/>
                    <a:pt x="9841" y="10108"/>
                    <a:pt x="9841" y="9974"/>
                  </a:cubicBezTo>
                  <a:cubicBezTo>
                    <a:pt x="9807" y="9841"/>
                    <a:pt x="9807" y="9707"/>
                    <a:pt x="9807" y="9574"/>
                  </a:cubicBezTo>
                  <a:cubicBezTo>
                    <a:pt x="9807" y="9440"/>
                    <a:pt x="9774" y="9274"/>
                    <a:pt x="9774" y="9140"/>
                  </a:cubicBezTo>
                  <a:cubicBezTo>
                    <a:pt x="9807" y="8940"/>
                    <a:pt x="9807" y="8740"/>
                    <a:pt x="9807" y="8540"/>
                  </a:cubicBezTo>
                  <a:close/>
                  <a:moveTo>
                    <a:pt x="15078" y="0"/>
                  </a:moveTo>
                  <a:cubicBezTo>
                    <a:pt x="14978" y="0"/>
                    <a:pt x="14911" y="0"/>
                    <a:pt x="14811" y="34"/>
                  </a:cubicBezTo>
                  <a:cubicBezTo>
                    <a:pt x="14578" y="34"/>
                    <a:pt x="14377" y="34"/>
                    <a:pt x="14177" y="67"/>
                  </a:cubicBezTo>
                  <a:cubicBezTo>
                    <a:pt x="13910" y="100"/>
                    <a:pt x="13644" y="134"/>
                    <a:pt x="13377" y="200"/>
                  </a:cubicBezTo>
                  <a:cubicBezTo>
                    <a:pt x="13377" y="200"/>
                    <a:pt x="13377" y="234"/>
                    <a:pt x="13343" y="234"/>
                  </a:cubicBezTo>
                  <a:cubicBezTo>
                    <a:pt x="13343" y="367"/>
                    <a:pt x="13343" y="467"/>
                    <a:pt x="13343" y="567"/>
                  </a:cubicBezTo>
                  <a:cubicBezTo>
                    <a:pt x="13310" y="801"/>
                    <a:pt x="13243" y="1034"/>
                    <a:pt x="13210" y="1268"/>
                  </a:cubicBezTo>
                  <a:cubicBezTo>
                    <a:pt x="13177" y="1468"/>
                    <a:pt x="13177" y="1702"/>
                    <a:pt x="13143" y="1902"/>
                  </a:cubicBezTo>
                  <a:cubicBezTo>
                    <a:pt x="13143" y="2202"/>
                    <a:pt x="13143" y="2535"/>
                    <a:pt x="13177" y="2836"/>
                  </a:cubicBezTo>
                  <a:lnTo>
                    <a:pt x="13143" y="2836"/>
                  </a:lnTo>
                  <a:cubicBezTo>
                    <a:pt x="13110" y="2702"/>
                    <a:pt x="13076" y="2569"/>
                    <a:pt x="13076" y="2435"/>
                  </a:cubicBezTo>
                  <a:cubicBezTo>
                    <a:pt x="13010" y="2235"/>
                    <a:pt x="12976" y="2002"/>
                    <a:pt x="12943" y="1802"/>
                  </a:cubicBezTo>
                  <a:cubicBezTo>
                    <a:pt x="12943" y="1635"/>
                    <a:pt x="12943" y="1501"/>
                    <a:pt x="12943" y="1335"/>
                  </a:cubicBezTo>
                  <a:cubicBezTo>
                    <a:pt x="12976" y="1168"/>
                    <a:pt x="13010" y="1001"/>
                    <a:pt x="13043" y="801"/>
                  </a:cubicBezTo>
                  <a:cubicBezTo>
                    <a:pt x="13076" y="634"/>
                    <a:pt x="13110" y="467"/>
                    <a:pt x="13177" y="301"/>
                  </a:cubicBezTo>
                  <a:cubicBezTo>
                    <a:pt x="13177" y="267"/>
                    <a:pt x="13177" y="267"/>
                    <a:pt x="13177" y="234"/>
                  </a:cubicBezTo>
                  <a:cubicBezTo>
                    <a:pt x="13143" y="234"/>
                    <a:pt x="13076" y="234"/>
                    <a:pt x="13043" y="267"/>
                  </a:cubicBezTo>
                  <a:cubicBezTo>
                    <a:pt x="12876" y="301"/>
                    <a:pt x="12676" y="334"/>
                    <a:pt x="12509" y="367"/>
                  </a:cubicBezTo>
                  <a:cubicBezTo>
                    <a:pt x="12309" y="434"/>
                    <a:pt x="12142" y="501"/>
                    <a:pt x="11942" y="567"/>
                  </a:cubicBezTo>
                  <a:cubicBezTo>
                    <a:pt x="11742" y="634"/>
                    <a:pt x="11509" y="734"/>
                    <a:pt x="11309" y="801"/>
                  </a:cubicBezTo>
                  <a:cubicBezTo>
                    <a:pt x="11142" y="901"/>
                    <a:pt x="10942" y="968"/>
                    <a:pt x="10741" y="1034"/>
                  </a:cubicBezTo>
                  <a:cubicBezTo>
                    <a:pt x="10641" y="1101"/>
                    <a:pt x="10508" y="1134"/>
                    <a:pt x="10375" y="1168"/>
                  </a:cubicBezTo>
                  <a:lnTo>
                    <a:pt x="10341" y="1201"/>
                  </a:lnTo>
                  <a:cubicBezTo>
                    <a:pt x="10375" y="1268"/>
                    <a:pt x="10408" y="1368"/>
                    <a:pt x="10408" y="1468"/>
                  </a:cubicBezTo>
                  <a:cubicBezTo>
                    <a:pt x="10475" y="1635"/>
                    <a:pt x="10508" y="1768"/>
                    <a:pt x="10541" y="1935"/>
                  </a:cubicBezTo>
                  <a:cubicBezTo>
                    <a:pt x="10641" y="2202"/>
                    <a:pt x="10775" y="2469"/>
                    <a:pt x="10875" y="2769"/>
                  </a:cubicBezTo>
                  <a:cubicBezTo>
                    <a:pt x="10975" y="3002"/>
                    <a:pt x="11042" y="3236"/>
                    <a:pt x="11142" y="3469"/>
                  </a:cubicBezTo>
                  <a:cubicBezTo>
                    <a:pt x="10975" y="3236"/>
                    <a:pt x="10808" y="3002"/>
                    <a:pt x="10675" y="2736"/>
                  </a:cubicBezTo>
                  <a:cubicBezTo>
                    <a:pt x="10541" y="2469"/>
                    <a:pt x="10441" y="2202"/>
                    <a:pt x="10375" y="1902"/>
                  </a:cubicBezTo>
                  <a:cubicBezTo>
                    <a:pt x="10341" y="1668"/>
                    <a:pt x="10308" y="1435"/>
                    <a:pt x="10308" y="1201"/>
                  </a:cubicBezTo>
                  <a:cubicBezTo>
                    <a:pt x="10208" y="1235"/>
                    <a:pt x="10141" y="1235"/>
                    <a:pt x="10041" y="1268"/>
                  </a:cubicBezTo>
                  <a:cubicBezTo>
                    <a:pt x="9941" y="1268"/>
                    <a:pt x="9874" y="1301"/>
                    <a:pt x="9774" y="1335"/>
                  </a:cubicBezTo>
                  <a:lnTo>
                    <a:pt x="9641" y="1335"/>
                  </a:lnTo>
                  <a:cubicBezTo>
                    <a:pt x="9507" y="1368"/>
                    <a:pt x="9374" y="1401"/>
                    <a:pt x="9240" y="1401"/>
                  </a:cubicBezTo>
                  <a:cubicBezTo>
                    <a:pt x="8974" y="1435"/>
                    <a:pt x="8740" y="1468"/>
                    <a:pt x="8507" y="1468"/>
                  </a:cubicBezTo>
                  <a:cubicBezTo>
                    <a:pt x="8340" y="1501"/>
                    <a:pt x="8206" y="1501"/>
                    <a:pt x="8073" y="1501"/>
                  </a:cubicBezTo>
                  <a:lnTo>
                    <a:pt x="8073" y="1568"/>
                  </a:lnTo>
                  <a:cubicBezTo>
                    <a:pt x="8073" y="1735"/>
                    <a:pt x="8040" y="1935"/>
                    <a:pt x="8006" y="2102"/>
                  </a:cubicBezTo>
                  <a:cubicBezTo>
                    <a:pt x="7973" y="2235"/>
                    <a:pt x="7939" y="2335"/>
                    <a:pt x="7939" y="2435"/>
                  </a:cubicBezTo>
                  <a:cubicBezTo>
                    <a:pt x="7873" y="2602"/>
                    <a:pt x="7839" y="2769"/>
                    <a:pt x="7806" y="2936"/>
                  </a:cubicBezTo>
                  <a:cubicBezTo>
                    <a:pt x="7706" y="3369"/>
                    <a:pt x="7606" y="3803"/>
                    <a:pt x="7573" y="4270"/>
                  </a:cubicBezTo>
                  <a:cubicBezTo>
                    <a:pt x="7573" y="4570"/>
                    <a:pt x="7606" y="4870"/>
                    <a:pt x="7673" y="5171"/>
                  </a:cubicBezTo>
                  <a:cubicBezTo>
                    <a:pt x="7739" y="5404"/>
                    <a:pt x="7806" y="5671"/>
                    <a:pt x="7873" y="5905"/>
                  </a:cubicBezTo>
                  <a:cubicBezTo>
                    <a:pt x="7906" y="6071"/>
                    <a:pt x="7939" y="6238"/>
                    <a:pt x="8006" y="6405"/>
                  </a:cubicBezTo>
                  <a:cubicBezTo>
                    <a:pt x="7873" y="6205"/>
                    <a:pt x="7773" y="5971"/>
                    <a:pt x="7673" y="5738"/>
                  </a:cubicBezTo>
                  <a:cubicBezTo>
                    <a:pt x="7472" y="5271"/>
                    <a:pt x="7272" y="4770"/>
                    <a:pt x="7272" y="4237"/>
                  </a:cubicBezTo>
                  <a:cubicBezTo>
                    <a:pt x="7239" y="3936"/>
                    <a:pt x="7272" y="3603"/>
                    <a:pt x="7339" y="3269"/>
                  </a:cubicBezTo>
                  <a:cubicBezTo>
                    <a:pt x="7406" y="3069"/>
                    <a:pt x="7472" y="2869"/>
                    <a:pt x="7539" y="2669"/>
                  </a:cubicBezTo>
                  <a:cubicBezTo>
                    <a:pt x="7606" y="2435"/>
                    <a:pt x="7706" y="2202"/>
                    <a:pt x="7773" y="1968"/>
                  </a:cubicBezTo>
                  <a:cubicBezTo>
                    <a:pt x="7773" y="1968"/>
                    <a:pt x="7773" y="1968"/>
                    <a:pt x="7773" y="1935"/>
                  </a:cubicBezTo>
                  <a:cubicBezTo>
                    <a:pt x="7839" y="1802"/>
                    <a:pt x="7873" y="1668"/>
                    <a:pt x="7873" y="1535"/>
                  </a:cubicBezTo>
                  <a:lnTo>
                    <a:pt x="7739" y="1535"/>
                  </a:lnTo>
                  <a:cubicBezTo>
                    <a:pt x="7606" y="1568"/>
                    <a:pt x="7472" y="1568"/>
                    <a:pt x="7372" y="1568"/>
                  </a:cubicBezTo>
                  <a:cubicBezTo>
                    <a:pt x="7306" y="1568"/>
                    <a:pt x="7239" y="1601"/>
                    <a:pt x="7172" y="1601"/>
                  </a:cubicBezTo>
                  <a:lnTo>
                    <a:pt x="6939" y="1601"/>
                  </a:lnTo>
                  <a:cubicBezTo>
                    <a:pt x="6805" y="1601"/>
                    <a:pt x="6672" y="1568"/>
                    <a:pt x="6538" y="1568"/>
                  </a:cubicBezTo>
                  <a:cubicBezTo>
                    <a:pt x="6438" y="1568"/>
                    <a:pt x="6305" y="1535"/>
                    <a:pt x="6205" y="1535"/>
                  </a:cubicBezTo>
                  <a:cubicBezTo>
                    <a:pt x="5938" y="1468"/>
                    <a:pt x="5671" y="1435"/>
                    <a:pt x="5404" y="1368"/>
                  </a:cubicBezTo>
                  <a:cubicBezTo>
                    <a:pt x="5304" y="1368"/>
                    <a:pt x="5171" y="1335"/>
                    <a:pt x="5037" y="1301"/>
                  </a:cubicBezTo>
                  <a:lnTo>
                    <a:pt x="5037" y="1301"/>
                  </a:lnTo>
                  <a:cubicBezTo>
                    <a:pt x="5071" y="1368"/>
                    <a:pt x="5071" y="1401"/>
                    <a:pt x="5071" y="1435"/>
                  </a:cubicBezTo>
                  <a:cubicBezTo>
                    <a:pt x="5104" y="1535"/>
                    <a:pt x="5137" y="1635"/>
                    <a:pt x="5137" y="1768"/>
                  </a:cubicBezTo>
                  <a:cubicBezTo>
                    <a:pt x="5171" y="1868"/>
                    <a:pt x="5171" y="2002"/>
                    <a:pt x="5137" y="2102"/>
                  </a:cubicBezTo>
                  <a:cubicBezTo>
                    <a:pt x="5137" y="2369"/>
                    <a:pt x="5037" y="2669"/>
                    <a:pt x="4971" y="2936"/>
                  </a:cubicBezTo>
                  <a:cubicBezTo>
                    <a:pt x="4837" y="3369"/>
                    <a:pt x="4737" y="3803"/>
                    <a:pt x="4704" y="4237"/>
                  </a:cubicBezTo>
                  <a:cubicBezTo>
                    <a:pt x="4704" y="4737"/>
                    <a:pt x="4771" y="5271"/>
                    <a:pt x="4804" y="5771"/>
                  </a:cubicBezTo>
                  <a:cubicBezTo>
                    <a:pt x="4837" y="6005"/>
                    <a:pt x="4837" y="6238"/>
                    <a:pt x="4871" y="6505"/>
                  </a:cubicBezTo>
                  <a:cubicBezTo>
                    <a:pt x="4804" y="6305"/>
                    <a:pt x="4737" y="6105"/>
                    <a:pt x="4704" y="5871"/>
                  </a:cubicBezTo>
                  <a:cubicBezTo>
                    <a:pt x="4604" y="5504"/>
                    <a:pt x="4504" y="5171"/>
                    <a:pt x="4470" y="4804"/>
                  </a:cubicBezTo>
                  <a:cubicBezTo>
                    <a:pt x="4404" y="4504"/>
                    <a:pt x="4404" y="4203"/>
                    <a:pt x="4404" y="3903"/>
                  </a:cubicBezTo>
                  <a:cubicBezTo>
                    <a:pt x="4437" y="3770"/>
                    <a:pt x="4437" y="3636"/>
                    <a:pt x="4470" y="3469"/>
                  </a:cubicBezTo>
                  <a:cubicBezTo>
                    <a:pt x="4504" y="3336"/>
                    <a:pt x="4537" y="3203"/>
                    <a:pt x="4570" y="3069"/>
                  </a:cubicBezTo>
                  <a:cubicBezTo>
                    <a:pt x="4670" y="2802"/>
                    <a:pt x="4771" y="2535"/>
                    <a:pt x="4837" y="2269"/>
                  </a:cubicBezTo>
                  <a:cubicBezTo>
                    <a:pt x="4904" y="2135"/>
                    <a:pt x="4904" y="2002"/>
                    <a:pt x="4937" y="1835"/>
                  </a:cubicBezTo>
                  <a:cubicBezTo>
                    <a:pt x="4937" y="1668"/>
                    <a:pt x="4904" y="1468"/>
                    <a:pt x="4871" y="1301"/>
                  </a:cubicBezTo>
                  <a:cubicBezTo>
                    <a:pt x="4804" y="1268"/>
                    <a:pt x="4737" y="1268"/>
                    <a:pt x="4704" y="1268"/>
                  </a:cubicBezTo>
                  <a:cubicBezTo>
                    <a:pt x="4437" y="1235"/>
                    <a:pt x="4170" y="1201"/>
                    <a:pt x="3937" y="1134"/>
                  </a:cubicBezTo>
                  <a:cubicBezTo>
                    <a:pt x="3670" y="1101"/>
                    <a:pt x="3436" y="1034"/>
                    <a:pt x="3169" y="1001"/>
                  </a:cubicBezTo>
                  <a:lnTo>
                    <a:pt x="2802" y="901"/>
                  </a:lnTo>
                  <a:cubicBezTo>
                    <a:pt x="2702" y="868"/>
                    <a:pt x="2602" y="868"/>
                    <a:pt x="2469" y="834"/>
                  </a:cubicBezTo>
                  <a:cubicBezTo>
                    <a:pt x="2402" y="834"/>
                    <a:pt x="2335" y="801"/>
                    <a:pt x="2235" y="801"/>
                  </a:cubicBezTo>
                  <a:cubicBezTo>
                    <a:pt x="2202" y="768"/>
                    <a:pt x="2135" y="768"/>
                    <a:pt x="2102" y="768"/>
                  </a:cubicBezTo>
                  <a:cubicBezTo>
                    <a:pt x="1969" y="768"/>
                    <a:pt x="1868" y="768"/>
                    <a:pt x="1768" y="734"/>
                  </a:cubicBezTo>
                  <a:lnTo>
                    <a:pt x="1435" y="734"/>
                  </a:lnTo>
                  <a:cubicBezTo>
                    <a:pt x="1435" y="934"/>
                    <a:pt x="1401" y="1134"/>
                    <a:pt x="1368" y="1335"/>
                  </a:cubicBezTo>
                  <a:cubicBezTo>
                    <a:pt x="1335" y="1635"/>
                    <a:pt x="1235" y="1935"/>
                    <a:pt x="1135" y="2202"/>
                  </a:cubicBezTo>
                  <a:cubicBezTo>
                    <a:pt x="1135" y="2402"/>
                    <a:pt x="1068" y="2602"/>
                    <a:pt x="968" y="2769"/>
                  </a:cubicBezTo>
                  <a:cubicBezTo>
                    <a:pt x="768" y="3303"/>
                    <a:pt x="534" y="3836"/>
                    <a:pt x="367" y="4403"/>
                  </a:cubicBezTo>
                  <a:cubicBezTo>
                    <a:pt x="267" y="4737"/>
                    <a:pt x="167" y="5071"/>
                    <a:pt x="134" y="5404"/>
                  </a:cubicBezTo>
                  <a:cubicBezTo>
                    <a:pt x="67" y="5738"/>
                    <a:pt x="34" y="6071"/>
                    <a:pt x="34" y="6405"/>
                  </a:cubicBezTo>
                  <a:cubicBezTo>
                    <a:pt x="34" y="6672"/>
                    <a:pt x="34" y="6972"/>
                    <a:pt x="34" y="7239"/>
                  </a:cubicBezTo>
                  <a:cubicBezTo>
                    <a:pt x="34" y="7372"/>
                    <a:pt x="0" y="7539"/>
                    <a:pt x="34" y="7706"/>
                  </a:cubicBezTo>
                  <a:cubicBezTo>
                    <a:pt x="34" y="7906"/>
                    <a:pt x="34" y="8139"/>
                    <a:pt x="34" y="8340"/>
                  </a:cubicBezTo>
                  <a:cubicBezTo>
                    <a:pt x="34" y="8506"/>
                    <a:pt x="34" y="8673"/>
                    <a:pt x="67" y="8840"/>
                  </a:cubicBezTo>
                  <a:cubicBezTo>
                    <a:pt x="101" y="9073"/>
                    <a:pt x="134" y="9307"/>
                    <a:pt x="167" y="9540"/>
                  </a:cubicBezTo>
                  <a:cubicBezTo>
                    <a:pt x="301" y="10074"/>
                    <a:pt x="467" y="10575"/>
                    <a:pt x="734" y="11075"/>
                  </a:cubicBezTo>
                  <a:cubicBezTo>
                    <a:pt x="801" y="11208"/>
                    <a:pt x="901" y="11375"/>
                    <a:pt x="1001" y="11509"/>
                  </a:cubicBezTo>
                  <a:cubicBezTo>
                    <a:pt x="1168" y="11475"/>
                    <a:pt x="1335" y="11408"/>
                    <a:pt x="1502" y="11375"/>
                  </a:cubicBezTo>
                  <a:cubicBezTo>
                    <a:pt x="1902" y="11275"/>
                    <a:pt x="2302" y="11242"/>
                    <a:pt x="2769" y="11208"/>
                  </a:cubicBezTo>
                  <a:cubicBezTo>
                    <a:pt x="2702" y="11142"/>
                    <a:pt x="2636" y="11042"/>
                    <a:pt x="2602" y="10975"/>
                  </a:cubicBezTo>
                  <a:cubicBezTo>
                    <a:pt x="2536" y="10875"/>
                    <a:pt x="2469" y="10775"/>
                    <a:pt x="2436" y="10675"/>
                  </a:cubicBezTo>
                  <a:cubicBezTo>
                    <a:pt x="2335" y="10508"/>
                    <a:pt x="2235" y="10308"/>
                    <a:pt x="2169" y="10141"/>
                  </a:cubicBezTo>
                  <a:cubicBezTo>
                    <a:pt x="2102" y="9974"/>
                    <a:pt x="2035" y="9841"/>
                    <a:pt x="1969" y="9674"/>
                  </a:cubicBezTo>
                  <a:cubicBezTo>
                    <a:pt x="1868" y="9407"/>
                    <a:pt x="1768" y="9140"/>
                    <a:pt x="1735" y="8840"/>
                  </a:cubicBezTo>
                  <a:cubicBezTo>
                    <a:pt x="1668" y="8573"/>
                    <a:pt x="1635" y="8273"/>
                    <a:pt x="1635" y="7973"/>
                  </a:cubicBezTo>
                  <a:cubicBezTo>
                    <a:pt x="1635" y="7706"/>
                    <a:pt x="1635" y="7406"/>
                    <a:pt x="1702" y="7139"/>
                  </a:cubicBezTo>
                  <a:cubicBezTo>
                    <a:pt x="1768" y="6839"/>
                    <a:pt x="1868" y="6538"/>
                    <a:pt x="2002" y="6271"/>
                  </a:cubicBezTo>
                  <a:cubicBezTo>
                    <a:pt x="2035" y="6138"/>
                    <a:pt x="2102" y="6005"/>
                    <a:pt x="2202" y="5871"/>
                  </a:cubicBezTo>
                  <a:cubicBezTo>
                    <a:pt x="2269" y="5738"/>
                    <a:pt x="2335" y="5638"/>
                    <a:pt x="2436" y="5504"/>
                  </a:cubicBezTo>
                  <a:cubicBezTo>
                    <a:pt x="2569" y="5271"/>
                    <a:pt x="2736" y="5037"/>
                    <a:pt x="2903" y="4837"/>
                  </a:cubicBezTo>
                  <a:cubicBezTo>
                    <a:pt x="3136" y="4504"/>
                    <a:pt x="3370" y="4170"/>
                    <a:pt x="3636" y="3836"/>
                  </a:cubicBezTo>
                  <a:lnTo>
                    <a:pt x="3636" y="3836"/>
                  </a:lnTo>
                  <a:cubicBezTo>
                    <a:pt x="3436" y="4170"/>
                    <a:pt x="3236" y="4504"/>
                    <a:pt x="3069" y="4837"/>
                  </a:cubicBezTo>
                  <a:cubicBezTo>
                    <a:pt x="2969" y="5037"/>
                    <a:pt x="2836" y="5204"/>
                    <a:pt x="2736" y="5404"/>
                  </a:cubicBezTo>
                  <a:cubicBezTo>
                    <a:pt x="2636" y="5571"/>
                    <a:pt x="2536" y="5738"/>
                    <a:pt x="2469" y="5905"/>
                  </a:cubicBezTo>
                  <a:cubicBezTo>
                    <a:pt x="2335" y="6138"/>
                    <a:pt x="2269" y="6405"/>
                    <a:pt x="2169" y="6638"/>
                  </a:cubicBezTo>
                  <a:cubicBezTo>
                    <a:pt x="2135" y="6839"/>
                    <a:pt x="2069" y="7005"/>
                    <a:pt x="2035" y="7205"/>
                  </a:cubicBezTo>
                  <a:cubicBezTo>
                    <a:pt x="2035" y="7372"/>
                    <a:pt x="2002" y="7506"/>
                    <a:pt x="2002" y="7672"/>
                  </a:cubicBezTo>
                  <a:cubicBezTo>
                    <a:pt x="1969" y="8173"/>
                    <a:pt x="2035" y="8640"/>
                    <a:pt x="2102" y="9107"/>
                  </a:cubicBezTo>
                  <a:cubicBezTo>
                    <a:pt x="2202" y="9474"/>
                    <a:pt x="2335" y="9874"/>
                    <a:pt x="2469" y="10241"/>
                  </a:cubicBezTo>
                  <a:cubicBezTo>
                    <a:pt x="2569" y="10508"/>
                    <a:pt x="2669" y="10775"/>
                    <a:pt x="2802" y="11042"/>
                  </a:cubicBezTo>
                  <a:cubicBezTo>
                    <a:pt x="2836" y="11075"/>
                    <a:pt x="2869" y="11142"/>
                    <a:pt x="2936" y="11208"/>
                  </a:cubicBezTo>
                  <a:lnTo>
                    <a:pt x="3069" y="11208"/>
                  </a:lnTo>
                  <a:cubicBezTo>
                    <a:pt x="3636" y="11242"/>
                    <a:pt x="4203" y="11275"/>
                    <a:pt x="4837" y="11375"/>
                  </a:cubicBezTo>
                  <a:cubicBezTo>
                    <a:pt x="5004" y="11375"/>
                    <a:pt x="5137" y="11408"/>
                    <a:pt x="5304" y="11408"/>
                  </a:cubicBezTo>
                  <a:cubicBezTo>
                    <a:pt x="5404" y="11442"/>
                    <a:pt x="5538" y="11442"/>
                    <a:pt x="5638" y="11475"/>
                  </a:cubicBezTo>
                  <a:cubicBezTo>
                    <a:pt x="5538" y="11275"/>
                    <a:pt x="5438" y="11108"/>
                    <a:pt x="5371" y="10941"/>
                  </a:cubicBezTo>
                  <a:cubicBezTo>
                    <a:pt x="5171" y="10541"/>
                    <a:pt x="5004" y="10141"/>
                    <a:pt x="4871" y="9707"/>
                  </a:cubicBezTo>
                  <a:cubicBezTo>
                    <a:pt x="4771" y="9374"/>
                    <a:pt x="4737" y="9040"/>
                    <a:pt x="4704" y="8707"/>
                  </a:cubicBezTo>
                  <a:cubicBezTo>
                    <a:pt x="4704" y="8406"/>
                    <a:pt x="4737" y="8073"/>
                    <a:pt x="4871" y="7806"/>
                  </a:cubicBezTo>
                  <a:lnTo>
                    <a:pt x="4871" y="7839"/>
                  </a:lnTo>
                  <a:cubicBezTo>
                    <a:pt x="4837" y="7973"/>
                    <a:pt x="4804" y="8106"/>
                    <a:pt x="4804" y="8206"/>
                  </a:cubicBezTo>
                  <a:cubicBezTo>
                    <a:pt x="4804" y="8473"/>
                    <a:pt x="4837" y="8740"/>
                    <a:pt x="4904" y="9007"/>
                  </a:cubicBezTo>
                  <a:cubicBezTo>
                    <a:pt x="4971" y="9240"/>
                    <a:pt x="5037" y="9507"/>
                    <a:pt x="5137" y="9741"/>
                  </a:cubicBezTo>
                  <a:cubicBezTo>
                    <a:pt x="5238" y="9974"/>
                    <a:pt x="5338" y="10208"/>
                    <a:pt x="5471" y="10441"/>
                  </a:cubicBezTo>
                  <a:cubicBezTo>
                    <a:pt x="5571" y="10641"/>
                    <a:pt x="5671" y="10875"/>
                    <a:pt x="5805" y="11075"/>
                  </a:cubicBezTo>
                  <a:cubicBezTo>
                    <a:pt x="5805" y="11108"/>
                    <a:pt x="5805" y="11142"/>
                    <a:pt x="5838" y="11175"/>
                  </a:cubicBezTo>
                  <a:cubicBezTo>
                    <a:pt x="5905" y="11275"/>
                    <a:pt x="5938" y="11408"/>
                    <a:pt x="6005" y="11509"/>
                  </a:cubicBezTo>
                  <a:cubicBezTo>
                    <a:pt x="6238" y="11542"/>
                    <a:pt x="6505" y="11575"/>
                    <a:pt x="6739" y="11609"/>
                  </a:cubicBezTo>
                  <a:lnTo>
                    <a:pt x="6972" y="11642"/>
                  </a:lnTo>
                  <a:cubicBezTo>
                    <a:pt x="7272" y="11675"/>
                    <a:pt x="7573" y="11742"/>
                    <a:pt x="7873" y="11775"/>
                  </a:cubicBezTo>
                  <a:cubicBezTo>
                    <a:pt x="7873" y="11709"/>
                    <a:pt x="7873" y="11642"/>
                    <a:pt x="7873" y="11609"/>
                  </a:cubicBezTo>
                  <a:cubicBezTo>
                    <a:pt x="7839" y="11442"/>
                    <a:pt x="7839" y="11308"/>
                    <a:pt x="7806" y="11142"/>
                  </a:cubicBezTo>
                  <a:cubicBezTo>
                    <a:pt x="7806" y="10975"/>
                    <a:pt x="7773" y="10808"/>
                    <a:pt x="7773" y="10641"/>
                  </a:cubicBezTo>
                  <a:cubicBezTo>
                    <a:pt x="7739" y="10508"/>
                    <a:pt x="7739" y="10408"/>
                    <a:pt x="7739" y="10274"/>
                  </a:cubicBezTo>
                  <a:cubicBezTo>
                    <a:pt x="7739" y="10074"/>
                    <a:pt x="7739" y="9874"/>
                    <a:pt x="7773" y="9674"/>
                  </a:cubicBezTo>
                  <a:cubicBezTo>
                    <a:pt x="7773" y="9574"/>
                    <a:pt x="7806" y="9474"/>
                    <a:pt x="7806" y="9374"/>
                  </a:cubicBezTo>
                  <a:cubicBezTo>
                    <a:pt x="7806" y="9307"/>
                    <a:pt x="7806" y="9240"/>
                    <a:pt x="7839" y="9174"/>
                  </a:cubicBezTo>
                  <a:cubicBezTo>
                    <a:pt x="7839" y="9107"/>
                    <a:pt x="7839" y="9040"/>
                    <a:pt x="7873" y="8940"/>
                  </a:cubicBezTo>
                  <a:cubicBezTo>
                    <a:pt x="7906" y="8807"/>
                    <a:pt x="7906" y="8673"/>
                    <a:pt x="7939" y="8540"/>
                  </a:cubicBezTo>
                  <a:cubicBezTo>
                    <a:pt x="8006" y="8240"/>
                    <a:pt x="8073" y="7906"/>
                    <a:pt x="8173" y="7606"/>
                  </a:cubicBezTo>
                  <a:lnTo>
                    <a:pt x="8173" y="7606"/>
                  </a:lnTo>
                  <a:cubicBezTo>
                    <a:pt x="8173" y="7639"/>
                    <a:pt x="8140" y="7706"/>
                    <a:pt x="8140" y="7739"/>
                  </a:cubicBezTo>
                  <a:cubicBezTo>
                    <a:pt x="8140" y="7906"/>
                    <a:pt x="8106" y="8039"/>
                    <a:pt x="8073" y="8173"/>
                  </a:cubicBezTo>
                  <a:cubicBezTo>
                    <a:pt x="8073" y="8340"/>
                    <a:pt x="8040" y="8473"/>
                    <a:pt x="8040" y="8606"/>
                  </a:cubicBezTo>
                  <a:cubicBezTo>
                    <a:pt x="8006" y="8773"/>
                    <a:pt x="8006" y="8940"/>
                    <a:pt x="7973" y="9073"/>
                  </a:cubicBezTo>
                  <a:cubicBezTo>
                    <a:pt x="7939" y="9374"/>
                    <a:pt x="7906" y="9641"/>
                    <a:pt x="7906" y="9907"/>
                  </a:cubicBezTo>
                  <a:cubicBezTo>
                    <a:pt x="7906" y="10174"/>
                    <a:pt x="7906" y="10408"/>
                    <a:pt x="7906" y="10675"/>
                  </a:cubicBezTo>
                  <a:cubicBezTo>
                    <a:pt x="7906" y="10808"/>
                    <a:pt x="7939" y="10975"/>
                    <a:pt x="7939" y="11108"/>
                  </a:cubicBezTo>
                  <a:cubicBezTo>
                    <a:pt x="7939" y="11275"/>
                    <a:pt x="7939" y="11408"/>
                    <a:pt x="7973" y="11575"/>
                  </a:cubicBezTo>
                  <a:cubicBezTo>
                    <a:pt x="7973" y="11642"/>
                    <a:pt x="7973" y="11709"/>
                    <a:pt x="7973" y="11775"/>
                  </a:cubicBezTo>
                  <a:cubicBezTo>
                    <a:pt x="8240" y="11809"/>
                    <a:pt x="8473" y="11842"/>
                    <a:pt x="8773" y="11875"/>
                  </a:cubicBezTo>
                  <a:cubicBezTo>
                    <a:pt x="9240" y="11909"/>
                    <a:pt x="9641" y="11942"/>
                    <a:pt x="10074" y="11942"/>
                  </a:cubicBezTo>
                  <a:cubicBezTo>
                    <a:pt x="10375" y="11942"/>
                    <a:pt x="10708" y="11909"/>
                    <a:pt x="11042" y="11875"/>
                  </a:cubicBezTo>
                  <a:cubicBezTo>
                    <a:pt x="11609" y="11775"/>
                    <a:pt x="12142" y="11642"/>
                    <a:pt x="12643" y="11475"/>
                  </a:cubicBezTo>
                  <a:cubicBezTo>
                    <a:pt x="12776" y="11408"/>
                    <a:pt x="12943" y="11375"/>
                    <a:pt x="13076" y="11308"/>
                  </a:cubicBezTo>
                  <a:cubicBezTo>
                    <a:pt x="13143" y="11275"/>
                    <a:pt x="13243" y="11242"/>
                    <a:pt x="13343" y="11208"/>
                  </a:cubicBezTo>
                  <a:cubicBezTo>
                    <a:pt x="13443" y="10975"/>
                    <a:pt x="13543" y="10708"/>
                    <a:pt x="13610" y="10441"/>
                  </a:cubicBezTo>
                  <a:cubicBezTo>
                    <a:pt x="13644" y="10341"/>
                    <a:pt x="13677" y="10208"/>
                    <a:pt x="13710" y="10074"/>
                  </a:cubicBezTo>
                  <a:cubicBezTo>
                    <a:pt x="13744" y="9874"/>
                    <a:pt x="13777" y="9641"/>
                    <a:pt x="13810" y="9407"/>
                  </a:cubicBezTo>
                  <a:cubicBezTo>
                    <a:pt x="13810" y="9107"/>
                    <a:pt x="13777" y="8807"/>
                    <a:pt x="13710" y="8506"/>
                  </a:cubicBezTo>
                  <a:cubicBezTo>
                    <a:pt x="13610" y="8073"/>
                    <a:pt x="13477" y="7639"/>
                    <a:pt x="13443" y="7205"/>
                  </a:cubicBezTo>
                  <a:cubicBezTo>
                    <a:pt x="13410" y="7039"/>
                    <a:pt x="13377" y="6872"/>
                    <a:pt x="13343" y="6705"/>
                  </a:cubicBezTo>
                  <a:cubicBezTo>
                    <a:pt x="13343" y="6538"/>
                    <a:pt x="13343" y="6372"/>
                    <a:pt x="13343" y="6205"/>
                  </a:cubicBezTo>
                  <a:cubicBezTo>
                    <a:pt x="13310" y="6138"/>
                    <a:pt x="13310" y="6038"/>
                    <a:pt x="13310" y="5971"/>
                  </a:cubicBezTo>
                  <a:cubicBezTo>
                    <a:pt x="13310" y="5871"/>
                    <a:pt x="13343" y="5804"/>
                    <a:pt x="13343" y="5738"/>
                  </a:cubicBezTo>
                  <a:cubicBezTo>
                    <a:pt x="13343" y="5604"/>
                    <a:pt x="13343" y="5504"/>
                    <a:pt x="13343" y="5371"/>
                  </a:cubicBezTo>
                  <a:cubicBezTo>
                    <a:pt x="13343" y="5337"/>
                    <a:pt x="13343" y="5271"/>
                    <a:pt x="13343" y="5237"/>
                  </a:cubicBezTo>
                  <a:cubicBezTo>
                    <a:pt x="13377" y="5037"/>
                    <a:pt x="13410" y="4837"/>
                    <a:pt x="13443" y="4637"/>
                  </a:cubicBezTo>
                  <a:cubicBezTo>
                    <a:pt x="13443" y="4470"/>
                    <a:pt x="13510" y="4337"/>
                    <a:pt x="13543" y="4170"/>
                  </a:cubicBezTo>
                  <a:cubicBezTo>
                    <a:pt x="13543" y="4070"/>
                    <a:pt x="13577" y="4003"/>
                    <a:pt x="13577" y="3936"/>
                  </a:cubicBezTo>
                  <a:cubicBezTo>
                    <a:pt x="13610" y="3870"/>
                    <a:pt x="13610" y="3803"/>
                    <a:pt x="13644" y="3736"/>
                  </a:cubicBezTo>
                  <a:cubicBezTo>
                    <a:pt x="13710" y="3536"/>
                    <a:pt x="13777" y="3369"/>
                    <a:pt x="13844" y="3169"/>
                  </a:cubicBezTo>
                  <a:lnTo>
                    <a:pt x="13844" y="3169"/>
                  </a:lnTo>
                  <a:cubicBezTo>
                    <a:pt x="13810" y="3369"/>
                    <a:pt x="13777" y="3536"/>
                    <a:pt x="13777" y="3736"/>
                  </a:cubicBezTo>
                  <a:cubicBezTo>
                    <a:pt x="13744" y="3870"/>
                    <a:pt x="13744" y="4003"/>
                    <a:pt x="13744" y="4170"/>
                  </a:cubicBezTo>
                  <a:cubicBezTo>
                    <a:pt x="13744" y="4303"/>
                    <a:pt x="13744" y="4437"/>
                    <a:pt x="13710" y="4570"/>
                  </a:cubicBezTo>
                  <a:cubicBezTo>
                    <a:pt x="13710" y="4704"/>
                    <a:pt x="13744" y="4804"/>
                    <a:pt x="13744" y="4937"/>
                  </a:cubicBezTo>
                  <a:cubicBezTo>
                    <a:pt x="13744" y="5037"/>
                    <a:pt x="13744" y="5171"/>
                    <a:pt x="13744" y="5304"/>
                  </a:cubicBezTo>
                  <a:cubicBezTo>
                    <a:pt x="13744" y="5471"/>
                    <a:pt x="13777" y="5638"/>
                    <a:pt x="13777" y="5804"/>
                  </a:cubicBezTo>
                  <a:cubicBezTo>
                    <a:pt x="13777" y="5905"/>
                    <a:pt x="13777" y="6005"/>
                    <a:pt x="13810" y="6105"/>
                  </a:cubicBezTo>
                  <a:cubicBezTo>
                    <a:pt x="13810" y="6238"/>
                    <a:pt x="13844" y="6372"/>
                    <a:pt x="13844" y="6472"/>
                  </a:cubicBezTo>
                  <a:cubicBezTo>
                    <a:pt x="13877" y="6638"/>
                    <a:pt x="13910" y="6772"/>
                    <a:pt x="13944" y="6905"/>
                  </a:cubicBezTo>
                  <a:cubicBezTo>
                    <a:pt x="13944" y="7018"/>
                    <a:pt x="13968" y="7131"/>
                    <a:pt x="13995" y="7244"/>
                  </a:cubicBezTo>
                  <a:lnTo>
                    <a:pt x="13995" y="7244"/>
                  </a:lnTo>
                  <a:cubicBezTo>
                    <a:pt x="13991" y="7241"/>
                    <a:pt x="13985" y="7239"/>
                    <a:pt x="13977" y="7239"/>
                  </a:cubicBezTo>
                  <a:lnTo>
                    <a:pt x="14077" y="7639"/>
                  </a:lnTo>
                  <a:cubicBezTo>
                    <a:pt x="14111" y="7773"/>
                    <a:pt x="14144" y="7939"/>
                    <a:pt x="14177" y="8073"/>
                  </a:cubicBezTo>
                  <a:cubicBezTo>
                    <a:pt x="14244" y="8373"/>
                    <a:pt x="14277" y="8673"/>
                    <a:pt x="14311" y="8940"/>
                  </a:cubicBezTo>
                  <a:cubicBezTo>
                    <a:pt x="14311" y="9174"/>
                    <a:pt x="14277" y="9407"/>
                    <a:pt x="14244" y="9607"/>
                  </a:cubicBezTo>
                  <a:cubicBezTo>
                    <a:pt x="14211" y="9774"/>
                    <a:pt x="14177" y="9907"/>
                    <a:pt x="14144" y="10041"/>
                  </a:cubicBezTo>
                  <a:cubicBezTo>
                    <a:pt x="14111" y="10141"/>
                    <a:pt x="14077" y="10208"/>
                    <a:pt x="14044" y="10308"/>
                  </a:cubicBezTo>
                  <a:cubicBezTo>
                    <a:pt x="14010" y="10374"/>
                    <a:pt x="13977" y="10441"/>
                    <a:pt x="13944" y="10508"/>
                  </a:cubicBezTo>
                  <a:cubicBezTo>
                    <a:pt x="13910" y="10675"/>
                    <a:pt x="13844" y="10808"/>
                    <a:pt x="13744" y="10908"/>
                  </a:cubicBezTo>
                  <a:cubicBezTo>
                    <a:pt x="13710" y="10975"/>
                    <a:pt x="13677" y="11042"/>
                    <a:pt x="13644" y="11108"/>
                  </a:cubicBezTo>
                  <a:cubicBezTo>
                    <a:pt x="13710" y="11108"/>
                    <a:pt x="13744" y="11075"/>
                    <a:pt x="13777" y="11075"/>
                  </a:cubicBezTo>
                  <a:cubicBezTo>
                    <a:pt x="13944" y="11042"/>
                    <a:pt x="14111" y="11008"/>
                    <a:pt x="14277" y="11008"/>
                  </a:cubicBezTo>
                  <a:cubicBezTo>
                    <a:pt x="14444" y="11042"/>
                    <a:pt x="14611" y="11075"/>
                    <a:pt x="14844" y="11108"/>
                  </a:cubicBezTo>
                  <a:cubicBezTo>
                    <a:pt x="15211" y="11242"/>
                    <a:pt x="15612" y="11442"/>
                    <a:pt x="15979" y="11609"/>
                  </a:cubicBezTo>
                  <a:cubicBezTo>
                    <a:pt x="16145" y="11709"/>
                    <a:pt x="16345" y="11775"/>
                    <a:pt x="16512" y="11875"/>
                  </a:cubicBezTo>
                  <a:cubicBezTo>
                    <a:pt x="16846" y="12009"/>
                    <a:pt x="17179" y="12142"/>
                    <a:pt x="17513" y="12276"/>
                  </a:cubicBezTo>
                  <a:cubicBezTo>
                    <a:pt x="17513" y="12242"/>
                    <a:pt x="17513" y="12209"/>
                    <a:pt x="17546" y="12176"/>
                  </a:cubicBezTo>
                  <a:cubicBezTo>
                    <a:pt x="17613" y="11942"/>
                    <a:pt x="17713" y="11709"/>
                    <a:pt x="17813" y="11509"/>
                  </a:cubicBezTo>
                  <a:cubicBezTo>
                    <a:pt x="17913" y="11275"/>
                    <a:pt x="18013" y="11042"/>
                    <a:pt x="18113" y="10808"/>
                  </a:cubicBezTo>
                  <a:cubicBezTo>
                    <a:pt x="18213" y="10608"/>
                    <a:pt x="18280" y="10374"/>
                    <a:pt x="18380" y="10141"/>
                  </a:cubicBezTo>
                  <a:cubicBezTo>
                    <a:pt x="18380" y="10074"/>
                    <a:pt x="18414" y="10007"/>
                    <a:pt x="18414" y="9941"/>
                  </a:cubicBezTo>
                  <a:cubicBezTo>
                    <a:pt x="18447" y="9841"/>
                    <a:pt x="18480" y="9741"/>
                    <a:pt x="18480" y="9641"/>
                  </a:cubicBezTo>
                  <a:cubicBezTo>
                    <a:pt x="18514" y="9540"/>
                    <a:pt x="18514" y="9440"/>
                    <a:pt x="18514" y="9340"/>
                  </a:cubicBezTo>
                  <a:cubicBezTo>
                    <a:pt x="18514" y="9274"/>
                    <a:pt x="18514" y="9240"/>
                    <a:pt x="18514" y="9174"/>
                  </a:cubicBezTo>
                  <a:cubicBezTo>
                    <a:pt x="18514" y="9007"/>
                    <a:pt x="18514" y="8840"/>
                    <a:pt x="18480" y="8673"/>
                  </a:cubicBezTo>
                  <a:cubicBezTo>
                    <a:pt x="18480" y="8540"/>
                    <a:pt x="18447" y="8440"/>
                    <a:pt x="18414" y="8306"/>
                  </a:cubicBezTo>
                  <a:cubicBezTo>
                    <a:pt x="18347" y="7906"/>
                    <a:pt x="18280" y="7539"/>
                    <a:pt x="18280" y="7139"/>
                  </a:cubicBezTo>
                  <a:cubicBezTo>
                    <a:pt x="18280" y="6572"/>
                    <a:pt x="18347" y="6005"/>
                    <a:pt x="18547" y="5471"/>
                  </a:cubicBezTo>
                  <a:cubicBezTo>
                    <a:pt x="18647" y="5204"/>
                    <a:pt x="18747" y="4937"/>
                    <a:pt x="18847" y="4704"/>
                  </a:cubicBezTo>
                  <a:lnTo>
                    <a:pt x="18847" y="4704"/>
                  </a:lnTo>
                  <a:cubicBezTo>
                    <a:pt x="18814" y="4870"/>
                    <a:pt x="18781" y="5037"/>
                    <a:pt x="18747" y="5204"/>
                  </a:cubicBezTo>
                  <a:cubicBezTo>
                    <a:pt x="18680" y="5504"/>
                    <a:pt x="18614" y="5804"/>
                    <a:pt x="18614" y="6105"/>
                  </a:cubicBezTo>
                  <a:cubicBezTo>
                    <a:pt x="18614" y="6338"/>
                    <a:pt x="18614" y="6605"/>
                    <a:pt x="18647" y="6872"/>
                  </a:cubicBezTo>
                  <a:cubicBezTo>
                    <a:pt x="18647" y="7105"/>
                    <a:pt x="18714" y="7339"/>
                    <a:pt x="18747" y="7539"/>
                  </a:cubicBezTo>
                  <a:cubicBezTo>
                    <a:pt x="18814" y="7839"/>
                    <a:pt x="18914" y="8139"/>
                    <a:pt x="18981" y="8440"/>
                  </a:cubicBezTo>
                  <a:cubicBezTo>
                    <a:pt x="19047" y="8707"/>
                    <a:pt x="19081" y="8973"/>
                    <a:pt x="19047" y="9207"/>
                  </a:cubicBezTo>
                  <a:cubicBezTo>
                    <a:pt x="19047" y="9374"/>
                    <a:pt x="19047" y="9507"/>
                    <a:pt x="19014" y="9641"/>
                  </a:cubicBezTo>
                  <a:cubicBezTo>
                    <a:pt x="18981" y="9741"/>
                    <a:pt x="18947" y="9841"/>
                    <a:pt x="18947" y="9907"/>
                  </a:cubicBezTo>
                  <a:cubicBezTo>
                    <a:pt x="18914" y="9974"/>
                    <a:pt x="18881" y="10041"/>
                    <a:pt x="18881" y="10108"/>
                  </a:cubicBezTo>
                  <a:cubicBezTo>
                    <a:pt x="18814" y="10241"/>
                    <a:pt x="18781" y="10374"/>
                    <a:pt x="18714" y="10508"/>
                  </a:cubicBezTo>
                  <a:cubicBezTo>
                    <a:pt x="18647" y="10641"/>
                    <a:pt x="18580" y="10775"/>
                    <a:pt x="18480" y="10908"/>
                  </a:cubicBezTo>
                  <a:cubicBezTo>
                    <a:pt x="18414" y="11042"/>
                    <a:pt x="18347" y="11175"/>
                    <a:pt x="18247" y="11308"/>
                  </a:cubicBezTo>
                  <a:cubicBezTo>
                    <a:pt x="18113" y="11575"/>
                    <a:pt x="17947" y="11809"/>
                    <a:pt x="17780" y="12042"/>
                  </a:cubicBezTo>
                  <a:cubicBezTo>
                    <a:pt x="17746" y="12109"/>
                    <a:pt x="17713" y="12176"/>
                    <a:pt x="17646" y="12242"/>
                  </a:cubicBezTo>
                  <a:cubicBezTo>
                    <a:pt x="17646" y="12276"/>
                    <a:pt x="17646" y="12276"/>
                    <a:pt x="17613" y="12309"/>
                  </a:cubicBezTo>
                  <a:cubicBezTo>
                    <a:pt x="17680" y="12342"/>
                    <a:pt x="17780" y="12376"/>
                    <a:pt x="17847" y="12409"/>
                  </a:cubicBezTo>
                  <a:cubicBezTo>
                    <a:pt x="18013" y="12476"/>
                    <a:pt x="18213" y="12543"/>
                    <a:pt x="18380" y="12609"/>
                  </a:cubicBezTo>
                  <a:cubicBezTo>
                    <a:pt x="19081" y="12843"/>
                    <a:pt x="19815" y="13110"/>
                    <a:pt x="20615" y="13343"/>
                  </a:cubicBezTo>
                  <a:cubicBezTo>
                    <a:pt x="20782" y="13377"/>
                    <a:pt x="20949" y="13410"/>
                    <a:pt x="21116" y="13477"/>
                  </a:cubicBezTo>
                  <a:lnTo>
                    <a:pt x="21516" y="13577"/>
                  </a:lnTo>
                  <a:cubicBezTo>
                    <a:pt x="21716" y="13643"/>
                    <a:pt x="21916" y="13710"/>
                    <a:pt x="22083" y="13743"/>
                  </a:cubicBezTo>
                  <a:cubicBezTo>
                    <a:pt x="22050" y="13710"/>
                    <a:pt x="22016" y="13677"/>
                    <a:pt x="21983" y="13643"/>
                  </a:cubicBezTo>
                  <a:cubicBezTo>
                    <a:pt x="21783" y="13377"/>
                    <a:pt x="21616" y="13110"/>
                    <a:pt x="21482" y="12843"/>
                  </a:cubicBezTo>
                  <a:cubicBezTo>
                    <a:pt x="21349" y="12543"/>
                    <a:pt x="21249" y="12242"/>
                    <a:pt x="21216" y="11942"/>
                  </a:cubicBezTo>
                  <a:cubicBezTo>
                    <a:pt x="21149" y="11609"/>
                    <a:pt x="21182" y="11308"/>
                    <a:pt x="21249" y="10975"/>
                  </a:cubicBezTo>
                  <a:cubicBezTo>
                    <a:pt x="21282" y="10808"/>
                    <a:pt x="21316" y="10675"/>
                    <a:pt x="21382" y="10508"/>
                  </a:cubicBezTo>
                  <a:cubicBezTo>
                    <a:pt x="21416" y="10408"/>
                    <a:pt x="21449" y="10274"/>
                    <a:pt x="21482" y="10174"/>
                  </a:cubicBezTo>
                  <a:cubicBezTo>
                    <a:pt x="21516" y="10041"/>
                    <a:pt x="21583" y="9907"/>
                    <a:pt x="21616" y="9774"/>
                  </a:cubicBezTo>
                  <a:cubicBezTo>
                    <a:pt x="21649" y="9707"/>
                    <a:pt x="21716" y="9607"/>
                    <a:pt x="21749" y="9507"/>
                  </a:cubicBezTo>
                  <a:cubicBezTo>
                    <a:pt x="21783" y="9440"/>
                    <a:pt x="21816" y="9340"/>
                    <a:pt x="21883" y="9240"/>
                  </a:cubicBezTo>
                  <a:cubicBezTo>
                    <a:pt x="21949" y="9140"/>
                    <a:pt x="22016" y="9007"/>
                    <a:pt x="22083" y="8873"/>
                  </a:cubicBezTo>
                  <a:cubicBezTo>
                    <a:pt x="22183" y="8673"/>
                    <a:pt x="22283" y="8506"/>
                    <a:pt x="22383" y="8306"/>
                  </a:cubicBezTo>
                  <a:cubicBezTo>
                    <a:pt x="22483" y="8139"/>
                    <a:pt x="22583" y="7939"/>
                    <a:pt x="22683" y="7739"/>
                  </a:cubicBezTo>
                  <a:cubicBezTo>
                    <a:pt x="22783" y="7472"/>
                    <a:pt x="22917" y="7205"/>
                    <a:pt x="23017" y="6905"/>
                  </a:cubicBezTo>
                  <a:cubicBezTo>
                    <a:pt x="23084" y="6738"/>
                    <a:pt x="23117" y="6572"/>
                    <a:pt x="23117" y="6372"/>
                  </a:cubicBezTo>
                  <a:cubicBezTo>
                    <a:pt x="23150" y="6205"/>
                    <a:pt x="23150" y="6005"/>
                    <a:pt x="23150" y="5838"/>
                  </a:cubicBezTo>
                  <a:cubicBezTo>
                    <a:pt x="23184" y="5571"/>
                    <a:pt x="23184" y="5304"/>
                    <a:pt x="23184" y="5037"/>
                  </a:cubicBezTo>
                  <a:cubicBezTo>
                    <a:pt x="23117" y="4971"/>
                    <a:pt x="23050" y="4937"/>
                    <a:pt x="22984" y="4870"/>
                  </a:cubicBezTo>
                  <a:cubicBezTo>
                    <a:pt x="22650" y="4570"/>
                    <a:pt x="22283" y="4237"/>
                    <a:pt x="21949" y="3903"/>
                  </a:cubicBezTo>
                  <a:cubicBezTo>
                    <a:pt x="21816" y="3803"/>
                    <a:pt x="21716" y="3703"/>
                    <a:pt x="21616" y="3603"/>
                  </a:cubicBezTo>
                  <a:cubicBezTo>
                    <a:pt x="21583" y="3570"/>
                    <a:pt x="21549" y="3536"/>
                    <a:pt x="21516" y="3503"/>
                  </a:cubicBezTo>
                  <a:lnTo>
                    <a:pt x="21516" y="3536"/>
                  </a:lnTo>
                  <a:lnTo>
                    <a:pt x="21482" y="3870"/>
                  </a:lnTo>
                  <a:cubicBezTo>
                    <a:pt x="21482" y="3970"/>
                    <a:pt x="21449" y="4037"/>
                    <a:pt x="21449" y="4137"/>
                  </a:cubicBezTo>
                  <a:cubicBezTo>
                    <a:pt x="21449" y="4237"/>
                    <a:pt x="21449" y="4337"/>
                    <a:pt x="21416" y="4470"/>
                  </a:cubicBezTo>
                  <a:cubicBezTo>
                    <a:pt x="21416" y="4604"/>
                    <a:pt x="21382" y="4737"/>
                    <a:pt x="21349" y="4870"/>
                  </a:cubicBezTo>
                  <a:cubicBezTo>
                    <a:pt x="21349" y="4971"/>
                    <a:pt x="21316" y="5104"/>
                    <a:pt x="21316" y="5204"/>
                  </a:cubicBezTo>
                  <a:cubicBezTo>
                    <a:pt x="21282" y="5337"/>
                    <a:pt x="21249" y="5504"/>
                    <a:pt x="21216" y="5638"/>
                  </a:cubicBezTo>
                  <a:cubicBezTo>
                    <a:pt x="21182" y="5804"/>
                    <a:pt x="21149" y="5971"/>
                    <a:pt x="21116" y="6138"/>
                  </a:cubicBezTo>
                  <a:cubicBezTo>
                    <a:pt x="21116" y="6271"/>
                    <a:pt x="21082" y="6405"/>
                    <a:pt x="21082" y="6538"/>
                  </a:cubicBezTo>
                  <a:cubicBezTo>
                    <a:pt x="21082" y="6672"/>
                    <a:pt x="21082" y="6805"/>
                    <a:pt x="21049" y="6939"/>
                  </a:cubicBezTo>
                  <a:cubicBezTo>
                    <a:pt x="21049" y="7139"/>
                    <a:pt x="21049" y="7372"/>
                    <a:pt x="21015" y="7572"/>
                  </a:cubicBezTo>
                  <a:cubicBezTo>
                    <a:pt x="21015" y="7606"/>
                    <a:pt x="21015" y="7672"/>
                    <a:pt x="21015" y="7739"/>
                  </a:cubicBezTo>
                  <a:cubicBezTo>
                    <a:pt x="20982" y="7472"/>
                    <a:pt x="20949" y="7239"/>
                    <a:pt x="20949" y="7005"/>
                  </a:cubicBezTo>
                  <a:cubicBezTo>
                    <a:pt x="20915" y="6672"/>
                    <a:pt x="20882" y="6338"/>
                    <a:pt x="20915" y="6005"/>
                  </a:cubicBezTo>
                  <a:cubicBezTo>
                    <a:pt x="20949" y="5638"/>
                    <a:pt x="21049" y="5271"/>
                    <a:pt x="21149" y="4904"/>
                  </a:cubicBezTo>
                  <a:cubicBezTo>
                    <a:pt x="21149" y="4804"/>
                    <a:pt x="21182" y="4704"/>
                    <a:pt x="21216" y="4604"/>
                  </a:cubicBezTo>
                  <a:cubicBezTo>
                    <a:pt x="21249" y="4504"/>
                    <a:pt x="21249" y="4403"/>
                    <a:pt x="21282" y="4303"/>
                  </a:cubicBezTo>
                  <a:cubicBezTo>
                    <a:pt x="21316" y="4170"/>
                    <a:pt x="21316" y="4037"/>
                    <a:pt x="21349" y="3903"/>
                  </a:cubicBezTo>
                  <a:cubicBezTo>
                    <a:pt x="21382" y="3736"/>
                    <a:pt x="21416" y="3603"/>
                    <a:pt x="21449" y="3469"/>
                  </a:cubicBezTo>
                  <a:cubicBezTo>
                    <a:pt x="21082" y="3136"/>
                    <a:pt x="20715" y="2802"/>
                    <a:pt x="20348" y="2469"/>
                  </a:cubicBezTo>
                  <a:cubicBezTo>
                    <a:pt x="20215" y="2369"/>
                    <a:pt x="20081" y="2269"/>
                    <a:pt x="19948" y="2169"/>
                  </a:cubicBezTo>
                  <a:cubicBezTo>
                    <a:pt x="19448" y="1768"/>
                    <a:pt x="18881" y="1435"/>
                    <a:pt x="18447" y="1168"/>
                  </a:cubicBezTo>
                  <a:cubicBezTo>
                    <a:pt x="18013" y="934"/>
                    <a:pt x="17646" y="701"/>
                    <a:pt x="17246" y="501"/>
                  </a:cubicBezTo>
                  <a:lnTo>
                    <a:pt x="17246" y="501"/>
                  </a:lnTo>
                  <a:cubicBezTo>
                    <a:pt x="17246" y="534"/>
                    <a:pt x="17279" y="567"/>
                    <a:pt x="17279" y="567"/>
                  </a:cubicBezTo>
                  <a:cubicBezTo>
                    <a:pt x="17313" y="734"/>
                    <a:pt x="17380" y="868"/>
                    <a:pt x="17413" y="1034"/>
                  </a:cubicBezTo>
                  <a:cubicBezTo>
                    <a:pt x="17446" y="1368"/>
                    <a:pt x="17446" y="1735"/>
                    <a:pt x="17380" y="2068"/>
                  </a:cubicBezTo>
                  <a:cubicBezTo>
                    <a:pt x="17346" y="2302"/>
                    <a:pt x="17246" y="2569"/>
                    <a:pt x="17179" y="2802"/>
                  </a:cubicBezTo>
                  <a:cubicBezTo>
                    <a:pt x="17146" y="2902"/>
                    <a:pt x="17113" y="3036"/>
                    <a:pt x="17046" y="3136"/>
                  </a:cubicBezTo>
                  <a:cubicBezTo>
                    <a:pt x="16946" y="3369"/>
                    <a:pt x="16846" y="3603"/>
                    <a:pt x="16712" y="3836"/>
                  </a:cubicBezTo>
                  <a:cubicBezTo>
                    <a:pt x="16546" y="4203"/>
                    <a:pt x="16379" y="4570"/>
                    <a:pt x="16279" y="4937"/>
                  </a:cubicBezTo>
                  <a:cubicBezTo>
                    <a:pt x="16179" y="5271"/>
                    <a:pt x="16112" y="5638"/>
                    <a:pt x="16112" y="5971"/>
                  </a:cubicBezTo>
                  <a:cubicBezTo>
                    <a:pt x="16079" y="6405"/>
                    <a:pt x="16112" y="6805"/>
                    <a:pt x="16179" y="7205"/>
                  </a:cubicBezTo>
                  <a:cubicBezTo>
                    <a:pt x="16212" y="7472"/>
                    <a:pt x="16245" y="7739"/>
                    <a:pt x="16312" y="7973"/>
                  </a:cubicBezTo>
                  <a:cubicBezTo>
                    <a:pt x="16379" y="8273"/>
                    <a:pt x="16412" y="8540"/>
                    <a:pt x="16479" y="8840"/>
                  </a:cubicBezTo>
                  <a:lnTo>
                    <a:pt x="16546" y="9107"/>
                  </a:lnTo>
                  <a:cubicBezTo>
                    <a:pt x="16412" y="8840"/>
                    <a:pt x="16312" y="8540"/>
                    <a:pt x="16179" y="8240"/>
                  </a:cubicBezTo>
                  <a:cubicBezTo>
                    <a:pt x="16112" y="8073"/>
                    <a:pt x="16045" y="7873"/>
                    <a:pt x="15979" y="7706"/>
                  </a:cubicBezTo>
                  <a:cubicBezTo>
                    <a:pt x="15845" y="7272"/>
                    <a:pt x="15712" y="6839"/>
                    <a:pt x="15645" y="6405"/>
                  </a:cubicBezTo>
                  <a:cubicBezTo>
                    <a:pt x="15578" y="5971"/>
                    <a:pt x="15578" y="5504"/>
                    <a:pt x="15678" y="5037"/>
                  </a:cubicBezTo>
                  <a:cubicBezTo>
                    <a:pt x="15745" y="4670"/>
                    <a:pt x="15878" y="4303"/>
                    <a:pt x="16045" y="3970"/>
                  </a:cubicBezTo>
                  <a:cubicBezTo>
                    <a:pt x="16145" y="3803"/>
                    <a:pt x="16212" y="3636"/>
                    <a:pt x="16312" y="3503"/>
                  </a:cubicBezTo>
                  <a:cubicBezTo>
                    <a:pt x="16379" y="3369"/>
                    <a:pt x="16446" y="3236"/>
                    <a:pt x="16546" y="3103"/>
                  </a:cubicBezTo>
                  <a:cubicBezTo>
                    <a:pt x="16746" y="2736"/>
                    <a:pt x="16946" y="2335"/>
                    <a:pt x="17079" y="1902"/>
                  </a:cubicBezTo>
                  <a:cubicBezTo>
                    <a:pt x="17146" y="1635"/>
                    <a:pt x="17213" y="1368"/>
                    <a:pt x="17213" y="1101"/>
                  </a:cubicBezTo>
                  <a:cubicBezTo>
                    <a:pt x="17213" y="901"/>
                    <a:pt x="17213" y="734"/>
                    <a:pt x="17179" y="534"/>
                  </a:cubicBezTo>
                  <a:cubicBezTo>
                    <a:pt x="17179" y="534"/>
                    <a:pt x="17179" y="567"/>
                    <a:pt x="17179" y="567"/>
                  </a:cubicBezTo>
                  <a:cubicBezTo>
                    <a:pt x="17179" y="534"/>
                    <a:pt x="17179" y="501"/>
                    <a:pt x="17146" y="467"/>
                  </a:cubicBezTo>
                  <a:cubicBezTo>
                    <a:pt x="16979" y="401"/>
                    <a:pt x="16812" y="301"/>
                    <a:pt x="16612" y="234"/>
                  </a:cubicBezTo>
                  <a:lnTo>
                    <a:pt x="16579" y="234"/>
                  </a:lnTo>
                  <a:cubicBezTo>
                    <a:pt x="16412" y="200"/>
                    <a:pt x="16212" y="134"/>
                    <a:pt x="16045" y="100"/>
                  </a:cubicBezTo>
                  <a:cubicBezTo>
                    <a:pt x="15912" y="100"/>
                    <a:pt x="15778" y="67"/>
                    <a:pt x="15645" y="34"/>
                  </a:cubicBezTo>
                  <a:cubicBezTo>
                    <a:pt x="15512" y="34"/>
                    <a:pt x="15411" y="34"/>
                    <a:pt x="153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65"/>
            <p:cNvSpPr/>
            <p:nvPr/>
          </p:nvSpPr>
          <p:spPr>
            <a:xfrm>
              <a:off x="5489100" y="9394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65"/>
            <p:cNvSpPr/>
            <p:nvPr/>
          </p:nvSpPr>
          <p:spPr>
            <a:xfrm>
              <a:off x="5586650" y="896075"/>
              <a:ext cx="25" cy="1700"/>
            </a:xfrm>
            <a:custGeom>
              <a:avLst/>
              <a:gdLst/>
              <a:ahLst/>
              <a:cxnLst/>
              <a:rect l="l" t="t" r="r" b="b"/>
              <a:pathLst>
                <a:path w="1" h="68" extrusionOk="0">
                  <a:moveTo>
                    <a:pt x="1" y="1"/>
                  </a:moveTo>
                  <a:lnTo>
                    <a:pt x="1" y="34"/>
                  </a:lnTo>
                  <a:lnTo>
                    <a:pt x="1" y="6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65"/>
            <p:cNvSpPr/>
            <p:nvPr/>
          </p:nvSpPr>
          <p:spPr>
            <a:xfrm>
              <a:off x="5830175" y="818525"/>
              <a:ext cx="178475" cy="249375"/>
            </a:xfrm>
            <a:custGeom>
              <a:avLst/>
              <a:gdLst/>
              <a:ahLst/>
              <a:cxnLst/>
              <a:rect l="l" t="t" r="r" b="b"/>
              <a:pathLst>
                <a:path w="7139" h="9975" extrusionOk="0">
                  <a:moveTo>
                    <a:pt x="1701" y="1"/>
                  </a:moveTo>
                  <a:lnTo>
                    <a:pt x="1701" y="1"/>
                  </a:lnTo>
                  <a:cubicBezTo>
                    <a:pt x="1735" y="201"/>
                    <a:pt x="1735" y="401"/>
                    <a:pt x="1768" y="601"/>
                  </a:cubicBezTo>
                  <a:cubicBezTo>
                    <a:pt x="1802" y="1068"/>
                    <a:pt x="1835" y="1502"/>
                    <a:pt x="1735" y="1935"/>
                  </a:cubicBezTo>
                  <a:cubicBezTo>
                    <a:pt x="1668" y="2236"/>
                    <a:pt x="1568" y="2502"/>
                    <a:pt x="1468" y="2769"/>
                  </a:cubicBezTo>
                  <a:cubicBezTo>
                    <a:pt x="1401" y="2936"/>
                    <a:pt x="1335" y="3103"/>
                    <a:pt x="1234" y="3270"/>
                  </a:cubicBezTo>
                  <a:cubicBezTo>
                    <a:pt x="1134" y="3503"/>
                    <a:pt x="1034" y="3737"/>
                    <a:pt x="934" y="3970"/>
                  </a:cubicBezTo>
                  <a:cubicBezTo>
                    <a:pt x="834" y="4137"/>
                    <a:pt x="734" y="4304"/>
                    <a:pt x="667" y="4504"/>
                  </a:cubicBezTo>
                  <a:lnTo>
                    <a:pt x="501" y="4871"/>
                  </a:lnTo>
                  <a:cubicBezTo>
                    <a:pt x="501" y="4904"/>
                    <a:pt x="467" y="4937"/>
                    <a:pt x="467" y="4971"/>
                  </a:cubicBezTo>
                  <a:cubicBezTo>
                    <a:pt x="434" y="5038"/>
                    <a:pt x="400" y="5104"/>
                    <a:pt x="367" y="5204"/>
                  </a:cubicBezTo>
                  <a:cubicBezTo>
                    <a:pt x="334" y="5271"/>
                    <a:pt x="300" y="5371"/>
                    <a:pt x="267" y="5438"/>
                  </a:cubicBezTo>
                  <a:cubicBezTo>
                    <a:pt x="234" y="5538"/>
                    <a:pt x="200" y="5671"/>
                    <a:pt x="167" y="5771"/>
                  </a:cubicBezTo>
                  <a:cubicBezTo>
                    <a:pt x="100" y="6072"/>
                    <a:pt x="34" y="6372"/>
                    <a:pt x="0" y="6672"/>
                  </a:cubicBezTo>
                  <a:cubicBezTo>
                    <a:pt x="0" y="6872"/>
                    <a:pt x="34" y="7072"/>
                    <a:pt x="67" y="7306"/>
                  </a:cubicBezTo>
                  <a:cubicBezTo>
                    <a:pt x="134" y="7606"/>
                    <a:pt x="267" y="7906"/>
                    <a:pt x="400" y="8206"/>
                  </a:cubicBezTo>
                  <a:cubicBezTo>
                    <a:pt x="501" y="8373"/>
                    <a:pt x="601" y="8573"/>
                    <a:pt x="734" y="8740"/>
                  </a:cubicBezTo>
                  <a:cubicBezTo>
                    <a:pt x="767" y="8740"/>
                    <a:pt x="834" y="8774"/>
                    <a:pt x="867" y="8774"/>
                  </a:cubicBezTo>
                  <a:cubicBezTo>
                    <a:pt x="2369" y="9241"/>
                    <a:pt x="3703" y="9574"/>
                    <a:pt x="4937" y="9908"/>
                  </a:cubicBezTo>
                  <a:lnTo>
                    <a:pt x="5071" y="9941"/>
                  </a:lnTo>
                  <a:cubicBezTo>
                    <a:pt x="5071" y="9941"/>
                    <a:pt x="5104" y="9941"/>
                    <a:pt x="5137" y="9974"/>
                  </a:cubicBezTo>
                  <a:lnTo>
                    <a:pt x="5137" y="9774"/>
                  </a:lnTo>
                  <a:cubicBezTo>
                    <a:pt x="5137" y="9708"/>
                    <a:pt x="5137" y="9641"/>
                    <a:pt x="5171" y="9574"/>
                  </a:cubicBezTo>
                  <a:cubicBezTo>
                    <a:pt x="5171" y="9441"/>
                    <a:pt x="5237" y="9274"/>
                    <a:pt x="5271" y="9140"/>
                  </a:cubicBezTo>
                  <a:cubicBezTo>
                    <a:pt x="5404" y="8807"/>
                    <a:pt x="5604" y="8473"/>
                    <a:pt x="5804" y="8206"/>
                  </a:cubicBezTo>
                  <a:cubicBezTo>
                    <a:pt x="5938" y="8040"/>
                    <a:pt x="6038" y="7906"/>
                    <a:pt x="6171" y="7739"/>
                  </a:cubicBezTo>
                  <a:cubicBezTo>
                    <a:pt x="6305" y="7573"/>
                    <a:pt x="6438" y="7373"/>
                    <a:pt x="6572" y="7206"/>
                  </a:cubicBezTo>
                  <a:cubicBezTo>
                    <a:pt x="6772" y="6906"/>
                    <a:pt x="6905" y="6572"/>
                    <a:pt x="7005" y="6238"/>
                  </a:cubicBezTo>
                  <a:cubicBezTo>
                    <a:pt x="7039" y="6072"/>
                    <a:pt x="7105" y="5905"/>
                    <a:pt x="7139" y="5771"/>
                  </a:cubicBezTo>
                  <a:lnTo>
                    <a:pt x="7039" y="5638"/>
                  </a:lnTo>
                  <a:cubicBezTo>
                    <a:pt x="6838" y="5338"/>
                    <a:pt x="6605" y="5071"/>
                    <a:pt x="6371" y="4804"/>
                  </a:cubicBezTo>
                  <a:cubicBezTo>
                    <a:pt x="6071" y="4437"/>
                    <a:pt x="5738" y="4104"/>
                    <a:pt x="5437" y="3737"/>
                  </a:cubicBezTo>
                  <a:cubicBezTo>
                    <a:pt x="5437" y="3837"/>
                    <a:pt x="5404" y="3903"/>
                    <a:pt x="5371" y="4003"/>
                  </a:cubicBezTo>
                  <a:cubicBezTo>
                    <a:pt x="5304" y="4270"/>
                    <a:pt x="5204" y="4571"/>
                    <a:pt x="5104" y="4837"/>
                  </a:cubicBezTo>
                  <a:cubicBezTo>
                    <a:pt x="5071" y="5004"/>
                    <a:pt x="5004" y="5138"/>
                    <a:pt x="4970" y="5271"/>
                  </a:cubicBezTo>
                  <a:cubicBezTo>
                    <a:pt x="4937" y="5338"/>
                    <a:pt x="4904" y="5438"/>
                    <a:pt x="4870" y="5505"/>
                  </a:cubicBezTo>
                  <a:cubicBezTo>
                    <a:pt x="4837" y="5571"/>
                    <a:pt x="4804" y="5671"/>
                    <a:pt x="4770" y="5738"/>
                  </a:cubicBezTo>
                  <a:cubicBezTo>
                    <a:pt x="4770" y="5771"/>
                    <a:pt x="4737" y="5838"/>
                    <a:pt x="4737" y="5871"/>
                  </a:cubicBezTo>
                  <a:cubicBezTo>
                    <a:pt x="4704" y="5972"/>
                    <a:pt x="4670" y="6105"/>
                    <a:pt x="4604" y="6238"/>
                  </a:cubicBezTo>
                  <a:cubicBezTo>
                    <a:pt x="4537" y="6439"/>
                    <a:pt x="4503" y="6639"/>
                    <a:pt x="4437" y="6839"/>
                  </a:cubicBezTo>
                  <a:cubicBezTo>
                    <a:pt x="4403" y="6872"/>
                    <a:pt x="4403" y="6939"/>
                    <a:pt x="4370" y="6972"/>
                  </a:cubicBezTo>
                  <a:cubicBezTo>
                    <a:pt x="4370" y="6906"/>
                    <a:pt x="4403" y="6839"/>
                    <a:pt x="4403" y="6772"/>
                  </a:cubicBezTo>
                  <a:cubicBezTo>
                    <a:pt x="4437" y="6539"/>
                    <a:pt x="4470" y="6338"/>
                    <a:pt x="4537" y="6105"/>
                  </a:cubicBezTo>
                  <a:cubicBezTo>
                    <a:pt x="4537" y="6005"/>
                    <a:pt x="4570" y="5905"/>
                    <a:pt x="4570" y="5805"/>
                  </a:cubicBezTo>
                  <a:cubicBezTo>
                    <a:pt x="4637" y="5638"/>
                    <a:pt x="4670" y="5505"/>
                    <a:pt x="4704" y="5371"/>
                  </a:cubicBezTo>
                  <a:cubicBezTo>
                    <a:pt x="4770" y="5138"/>
                    <a:pt x="4837" y="4937"/>
                    <a:pt x="4937" y="4737"/>
                  </a:cubicBezTo>
                  <a:cubicBezTo>
                    <a:pt x="5037" y="4437"/>
                    <a:pt x="5204" y="4104"/>
                    <a:pt x="5304" y="3770"/>
                  </a:cubicBezTo>
                  <a:cubicBezTo>
                    <a:pt x="5304" y="3737"/>
                    <a:pt x="5337" y="3670"/>
                    <a:pt x="5337" y="3637"/>
                  </a:cubicBezTo>
                  <a:cubicBezTo>
                    <a:pt x="5204" y="3536"/>
                    <a:pt x="5104" y="3403"/>
                    <a:pt x="5004" y="3270"/>
                  </a:cubicBezTo>
                  <a:cubicBezTo>
                    <a:pt x="4770" y="3036"/>
                    <a:pt x="4537" y="2769"/>
                    <a:pt x="4270" y="2469"/>
                  </a:cubicBezTo>
                  <a:cubicBezTo>
                    <a:pt x="4270" y="2536"/>
                    <a:pt x="4270" y="2569"/>
                    <a:pt x="4270" y="2602"/>
                  </a:cubicBezTo>
                  <a:cubicBezTo>
                    <a:pt x="4237" y="2836"/>
                    <a:pt x="4203" y="3036"/>
                    <a:pt x="4170" y="3236"/>
                  </a:cubicBezTo>
                  <a:cubicBezTo>
                    <a:pt x="4103" y="3637"/>
                    <a:pt x="3970" y="4037"/>
                    <a:pt x="3770" y="4404"/>
                  </a:cubicBezTo>
                  <a:cubicBezTo>
                    <a:pt x="3603" y="4771"/>
                    <a:pt x="3369" y="5104"/>
                    <a:pt x="3169" y="5438"/>
                  </a:cubicBezTo>
                  <a:cubicBezTo>
                    <a:pt x="3069" y="5638"/>
                    <a:pt x="2969" y="5805"/>
                    <a:pt x="2869" y="6005"/>
                  </a:cubicBezTo>
                  <a:cubicBezTo>
                    <a:pt x="2802" y="6172"/>
                    <a:pt x="2702" y="6372"/>
                    <a:pt x="2635" y="6539"/>
                  </a:cubicBezTo>
                  <a:cubicBezTo>
                    <a:pt x="2569" y="6805"/>
                    <a:pt x="2535" y="7039"/>
                    <a:pt x="2469" y="7272"/>
                  </a:cubicBezTo>
                  <a:cubicBezTo>
                    <a:pt x="2469" y="7406"/>
                    <a:pt x="2435" y="7539"/>
                    <a:pt x="2435" y="7673"/>
                  </a:cubicBezTo>
                  <a:cubicBezTo>
                    <a:pt x="2435" y="7806"/>
                    <a:pt x="2402" y="7940"/>
                    <a:pt x="2402" y="8073"/>
                  </a:cubicBezTo>
                  <a:cubicBezTo>
                    <a:pt x="2402" y="8240"/>
                    <a:pt x="2402" y="8440"/>
                    <a:pt x="2435" y="8607"/>
                  </a:cubicBezTo>
                  <a:cubicBezTo>
                    <a:pt x="2435" y="8807"/>
                    <a:pt x="2469" y="9040"/>
                    <a:pt x="2502" y="9241"/>
                  </a:cubicBezTo>
                  <a:cubicBezTo>
                    <a:pt x="2435" y="9040"/>
                    <a:pt x="2402" y="8840"/>
                    <a:pt x="2369" y="8607"/>
                  </a:cubicBezTo>
                  <a:cubicBezTo>
                    <a:pt x="2335" y="8540"/>
                    <a:pt x="2335" y="8440"/>
                    <a:pt x="2335" y="8340"/>
                  </a:cubicBezTo>
                  <a:cubicBezTo>
                    <a:pt x="2302" y="8240"/>
                    <a:pt x="2302" y="8173"/>
                    <a:pt x="2302" y="8073"/>
                  </a:cubicBezTo>
                  <a:cubicBezTo>
                    <a:pt x="2302" y="7973"/>
                    <a:pt x="2302" y="7906"/>
                    <a:pt x="2302" y="7806"/>
                  </a:cubicBezTo>
                  <a:cubicBezTo>
                    <a:pt x="2302" y="7673"/>
                    <a:pt x="2302" y="7573"/>
                    <a:pt x="2302" y="7439"/>
                  </a:cubicBezTo>
                  <a:cubicBezTo>
                    <a:pt x="2335" y="7272"/>
                    <a:pt x="2369" y="7072"/>
                    <a:pt x="2402" y="6872"/>
                  </a:cubicBezTo>
                  <a:cubicBezTo>
                    <a:pt x="2402" y="6772"/>
                    <a:pt x="2435" y="6672"/>
                    <a:pt x="2435" y="6572"/>
                  </a:cubicBezTo>
                  <a:cubicBezTo>
                    <a:pt x="2469" y="6472"/>
                    <a:pt x="2502" y="6372"/>
                    <a:pt x="2535" y="6238"/>
                  </a:cubicBezTo>
                  <a:cubicBezTo>
                    <a:pt x="2602" y="6072"/>
                    <a:pt x="2669" y="5871"/>
                    <a:pt x="2769" y="5705"/>
                  </a:cubicBezTo>
                  <a:cubicBezTo>
                    <a:pt x="2869" y="5538"/>
                    <a:pt x="2969" y="5338"/>
                    <a:pt x="3069" y="5171"/>
                  </a:cubicBezTo>
                  <a:cubicBezTo>
                    <a:pt x="3169" y="4971"/>
                    <a:pt x="3269" y="4804"/>
                    <a:pt x="3403" y="4637"/>
                  </a:cubicBezTo>
                  <a:cubicBezTo>
                    <a:pt x="3436" y="4537"/>
                    <a:pt x="3503" y="4470"/>
                    <a:pt x="3536" y="4370"/>
                  </a:cubicBezTo>
                  <a:cubicBezTo>
                    <a:pt x="3603" y="4270"/>
                    <a:pt x="3636" y="4170"/>
                    <a:pt x="3670" y="4104"/>
                  </a:cubicBezTo>
                  <a:cubicBezTo>
                    <a:pt x="3770" y="3903"/>
                    <a:pt x="3836" y="3737"/>
                    <a:pt x="3903" y="3536"/>
                  </a:cubicBezTo>
                  <a:cubicBezTo>
                    <a:pt x="3970" y="3236"/>
                    <a:pt x="4036" y="2969"/>
                    <a:pt x="4103" y="2669"/>
                  </a:cubicBezTo>
                  <a:cubicBezTo>
                    <a:pt x="4103" y="2569"/>
                    <a:pt x="4137" y="2469"/>
                    <a:pt x="4137" y="2336"/>
                  </a:cubicBezTo>
                  <a:cubicBezTo>
                    <a:pt x="3936" y="2102"/>
                    <a:pt x="3703" y="1869"/>
                    <a:pt x="3436" y="1635"/>
                  </a:cubicBezTo>
                  <a:cubicBezTo>
                    <a:pt x="2869" y="1068"/>
                    <a:pt x="2302" y="534"/>
                    <a:pt x="17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65"/>
            <p:cNvSpPr/>
            <p:nvPr/>
          </p:nvSpPr>
          <p:spPr>
            <a:xfrm>
              <a:off x="5840175" y="1022850"/>
              <a:ext cx="25" cy="850"/>
            </a:xfrm>
            <a:custGeom>
              <a:avLst/>
              <a:gdLst/>
              <a:ahLst/>
              <a:cxnLst/>
              <a:rect l="l" t="t" r="r" b="b"/>
              <a:pathLst>
                <a:path w="1" h="34" extrusionOk="0">
                  <a:moveTo>
                    <a:pt x="0" y="33"/>
                  </a:moveTo>
                  <a:cubicBezTo>
                    <a:pt x="0" y="33"/>
                    <a:pt x="0" y="33"/>
                    <a:pt x="0" y="3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33"/>
                    <a:pt x="0" y="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65"/>
            <p:cNvSpPr/>
            <p:nvPr/>
          </p:nvSpPr>
          <p:spPr>
            <a:xfrm>
              <a:off x="5959425" y="972800"/>
              <a:ext cx="61725" cy="98425"/>
            </a:xfrm>
            <a:custGeom>
              <a:avLst/>
              <a:gdLst/>
              <a:ahLst/>
              <a:cxnLst/>
              <a:rect l="l" t="t" r="r" b="b"/>
              <a:pathLst>
                <a:path w="2469" h="3937" extrusionOk="0">
                  <a:moveTo>
                    <a:pt x="2236" y="1"/>
                  </a:moveTo>
                  <a:cubicBezTo>
                    <a:pt x="2202" y="234"/>
                    <a:pt x="2135" y="468"/>
                    <a:pt x="2035" y="701"/>
                  </a:cubicBezTo>
                  <a:cubicBezTo>
                    <a:pt x="1969" y="901"/>
                    <a:pt x="1869" y="1068"/>
                    <a:pt x="1769" y="1235"/>
                  </a:cubicBezTo>
                  <a:cubicBezTo>
                    <a:pt x="1668" y="1402"/>
                    <a:pt x="1535" y="1568"/>
                    <a:pt x="1402" y="1702"/>
                  </a:cubicBezTo>
                  <a:cubicBezTo>
                    <a:pt x="1302" y="1835"/>
                    <a:pt x="1168" y="1935"/>
                    <a:pt x="1068" y="2069"/>
                  </a:cubicBezTo>
                  <a:cubicBezTo>
                    <a:pt x="935" y="2202"/>
                    <a:pt x="835" y="2336"/>
                    <a:pt x="701" y="2469"/>
                  </a:cubicBezTo>
                  <a:cubicBezTo>
                    <a:pt x="568" y="2603"/>
                    <a:pt x="468" y="2769"/>
                    <a:pt x="334" y="2936"/>
                  </a:cubicBezTo>
                  <a:cubicBezTo>
                    <a:pt x="234" y="3103"/>
                    <a:pt x="167" y="3270"/>
                    <a:pt x="101" y="3436"/>
                  </a:cubicBezTo>
                  <a:cubicBezTo>
                    <a:pt x="67" y="3537"/>
                    <a:pt x="34" y="3670"/>
                    <a:pt x="1" y="3803"/>
                  </a:cubicBezTo>
                  <a:cubicBezTo>
                    <a:pt x="267" y="3870"/>
                    <a:pt x="534" y="3937"/>
                    <a:pt x="801" y="3937"/>
                  </a:cubicBezTo>
                  <a:lnTo>
                    <a:pt x="1201" y="3937"/>
                  </a:lnTo>
                  <a:cubicBezTo>
                    <a:pt x="1201" y="3870"/>
                    <a:pt x="1201" y="3803"/>
                    <a:pt x="1168" y="3737"/>
                  </a:cubicBezTo>
                  <a:cubicBezTo>
                    <a:pt x="1168" y="3503"/>
                    <a:pt x="1135" y="3270"/>
                    <a:pt x="1168" y="3070"/>
                  </a:cubicBezTo>
                  <a:cubicBezTo>
                    <a:pt x="1201" y="2836"/>
                    <a:pt x="1235" y="2636"/>
                    <a:pt x="1335" y="2436"/>
                  </a:cubicBezTo>
                  <a:cubicBezTo>
                    <a:pt x="1468" y="2002"/>
                    <a:pt x="1702" y="1635"/>
                    <a:pt x="1935" y="1268"/>
                  </a:cubicBezTo>
                  <a:lnTo>
                    <a:pt x="1935" y="1268"/>
                  </a:lnTo>
                  <a:cubicBezTo>
                    <a:pt x="1902" y="1302"/>
                    <a:pt x="1902" y="1302"/>
                    <a:pt x="1902" y="1302"/>
                  </a:cubicBezTo>
                  <a:cubicBezTo>
                    <a:pt x="2102" y="1035"/>
                    <a:pt x="2269" y="735"/>
                    <a:pt x="2469" y="468"/>
                  </a:cubicBezTo>
                  <a:cubicBezTo>
                    <a:pt x="2469" y="468"/>
                    <a:pt x="2436" y="434"/>
                    <a:pt x="2436" y="434"/>
                  </a:cubicBezTo>
                  <a:cubicBezTo>
                    <a:pt x="2402" y="301"/>
                    <a:pt x="2302" y="134"/>
                    <a:pt x="22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65"/>
            <p:cNvSpPr/>
            <p:nvPr/>
          </p:nvSpPr>
          <p:spPr>
            <a:xfrm>
              <a:off x="5967775" y="1045350"/>
              <a:ext cx="850" cy="875"/>
            </a:xfrm>
            <a:custGeom>
              <a:avLst/>
              <a:gdLst/>
              <a:ahLst/>
              <a:cxnLst/>
              <a:rect l="l" t="t" r="r" b="b"/>
              <a:pathLst>
                <a:path w="34" h="35" extrusionOk="0">
                  <a:moveTo>
                    <a:pt x="34" y="1"/>
                  </a:moveTo>
                  <a:cubicBezTo>
                    <a:pt x="0" y="1"/>
                    <a:pt x="0" y="34"/>
                    <a:pt x="0" y="34"/>
                  </a:cubicBezTo>
                  <a:cubicBezTo>
                    <a:pt x="0" y="34"/>
                    <a:pt x="34" y="34"/>
                    <a:pt x="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65"/>
            <p:cNvSpPr/>
            <p:nvPr/>
          </p:nvSpPr>
          <p:spPr>
            <a:xfrm>
              <a:off x="5995275" y="985325"/>
              <a:ext cx="34225" cy="85075"/>
            </a:xfrm>
            <a:custGeom>
              <a:avLst/>
              <a:gdLst/>
              <a:ahLst/>
              <a:cxnLst/>
              <a:rect l="l" t="t" r="r" b="b"/>
              <a:pathLst>
                <a:path w="1369" h="3403" extrusionOk="0">
                  <a:moveTo>
                    <a:pt x="1035" y="0"/>
                  </a:moveTo>
                  <a:cubicBezTo>
                    <a:pt x="935" y="234"/>
                    <a:pt x="835" y="500"/>
                    <a:pt x="735" y="734"/>
                  </a:cubicBezTo>
                  <a:cubicBezTo>
                    <a:pt x="535" y="1168"/>
                    <a:pt x="301" y="1601"/>
                    <a:pt x="168" y="2068"/>
                  </a:cubicBezTo>
                  <a:cubicBezTo>
                    <a:pt x="68" y="2368"/>
                    <a:pt x="34" y="2669"/>
                    <a:pt x="1" y="3002"/>
                  </a:cubicBezTo>
                  <a:cubicBezTo>
                    <a:pt x="1" y="3136"/>
                    <a:pt x="1" y="3269"/>
                    <a:pt x="1" y="3402"/>
                  </a:cubicBezTo>
                  <a:cubicBezTo>
                    <a:pt x="34" y="3402"/>
                    <a:pt x="101" y="3402"/>
                    <a:pt x="134" y="3369"/>
                  </a:cubicBezTo>
                  <a:cubicBezTo>
                    <a:pt x="368" y="3302"/>
                    <a:pt x="601" y="3169"/>
                    <a:pt x="802" y="2935"/>
                  </a:cubicBezTo>
                  <a:cubicBezTo>
                    <a:pt x="968" y="2769"/>
                    <a:pt x="1135" y="2535"/>
                    <a:pt x="1235" y="2302"/>
                  </a:cubicBezTo>
                  <a:cubicBezTo>
                    <a:pt x="1335" y="2035"/>
                    <a:pt x="1369" y="1735"/>
                    <a:pt x="1369" y="1368"/>
                  </a:cubicBezTo>
                  <a:cubicBezTo>
                    <a:pt x="1369" y="1134"/>
                    <a:pt x="1302" y="901"/>
                    <a:pt x="1235" y="701"/>
                  </a:cubicBezTo>
                  <a:lnTo>
                    <a:pt x="1235" y="600"/>
                  </a:lnTo>
                  <a:cubicBezTo>
                    <a:pt x="1168" y="367"/>
                    <a:pt x="1102" y="167"/>
                    <a:pt x="10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65"/>
            <p:cNvSpPr/>
            <p:nvPr/>
          </p:nvSpPr>
          <p:spPr>
            <a:xfrm>
              <a:off x="6005300" y="9744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65"/>
            <p:cNvSpPr/>
            <p:nvPr/>
          </p:nvSpPr>
          <p:spPr>
            <a:xfrm>
              <a:off x="5890200" y="10203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65"/>
            <p:cNvSpPr/>
            <p:nvPr/>
          </p:nvSpPr>
          <p:spPr>
            <a:xfrm>
              <a:off x="5065450" y="864400"/>
              <a:ext cx="875" cy="850"/>
            </a:xfrm>
            <a:custGeom>
              <a:avLst/>
              <a:gdLst/>
              <a:ahLst/>
              <a:cxnLst/>
              <a:rect l="l" t="t" r="r" b="b"/>
              <a:pathLst>
                <a:path w="35" h="34" extrusionOk="0">
                  <a:moveTo>
                    <a:pt x="1" y="0"/>
                  </a:moveTo>
                  <a:cubicBezTo>
                    <a:pt x="1" y="0"/>
                    <a:pt x="34" y="0"/>
                    <a:pt x="34" y="34"/>
                  </a:cubicBezTo>
                  <a:cubicBezTo>
                    <a:pt x="34" y="0"/>
                    <a:pt x="34" y="0"/>
                    <a:pt x="3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65"/>
            <p:cNvSpPr/>
            <p:nvPr/>
          </p:nvSpPr>
          <p:spPr>
            <a:xfrm>
              <a:off x="4960375" y="710950"/>
              <a:ext cx="363625" cy="381125"/>
            </a:xfrm>
            <a:custGeom>
              <a:avLst/>
              <a:gdLst/>
              <a:ahLst/>
              <a:cxnLst/>
              <a:rect l="l" t="t" r="r" b="b"/>
              <a:pathLst>
                <a:path w="14545" h="15245" extrusionOk="0">
                  <a:moveTo>
                    <a:pt x="5838" y="4070"/>
                  </a:moveTo>
                  <a:cubicBezTo>
                    <a:pt x="5817" y="4084"/>
                    <a:pt x="5796" y="4100"/>
                    <a:pt x="5774" y="4116"/>
                  </a:cubicBezTo>
                  <a:lnTo>
                    <a:pt x="5774" y="4116"/>
                  </a:lnTo>
                  <a:cubicBezTo>
                    <a:pt x="5796" y="4101"/>
                    <a:pt x="5817" y="4086"/>
                    <a:pt x="5838" y="4070"/>
                  </a:cubicBezTo>
                  <a:close/>
                  <a:moveTo>
                    <a:pt x="5774" y="4116"/>
                  </a:moveTo>
                  <a:cubicBezTo>
                    <a:pt x="5701" y="4169"/>
                    <a:pt x="5629" y="4222"/>
                    <a:pt x="5557" y="4275"/>
                  </a:cubicBezTo>
                  <a:lnTo>
                    <a:pt x="5557" y="4275"/>
                  </a:lnTo>
                  <a:cubicBezTo>
                    <a:pt x="5639" y="4226"/>
                    <a:pt x="5708" y="4167"/>
                    <a:pt x="5774" y="4116"/>
                  </a:cubicBezTo>
                  <a:close/>
                  <a:moveTo>
                    <a:pt x="5557" y="4275"/>
                  </a:moveTo>
                  <a:lnTo>
                    <a:pt x="5557" y="4275"/>
                  </a:lnTo>
                  <a:cubicBezTo>
                    <a:pt x="5540" y="4285"/>
                    <a:pt x="5523" y="4295"/>
                    <a:pt x="5505" y="4304"/>
                  </a:cubicBezTo>
                  <a:cubicBezTo>
                    <a:pt x="5490" y="4319"/>
                    <a:pt x="5475" y="4333"/>
                    <a:pt x="5460" y="4346"/>
                  </a:cubicBezTo>
                  <a:lnTo>
                    <a:pt x="5460" y="4346"/>
                  </a:lnTo>
                  <a:cubicBezTo>
                    <a:pt x="5492" y="4323"/>
                    <a:pt x="5525" y="4299"/>
                    <a:pt x="5557" y="4275"/>
                  </a:cubicBezTo>
                  <a:close/>
                  <a:moveTo>
                    <a:pt x="1635" y="13544"/>
                  </a:moveTo>
                  <a:cubicBezTo>
                    <a:pt x="1635" y="13544"/>
                    <a:pt x="1635" y="13577"/>
                    <a:pt x="1635" y="13577"/>
                  </a:cubicBezTo>
                  <a:lnTo>
                    <a:pt x="1669" y="13577"/>
                  </a:lnTo>
                  <a:cubicBezTo>
                    <a:pt x="1635" y="13577"/>
                    <a:pt x="1635" y="13577"/>
                    <a:pt x="1635" y="13544"/>
                  </a:cubicBezTo>
                  <a:close/>
                  <a:moveTo>
                    <a:pt x="1835" y="7940"/>
                  </a:moveTo>
                  <a:cubicBezTo>
                    <a:pt x="1835" y="8173"/>
                    <a:pt x="1835" y="8440"/>
                    <a:pt x="1835" y="8673"/>
                  </a:cubicBezTo>
                  <a:lnTo>
                    <a:pt x="1835" y="9007"/>
                  </a:lnTo>
                  <a:cubicBezTo>
                    <a:pt x="1835" y="9140"/>
                    <a:pt x="1835" y="9274"/>
                    <a:pt x="1802" y="9407"/>
                  </a:cubicBezTo>
                  <a:cubicBezTo>
                    <a:pt x="1802" y="9474"/>
                    <a:pt x="1802" y="9507"/>
                    <a:pt x="1802" y="9574"/>
                  </a:cubicBezTo>
                  <a:cubicBezTo>
                    <a:pt x="1802" y="9674"/>
                    <a:pt x="1802" y="9741"/>
                    <a:pt x="1769" y="9841"/>
                  </a:cubicBezTo>
                  <a:cubicBezTo>
                    <a:pt x="1769" y="9974"/>
                    <a:pt x="1735" y="10141"/>
                    <a:pt x="1735" y="10275"/>
                  </a:cubicBezTo>
                  <a:cubicBezTo>
                    <a:pt x="1669" y="10675"/>
                    <a:pt x="1635" y="11042"/>
                    <a:pt x="1602" y="11442"/>
                  </a:cubicBezTo>
                  <a:cubicBezTo>
                    <a:pt x="1602" y="11542"/>
                    <a:pt x="1602" y="11676"/>
                    <a:pt x="1602" y="11776"/>
                  </a:cubicBezTo>
                  <a:cubicBezTo>
                    <a:pt x="1602" y="11842"/>
                    <a:pt x="1602" y="11909"/>
                    <a:pt x="1602" y="11976"/>
                  </a:cubicBezTo>
                  <a:cubicBezTo>
                    <a:pt x="1602" y="12076"/>
                    <a:pt x="1635" y="12143"/>
                    <a:pt x="1635" y="12243"/>
                  </a:cubicBezTo>
                  <a:lnTo>
                    <a:pt x="1635" y="12476"/>
                  </a:lnTo>
                  <a:cubicBezTo>
                    <a:pt x="1635" y="12543"/>
                    <a:pt x="1669" y="12610"/>
                    <a:pt x="1669" y="12643"/>
                  </a:cubicBezTo>
                  <a:cubicBezTo>
                    <a:pt x="1669" y="12810"/>
                    <a:pt x="1702" y="12943"/>
                    <a:pt x="1702" y="13077"/>
                  </a:cubicBezTo>
                  <a:cubicBezTo>
                    <a:pt x="1735" y="13243"/>
                    <a:pt x="1769" y="13410"/>
                    <a:pt x="1802" y="13577"/>
                  </a:cubicBezTo>
                  <a:cubicBezTo>
                    <a:pt x="1835" y="13810"/>
                    <a:pt x="1902" y="14044"/>
                    <a:pt x="1969" y="14277"/>
                  </a:cubicBezTo>
                  <a:cubicBezTo>
                    <a:pt x="1969" y="14344"/>
                    <a:pt x="1969" y="14377"/>
                    <a:pt x="2002" y="14411"/>
                  </a:cubicBezTo>
                  <a:cubicBezTo>
                    <a:pt x="2035" y="14511"/>
                    <a:pt x="2035" y="14611"/>
                    <a:pt x="2069" y="14711"/>
                  </a:cubicBezTo>
                  <a:lnTo>
                    <a:pt x="2136" y="14978"/>
                  </a:lnTo>
                  <a:cubicBezTo>
                    <a:pt x="2102" y="14911"/>
                    <a:pt x="2069" y="14844"/>
                    <a:pt x="2035" y="14744"/>
                  </a:cubicBezTo>
                  <a:cubicBezTo>
                    <a:pt x="1969" y="14611"/>
                    <a:pt x="1935" y="14444"/>
                    <a:pt x="1869" y="14311"/>
                  </a:cubicBezTo>
                  <a:cubicBezTo>
                    <a:pt x="1869" y="14277"/>
                    <a:pt x="1835" y="14244"/>
                    <a:pt x="1835" y="14211"/>
                  </a:cubicBezTo>
                  <a:cubicBezTo>
                    <a:pt x="1802" y="14111"/>
                    <a:pt x="1769" y="14011"/>
                    <a:pt x="1769" y="13944"/>
                  </a:cubicBezTo>
                  <a:cubicBezTo>
                    <a:pt x="1735" y="13844"/>
                    <a:pt x="1702" y="13777"/>
                    <a:pt x="1669" y="13677"/>
                  </a:cubicBezTo>
                  <a:cubicBezTo>
                    <a:pt x="1669" y="13644"/>
                    <a:pt x="1669" y="13610"/>
                    <a:pt x="1635" y="13577"/>
                  </a:cubicBezTo>
                  <a:cubicBezTo>
                    <a:pt x="1635" y="13443"/>
                    <a:pt x="1602" y="13343"/>
                    <a:pt x="1568" y="13210"/>
                  </a:cubicBezTo>
                  <a:cubicBezTo>
                    <a:pt x="1568" y="13143"/>
                    <a:pt x="1535" y="13077"/>
                    <a:pt x="1535" y="13010"/>
                  </a:cubicBezTo>
                  <a:cubicBezTo>
                    <a:pt x="1502" y="12910"/>
                    <a:pt x="1502" y="12810"/>
                    <a:pt x="1468" y="12743"/>
                  </a:cubicBezTo>
                  <a:lnTo>
                    <a:pt x="1468" y="12543"/>
                  </a:lnTo>
                  <a:cubicBezTo>
                    <a:pt x="1468" y="12543"/>
                    <a:pt x="1435" y="12509"/>
                    <a:pt x="1435" y="12476"/>
                  </a:cubicBezTo>
                  <a:lnTo>
                    <a:pt x="1402" y="11976"/>
                  </a:lnTo>
                  <a:cubicBezTo>
                    <a:pt x="1402" y="11876"/>
                    <a:pt x="1402" y="11809"/>
                    <a:pt x="1402" y="11709"/>
                  </a:cubicBezTo>
                  <a:cubicBezTo>
                    <a:pt x="1402" y="11609"/>
                    <a:pt x="1402" y="11475"/>
                    <a:pt x="1402" y="11375"/>
                  </a:cubicBezTo>
                  <a:cubicBezTo>
                    <a:pt x="1402" y="11275"/>
                    <a:pt x="1402" y="11142"/>
                    <a:pt x="1435" y="11008"/>
                  </a:cubicBezTo>
                  <a:cubicBezTo>
                    <a:pt x="1435" y="10942"/>
                    <a:pt x="1435" y="10875"/>
                    <a:pt x="1435" y="10808"/>
                  </a:cubicBezTo>
                  <a:cubicBezTo>
                    <a:pt x="1468" y="10641"/>
                    <a:pt x="1502" y="10475"/>
                    <a:pt x="1535" y="10308"/>
                  </a:cubicBezTo>
                  <a:cubicBezTo>
                    <a:pt x="1535" y="10141"/>
                    <a:pt x="1568" y="10008"/>
                    <a:pt x="1602" y="9841"/>
                  </a:cubicBezTo>
                  <a:cubicBezTo>
                    <a:pt x="1602" y="9774"/>
                    <a:pt x="1635" y="9707"/>
                    <a:pt x="1635" y="9641"/>
                  </a:cubicBezTo>
                  <a:cubicBezTo>
                    <a:pt x="1635" y="9574"/>
                    <a:pt x="1669" y="9474"/>
                    <a:pt x="1669" y="9407"/>
                  </a:cubicBezTo>
                  <a:cubicBezTo>
                    <a:pt x="1702" y="9274"/>
                    <a:pt x="1702" y="9107"/>
                    <a:pt x="1735" y="8974"/>
                  </a:cubicBezTo>
                  <a:cubicBezTo>
                    <a:pt x="1769" y="8640"/>
                    <a:pt x="1802" y="8273"/>
                    <a:pt x="1802" y="7940"/>
                  </a:cubicBezTo>
                  <a:close/>
                  <a:moveTo>
                    <a:pt x="14211" y="1"/>
                  </a:moveTo>
                  <a:cubicBezTo>
                    <a:pt x="14111" y="1"/>
                    <a:pt x="14044" y="34"/>
                    <a:pt x="13944" y="34"/>
                  </a:cubicBezTo>
                  <a:cubicBezTo>
                    <a:pt x="13877" y="34"/>
                    <a:pt x="13811" y="34"/>
                    <a:pt x="13744" y="67"/>
                  </a:cubicBezTo>
                  <a:cubicBezTo>
                    <a:pt x="13610" y="67"/>
                    <a:pt x="13510" y="101"/>
                    <a:pt x="13377" y="134"/>
                  </a:cubicBezTo>
                  <a:cubicBezTo>
                    <a:pt x="13277" y="134"/>
                    <a:pt x="13143" y="167"/>
                    <a:pt x="13043" y="201"/>
                  </a:cubicBezTo>
                  <a:cubicBezTo>
                    <a:pt x="12943" y="234"/>
                    <a:pt x="12877" y="267"/>
                    <a:pt x="12810" y="267"/>
                  </a:cubicBezTo>
                  <a:cubicBezTo>
                    <a:pt x="12810" y="334"/>
                    <a:pt x="12776" y="367"/>
                    <a:pt x="12776" y="401"/>
                  </a:cubicBezTo>
                  <a:cubicBezTo>
                    <a:pt x="12776" y="534"/>
                    <a:pt x="12776" y="634"/>
                    <a:pt x="12776" y="734"/>
                  </a:cubicBezTo>
                  <a:cubicBezTo>
                    <a:pt x="12776" y="1135"/>
                    <a:pt x="12743" y="1535"/>
                    <a:pt x="12676" y="1935"/>
                  </a:cubicBezTo>
                  <a:cubicBezTo>
                    <a:pt x="12643" y="2269"/>
                    <a:pt x="12610" y="2636"/>
                    <a:pt x="12576" y="2969"/>
                  </a:cubicBezTo>
                  <a:cubicBezTo>
                    <a:pt x="12576" y="2803"/>
                    <a:pt x="12576" y="2602"/>
                    <a:pt x="12576" y="2402"/>
                  </a:cubicBezTo>
                  <a:cubicBezTo>
                    <a:pt x="12576" y="2035"/>
                    <a:pt x="12576" y="1702"/>
                    <a:pt x="12610" y="1335"/>
                  </a:cubicBezTo>
                  <a:cubicBezTo>
                    <a:pt x="12643" y="1001"/>
                    <a:pt x="12710" y="634"/>
                    <a:pt x="12743" y="301"/>
                  </a:cubicBezTo>
                  <a:lnTo>
                    <a:pt x="12743" y="301"/>
                  </a:lnTo>
                  <a:cubicBezTo>
                    <a:pt x="12543" y="367"/>
                    <a:pt x="12343" y="401"/>
                    <a:pt x="12143" y="468"/>
                  </a:cubicBezTo>
                  <a:cubicBezTo>
                    <a:pt x="12009" y="534"/>
                    <a:pt x="11876" y="568"/>
                    <a:pt x="11742" y="601"/>
                  </a:cubicBezTo>
                  <a:cubicBezTo>
                    <a:pt x="11609" y="668"/>
                    <a:pt x="11509" y="701"/>
                    <a:pt x="11375" y="768"/>
                  </a:cubicBezTo>
                  <a:cubicBezTo>
                    <a:pt x="11342" y="768"/>
                    <a:pt x="11309" y="768"/>
                    <a:pt x="11275" y="801"/>
                  </a:cubicBezTo>
                  <a:cubicBezTo>
                    <a:pt x="11275" y="901"/>
                    <a:pt x="11275" y="1035"/>
                    <a:pt x="11275" y="1135"/>
                  </a:cubicBezTo>
                  <a:cubicBezTo>
                    <a:pt x="11275" y="1402"/>
                    <a:pt x="11242" y="1668"/>
                    <a:pt x="11242" y="1935"/>
                  </a:cubicBezTo>
                  <a:cubicBezTo>
                    <a:pt x="11209" y="2235"/>
                    <a:pt x="11175" y="2536"/>
                    <a:pt x="11175" y="2803"/>
                  </a:cubicBezTo>
                  <a:cubicBezTo>
                    <a:pt x="11142" y="3069"/>
                    <a:pt x="11142" y="3336"/>
                    <a:pt x="11109" y="3570"/>
                  </a:cubicBezTo>
                  <a:cubicBezTo>
                    <a:pt x="11109" y="3837"/>
                    <a:pt x="11109" y="4070"/>
                    <a:pt x="11075" y="4337"/>
                  </a:cubicBezTo>
                  <a:cubicBezTo>
                    <a:pt x="11075" y="4570"/>
                    <a:pt x="11075" y="4837"/>
                    <a:pt x="11109" y="5071"/>
                  </a:cubicBezTo>
                  <a:cubicBezTo>
                    <a:pt x="11109" y="5271"/>
                    <a:pt x="11109" y="5471"/>
                    <a:pt x="11142" y="5671"/>
                  </a:cubicBezTo>
                  <a:lnTo>
                    <a:pt x="11242" y="6305"/>
                  </a:lnTo>
                  <a:cubicBezTo>
                    <a:pt x="11275" y="6639"/>
                    <a:pt x="11342" y="6972"/>
                    <a:pt x="11409" y="7339"/>
                  </a:cubicBezTo>
                  <a:cubicBezTo>
                    <a:pt x="11242" y="6905"/>
                    <a:pt x="11109" y="6472"/>
                    <a:pt x="10975" y="6038"/>
                  </a:cubicBezTo>
                  <a:cubicBezTo>
                    <a:pt x="10842" y="5638"/>
                    <a:pt x="10742" y="5238"/>
                    <a:pt x="10708" y="4804"/>
                  </a:cubicBezTo>
                  <a:cubicBezTo>
                    <a:pt x="10675" y="4470"/>
                    <a:pt x="10675" y="4137"/>
                    <a:pt x="10675" y="3803"/>
                  </a:cubicBezTo>
                  <a:cubicBezTo>
                    <a:pt x="10708" y="3670"/>
                    <a:pt x="10708" y="3536"/>
                    <a:pt x="10708" y="3403"/>
                  </a:cubicBezTo>
                  <a:cubicBezTo>
                    <a:pt x="10742" y="3236"/>
                    <a:pt x="10742" y="3069"/>
                    <a:pt x="10775" y="2903"/>
                  </a:cubicBezTo>
                  <a:cubicBezTo>
                    <a:pt x="10808" y="2636"/>
                    <a:pt x="10842" y="2336"/>
                    <a:pt x="10908" y="2069"/>
                  </a:cubicBezTo>
                  <a:cubicBezTo>
                    <a:pt x="10975" y="1768"/>
                    <a:pt x="11009" y="1502"/>
                    <a:pt x="11075" y="1201"/>
                  </a:cubicBezTo>
                  <a:cubicBezTo>
                    <a:pt x="11075" y="1101"/>
                    <a:pt x="11109" y="968"/>
                    <a:pt x="11109" y="868"/>
                  </a:cubicBezTo>
                  <a:lnTo>
                    <a:pt x="11109" y="868"/>
                  </a:lnTo>
                  <a:cubicBezTo>
                    <a:pt x="11109" y="868"/>
                    <a:pt x="11075" y="868"/>
                    <a:pt x="11042" y="901"/>
                  </a:cubicBezTo>
                  <a:cubicBezTo>
                    <a:pt x="10942" y="935"/>
                    <a:pt x="10842" y="1001"/>
                    <a:pt x="10742" y="1035"/>
                  </a:cubicBezTo>
                  <a:cubicBezTo>
                    <a:pt x="10275" y="1268"/>
                    <a:pt x="9808" y="1502"/>
                    <a:pt x="9341" y="1735"/>
                  </a:cubicBezTo>
                  <a:cubicBezTo>
                    <a:pt x="9274" y="1802"/>
                    <a:pt x="9174" y="1835"/>
                    <a:pt x="9107" y="1869"/>
                  </a:cubicBezTo>
                  <a:cubicBezTo>
                    <a:pt x="9074" y="1902"/>
                    <a:pt x="9074" y="1902"/>
                    <a:pt x="9074" y="1902"/>
                  </a:cubicBezTo>
                  <a:cubicBezTo>
                    <a:pt x="9074" y="2035"/>
                    <a:pt x="9074" y="2135"/>
                    <a:pt x="9074" y="2269"/>
                  </a:cubicBezTo>
                  <a:cubicBezTo>
                    <a:pt x="9074" y="2502"/>
                    <a:pt x="9040" y="2736"/>
                    <a:pt x="9007" y="3003"/>
                  </a:cubicBezTo>
                  <a:cubicBezTo>
                    <a:pt x="8974" y="3103"/>
                    <a:pt x="8940" y="3203"/>
                    <a:pt x="8907" y="3303"/>
                  </a:cubicBezTo>
                  <a:cubicBezTo>
                    <a:pt x="8807" y="3703"/>
                    <a:pt x="8707" y="4103"/>
                    <a:pt x="8640" y="4504"/>
                  </a:cubicBezTo>
                  <a:cubicBezTo>
                    <a:pt x="8607" y="4137"/>
                    <a:pt x="8640" y="3803"/>
                    <a:pt x="8674" y="3470"/>
                  </a:cubicBezTo>
                  <a:cubicBezTo>
                    <a:pt x="8707" y="3003"/>
                    <a:pt x="8807" y="2502"/>
                    <a:pt x="8840" y="2035"/>
                  </a:cubicBezTo>
                  <a:lnTo>
                    <a:pt x="8840" y="2035"/>
                  </a:lnTo>
                  <a:cubicBezTo>
                    <a:pt x="8740" y="2102"/>
                    <a:pt x="8674" y="2135"/>
                    <a:pt x="8573" y="2202"/>
                  </a:cubicBezTo>
                  <a:cubicBezTo>
                    <a:pt x="8507" y="2235"/>
                    <a:pt x="8473" y="2269"/>
                    <a:pt x="8407" y="2302"/>
                  </a:cubicBezTo>
                  <a:cubicBezTo>
                    <a:pt x="8307" y="2369"/>
                    <a:pt x="8207" y="2436"/>
                    <a:pt x="8106" y="2502"/>
                  </a:cubicBezTo>
                  <a:cubicBezTo>
                    <a:pt x="8040" y="2536"/>
                    <a:pt x="7973" y="2602"/>
                    <a:pt x="7906" y="2636"/>
                  </a:cubicBezTo>
                  <a:lnTo>
                    <a:pt x="7406" y="3003"/>
                  </a:lnTo>
                  <a:cubicBezTo>
                    <a:pt x="7206" y="3169"/>
                    <a:pt x="7006" y="3303"/>
                    <a:pt x="6839" y="3436"/>
                  </a:cubicBezTo>
                  <a:cubicBezTo>
                    <a:pt x="6806" y="3436"/>
                    <a:pt x="6806" y="3436"/>
                    <a:pt x="6772" y="3470"/>
                  </a:cubicBezTo>
                  <a:cubicBezTo>
                    <a:pt x="6806" y="3570"/>
                    <a:pt x="6839" y="3703"/>
                    <a:pt x="6906" y="3837"/>
                  </a:cubicBezTo>
                  <a:cubicBezTo>
                    <a:pt x="6906" y="3937"/>
                    <a:pt x="6939" y="4037"/>
                    <a:pt x="6972" y="4103"/>
                  </a:cubicBezTo>
                  <a:cubicBezTo>
                    <a:pt x="7006" y="4237"/>
                    <a:pt x="7006" y="4370"/>
                    <a:pt x="7039" y="4504"/>
                  </a:cubicBezTo>
                  <a:cubicBezTo>
                    <a:pt x="7072" y="4637"/>
                    <a:pt x="7072" y="4737"/>
                    <a:pt x="7072" y="4871"/>
                  </a:cubicBezTo>
                  <a:cubicBezTo>
                    <a:pt x="7072" y="5338"/>
                    <a:pt x="7072" y="5771"/>
                    <a:pt x="7039" y="6205"/>
                  </a:cubicBezTo>
                  <a:cubicBezTo>
                    <a:pt x="7039" y="6238"/>
                    <a:pt x="7039" y="6272"/>
                    <a:pt x="7039" y="6305"/>
                  </a:cubicBezTo>
                  <a:cubicBezTo>
                    <a:pt x="7072" y="6605"/>
                    <a:pt x="7072" y="6872"/>
                    <a:pt x="7072" y="7139"/>
                  </a:cubicBezTo>
                  <a:cubicBezTo>
                    <a:pt x="7072" y="7372"/>
                    <a:pt x="7072" y="7573"/>
                    <a:pt x="7106" y="7773"/>
                  </a:cubicBezTo>
                  <a:cubicBezTo>
                    <a:pt x="7106" y="7973"/>
                    <a:pt x="7106" y="8206"/>
                    <a:pt x="7106" y="8407"/>
                  </a:cubicBezTo>
                  <a:cubicBezTo>
                    <a:pt x="7139" y="8640"/>
                    <a:pt x="7139" y="8840"/>
                    <a:pt x="7172" y="9074"/>
                  </a:cubicBezTo>
                  <a:cubicBezTo>
                    <a:pt x="7106" y="8840"/>
                    <a:pt x="7072" y="8640"/>
                    <a:pt x="7039" y="8407"/>
                  </a:cubicBezTo>
                  <a:cubicBezTo>
                    <a:pt x="6972" y="8173"/>
                    <a:pt x="6939" y="7940"/>
                    <a:pt x="6906" y="7739"/>
                  </a:cubicBezTo>
                  <a:cubicBezTo>
                    <a:pt x="6906" y="7539"/>
                    <a:pt x="6872" y="7339"/>
                    <a:pt x="6839" y="7139"/>
                  </a:cubicBezTo>
                  <a:cubicBezTo>
                    <a:pt x="6839" y="6872"/>
                    <a:pt x="6806" y="6572"/>
                    <a:pt x="6806" y="6305"/>
                  </a:cubicBezTo>
                  <a:cubicBezTo>
                    <a:pt x="6806" y="6238"/>
                    <a:pt x="6806" y="6205"/>
                    <a:pt x="6806" y="6172"/>
                  </a:cubicBezTo>
                  <a:cubicBezTo>
                    <a:pt x="6806" y="6005"/>
                    <a:pt x="6806" y="5871"/>
                    <a:pt x="6806" y="5738"/>
                  </a:cubicBezTo>
                  <a:cubicBezTo>
                    <a:pt x="6839" y="5438"/>
                    <a:pt x="6839" y="5138"/>
                    <a:pt x="6872" y="4871"/>
                  </a:cubicBezTo>
                  <a:lnTo>
                    <a:pt x="6872" y="4837"/>
                  </a:lnTo>
                  <a:cubicBezTo>
                    <a:pt x="6872" y="4704"/>
                    <a:pt x="6872" y="4604"/>
                    <a:pt x="6839" y="4470"/>
                  </a:cubicBezTo>
                  <a:cubicBezTo>
                    <a:pt x="6839" y="4337"/>
                    <a:pt x="6839" y="4204"/>
                    <a:pt x="6806" y="4070"/>
                  </a:cubicBezTo>
                  <a:cubicBezTo>
                    <a:pt x="6806" y="4003"/>
                    <a:pt x="6772" y="3903"/>
                    <a:pt x="6772" y="3837"/>
                  </a:cubicBezTo>
                  <a:cubicBezTo>
                    <a:pt x="6772" y="3737"/>
                    <a:pt x="6739" y="3603"/>
                    <a:pt x="6705" y="3503"/>
                  </a:cubicBezTo>
                  <a:cubicBezTo>
                    <a:pt x="6539" y="3636"/>
                    <a:pt x="6339" y="3770"/>
                    <a:pt x="6138" y="3903"/>
                  </a:cubicBezTo>
                  <a:cubicBezTo>
                    <a:pt x="5938" y="4070"/>
                    <a:pt x="5738" y="4204"/>
                    <a:pt x="5538" y="4337"/>
                  </a:cubicBezTo>
                  <a:cubicBezTo>
                    <a:pt x="5438" y="4437"/>
                    <a:pt x="5338" y="4504"/>
                    <a:pt x="5238" y="4570"/>
                  </a:cubicBezTo>
                  <a:cubicBezTo>
                    <a:pt x="5071" y="4671"/>
                    <a:pt x="4938" y="4771"/>
                    <a:pt x="4804" y="4871"/>
                  </a:cubicBezTo>
                  <a:cubicBezTo>
                    <a:pt x="4938" y="4771"/>
                    <a:pt x="5071" y="4671"/>
                    <a:pt x="5204" y="4570"/>
                  </a:cubicBezTo>
                  <a:cubicBezTo>
                    <a:pt x="5290" y="4485"/>
                    <a:pt x="5375" y="4424"/>
                    <a:pt x="5460" y="4346"/>
                  </a:cubicBezTo>
                  <a:lnTo>
                    <a:pt x="5460" y="4346"/>
                  </a:lnTo>
                  <a:cubicBezTo>
                    <a:pt x="4997" y="4688"/>
                    <a:pt x="4550" y="5030"/>
                    <a:pt x="4104" y="5371"/>
                  </a:cubicBezTo>
                  <a:cubicBezTo>
                    <a:pt x="4237" y="5571"/>
                    <a:pt x="4337" y="5771"/>
                    <a:pt x="4404" y="6005"/>
                  </a:cubicBezTo>
                  <a:cubicBezTo>
                    <a:pt x="4571" y="6405"/>
                    <a:pt x="4704" y="6872"/>
                    <a:pt x="4771" y="7306"/>
                  </a:cubicBezTo>
                  <a:cubicBezTo>
                    <a:pt x="4771" y="7473"/>
                    <a:pt x="4804" y="7639"/>
                    <a:pt x="4804" y="7806"/>
                  </a:cubicBezTo>
                  <a:cubicBezTo>
                    <a:pt x="4837" y="8173"/>
                    <a:pt x="4904" y="8573"/>
                    <a:pt x="4971" y="8940"/>
                  </a:cubicBezTo>
                  <a:cubicBezTo>
                    <a:pt x="5038" y="9174"/>
                    <a:pt x="5104" y="9441"/>
                    <a:pt x="5171" y="9674"/>
                  </a:cubicBezTo>
                  <a:cubicBezTo>
                    <a:pt x="5238" y="9874"/>
                    <a:pt x="5338" y="10108"/>
                    <a:pt x="5471" y="10308"/>
                  </a:cubicBezTo>
                  <a:cubicBezTo>
                    <a:pt x="5638" y="10675"/>
                    <a:pt x="5838" y="11008"/>
                    <a:pt x="6038" y="11375"/>
                  </a:cubicBezTo>
                  <a:cubicBezTo>
                    <a:pt x="5838" y="11142"/>
                    <a:pt x="5671" y="10942"/>
                    <a:pt x="5505" y="10708"/>
                  </a:cubicBezTo>
                  <a:cubicBezTo>
                    <a:pt x="5304" y="10475"/>
                    <a:pt x="5104" y="10208"/>
                    <a:pt x="4938" y="9908"/>
                  </a:cubicBezTo>
                  <a:cubicBezTo>
                    <a:pt x="4771" y="9641"/>
                    <a:pt x="4671" y="9341"/>
                    <a:pt x="4571" y="9040"/>
                  </a:cubicBezTo>
                  <a:cubicBezTo>
                    <a:pt x="4471" y="8707"/>
                    <a:pt x="4404" y="8407"/>
                    <a:pt x="4404" y="8073"/>
                  </a:cubicBezTo>
                  <a:cubicBezTo>
                    <a:pt x="4370" y="7906"/>
                    <a:pt x="4370" y="7739"/>
                    <a:pt x="4370" y="7606"/>
                  </a:cubicBezTo>
                  <a:cubicBezTo>
                    <a:pt x="4370" y="7406"/>
                    <a:pt x="4370" y="7239"/>
                    <a:pt x="4337" y="7072"/>
                  </a:cubicBezTo>
                  <a:cubicBezTo>
                    <a:pt x="4337" y="6739"/>
                    <a:pt x="4270" y="6438"/>
                    <a:pt x="4204" y="6105"/>
                  </a:cubicBezTo>
                  <a:cubicBezTo>
                    <a:pt x="4137" y="5905"/>
                    <a:pt x="4070" y="5671"/>
                    <a:pt x="4004" y="5471"/>
                  </a:cubicBezTo>
                  <a:cubicBezTo>
                    <a:pt x="3937" y="5504"/>
                    <a:pt x="3903" y="5571"/>
                    <a:pt x="3837" y="5605"/>
                  </a:cubicBezTo>
                  <a:cubicBezTo>
                    <a:pt x="2636" y="6572"/>
                    <a:pt x="1535" y="7673"/>
                    <a:pt x="634" y="8607"/>
                  </a:cubicBezTo>
                  <a:cubicBezTo>
                    <a:pt x="401" y="8840"/>
                    <a:pt x="201" y="9074"/>
                    <a:pt x="1" y="9307"/>
                  </a:cubicBezTo>
                  <a:cubicBezTo>
                    <a:pt x="1" y="9341"/>
                    <a:pt x="1" y="9374"/>
                    <a:pt x="1" y="9407"/>
                  </a:cubicBezTo>
                  <a:cubicBezTo>
                    <a:pt x="1" y="9574"/>
                    <a:pt x="1" y="9707"/>
                    <a:pt x="34" y="9841"/>
                  </a:cubicBezTo>
                  <a:cubicBezTo>
                    <a:pt x="34" y="9908"/>
                    <a:pt x="34" y="9941"/>
                    <a:pt x="34" y="10008"/>
                  </a:cubicBezTo>
                  <a:cubicBezTo>
                    <a:pt x="34" y="10241"/>
                    <a:pt x="34" y="10475"/>
                    <a:pt x="34" y="10708"/>
                  </a:cubicBezTo>
                  <a:cubicBezTo>
                    <a:pt x="1" y="10908"/>
                    <a:pt x="1" y="11108"/>
                    <a:pt x="1" y="11342"/>
                  </a:cubicBezTo>
                  <a:cubicBezTo>
                    <a:pt x="1" y="11542"/>
                    <a:pt x="1" y="11776"/>
                    <a:pt x="1" y="12009"/>
                  </a:cubicBezTo>
                  <a:cubicBezTo>
                    <a:pt x="1" y="12076"/>
                    <a:pt x="1" y="12143"/>
                    <a:pt x="1" y="12209"/>
                  </a:cubicBezTo>
                  <a:cubicBezTo>
                    <a:pt x="34" y="12343"/>
                    <a:pt x="34" y="12509"/>
                    <a:pt x="34" y="12643"/>
                  </a:cubicBezTo>
                  <a:cubicBezTo>
                    <a:pt x="34" y="12843"/>
                    <a:pt x="67" y="13043"/>
                    <a:pt x="67" y="13243"/>
                  </a:cubicBezTo>
                  <a:cubicBezTo>
                    <a:pt x="101" y="13677"/>
                    <a:pt x="134" y="14111"/>
                    <a:pt x="201" y="14544"/>
                  </a:cubicBezTo>
                  <a:lnTo>
                    <a:pt x="234" y="14544"/>
                  </a:lnTo>
                  <a:cubicBezTo>
                    <a:pt x="268" y="14744"/>
                    <a:pt x="334" y="14945"/>
                    <a:pt x="401" y="15145"/>
                  </a:cubicBezTo>
                  <a:cubicBezTo>
                    <a:pt x="401" y="15178"/>
                    <a:pt x="434" y="15211"/>
                    <a:pt x="434" y="15245"/>
                  </a:cubicBezTo>
                  <a:cubicBezTo>
                    <a:pt x="568" y="15245"/>
                    <a:pt x="701" y="15245"/>
                    <a:pt x="835" y="15211"/>
                  </a:cubicBezTo>
                  <a:cubicBezTo>
                    <a:pt x="1202" y="15178"/>
                    <a:pt x="1568" y="15145"/>
                    <a:pt x="1835" y="15111"/>
                  </a:cubicBezTo>
                  <a:cubicBezTo>
                    <a:pt x="1935" y="15111"/>
                    <a:pt x="2069" y="15078"/>
                    <a:pt x="2169" y="15078"/>
                  </a:cubicBezTo>
                  <a:cubicBezTo>
                    <a:pt x="2136" y="15045"/>
                    <a:pt x="2136" y="15011"/>
                    <a:pt x="2136" y="14978"/>
                  </a:cubicBezTo>
                  <a:lnTo>
                    <a:pt x="2136" y="14978"/>
                  </a:lnTo>
                  <a:lnTo>
                    <a:pt x="2169" y="15045"/>
                  </a:lnTo>
                  <a:lnTo>
                    <a:pt x="2236" y="15045"/>
                  </a:lnTo>
                  <a:lnTo>
                    <a:pt x="2402" y="15011"/>
                  </a:lnTo>
                  <a:cubicBezTo>
                    <a:pt x="2502" y="14978"/>
                    <a:pt x="2603" y="14978"/>
                    <a:pt x="2703" y="14945"/>
                  </a:cubicBezTo>
                  <a:cubicBezTo>
                    <a:pt x="2936" y="14911"/>
                    <a:pt x="3170" y="14878"/>
                    <a:pt x="3370" y="14844"/>
                  </a:cubicBezTo>
                  <a:lnTo>
                    <a:pt x="3403" y="14844"/>
                  </a:lnTo>
                  <a:cubicBezTo>
                    <a:pt x="4437" y="14644"/>
                    <a:pt x="5505" y="14377"/>
                    <a:pt x="6572" y="14011"/>
                  </a:cubicBezTo>
                  <a:cubicBezTo>
                    <a:pt x="6339" y="13844"/>
                    <a:pt x="6105" y="13710"/>
                    <a:pt x="5905" y="13577"/>
                  </a:cubicBezTo>
                  <a:cubicBezTo>
                    <a:pt x="5671" y="13410"/>
                    <a:pt x="5405" y="13243"/>
                    <a:pt x="5204" y="13077"/>
                  </a:cubicBezTo>
                  <a:cubicBezTo>
                    <a:pt x="5071" y="12976"/>
                    <a:pt x="4971" y="12843"/>
                    <a:pt x="4871" y="12743"/>
                  </a:cubicBezTo>
                  <a:cubicBezTo>
                    <a:pt x="4771" y="12610"/>
                    <a:pt x="4671" y="12476"/>
                    <a:pt x="4604" y="12343"/>
                  </a:cubicBezTo>
                  <a:cubicBezTo>
                    <a:pt x="4537" y="12209"/>
                    <a:pt x="4437" y="12042"/>
                    <a:pt x="4404" y="11909"/>
                  </a:cubicBezTo>
                  <a:cubicBezTo>
                    <a:pt x="4337" y="11742"/>
                    <a:pt x="4270" y="11609"/>
                    <a:pt x="4237" y="11442"/>
                  </a:cubicBezTo>
                  <a:cubicBezTo>
                    <a:pt x="4170" y="11309"/>
                    <a:pt x="4137" y="11142"/>
                    <a:pt x="4070" y="11008"/>
                  </a:cubicBezTo>
                  <a:cubicBezTo>
                    <a:pt x="4004" y="10775"/>
                    <a:pt x="3937" y="10541"/>
                    <a:pt x="3903" y="10308"/>
                  </a:cubicBezTo>
                  <a:lnTo>
                    <a:pt x="3903" y="10308"/>
                  </a:lnTo>
                  <a:cubicBezTo>
                    <a:pt x="3970" y="10508"/>
                    <a:pt x="4070" y="10708"/>
                    <a:pt x="4137" y="10875"/>
                  </a:cubicBezTo>
                  <a:cubicBezTo>
                    <a:pt x="4204" y="11008"/>
                    <a:pt x="4270" y="11108"/>
                    <a:pt x="4304" y="11209"/>
                  </a:cubicBezTo>
                  <a:cubicBezTo>
                    <a:pt x="4404" y="11409"/>
                    <a:pt x="4504" y="11609"/>
                    <a:pt x="4604" y="11809"/>
                  </a:cubicBezTo>
                  <a:cubicBezTo>
                    <a:pt x="4671" y="11976"/>
                    <a:pt x="4771" y="12143"/>
                    <a:pt x="4871" y="12309"/>
                  </a:cubicBezTo>
                  <a:cubicBezTo>
                    <a:pt x="4971" y="12443"/>
                    <a:pt x="5071" y="12576"/>
                    <a:pt x="5171" y="12710"/>
                  </a:cubicBezTo>
                  <a:cubicBezTo>
                    <a:pt x="5371" y="12910"/>
                    <a:pt x="5571" y="13110"/>
                    <a:pt x="5771" y="13277"/>
                  </a:cubicBezTo>
                  <a:cubicBezTo>
                    <a:pt x="5872" y="13377"/>
                    <a:pt x="5972" y="13443"/>
                    <a:pt x="6072" y="13544"/>
                  </a:cubicBezTo>
                  <a:cubicBezTo>
                    <a:pt x="6238" y="13677"/>
                    <a:pt x="6439" y="13844"/>
                    <a:pt x="6605" y="13977"/>
                  </a:cubicBezTo>
                  <a:cubicBezTo>
                    <a:pt x="6872" y="13877"/>
                    <a:pt x="7139" y="13777"/>
                    <a:pt x="7439" y="13677"/>
                  </a:cubicBezTo>
                  <a:cubicBezTo>
                    <a:pt x="8140" y="13410"/>
                    <a:pt x="8774" y="13143"/>
                    <a:pt x="9374" y="12910"/>
                  </a:cubicBezTo>
                  <a:cubicBezTo>
                    <a:pt x="9174" y="12610"/>
                    <a:pt x="9007" y="12243"/>
                    <a:pt x="8907" y="11909"/>
                  </a:cubicBezTo>
                  <a:cubicBezTo>
                    <a:pt x="8840" y="11676"/>
                    <a:pt x="8807" y="11409"/>
                    <a:pt x="8774" y="11175"/>
                  </a:cubicBezTo>
                  <a:cubicBezTo>
                    <a:pt x="8740" y="11008"/>
                    <a:pt x="8740" y="10808"/>
                    <a:pt x="8740" y="10641"/>
                  </a:cubicBezTo>
                  <a:cubicBezTo>
                    <a:pt x="8740" y="10475"/>
                    <a:pt x="8740" y="10308"/>
                    <a:pt x="8740" y="10141"/>
                  </a:cubicBezTo>
                  <a:cubicBezTo>
                    <a:pt x="8740" y="10008"/>
                    <a:pt x="8774" y="9841"/>
                    <a:pt x="8774" y="9674"/>
                  </a:cubicBezTo>
                  <a:cubicBezTo>
                    <a:pt x="8807" y="9541"/>
                    <a:pt x="8807" y="9441"/>
                    <a:pt x="8840" y="9307"/>
                  </a:cubicBezTo>
                  <a:cubicBezTo>
                    <a:pt x="8840" y="9174"/>
                    <a:pt x="8874" y="9074"/>
                    <a:pt x="8874" y="8940"/>
                  </a:cubicBezTo>
                  <a:cubicBezTo>
                    <a:pt x="8907" y="8807"/>
                    <a:pt x="8940" y="8640"/>
                    <a:pt x="8974" y="8507"/>
                  </a:cubicBezTo>
                  <a:cubicBezTo>
                    <a:pt x="9007" y="8340"/>
                    <a:pt x="9040" y="8206"/>
                    <a:pt x="9074" y="8040"/>
                  </a:cubicBezTo>
                  <a:cubicBezTo>
                    <a:pt x="9107" y="7906"/>
                    <a:pt x="9141" y="7773"/>
                    <a:pt x="9174" y="7639"/>
                  </a:cubicBezTo>
                  <a:cubicBezTo>
                    <a:pt x="9241" y="7339"/>
                    <a:pt x="9274" y="7039"/>
                    <a:pt x="9307" y="6772"/>
                  </a:cubicBezTo>
                  <a:lnTo>
                    <a:pt x="9307" y="6739"/>
                  </a:lnTo>
                  <a:cubicBezTo>
                    <a:pt x="9307" y="6372"/>
                    <a:pt x="9241" y="5971"/>
                    <a:pt x="9207" y="5571"/>
                  </a:cubicBezTo>
                  <a:lnTo>
                    <a:pt x="9207" y="5571"/>
                  </a:lnTo>
                  <a:cubicBezTo>
                    <a:pt x="9307" y="5905"/>
                    <a:pt x="9374" y="6205"/>
                    <a:pt x="9407" y="6539"/>
                  </a:cubicBezTo>
                  <a:cubicBezTo>
                    <a:pt x="9474" y="6839"/>
                    <a:pt x="9474" y="7172"/>
                    <a:pt x="9441" y="7473"/>
                  </a:cubicBezTo>
                  <a:cubicBezTo>
                    <a:pt x="9407" y="7739"/>
                    <a:pt x="9374" y="7973"/>
                    <a:pt x="9341" y="8206"/>
                  </a:cubicBezTo>
                  <a:cubicBezTo>
                    <a:pt x="9307" y="8473"/>
                    <a:pt x="9307" y="8740"/>
                    <a:pt x="9274" y="8974"/>
                  </a:cubicBezTo>
                  <a:cubicBezTo>
                    <a:pt x="9241" y="9207"/>
                    <a:pt x="9241" y="9407"/>
                    <a:pt x="9241" y="9607"/>
                  </a:cubicBezTo>
                  <a:cubicBezTo>
                    <a:pt x="9241" y="9741"/>
                    <a:pt x="9241" y="9874"/>
                    <a:pt x="9207" y="10008"/>
                  </a:cubicBezTo>
                  <a:cubicBezTo>
                    <a:pt x="9207" y="10108"/>
                    <a:pt x="9207" y="10208"/>
                    <a:pt x="9241" y="10308"/>
                  </a:cubicBezTo>
                  <a:cubicBezTo>
                    <a:pt x="9241" y="10441"/>
                    <a:pt x="9241" y="10608"/>
                    <a:pt x="9241" y="10775"/>
                  </a:cubicBezTo>
                  <a:cubicBezTo>
                    <a:pt x="9274" y="11075"/>
                    <a:pt x="9307" y="11375"/>
                    <a:pt x="9374" y="11676"/>
                  </a:cubicBezTo>
                  <a:cubicBezTo>
                    <a:pt x="9407" y="11842"/>
                    <a:pt x="9441" y="12042"/>
                    <a:pt x="9507" y="12209"/>
                  </a:cubicBezTo>
                  <a:cubicBezTo>
                    <a:pt x="9574" y="12376"/>
                    <a:pt x="9641" y="12543"/>
                    <a:pt x="9741" y="12710"/>
                  </a:cubicBezTo>
                  <a:cubicBezTo>
                    <a:pt x="9741" y="12710"/>
                    <a:pt x="9741" y="12743"/>
                    <a:pt x="9774" y="12743"/>
                  </a:cubicBezTo>
                  <a:cubicBezTo>
                    <a:pt x="10275" y="12509"/>
                    <a:pt x="10808" y="12276"/>
                    <a:pt x="11242" y="12076"/>
                  </a:cubicBezTo>
                  <a:cubicBezTo>
                    <a:pt x="11442" y="11976"/>
                    <a:pt x="11609" y="11909"/>
                    <a:pt x="11809" y="11809"/>
                  </a:cubicBezTo>
                  <a:cubicBezTo>
                    <a:pt x="11809" y="11776"/>
                    <a:pt x="11776" y="11776"/>
                    <a:pt x="11776" y="11742"/>
                  </a:cubicBezTo>
                  <a:cubicBezTo>
                    <a:pt x="11642" y="11609"/>
                    <a:pt x="11542" y="11442"/>
                    <a:pt x="11476" y="11275"/>
                  </a:cubicBezTo>
                  <a:cubicBezTo>
                    <a:pt x="11375" y="11075"/>
                    <a:pt x="11309" y="10908"/>
                    <a:pt x="11242" y="10708"/>
                  </a:cubicBezTo>
                  <a:cubicBezTo>
                    <a:pt x="11209" y="10541"/>
                    <a:pt x="11175" y="10375"/>
                    <a:pt x="11142" y="10174"/>
                  </a:cubicBezTo>
                  <a:cubicBezTo>
                    <a:pt x="11109" y="9941"/>
                    <a:pt x="11075" y="9674"/>
                    <a:pt x="11075" y="9407"/>
                  </a:cubicBezTo>
                  <a:cubicBezTo>
                    <a:pt x="11075" y="9274"/>
                    <a:pt x="11075" y="9140"/>
                    <a:pt x="11042" y="9007"/>
                  </a:cubicBezTo>
                  <a:lnTo>
                    <a:pt x="11009" y="8407"/>
                  </a:lnTo>
                  <a:lnTo>
                    <a:pt x="11009" y="8407"/>
                  </a:lnTo>
                  <a:cubicBezTo>
                    <a:pt x="11042" y="8540"/>
                    <a:pt x="11075" y="8673"/>
                    <a:pt x="11109" y="8807"/>
                  </a:cubicBezTo>
                  <a:cubicBezTo>
                    <a:pt x="11142" y="8907"/>
                    <a:pt x="11175" y="8974"/>
                    <a:pt x="11175" y="9074"/>
                  </a:cubicBezTo>
                  <a:cubicBezTo>
                    <a:pt x="11242" y="9374"/>
                    <a:pt x="11275" y="9674"/>
                    <a:pt x="11342" y="9974"/>
                  </a:cubicBezTo>
                  <a:cubicBezTo>
                    <a:pt x="11409" y="10141"/>
                    <a:pt x="11442" y="10308"/>
                    <a:pt x="11509" y="10475"/>
                  </a:cubicBezTo>
                  <a:cubicBezTo>
                    <a:pt x="11542" y="10641"/>
                    <a:pt x="11609" y="10775"/>
                    <a:pt x="11676" y="10908"/>
                  </a:cubicBezTo>
                  <a:cubicBezTo>
                    <a:pt x="11809" y="11142"/>
                    <a:pt x="11943" y="11342"/>
                    <a:pt x="12076" y="11542"/>
                  </a:cubicBezTo>
                  <a:cubicBezTo>
                    <a:pt x="12109" y="11575"/>
                    <a:pt x="12109" y="11609"/>
                    <a:pt x="12143" y="11642"/>
                  </a:cubicBezTo>
                  <a:cubicBezTo>
                    <a:pt x="12443" y="11509"/>
                    <a:pt x="12743" y="11375"/>
                    <a:pt x="13043" y="11242"/>
                  </a:cubicBezTo>
                  <a:cubicBezTo>
                    <a:pt x="13277" y="11142"/>
                    <a:pt x="13510" y="11042"/>
                    <a:pt x="13744" y="10942"/>
                  </a:cubicBezTo>
                  <a:cubicBezTo>
                    <a:pt x="13610" y="10808"/>
                    <a:pt x="13544" y="10675"/>
                    <a:pt x="13444" y="10508"/>
                  </a:cubicBezTo>
                  <a:cubicBezTo>
                    <a:pt x="13243" y="10141"/>
                    <a:pt x="13077" y="9808"/>
                    <a:pt x="12977" y="9407"/>
                  </a:cubicBezTo>
                  <a:cubicBezTo>
                    <a:pt x="12776" y="8807"/>
                    <a:pt x="12676" y="8173"/>
                    <a:pt x="12676" y="7539"/>
                  </a:cubicBezTo>
                  <a:cubicBezTo>
                    <a:pt x="12676" y="7272"/>
                    <a:pt x="12676" y="6972"/>
                    <a:pt x="12676" y="6705"/>
                  </a:cubicBezTo>
                  <a:cubicBezTo>
                    <a:pt x="12710" y="6205"/>
                    <a:pt x="12710" y="5705"/>
                    <a:pt x="12743" y="5204"/>
                  </a:cubicBezTo>
                  <a:cubicBezTo>
                    <a:pt x="12776" y="4837"/>
                    <a:pt x="12843" y="4437"/>
                    <a:pt x="12943" y="4070"/>
                  </a:cubicBezTo>
                  <a:cubicBezTo>
                    <a:pt x="13010" y="3870"/>
                    <a:pt x="13077" y="3670"/>
                    <a:pt x="13143" y="3470"/>
                  </a:cubicBezTo>
                  <a:cubicBezTo>
                    <a:pt x="13210" y="3303"/>
                    <a:pt x="13277" y="3103"/>
                    <a:pt x="13377" y="2936"/>
                  </a:cubicBezTo>
                  <a:cubicBezTo>
                    <a:pt x="13444" y="2803"/>
                    <a:pt x="13510" y="2636"/>
                    <a:pt x="13577" y="2502"/>
                  </a:cubicBezTo>
                  <a:cubicBezTo>
                    <a:pt x="13644" y="2402"/>
                    <a:pt x="13677" y="2302"/>
                    <a:pt x="13744" y="2202"/>
                  </a:cubicBezTo>
                  <a:cubicBezTo>
                    <a:pt x="13811" y="2069"/>
                    <a:pt x="13877" y="1935"/>
                    <a:pt x="13944" y="1802"/>
                  </a:cubicBezTo>
                  <a:cubicBezTo>
                    <a:pt x="14044" y="1635"/>
                    <a:pt x="14144" y="1435"/>
                    <a:pt x="14211" y="1268"/>
                  </a:cubicBezTo>
                  <a:cubicBezTo>
                    <a:pt x="14278" y="1101"/>
                    <a:pt x="14344" y="935"/>
                    <a:pt x="14378" y="768"/>
                  </a:cubicBezTo>
                  <a:cubicBezTo>
                    <a:pt x="14378" y="768"/>
                    <a:pt x="14378" y="768"/>
                    <a:pt x="14411" y="734"/>
                  </a:cubicBezTo>
                  <a:cubicBezTo>
                    <a:pt x="14478" y="501"/>
                    <a:pt x="14511" y="267"/>
                    <a:pt x="145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65"/>
            <p:cNvSpPr/>
            <p:nvPr/>
          </p:nvSpPr>
          <p:spPr>
            <a:xfrm>
              <a:off x="5000400" y="997000"/>
              <a:ext cx="25" cy="850"/>
            </a:xfrm>
            <a:custGeom>
              <a:avLst/>
              <a:gdLst/>
              <a:ahLst/>
              <a:cxnLst/>
              <a:rect l="l" t="t" r="r" b="b"/>
              <a:pathLst>
                <a:path w="1" h="34" extrusionOk="0">
                  <a:moveTo>
                    <a:pt x="1" y="33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65"/>
            <p:cNvSpPr/>
            <p:nvPr/>
          </p:nvSpPr>
          <p:spPr>
            <a:xfrm>
              <a:off x="5084625" y="933600"/>
              <a:ext cx="875" cy="1700"/>
            </a:xfrm>
            <a:custGeom>
              <a:avLst/>
              <a:gdLst/>
              <a:ahLst/>
              <a:cxnLst/>
              <a:rect l="l" t="t" r="r" b="b"/>
              <a:pathLst>
                <a:path w="35" h="68" extrusionOk="0">
                  <a:moveTo>
                    <a:pt x="34" y="68"/>
                  </a:moveTo>
                  <a:lnTo>
                    <a:pt x="34" y="68"/>
                  </a:lnTo>
                  <a:cubicBezTo>
                    <a:pt x="34" y="34"/>
                    <a:pt x="1" y="34"/>
                    <a:pt x="1" y="1"/>
                  </a:cubicBezTo>
                  <a:cubicBezTo>
                    <a:pt x="1" y="34"/>
                    <a:pt x="34" y="34"/>
                    <a:pt x="34" y="6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65"/>
            <p:cNvSpPr/>
            <p:nvPr/>
          </p:nvSpPr>
          <p:spPr>
            <a:xfrm>
              <a:off x="4901175" y="947775"/>
              <a:ext cx="63400" cy="144300"/>
            </a:xfrm>
            <a:custGeom>
              <a:avLst/>
              <a:gdLst/>
              <a:ahLst/>
              <a:cxnLst/>
              <a:rect l="l" t="t" r="r" b="b"/>
              <a:pathLst>
                <a:path w="2536" h="5772" extrusionOk="0">
                  <a:moveTo>
                    <a:pt x="2235" y="1"/>
                  </a:moveTo>
                  <a:cubicBezTo>
                    <a:pt x="2068" y="234"/>
                    <a:pt x="1868" y="468"/>
                    <a:pt x="1635" y="701"/>
                  </a:cubicBezTo>
                  <a:cubicBezTo>
                    <a:pt x="1468" y="935"/>
                    <a:pt x="1268" y="1168"/>
                    <a:pt x="1068" y="1502"/>
                  </a:cubicBezTo>
                  <a:cubicBezTo>
                    <a:pt x="834" y="1802"/>
                    <a:pt x="567" y="2169"/>
                    <a:pt x="367" y="2569"/>
                  </a:cubicBezTo>
                  <a:cubicBezTo>
                    <a:pt x="301" y="2703"/>
                    <a:pt x="234" y="2836"/>
                    <a:pt x="200" y="2970"/>
                  </a:cubicBezTo>
                  <a:cubicBezTo>
                    <a:pt x="134" y="3137"/>
                    <a:pt x="100" y="3303"/>
                    <a:pt x="67" y="3437"/>
                  </a:cubicBezTo>
                  <a:lnTo>
                    <a:pt x="34" y="3470"/>
                  </a:lnTo>
                  <a:cubicBezTo>
                    <a:pt x="0" y="3637"/>
                    <a:pt x="0" y="3837"/>
                    <a:pt x="0" y="4004"/>
                  </a:cubicBezTo>
                  <a:cubicBezTo>
                    <a:pt x="0" y="4204"/>
                    <a:pt x="34" y="4437"/>
                    <a:pt x="100" y="4604"/>
                  </a:cubicBezTo>
                  <a:cubicBezTo>
                    <a:pt x="200" y="4904"/>
                    <a:pt x="367" y="5138"/>
                    <a:pt x="634" y="5338"/>
                  </a:cubicBezTo>
                  <a:lnTo>
                    <a:pt x="634" y="5371"/>
                  </a:lnTo>
                  <a:cubicBezTo>
                    <a:pt x="834" y="5505"/>
                    <a:pt x="1101" y="5605"/>
                    <a:pt x="1435" y="5705"/>
                  </a:cubicBezTo>
                  <a:cubicBezTo>
                    <a:pt x="1635" y="5738"/>
                    <a:pt x="1802" y="5738"/>
                    <a:pt x="1935" y="5772"/>
                  </a:cubicBezTo>
                  <a:lnTo>
                    <a:pt x="2535" y="5772"/>
                  </a:lnTo>
                  <a:cubicBezTo>
                    <a:pt x="2402" y="5572"/>
                    <a:pt x="2302" y="5338"/>
                    <a:pt x="2235" y="5105"/>
                  </a:cubicBezTo>
                  <a:cubicBezTo>
                    <a:pt x="2135" y="4804"/>
                    <a:pt x="2102" y="4504"/>
                    <a:pt x="2068" y="4171"/>
                  </a:cubicBezTo>
                  <a:cubicBezTo>
                    <a:pt x="2035" y="3904"/>
                    <a:pt x="2002" y="3637"/>
                    <a:pt x="2002" y="3370"/>
                  </a:cubicBezTo>
                  <a:cubicBezTo>
                    <a:pt x="1968" y="3270"/>
                    <a:pt x="1968" y="3170"/>
                    <a:pt x="1968" y="3070"/>
                  </a:cubicBezTo>
                  <a:lnTo>
                    <a:pt x="1968" y="2670"/>
                  </a:lnTo>
                  <a:cubicBezTo>
                    <a:pt x="1968" y="2536"/>
                    <a:pt x="2002" y="2403"/>
                    <a:pt x="2002" y="2303"/>
                  </a:cubicBezTo>
                  <a:cubicBezTo>
                    <a:pt x="2002" y="2136"/>
                    <a:pt x="2035" y="2002"/>
                    <a:pt x="2035" y="1836"/>
                  </a:cubicBezTo>
                  <a:cubicBezTo>
                    <a:pt x="2068" y="1602"/>
                    <a:pt x="2102" y="1335"/>
                    <a:pt x="2135" y="1068"/>
                  </a:cubicBezTo>
                  <a:cubicBezTo>
                    <a:pt x="2169" y="902"/>
                    <a:pt x="2169" y="735"/>
                    <a:pt x="2202" y="568"/>
                  </a:cubicBezTo>
                  <a:cubicBezTo>
                    <a:pt x="2202" y="468"/>
                    <a:pt x="2202" y="368"/>
                    <a:pt x="2235" y="268"/>
                  </a:cubicBezTo>
                  <a:cubicBezTo>
                    <a:pt x="2235" y="168"/>
                    <a:pt x="2235" y="101"/>
                    <a:pt x="22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65"/>
            <p:cNvSpPr/>
            <p:nvPr/>
          </p:nvSpPr>
          <p:spPr>
            <a:xfrm>
              <a:off x="5929400" y="1123750"/>
              <a:ext cx="130950" cy="165150"/>
            </a:xfrm>
            <a:custGeom>
              <a:avLst/>
              <a:gdLst/>
              <a:ahLst/>
              <a:cxnLst/>
              <a:rect l="l" t="t" r="r" b="b"/>
              <a:pathLst>
                <a:path w="5238" h="6606" extrusionOk="0">
                  <a:moveTo>
                    <a:pt x="67" y="0"/>
                  </a:moveTo>
                  <a:cubicBezTo>
                    <a:pt x="201" y="167"/>
                    <a:pt x="301" y="334"/>
                    <a:pt x="368" y="534"/>
                  </a:cubicBezTo>
                  <a:cubicBezTo>
                    <a:pt x="501" y="768"/>
                    <a:pt x="601" y="1034"/>
                    <a:pt x="635" y="1301"/>
                  </a:cubicBezTo>
                  <a:cubicBezTo>
                    <a:pt x="701" y="1568"/>
                    <a:pt x="701" y="1835"/>
                    <a:pt x="668" y="2102"/>
                  </a:cubicBezTo>
                  <a:cubicBezTo>
                    <a:pt x="635" y="2536"/>
                    <a:pt x="468" y="2969"/>
                    <a:pt x="334" y="3403"/>
                  </a:cubicBezTo>
                  <a:cubicBezTo>
                    <a:pt x="268" y="3570"/>
                    <a:pt x="201" y="3770"/>
                    <a:pt x="134" y="3937"/>
                  </a:cubicBezTo>
                  <a:cubicBezTo>
                    <a:pt x="67" y="4203"/>
                    <a:pt x="1" y="4437"/>
                    <a:pt x="1" y="4704"/>
                  </a:cubicBezTo>
                  <a:cubicBezTo>
                    <a:pt x="1" y="4937"/>
                    <a:pt x="34" y="5137"/>
                    <a:pt x="67" y="5338"/>
                  </a:cubicBezTo>
                  <a:cubicBezTo>
                    <a:pt x="134" y="5704"/>
                    <a:pt x="268" y="6071"/>
                    <a:pt x="334" y="6472"/>
                  </a:cubicBezTo>
                  <a:cubicBezTo>
                    <a:pt x="334" y="6505"/>
                    <a:pt x="334" y="6538"/>
                    <a:pt x="334" y="6605"/>
                  </a:cubicBezTo>
                  <a:cubicBezTo>
                    <a:pt x="501" y="6538"/>
                    <a:pt x="701" y="6505"/>
                    <a:pt x="868" y="6438"/>
                  </a:cubicBezTo>
                  <a:cubicBezTo>
                    <a:pt x="1068" y="6372"/>
                    <a:pt x="1268" y="6305"/>
                    <a:pt x="1468" y="6238"/>
                  </a:cubicBezTo>
                  <a:lnTo>
                    <a:pt x="1769" y="6105"/>
                  </a:lnTo>
                  <a:cubicBezTo>
                    <a:pt x="1769" y="6038"/>
                    <a:pt x="1802" y="5938"/>
                    <a:pt x="1802" y="5838"/>
                  </a:cubicBezTo>
                  <a:cubicBezTo>
                    <a:pt x="1902" y="5504"/>
                    <a:pt x="1969" y="5204"/>
                    <a:pt x="2036" y="4871"/>
                  </a:cubicBezTo>
                  <a:cubicBezTo>
                    <a:pt x="2069" y="4670"/>
                    <a:pt x="2136" y="4437"/>
                    <a:pt x="2169" y="4237"/>
                  </a:cubicBezTo>
                  <a:cubicBezTo>
                    <a:pt x="2202" y="4170"/>
                    <a:pt x="2202" y="4103"/>
                    <a:pt x="2236" y="4003"/>
                  </a:cubicBezTo>
                  <a:cubicBezTo>
                    <a:pt x="2269" y="3903"/>
                    <a:pt x="2269" y="3836"/>
                    <a:pt x="2302" y="3736"/>
                  </a:cubicBezTo>
                  <a:cubicBezTo>
                    <a:pt x="2369" y="3470"/>
                    <a:pt x="2436" y="3203"/>
                    <a:pt x="2469" y="2936"/>
                  </a:cubicBezTo>
                  <a:cubicBezTo>
                    <a:pt x="2503" y="2702"/>
                    <a:pt x="2536" y="2469"/>
                    <a:pt x="2536" y="2235"/>
                  </a:cubicBezTo>
                  <a:cubicBezTo>
                    <a:pt x="2536" y="2102"/>
                    <a:pt x="2569" y="2002"/>
                    <a:pt x="2569" y="1902"/>
                  </a:cubicBezTo>
                  <a:cubicBezTo>
                    <a:pt x="2569" y="1702"/>
                    <a:pt x="2569" y="1501"/>
                    <a:pt x="2569" y="1301"/>
                  </a:cubicBezTo>
                  <a:cubicBezTo>
                    <a:pt x="2603" y="1435"/>
                    <a:pt x="2636" y="1568"/>
                    <a:pt x="2636" y="1668"/>
                  </a:cubicBezTo>
                  <a:cubicBezTo>
                    <a:pt x="2669" y="1902"/>
                    <a:pt x="2703" y="2169"/>
                    <a:pt x="2703" y="2402"/>
                  </a:cubicBezTo>
                  <a:cubicBezTo>
                    <a:pt x="2703" y="2669"/>
                    <a:pt x="2669" y="2969"/>
                    <a:pt x="2636" y="3236"/>
                  </a:cubicBezTo>
                  <a:cubicBezTo>
                    <a:pt x="2603" y="3336"/>
                    <a:pt x="2603" y="3436"/>
                    <a:pt x="2569" y="3570"/>
                  </a:cubicBezTo>
                  <a:cubicBezTo>
                    <a:pt x="2569" y="3636"/>
                    <a:pt x="2536" y="3736"/>
                    <a:pt x="2536" y="3803"/>
                  </a:cubicBezTo>
                  <a:cubicBezTo>
                    <a:pt x="2503" y="3937"/>
                    <a:pt x="2469" y="4070"/>
                    <a:pt x="2436" y="4170"/>
                  </a:cubicBezTo>
                  <a:cubicBezTo>
                    <a:pt x="2369" y="4370"/>
                    <a:pt x="2336" y="4537"/>
                    <a:pt x="2269" y="4704"/>
                  </a:cubicBezTo>
                  <a:cubicBezTo>
                    <a:pt x="2236" y="4871"/>
                    <a:pt x="2169" y="5037"/>
                    <a:pt x="2136" y="5171"/>
                  </a:cubicBezTo>
                  <a:cubicBezTo>
                    <a:pt x="2036" y="5471"/>
                    <a:pt x="1935" y="5771"/>
                    <a:pt x="1869" y="6071"/>
                  </a:cubicBezTo>
                  <a:cubicBezTo>
                    <a:pt x="1935" y="6038"/>
                    <a:pt x="2036" y="6005"/>
                    <a:pt x="2136" y="5971"/>
                  </a:cubicBezTo>
                  <a:cubicBezTo>
                    <a:pt x="2536" y="5805"/>
                    <a:pt x="2936" y="5671"/>
                    <a:pt x="3336" y="5504"/>
                  </a:cubicBezTo>
                  <a:cubicBezTo>
                    <a:pt x="3537" y="5404"/>
                    <a:pt x="3770" y="5304"/>
                    <a:pt x="3970" y="5204"/>
                  </a:cubicBezTo>
                  <a:cubicBezTo>
                    <a:pt x="4137" y="5137"/>
                    <a:pt x="4337" y="5037"/>
                    <a:pt x="4504" y="4937"/>
                  </a:cubicBezTo>
                  <a:cubicBezTo>
                    <a:pt x="4671" y="4871"/>
                    <a:pt x="4838" y="4770"/>
                    <a:pt x="4971" y="4670"/>
                  </a:cubicBezTo>
                  <a:lnTo>
                    <a:pt x="5038" y="4637"/>
                  </a:lnTo>
                  <a:cubicBezTo>
                    <a:pt x="5071" y="4504"/>
                    <a:pt x="5138" y="4370"/>
                    <a:pt x="5171" y="4237"/>
                  </a:cubicBezTo>
                  <a:cubicBezTo>
                    <a:pt x="5238" y="3903"/>
                    <a:pt x="5238" y="3570"/>
                    <a:pt x="5138" y="3236"/>
                  </a:cubicBezTo>
                  <a:cubicBezTo>
                    <a:pt x="4971" y="2702"/>
                    <a:pt x="4637" y="2235"/>
                    <a:pt x="4070" y="1835"/>
                  </a:cubicBezTo>
                  <a:cubicBezTo>
                    <a:pt x="4037" y="1802"/>
                    <a:pt x="3970" y="1768"/>
                    <a:pt x="3937" y="1735"/>
                  </a:cubicBezTo>
                  <a:lnTo>
                    <a:pt x="3937" y="1735"/>
                  </a:lnTo>
                  <a:cubicBezTo>
                    <a:pt x="4004" y="1868"/>
                    <a:pt x="4037" y="2035"/>
                    <a:pt x="4037" y="2202"/>
                  </a:cubicBezTo>
                  <a:cubicBezTo>
                    <a:pt x="4070" y="2502"/>
                    <a:pt x="4037" y="2769"/>
                    <a:pt x="4004" y="3036"/>
                  </a:cubicBezTo>
                  <a:cubicBezTo>
                    <a:pt x="3970" y="3369"/>
                    <a:pt x="3937" y="3703"/>
                    <a:pt x="3837" y="4037"/>
                  </a:cubicBezTo>
                  <a:cubicBezTo>
                    <a:pt x="3837" y="3736"/>
                    <a:pt x="3837" y="3470"/>
                    <a:pt x="3837" y="3203"/>
                  </a:cubicBezTo>
                  <a:cubicBezTo>
                    <a:pt x="3837" y="3036"/>
                    <a:pt x="3837" y="2869"/>
                    <a:pt x="3837" y="2702"/>
                  </a:cubicBezTo>
                  <a:cubicBezTo>
                    <a:pt x="3837" y="2335"/>
                    <a:pt x="3870" y="1968"/>
                    <a:pt x="3803" y="1635"/>
                  </a:cubicBezTo>
                  <a:cubicBezTo>
                    <a:pt x="3437" y="1401"/>
                    <a:pt x="3070" y="1201"/>
                    <a:pt x="2803" y="1068"/>
                  </a:cubicBezTo>
                  <a:cubicBezTo>
                    <a:pt x="2503" y="901"/>
                    <a:pt x="2202" y="768"/>
                    <a:pt x="1902" y="634"/>
                  </a:cubicBezTo>
                  <a:cubicBezTo>
                    <a:pt x="1302" y="367"/>
                    <a:pt x="701" y="167"/>
                    <a:pt x="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65"/>
            <p:cNvSpPr/>
            <p:nvPr/>
          </p:nvSpPr>
          <p:spPr>
            <a:xfrm>
              <a:off x="5798475" y="1100400"/>
              <a:ext cx="140125" cy="240200"/>
            </a:xfrm>
            <a:custGeom>
              <a:avLst/>
              <a:gdLst/>
              <a:ahLst/>
              <a:cxnLst/>
              <a:rect l="l" t="t" r="r" b="b"/>
              <a:pathLst>
                <a:path w="5605" h="9608" extrusionOk="0">
                  <a:moveTo>
                    <a:pt x="1" y="0"/>
                  </a:moveTo>
                  <a:cubicBezTo>
                    <a:pt x="201" y="367"/>
                    <a:pt x="368" y="701"/>
                    <a:pt x="534" y="1068"/>
                  </a:cubicBezTo>
                  <a:cubicBezTo>
                    <a:pt x="701" y="1468"/>
                    <a:pt x="868" y="1868"/>
                    <a:pt x="1035" y="2269"/>
                  </a:cubicBezTo>
                  <a:cubicBezTo>
                    <a:pt x="1135" y="2536"/>
                    <a:pt x="1235" y="2802"/>
                    <a:pt x="1368" y="3103"/>
                  </a:cubicBezTo>
                  <a:cubicBezTo>
                    <a:pt x="1468" y="3369"/>
                    <a:pt x="1535" y="3670"/>
                    <a:pt x="1602" y="3937"/>
                  </a:cubicBezTo>
                  <a:cubicBezTo>
                    <a:pt x="1635" y="4070"/>
                    <a:pt x="1668" y="4203"/>
                    <a:pt x="1702" y="4303"/>
                  </a:cubicBezTo>
                  <a:cubicBezTo>
                    <a:pt x="1802" y="4737"/>
                    <a:pt x="1869" y="5171"/>
                    <a:pt x="1935" y="5604"/>
                  </a:cubicBezTo>
                  <a:cubicBezTo>
                    <a:pt x="1969" y="6071"/>
                    <a:pt x="2002" y="6538"/>
                    <a:pt x="2035" y="7005"/>
                  </a:cubicBezTo>
                  <a:cubicBezTo>
                    <a:pt x="2035" y="7306"/>
                    <a:pt x="2069" y="7572"/>
                    <a:pt x="2035" y="7873"/>
                  </a:cubicBezTo>
                  <a:cubicBezTo>
                    <a:pt x="2035" y="8140"/>
                    <a:pt x="2002" y="8440"/>
                    <a:pt x="1935" y="8707"/>
                  </a:cubicBezTo>
                  <a:lnTo>
                    <a:pt x="1835" y="9307"/>
                  </a:lnTo>
                  <a:cubicBezTo>
                    <a:pt x="1835" y="9407"/>
                    <a:pt x="1802" y="9507"/>
                    <a:pt x="1769" y="9607"/>
                  </a:cubicBezTo>
                  <a:cubicBezTo>
                    <a:pt x="1969" y="9440"/>
                    <a:pt x="2202" y="9274"/>
                    <a:pt x="2402" y="9107"/>
                  </a:cubicBezTo>
                  <a:cubicBezTo>
                    <a:pt x="2502" y="9040"/>
                    <a:pt x="2603" y="8940"/>
                    <a:pt x="2736" y="8873"/>
                  </a:cubicBezTo>
                  <a:cubicBezTo>
                    <a:pt x="2803" y="8673"/>
                    <a:pt x="2836" y="8440"/>
                    <a:pt x="2903" y="8240"/>
                  </a:cubicBezTo>
                  <a:cubicBezTo>
                    <a:pt x="2903" y="8140"/>
                    <a:pt x="2936" y="8039"/>
                    <a:pt x="2936" y="7939"/>
                  </a:cubicBezTo>
                  <a:cubicBezTo>
                    <a:pt x="2969" y="7806"/>
                    <a:pt x="3003" y="7673"/>
                    <a:pt x="3003" y="7539"/>
                  </a:cubicBezTo>
                  <a:cubicBezTo>
                    <a:pt x="3036" y="7406"/>
                    <a:pt x="3070" y="7239"/>
                    <a:pt x="3070" y="7105"/>
                  </a:cubicBezTo>
                  <a:cubicBezTo>
                    <a:pt x="3103" y="6805"/>
                    <a:pt x="3136" y="6538"/>
                    <a:pt x="3136" y="6238"/>
                  </a:cubicBezTo>
                  <a:cubicBezTo>
                    <a:pt x="3170" y="5938"/>
                    <a:pt x="3170" y="5671"/>
                    <a:pt x="3203" y="5371"/>
                  </a:cubicBezTo>
                  <a:cubicBezTo>
                    <a:pt x="3203" y="5237"/>
                    <a:pt x="3236" y="5071"/>
                    <a:pt x="3236" y="4937"/>
                  </a:cubicBezTo>
                  <a:cubicBezTo>
                    <a:pt x="3236" y="4737"/>
                    <a:pt x="3270" y="4504"/>
                    <a:pt x="3270" y="4303"/>
                  </a:cubicBezTo>
                  <a:cubicBezTo>
                    <a:pt x="3270" y="3970"/>
                    <a:pt x="3270" y="3636"/>
                    <a:pt x="3236" y="3336"/>
                  </a:cubicBezTo>
                  <a:cubicBezTo>
                    <a:pt x="3203" y="3136"/>
                    <a:pt x="3170" y="2969"/>
                    <a:pt x="3136" y="2802"/>
                  </a:cubicBezTo>
                  <a:cubicBezTo>
                    <a:pt x="3136" y="2702"/>
                    <a:pt x="3136" y="2602"/>
                    <a:pt x="3103" y="2536"/>
                  </a:cubicBezTo>
                  <a:cubicBezTo>
                    <a:pt x="3070" y="2402"/>
                    <a:pt x="3070" y="2269"/>
                    <a:pt x="3036" y="2135"/>
                  </a:cubicBezTo>
                  <a:cubicBezTo>
                    <a:pt x="2936" y="1802"/>
                    <a:pt x="2869" y="1468"/>
                    <a:pt x="2769" y="1168"/>
                  </a:cubicBezTo>
                  <a:lnTo>
                    <a:pt x="2803" y="1168"/>
                  </a:lnTo>
                  <a:cubicBezTo>
                    <a:pt x="2903" y="1468"/>
                    <a:pt x="3036" y="1768"/>
                    <a:pt x="3136" y="2069"/>
                  </a:cubicBezTo>
                  <a:cubicBezTo>
                    <a:pt x="3203" y="2202"/>
                    <a:pt x="3236" y="2335"/>
                    <a:pt x="3270" y="2469"/>
                  </a:cubicBezTo>
                  <a:cubicBezTo>
                    <a:pt x="3303" y="2602"/>
                    <a:pt x="3336" y="2736"/>
                    <a:pt x="3370" y="2869"/>
                  </a:cubicBezTo>
                  <a:cubicBezTo>
                    <a:pt x="3403" y="2969"/>
                    <a:pt x="3403" y="3036"/>
                    <a:pt x="3436" y="3103"/>
                  </a:cubicBezTo>
                  <a:cubicBezTo>
                    <a:pt x="3470" y="3303"/>
                    <a:pt x="3503" y="3503"/>
                    <a:pt x="3537" y="3703"/>
                  </a:cubicBezTo>
                  <a:cubicBezTo>
                    <a:pt x="3570" y="3903"/>
                    <a:pt x="3570" y="4103"/>
                    <a:pt x="3570" y="4303"/>
                  </a:cubicBezTo>
                  <a:cubicBezTo>
                    <a:pt x="3570" y="4437"/>
                    <a:pt x="3537" y="4570"/>
                    <a:pt x="3537" y="4704"/>
                  </a:cubicBezTo>
                  <a:cubicBezTo>
                    <a:pt x="3503" y="5004"/>
                    <a:pt x="3470" y="5271"/>
                    <a:pt x="3436" y="5571"/>
                  </a:cubicBezTo>
                  <a:cubicBezTo>
                    <a:pt x="3403" y="5838"/>
                    <a:pt x="3370" y="6138"/>
                    <a:pt x="3336" y="6438"/>
                  </a:cubicBezTo>
                  <a:cubicBezTo>
                    <a:pt x="3270" y="6705"/>
                    <a:pt x="3236" y="6972"/>
                    <a:pt x="3170" y="7272"/>
                  </a:cubicBezTo>
                  <a:cubicBezTo>
                    <a:pt x="3136" y="7406"/>
                    <a:pt x="3136" y="7539"/>
                    <a:pt x="3103" y="7673"/>
                  </a:cubicBezTo>
                  <a:cubicBezTo>
                    <a:pt x="3036" y="7839"/>
                    <a:pt x="3003" y="8006"/>
                    <a:pt x="2969" y="8173"/>
                  </a:cubicBezTo>
                  <a:cubicBezTo>
                    <a:pt x="2936" y="8340"/>
                    <a:pt x="2869" y="8506"/>
                    <a:pt x="2836" y="8673"/>
                  </a:cubicBezTo>
                  <a:cubicBezTo>
                    <a:pt x="2803" y="8740"/>
                    <a:pt x="2803" y="8773"/>
                    <a:pt x="2769" y="8840"/>
                  </a:cubicBezTo>
                  <a:cubicBezTo>
                    <a:pt x="2836" y="8807"/>
                    <a:pt x="2903" y="8740"/>
                    <a:pt x="2969" y="8707"/>
                  </a:cubicBezTo>
                  <a:cubicBezTo>
                    <a:pt x="3170" y="8607"/>
                    <a:pt x="3370" y="8473"/>
                    <a:pt x="3570" y="8373"/>
                  </a:cubicBezTo>
                  <a:cubicBezTo>
                    <a:pt x="3970" y="8140"/>
                    <a:pt x="4370" y="7939"/>
                    <a:pt x="4804" y="7773"/>
                  </a:cubicBezTo>
                  <a:cubicBezTo>
                    <a:pt x="4971" y="7706"/>
                    <a:pt x="5104" y="7673"/>
                    <a:pt x="5271" y="7606"/>
                  </a:cubicBezTo>
                  <a:cubicBezTo>
                    <a:pt x="5271" y="7606"/>
                    <a:pt x="5238" y="7572"/>
                    <a:pt x="5238" y="7572"/>
                  </a:cubicBezTo>
                  <a:cubicBezTo>
                    <a:pt x="5204" y="7306"/>
                    <a:pt x="5104" y="7072"/>
                    <a:pt x="5004" y="6839"/>
                  </a:cubicBezTo>
                  <a:cubicBezTo>
                    <a:pt x="4938" y="6605"/>
                    <a:pt x="4837" y="6338"/>
                    <a:pt x="4804" y="6105"/>
                  </a:cubicBezTo>
                  <a:cubicBezTo>
                    <a:pt x="4737" y="5838"/>
                    <a:pt x="4737" y="5571"/>
                    <a:pt x="4771" y="5338"/>
                  </a:cubicBezTo>
                  <a:cubicBezTo>
                    <a:pt x="4804" y="5104"/>
                    <a:pt x="4837" y="4871"/>
                    <a:pt x="4938" y="4670"/>
                  </a:cubicBezTo>
                  <a:cubicBezTo>
                    <a:pt x="4971" y="4504"/>
                    <a:pt x="5038" y="4337"/>
                    <a:pt x="5104" y="4203"/>
                  </a:cubicBezTo>
                  <a:cubicBezTo>
                    <a:pt x="5238" y="3903"/>
                    <a:pt x="5371" y="3603"/>
                    <a:pt x="5471" y="3269"/>
                  </a:cubicBezTo>
                  <a:cubicBezTo>
                    <a:pt x="5538" y="3036"/>
                    <a:pt x="5571" y="2769"/>
                    <a:pt x="5605" y="2536"/>
                  </a:cubicBezTo>
                  <a:cubicBezTo>
                    <a:pt x="5605" y="2302"/>
                    <a:pt x="5571" y="2069"/>
                    <a:pt x="5538" y="1868"/>
                  </a:cubicBezTo>
                  <a:cubicBezTo>
                    <a:pt x="5471" y="1602"/>
                    <a:pt x="5371" y="1335"/>
                    <a:pt x="5238" y="1068"/>
                  </a:cubicBezTo>
                  <a:cubicBezTo>
                    <a:pt x="5238" y="1068"/>
                    <a:pt x="5238" y="1068"/>
                    <a:pt x="5238" y="1034"/>
                  </a:cubicBezTo>
                  <a:lnTo>
                    <a:pt x="5138" y="868"/>
                  </a:lnTo>
                  <a:cubicBezTo>
                    <a:pt x="4404" y="668"/>
                    <a:pt x="3670" y="501"/>
                    <a:pt x="2903" y="367"/>
                  </a:cubicBezTo>
                  <a:cubicBezTo>
                    <a:pt x="1802" y="134"/>
                    <a:pt x="868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65"/>
            <p:cNvSpPr/>
            <p:nvPr/>
          </p:nvSpPr>
          <p:spPr>
            <a:xfrm>
              <a:off x="5571650" y="14064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65"/>
            <p:cNvSpPr/>
            <p:nvPr/>
          </p:nvSpPr>
          <p:spPr>
            <a:xfrm>
              <a:off x="5716750" y="12797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65"/>
            <p:cNvSpPr/>
            <p:nvPr/>
          </p:nvSpPr>
          <p:spPr>
            <a:xfrm>
              <a:off x="5380675" y="1100400"/>
              <a:ext cx="456200" cy="405300"/>
            </a:xfrm>
            <a:custGeom>
              <a:avLst/>
              <a:gdLst/>
              <a:ahLst/>
              <a:cxnLst/>
              <a:rect l="l" t="t" r="r" b="b"/>
              <a:pathLst>
                <a:path w="18248" h="16212" extrusionOk="0">
                  <a:moveTo>
                    <a:pt x="4337" y="3003"/>
                  </a:moveTo>
                  <a:cubicBezTo>
                    <a:pt x="4337" y="3004"/>
                    <a:pt x="4337" y="3006"/>
                    <a:pt x="4337" y="3008"/>
                  </a:cubicBezTo>
                  <a:lnTo>
                    <a:pt x="4337" y="3008"/>
                  </a:lnTo>
                  <a:cubicBezTo>
                    <a:pt x="4348" y="3007"/>
                    <a:pt x="4359" y="3005"/>
                    <a:pt x="4370" y="3003"/>
                  </a:cubicBezTo>
                  <a:close/>
                  <a:moveTo>
                    <a:pt x="9961" y="3309"/>
                  </a:moveTo>
                  <a:cubicBezTo>
                    <a:pt x="9965" y="3318"/>
                    <a:pt x="9970" y="3327"/>
                    <a:pt x="9974" y="3336"/>
                  </a:cubicBezTo>
                  <a:cubicBezTo>
                    <a:pt x="9974" y="3321"/>
                    <a:pt x="9968" y="3313"/>
                    <a:pt x="9961" y="3309"/>
                  </a:cubicBezTo>
                  <a:close/>
                  <a:moveTo>
                    <a:pt x="7006" y="8673"/>
                  </a:moveTo>
                  <a:cubicBezTo>
                    <a:pt x="7006" y="8707"/>
                    <a:pt x="7006" y="8740"/>
                    <a:pt x="7006" y="8773"/>
                  </a:cubicBezTo>
                  <a:cubicBezTo>
                    <a:pt x="7006" y="9040"/>
                    <a:pt x="7039" y="9307"/>
                    <a:pt x="7106" y="9541"/>
                  </a:cubicBezTo>
                  <a:cubicBezTo>
                    <a:pt x="7206" y="9941"/>
                    <a:pt x="7273" y="10341"/>
                    <a:pt x="7339" y="10775"/>
                  </a:cubicBezTo>
                  <a:cubicBezTo>
                    <a:pt x="7373" y="10875"/>
                    <a:pt x="7406" y="11008"/>
                    <a:pt x="7406" y="11142"/>
                  </a:cubicBezTo>
                  <a:cubicBezTo>
                    <a:pt x="7439" y="11275"/>
                    <a:pt x="7473" y="11442"/>
                    <a:pt x="7506" y="11609"/>
                  </a:cubicBezTo>
                  <a:cubicBezTo>
                    <a:pt x="7539" y="11842"/>
                    <a:pt x="7606" y="12042"/>
                    <a:pt x="7639" y="12242"/>
                  </a:cubicBezTo>
                  <a:lnTo>
                    <a:pt x="7639" y="12276"/>
                  </a:lnTo>
                  <a:cubicBezTo>
                    <a:pt x="7673" y="12409"/>
                    <a:pt x="7706" y="12543"/>
                    <a:pt x="7740" y="12676"/>
                  </a:cubicBezTo>
                  <a:lnTo>
                    <a:pt x="7773" y="12943"/>
                  </a:lnTo>
                  <a:cubicBezTo>
                    <a:pt x="7806" y="13043"/>
                    <a:pt x="7840" y="13143"/>
                    <a:pt x="7873" y="13243"/>
                  </a:cubicBezTo>
                  <a:cubicBezTo>
                    <a:pt x="7840" y="13176"/>
                    <a:pt x="7773" y="13076"/>
                    <a:pt x="7740" y="13010"/>
                  </a:cubicBezTo>
                  <a:cubicBezTo>
                    <a:pt x="7606" y="12743"/>
                    <a:pt x="7506" y="12476"/>
                    <a:pt x="7439" y="12242"/>
                  </a:cubicBezTo>
                  <a:cubicBezTo>
                    <a:pt x="7373" y="12042"/>
                    <a:pt x="7306" y="11876"/>
                    <a:pt x="7239" y="11709"/>
                  </a:cubicBezTo>
                  <a:cubicBezTo>
                    <a:pt x="7239" y="11642"/>
                    <a:pt x="7239" y="11609"/>
                    <a:pt x="7206" y="11575"/>
                  </a:cubicBezTo>
                  <a:cubicBezTo>
                    <a:pt x="7206" y="11475"/>
                    <a:pt x="7172" y="11375"/>
                    <a:pt x="7139" y="11275"/>
                  </a:cubicBezTo>
                  <a:cubicBezTo>
                    <a:pt x="7139" y="11142"/>
                    <a:pt x="7072" y="10975"/>
                    <a:pt x="7072" y="10841"/>
                  </a:cubicBezTo>
                  <a:cubicBezTo>
                    <a:pt x="7039" y="10675"/>
                    <a:pt x="7039" y="10508"/>
                    <a:pt x="7006" y="10341"/>
                  </a:cubicBezTo>
                  <a:cubicBezTo>
                    <a:pt x="7006" y="10141"/>
                    <a:pt x="6972" y="9974"/>
                    <a:pt x="6972" y="9807"/>
                  </a:cubicBezTo>
                  <a:cubicBezTo>
                    <a:pt x="6939" y="9607"/>
                    <a:pt x="6939" y="9374"/>
                    <a:pt x="6939" y="9174"/>
                  </a:cubicBezTo>
                  <a:cubicBezTo>
                    <a:pt x="6939" y="9007"/>
                    <a:pt x="6972" y="8840"/>
                    <a:pt x="7006" y="8673"/>
                  </a:cubicBezTo>
                  <a:close/>
                  <a:moveTo>
                    <a:pt x="16546" y="0"/>
                  </a:moveTo>
                  <a:cubicBezTo>
                    <a:pt x="16112" y="34"/>
                    <a:pt x="15712" y="67"/>
                    <a:pt x="15312" y="134"/>
                  </a:cubicBezTo>
                  <a:cubicBezTo>
                    <a:pt x="14811" y="201"/>
                    <a:pt x="14411" y="301"/>
                    <a:pt x="14044" y="401"/>
                  </a:cubicBezTo>
                  <a:cubicBezTo>
                    <a:pt x="13811" y="467"/>
                    <a:pt x="13577" y="534"/>
                    <a:pt x="13344" y="634"/>
                  </a:cubicBezTo>
                  <a:cubicBezTo>
                    <a:pt x="13444" y="701"/>
                    <a:pt x="13544" y="768"/>
                    <a:pt x="13610" y="834"/>
                  </a:cubicBezTo>
                  <a:cubicBezTo>
                    <a:pt x="13710" y="901"/>
                    <a:pt x="13844" y="1001"/>
                    <a:pt x="13944" y="1101"/>
                  </a:cubicBezTo>
                  <a:cubicBezTo>
                    <a:pt x="14044" y="1201"/>
                    <a:pt x="14177" y="1301"/>
                    <a:pt x="14278" y="1401"/>
                  </a:cubicBezTo>
                  <a:cubicBezTo>
                    <a:pt x="14478" y="1568"/>
                    <a:pt x="14678" y="1768"/>
                    <a:pt x="14845" y="1968"/>
                  </a:cubicBezTo>
                  <a:cubicBezTo>
                    <a:pt x="14945" y="2069"/>
                    <a:pt x="15045" y="2202"/>
                    <a:pt x="15111" y="2335"/>
                  </a:cubicBezTo>
                  <a:cubicBezTo>
                    <a:pt x="15178" y="2402"/>
                    <a:pt x="15212" y="2502"/>
                    <a:pt x="15278" y="2569"/>
                  </a:cubicBezTo>
                  <a:cubicBezTo>
                    <a:pt x="15345" y="2669"/>
                    <a:pt x="15412" y="2802"/>
                    <a:pt x="15478" y="2902"/>
                  </a:cubicBezTo>
                  <a:cubicBezTo>
                    <a:pt x="15578" y="3069"/>
                    <a:pt x="15645" y="3236"/>
                    <a:pt x="15745" y="3403"/>
                  </a:cubicBezTo>
                  <a:cubicBezTo>
                    <a:pt x="15879" y="3736"/>
                    <a:pt x="15979" y="4103"/>
                    <a:pt x="16012" y="4470"/>
                  </a:cubicBezTo>
                  <a:cubicBezTo>
                    <a:pt x="16045" y="4637"/>
                    <a:pt x="16045" y="4804"/>
                    <a:pt x="16045" y="5004"/>
                  </a:cubicBezTo>
                  <a:cubicBezTo>
                    <a:pt x="16079" y="5304"/>
                    <a:pt x="16079" y="5604"/>
                    <a:pt x="16112" y="5938"/>
                  </a:cubicBezTo>
                  <a:cubicBezTo>
                    <a:pt x="16112" y="6238"/>
                    <a:pt x="16146" y="6538"/>
                    <a:pt x="16212" y="6839"/>
                  </a:cubicBezTo>
                  <a:cubicBezTo>
                    <a:pt x="16246" y="7172"/>
                    <a:pt x="16279" y="7506"/>
                    <a:pt x="16346" y="7839"/>
                  </a:cubicBezTo>
                  <a:lnTo>
                    <a:pt x="16312" y="7839"/>
                  </a:lnTo>
                  <a:cubicBezTo>
                    <a:pt x="16246" y="7539"/>
                    <a:pt x="16146" y="7272"/>
                    <a:pt x="16045" y="7005"/>
                  </a:cubicBezTo>
                  <a:cubicBezTo>
                    <a:pt x="15979" y="6705"/>
                    <a:pt x="15912" y="6438"/>
                    <a:pt x="15812" y="6171"/>
                  </a:cubicBezTo>
                  <a:cubicBezTo>
                    <a:pt x="15779" y="6038"/>
                    <a:pt x="15779" y="5871"/>
                    <a:pt x="15745" y="5738"/>
                  </a:cubicBezTo>
                  <a:cubicBezTo>
                    <a:pt x="15712" y="5604"/>
                    <a:pt x="15679" y="5471"/>
                    <a:pt x="15679" y="5338"/>
                  </a:cubicBezTo>
                  <a:cubicBezTo>
                    <a:pt x="15612" y="5037"/>
                    <a:pt x="15578" y="4704"/>
                    <a:pt x="15512" y="4404"/>
                  </a:cubicBezTo>
                  <a:cubicBezTo>
                    <a:pt x="15445" y="4137"/>
                    <a:pt x="15378" y="3903"/>
                    <a:pt x="15245" y="3670"/>
                  </a:cubicBezTo>
                  <a:cubicBezTo>
                    <a:pt x="15212" y="3603"/>
                    <a:pt x="15178" y="3536"/>
                    <a:pt x="15145" y="3436"/>
                  </a:cubicBezTo>
                  <a:cubicBezTo>
                    <a:pt x="15011" y="3203"/>
                    <a:pt x="14878" y="2969"/>
                    <a:pt x="14711" y="2736"/>
                  </a:cubicBezTo>
                  <a:cubicBezTo>
                    <a:pt x="14578" y="2469"/>
                    <a:pt x="14411" y="2235"/>
                    <a:pt x="14211" y="2002"/>
                  </a:cubicBezTo>
                  <a:cubicBezTo>
                    <a:pt x="14111" y="1902"/>
                    <a:pt x="14011" y="1802"/>
                    <a:pt x="13944" y="1668"/>
                  </a:cubicBezTo>
                  <a:cubicBezTo>
                    <a:pt x="13644" y="1368"/>
                    <a:pt x="13377" y="1068"/>
                    <a:pt x="13077" y="768"/>
                  </a:cubicBezTo>
                  <a:lnTo>
                    <a:pt x="13010" y="734"/>
                  </a:lnTo>
                  <a:cubicBezTo>
                    <a:pt x="12510" y="901"/>
                    <a:pt x="11943" y="1068"/>
                    <a:pt x="11309" y="1268"/>
                  </a:cubicBezTo>
                  <a:cubicBezTo>
                    <a:pt x="11309" y="1268"/>
                    <a:pt x="11342" y="1301"/>
                    <a:pt x="11342" y="1335"/>
                  </a:cubicBezTo>
                  <a:cubicBezTo>
                    <a:pt x="11509" y="1535"/>
                    <a:pt x="11676" y="1735"/>
                    <a:pt x="11842" y="1968"/>
                  </a:cubicBezTo>
                  <a:cubicBezTo>
                    <a:pt x="11943" y="2102"/>
                    <a:pt x="12043" y="2202"/>
                    <a:pt x="12109" y="2335"/>
                  </a:cubicBezTo>
                  <a:cubicBezTo>
                    <a:pt x="12176" y="2469"/>
                    <a:pt x="12276" y="2569"/>
                    <a:pt x="12343" y="2702"/>
                  </a:cubicBezTo>
                  <a:cubicBezTo>
                    <a:pt x="12510" y="2936"/>
                    <a:pt x="12643" y="3203"/>
                    <a:pt x="12776" y="3470"/>
                  </a:cubicBezTo>
                  <a:cubicBezTo>
                    <a:pt x="12910" y="3770"/>
                    <a:pt x="13043" y="4103"/>
                    <a:pt x="13143" y="4470"/>
                  </a:cubicBezTo>
                  <a:cubicBezTo>
                    <a:pt x="13210" y="4670"/>
                    <a:pt x="13277" y="4871"/>
                    <a:pt x="13310" y="5104"/>
                  </a:cubicBezTo>
                  <a:cubicBezTo>
                    <a:pt x="13377" y="5404"/>
                    <a:pt x="13444" y="5704"/>
                    <a:pt x="13510" y="6038"/>
                  </a:cubicBezTo>
                  <a:cubicBezTo>
                    <a:pt x="13610" y="6672"/>
                    <a:pt x="13610" y="7306"/>
                    <a:pt x="13610" y="7973"/>
                  </a:cubicBezTo>
                  <a:cubicBezTo>
                    <a:pt x="13577" y="7706"/>
                    <a:pt x="13510" y="7439"/>
                    <a:pt x="13444" y="7172"/>
                  </a:cubicBezTo>
                  <a:lnTo>
                    <a:pt x="13444" y="7139"/>
                  </a:lnTo>
                  <a:cubicBezTo>
                    <a:pt x="13410" y="7039"/>
                    <a:pt x="13410" y="6939"/>
                    <a:pt x="13377" y="6805"/>
                  </a:cubicBezTo>
                  <a:cubicBezTo>
                    <a:pt x="13277" y="6505"/>
                    <a:pt x="13210" y="6205"/>
                    <a:pt x="13110" y="5905"/>
                  </a:cubicBezTo>
                  <a:cubicBezTo>
                    <a:pt x="13010" y="5604"/>
                    <a:pt x="12910" y="5271"/>
                    <a:pt x="12810" y="4937"/>
                  </a:cubicBezTo>
                  <a:cubicBezTo>
                    <a:pt x="12643" y="4404"/>
                    <a:pt x="12443" y="3870"/>
                    <a:pt x="12209" y="3336"/>
                  </a:cubicBezTo>
                  <a:cubicBezTo>
                    <a:pt x="12176" y="3203"/>
                    <a:pt x="12109" y="3069"/>
                    <a:pt x="12043" y="2969"/>
                  </a:cubicBezTo>
                  <a:cubicBezTo>
                    <a:pt x="11976" y="2802"/>
                    <a:pt x="11909" y="2669"/>
                    <a:pt x="11842" y="2536"/>
                  </a:cubicBezTo>
                  <a:lnTo>
                    <a:pt x="11542" y="2035"/>
                  </a:lnTo>
                  <a:cubicBezTo>
                    <a:pt x="11476" y="1868"/>
                    <a:pt x="11375" y="1735"/>
                    <a:pt x="11309" y="1602"/>
                  </a:cubicBezTo>
                  <a:cubicBezTo>
                    <a:pt x="11242" y="1501"/>
                    <a:pt x="11209" y="1401"/>
                    <a:pt x="11142" y="1301"/>
                  </a:cubicBezTo>
                  <a:cubicBezTo>
                    <a:pt x="11109" y="1301"/>
                    <a:pt x="11075" y="1335"/>
                    <a:pt x="11042" y="1335"/>
                  </a:cubicBezTo>
                  <a:cubicBezTo>
                    <a:pt x="10508" y="1501"/>
                    <a:pt x="10008" y="1635"/>
                    <a:pt x="9507" y="1768"/>
                  </a:cubicBezTo>
                  <a:cubicBezTo>
                    <a:pt x="9541" y="1935"/>
                    <a:pt x="9608" y="2102"/>
                    <a:pt x="9708" y="2269"/>
                  </a:cubicBezTo>
                  <a:cubicBezTo>
                    <a:pt x="9874" y="2569"/>
                    <a:pt x="10041" y="2836"/>
                    <a:pt x="10241" y="3103"/>
                  </a:cubicBezTo>
                  <a:cubicBezTo>
                    <a:pt x="10341" y="3269"/>
                    <a:pt x="10441" y="3436"/>
                    <a:pt x="10542" y="3603"/>
                  </a:cubicBezTo>
                  <a:cubicBezTo>
                    <a:pt x="10675" y="3803"/>
                    <a:pt x="10775" y="4003"/>
                    <a:pt x="10875" y="4237"/>
                  </a:cubicBezTo>
                  <a:cubicBezTo>
                    <a:pt x="11009" y="4437"/>
                    <a:pt x="11109" y="4637"/>
                    <a:pt x="11209" y="4871"/>
                  </a:cubicBezTo>
                  <a:cubicBezTo>
                    <a:pt x="11309" y="5104"/>
                    <a:pt x="11409" y="5338"/>
                    <a:pt x="11476" y="5604"/>
                  </a:cubicBezTo>
                  <a:cubicBezTo>
                    <a:pt x="11576" y="5905"/>
                    <a:pt x="11609" y="6205"/>
                    <a:pt x="11642" y="6538"/>
                  </a:cubicBezTo>
                  <a:cubicBezTo>
                    <a:pt x="11642" y="6805"/>
                    <a:pt x="11676" y="7072"/>
                    <a:pt x="11676" y="7306"/>
                  </a:cubicBezTo>
                  <a:cubicBezTo>
                    <a:pt x="11676" y="7439"/>
                    <a:pt x="11676" y="7572"/>
                    <a:pt x="11676" y="7673"/>
                  </a:cubicBezTo>
                  <a:cubicBezTo>
                    <a:pt x="11709" y="7806"/>
                    <a:pt x="11709" y="7939"/>
                    <a:pt x="11709" y="8073"/>
                  </a:cubicBezTo>
                  <a:cubicBezTo>
                    <a:pt x="11709" y="8206"/>
                    <a:pt x="11709" y="8340"/>
                    <a:pt x="11742" y="8473"/>
                  </a:cubicBezTo>
                  <a:cubicBezTo>
                    <a:pt x="11742" y="8607"/>
                    <a:pt x="11776" y="8773"/>
                    <a:pt x="11809" y="8907"/>
                  </a:cubicBezTo>
                  <a:cubicBezTo>
                    <a:pt x="11709" y="8707"/>
                    <a:pt x="11642" y="8506"/>
                    <a:pt x="11609" y="8273"/>
                  </a:cubicBezTo>
                  <a:cubicBezTo>
                    <a:pt x="11542" y="8073"/>
                    <a:pt x="11509" y="7873"/>
                    <a:pt x="11476" y="7673"/>
                  </a:cubicBezTo>
                  <a:lnTo>
                    <a:pt x="11375" y="7072"/>
                  </a:lnTo>
                  <a:cubicBezTo>
                    <a:pt x="11309" y="6805"/>
                    <a:pt x="11275" y="6505"/>
                    <a:pt x="11209" y="6205"/>
                  </a:cubicBezTo>
                  <a:cubicBezTo>
                    <a:pt x="11142" y="5971"/>
                    <a:pt x="11075" y="5704"/>
                    <a:pt x="10975" y="5438"/>
                  </a:cubicBezTo>
                  <a:cubicBezTo>
                    <a:pt x="10908" y="5271"/>
                    <a:pt x="10842" y="5137"/>
                    <a:pt x="10742" y="4971"/>
                  </a:cubicBezTo>
                  <a:cubicBezTo>
                    <a:pt x="10675" y="4770"/>
                    <a:pt x="10575" y="4570"/>
                    <a:pt x="10475" y="4370"/>
                  </a:cubicBezTo>
                  <a:cubicBezTo>
                    <a:pt x="10408" y="4203"/>
                    <a:pt x="10308" y="4003"/>
                    <a:pt x="10208" y="3803"/>
                  </a:cubicBezTo>
                  <a:cubicBezTo>
                    <a:pt x="10108" y="3636"/>
                    <a:pt x="10041" y="3470"/>
                    <a:pt x="9941" y="3303"/>
                  </a:cubicBezTo>
                  <a:lnTo>
                    <a:pt x="9941" y="3303"/>
                  </a:lnTo>
                  <a:cubicBezTo>
                    <a:pt x="9941" y="3303"/>
                    <a:pt x="9952" y="3303"/>
                    <a:pt x="9961" y="3309"/>
                  </a:cubicBezTo>
                  <a:lnTo>
                    <a:pt x="9961" y="3309"/>
                  </a:lnTo>
                  <a:cubicBezTo>
                    <a:pt x="9899" y="3184"/>
                    <a:pt x="9836" y="3060"/>
                    <a:pt x="9774" y="2936"/>
                  </a:cubicBezTo>
                  <a:cubicBezTo>
                    <a:pt x="9674" y="2702"/>
                    <a:pt x="9541" y="2502"/>
                    <a:pt x="9474" y="2302"/>
                  </a:cubicBezTo>
                  <a:cubicBezTo>
                    <a:pt x="9407" y="2135"/>
                    <a:pt x="9374" y="2002"/>
                    <a:pt x="9341" y="1835"/>
                  </a:cubicBezTo>
                  <a:cubicBezTo>
                    <a:pt x="9241" y="1868"/>
                    <a:pt x="9141" y="1902"/>
                    <a:pt x="9007" y="1902"/>
                  </a:cubicBezTo>
                  <a:cubicBezTo>
                    <a:pt x="8640" y="2002"/>
                    <a:pt x="8273" y="2102"/>
                    <a:pt x="7906" y="2202"/>
                  </a:cubicBezTo>
                  <a:cubicBezTo>
                    <a:pt x="7973" y="2302"/>
                    <a:pt x="8006" y="2435"/>
                    <a:pt x="8073" y="2536"/>
                  </a:cubicBezTo>
                  <a:cubicBezTo>
                    <a:pt x="8173" y="2869"/>
                    <a:pt x="8240" y="3203"/>
                    <a:pt x="8307" y="3570"/>
                  </a:cubicBezTo>
                  <a:cubicBezTo>
                    <a:pt x="8307" y="3536"/>
                    <a:pt x="8307" y="3536"/>
                    <a:pt x="8307" y="3536"/>
                  </a:cubicBezTo>
                  <a:cubicBezTo>
                    <a:pt x="8340" y="3570"/>
                    <a:pt x="8340" y="3636"/>
                    <a:pt x="8340" y="3670"/>
                  </a:cubicBezTo>
                  <a:cubicBezTo>
                    <a:pt x="8407" y="4003"/>
                    <a:pt x="8473" y="4337"/>
                    <a:pt x="8540" y="4670"/>
                  </a:cubicBezTo>
                  <a:cubicBezTo>
                    <a:pt x="8573" y="4904"/>
                    <a:pt x="8607" y="5171"/>
                    <a:pt x="8640" y="5404"/>
                  </a:cubicBezTo>
                  <a:cubicBezTo>
                    <a:pt x="8740" y="6005"/>
                    <a:pt x="8807" y="6605"/>
                    <a:pt x="8874" y="7206"/>
                  </a:cubicBezTo>
                  <a:cubicBezTo>
                    <a:pt x="8840" y="7072"/>
                    <a:pt x="8807" y="6939"/>
                    <a:pt x="8774" y="6805"/>
                  </a:cubicBezTo>
                  <a:cubicBezTo>
                    <a:pt x="8674" y="6205"/>
                    <a:pt x="8540" y="5604"/>
                    <a:pt x="8440" y="5004"/>
                  </a:cubicBezTo>
                  <a:cubicBezTo>
                    <a:pt x="8373" y="4704"/>
                    <a:pt x="8307" y="4437"/>
                    <a:pt x="8273" y="4170"/>
                  </a:cubicBezTo>
                  <a:lnTo>
                    <a:pt x="8207" y="3703"/>
                  </a:lnTo>
                  <a:lnTo>
                    <a:pt x="8140" y="3369"/>
                  </a:lnTo>
                  <a:cubicBezTo>
                    <a:pt x="8106" y="3169"/>
                    <a:pt x="8073" y="2969"/>
                    <a:pt x="8006" y="2769"/>
                  </a:cubicBezTo>
                  <a:cubicBezTo>
                    <a:pt x="7973" y="2602"/>
                    <a:pt x="7940" y="2402"/>
                    <a:pt x="7873" y="2235"/>
                  </a:cubicBezTo>
                  <a:cubicBezTo>
                    <a:pt x="7873" y="2235"/>
                    <a:pt x="7873" y="2202"/>
                    <a:pt x="7873" y="2202"/>
                  </a:cubicBezTo>
                  <a:cubicBezTo>
                    <a:pt x="7573" y="2269"/>
                    <a:pt x="7306" y="2335"/>
                    <a:pt x="7006" y="2402"/>
                  </a:cubicBezTo>
                  <a:lnTo>
                    <a:pt x="6572" y="2502"/>
                  </a:lnTo>
                  <a:cubicBezTo>
                    <a:pt x="6339" y="2569"/>
                    <a:pt x="6072" y="2636"/>
                    <a:pt x="5838" y="2702"/>
                  </a:cubicBezTo>
                  <a:cubicBezTo>
                    <a:pt x="5838" y="2802"/>
                    <a:pt x="5838" y="2902"/>
                    <a:pt x="5838" y="3003"/>
                  </a:cubicBezTo>
                  <a:cubicBezTo>
                    <a:pt x="5872" y="3303"/>
                    <a:pt x="5872" y="3636"/>
                    <a:pt x="5905" y="3937"/>
                  </a:cubicBezTo>
                  <a:cubicBezTo>
                    <a:pt x="5972" y="4537"/>
                    <a:pt x="6072" y="5137"/>
                    <a:pt x="6172" y="5738"/>
                  </a:cubicBezTo>
                  <a:cubicBezTo>
                    <a:pt x="6238" y="5971"/>
                    <a:pt x="6305" y="6205"/>
                    <a:pt x="6372" y="6405"/>
                  </a:cubicBezTo>
                  <a:cubicBezTo>
                    <a:pt x="6439" y="6572"/>
                    <a:pt x="6539" y="6705"/>
                    <a:pt x="6605" y="6872"/>
                  </a:cubicBezTo>
                  <a:cubicBezTo>
                    <a:pt x="6672" y="7039"/>
                    <a:pt x="6739" y="7172"/>
                    <a:pt x="6839" y="7339"/>
                  </a:cubicBezTo>
                  <a:cubicBezTo>
                    <a:pt x="6839" y="7372"/>
                    <a:pt x="6872" y="7406"/>
                    <a:pt x="6906" y="7439"/>
                  </a:cubicBezTo>
                  <a:lnTo>
                    <a:pt x="6872" y="7439"/>
                  </a:lnTo>
                  <a:cubicBezTo>
                    <a:pt x="6739" y="7272"/>
                    <a:pt x="6605" y="7105"/>
                    <a:pt x="6472" y="6905"/>
                  </a:cubicBezTo>
                  <a:cubicBezTo>
                    <a:pt x="6372" y="6772"/>
                    <a:pt x="6305" y="6672"/>
                    <a:pt x="6205" y="6538"/>
                  </a:cubicBezTo>
                  <a:cubicBezTo>
                    <a:pt x="6172" y="6438"/>
                    <a:pt x="6105" y="6338"/>
                    <a:pt x="6038" y="6205"/>
                  </a:cubicBezTo>
                  <a:cubicBezTo>
                    <a:pt x="5938" y="5971"/>
                    <a:pt x="5838" y="5704"/>
                    <a:pt x="5805" y="5438"/>
                  </a:cubicBezTo>
                  <a:cubicBezTo>
                    <a:pt x="5705" y="5171"/>
                    <a:pt x="5671" y="4871"/>
                    <a:pt x="5638" y="4604"/>
                  </a:cubicBezTo>
                  <a:cubicBezTo>
                    <a:pt x="5605" y="4303"/>
                    <a:pt x="5605" y="4037"/>
                    <a:pt x="5605" y="3770"/>
                  </a:cubicBezTo>
                  <a:cubicBezTo>
                    <a:pt x="5638" y="3470"/>
                    <a:pt x="5638" y="3169"/>
                    <a:pt x="5671" y="2902"/>
                  </a:cubicBezTo>
                  <a:cubicBezTo>
                    <a:pt x="5671" y="2836"/>
                    <a:pt x="5671" y="2802"/>
                    <a:pt x="5671" y="2736"/>
                  </a:cubicBezTo>
                  <a:lnTo>
                    <a:pt x="5638" y="2736"/>
                  </a:lnTo>
                  <a:cubicBezTo>
                    <a:pt x="5304" y="2836"/>
                    <a:pt x="4904" y="2902"/>
                    <a:pt x="4471" y="2969"/>
                  </a:cubicBezTo>
                  <a:cubicBezTo>
                    <a:pt x="4437" y="3036"/>
                    <a:pt x="4437" y="3103"/>
                    <a:pt x="4404" y="3136"/>
                  </a:cubicBezTo>
                  <a:cubicBezTo>
                    <a:pt x="4404" y="3203"/>
                    <a:pt x="4370" y="3236"/>
                    <a:pt x="4370" y="3269"/>
                  </a:cubicBezTo>
                  <a:cubicBezTo>
                    <a:pt x="4304" y="3403"/>
                    <a:pt x="4270" y="3536"/>
                    <a:pt x="4204" y="3670"/>
                  </a:cubicBezTo>
                  <a:cubicBezTo>
                    <a:pt x="4137" y="3870"/>
                    <a:pt x="4037" y="4070"/>
                    <a:pt x="3937" y="4270"/>
                  </a:cubicBezTo>
                  <a:cubicBezTo>
                    <a:pt x="3837" y="4504"/>
                    <a:pt x="3737" y="4704"/>
                    <a:pt x="3637" y="4937"/>
                  </a:cubicBezTo>
                  <a:cubicBezTo>
                    <a:pt x="3570" y="5071"/>
                    <a:pt x="3503" y="5204"/>
                    <a:pt x="3436" y="5338"/>
                  </a:cubicBezTo>
                  <a:cubicBezTo>
                    <a:pt x="3270" y="5638"/>
                    <a:pt x="3170" y="5938"/>
                    <a:pt x="3070" y="6238"/>
                  </a:cubicBezTo>
                  <a:cubicBezTo>
                    <a:pt x="2969" y="6572"/>
                    <a:pt x="2903" y="6872"/>
                    <a:pt x="2869" y="7206"/>
                  </a:cubicBezTo>
                  <a:cubicBezTo>
                    <a:pt x="2836" y="7439"/>
                    <a:pt x="2803" y="7673"/>
                    <a:pt x="2803" y="7906"/>
                  </a:cubicBezTo>
                  <a:cubicBezTo>
                    <a:pt x="2769" y="8173"/>
                    <a:pt x="2769" y="8473"/>
                    <a:pt x="2736" y="8740"/>
                  </a:cubicBezTo>
                  <a:lnTo>
                    <a:pt x="2736" y="8773"/>
                  </a:lnTo>
                  <a:cubicBezTo>
                    <a:pt x="2736" y="9074"/>
                    <a:pt x="2736" y="9407"/>
                    <a:pt x="2803" y="9707"/>
                  </a:cubicBezTo>
                  <a:cubicBezTo>
                    <a:pt x="2836" y="9841"/>
                    <a:pt x="2836" y="10008"/>
                    <a:pt x="2869" y="10141"/>
                  </a:cubicBezTo>
                  <a:cubicBezTo>
                    <a:pt x="2903" y="10374"/>
                    <a:pt x="2936" y="10641"/>
                    <a:pt x="3003" y="10875"/>
                  </a:cubicBezTo>
                  <a:cubicBezTo>
                    <a:pt x="2903" y="10641"/>
                    <a:pt x="2836" y="10408"/>
                    <a:pt x="2736" y="10141"/>
                  </a:cubicBezTo>
                  <a:cubicBezTo>
                    <a:pt x="2703" y="10008"/>
                    <a:pt x="2669" y="9874"/>
                    <a:pt x="2603" y="9741"/>
                  </a:cubicBezTo>
                  <a:cubicBezTo>
                    <a:pt x="2569" y="9574"/>
                    <a:pt x="2536" y="9440"/>
                    <a:pt x="2502" y="9274"/>
                  </a:cubicBezTo>
                  <a:cubicBezTo>
                    <a:pt x="2469" y="9107"/>
                    <a:pt x="2436" y="8940"/>
                    <a:pt x="2436" y="8773"/>
                  </a:cubicBezTo>
                  <a:cubicBezTo>
                    <a:pt x="2402" y="8473"/>
                    <a:pt x="2402" y="8140"/>
                    <a:pt x="2402" y="7839"/>
                  </a:cubicBezTo>
                  <a:cubicBezTo>
                    <a:pt x="2402" y="7706"/>
                    <a:pt x="2402" y="7572"/>
                    <a:pt x="2436" y="7439"/>
                  </a:cubicBezTo>
                  <a:cubicBezTo>
                    <a:pt x="2436" y="7272"/>
                    <a:pt x="2436" y="7105"/>
                    <a:pt x="2469" y="6939"/>
                  </a:cubicBezTo>
                  <a:cubicBezTo>
                    <a:pt x="2536" y="6572"/>
                    <a:pt x="2603" y="6238"/>
                    <a:pt x="2736" y="5905"/>
                  </a:cubicBezTo>
                  <a:cubicBezTo>
                    <a:pt x="2869" y="5638"/>
                    <a:pt x="3003" y="5371"/>
                    <a:pt x="3136" y="5137"/>
                  </a:cubicBezTo>
                  <a:lnTo>
                    <a:pt x="3370" y="4770"/>
                  </a:lnTo>
                  <a:cubicBezTo>
                    <a:pt x="3436" y="4637"/>
                    <a:pt x="3503" y="4537"/>
                    <a:pt x="3603" y="4437"/>
                  </a:cubicBezTo>
                  <a:cubicBezTo>
                    <a:pt x="3670" y="4270"/>
                    <a:pt x="3770" y="4137"/>
                    <a:pt x="3837" y="4003"/>
                  </a:cubicBezTo>
                  <a:cubicBezTo>
                    <a:pt x="3903" y="3903"/>
                    <a:pt x="3970" y="3803"/>
                    <a:pt x="4004" y="3703"/>
                  </a:cubicBezTo>
                  <a:cubicBezTo>
                    <a:pt x="4037" y="3636"/>
                    <a:pt x="4070" y="3570"/>
                    <a:pt x="4137" y="3503"/>
                  </a:cubicBezTo>
                  <a:cubicBezTo>
                    <a:pt x="4170" y="3403"/>
                    <a:pt x="4204" y="3303"/>
                    <a:pt x="4270" y="3203"/>
                  </a:cubicBezTo>
                  <a:cubicBezTo>
                    <a:pt x="4303" y="3170"/>
                    <a:pt x="4335" y="3075"/>
                    <a:pt x="4337" y="3008"/>
                  </a:cubicBezTo>
                  <a:lnTo>
                    <a:pt x="4337" y="3008"/>
                  </a:lnTo>
                  <a:cubicBezTo>
                    <a:pt x="3979" y="3071"/>
                    <a:pt x="3591" y="3104"/>
                    <a:pt x="3203" y="3136"/>
                  </a:cubicBezTo>
                  <a:cubicBezTo>
                    <a:pt x="2969" y="3169"/>
                    <a:pt x="2769" y="3203"/>
                    <a:pt x="2536" y="3203"/>
                  </a:cubicBezTo>
                  <a:cubicBezTo>
                    <a:pt x="2502" y="3236"/>
                    <a:pt x="2469" y="3269"/>
                    <a:pt x="2436" y="3303"/>
                  </a:cubicBezTo>
                  <a:cubicBezTo>
                    <a:pt x="2369" y="3369"/>
                    <a:pt x="2302" y="3436"/>
                    <a:pt x="2236" y="3536"/>
                  </a:cubicBezTo>
                  <a:cubicBezTo>
                    <a:pt x="2169" y="3603"/>
                    <a:pt x="2102" y="3670"/>
                    <a:pt x="2035" y="3770"/>
                  </a:cubicBezTo>
                  <a:cubicBezTo>
                    <a:pt x="1835" y="3970"/>
                    <a:pt x="1669" y="4170"/>
                    <a:pt x="1502" y="4370"/>
                  </a:cubicBezTo>
                  <a:cubicBezTo>
                    <a:pt x="1435" y="4470"/>
                    <a:pt x="1368" y="4537"/>
                    <a:pt x="1302" y="4637"/>
                  </a:cubicBezTo>
                  <a:lnTo>
                    <a:pt x="1068" y="4971"/>
                  </a:lnTo>
                  <a:cubicBezTo>
                    <a:pt x="968" y="5137"/>
                    <a:pt x="868" y="5271"/>
                    <a:pt x="801" y="5438"/>
                  </a:cubicBezTo>
                  <a:cubicBezTo>
                    <a:pt x="768" y="5504"/>
                    <a:pt x="701" y="5604"/>
                    <a:pt x="668" y="5671"/>
                  </a:cubicBezTo>
                  <a:cubicBezTo>
                    <a:pt x="634" y="5771"/>
                    <a:pt x="568" y="5871"/>
                    <a:pt x="534" y="5971"/>
                  </a:cubicBezTo>
                  <a:cubicBezTo>
                    <a:pt x="501" y="6071"/>
                    <a:pt x="468" y="6171"/>
                    <a:pt x="401" y="6272"/>
                  </a:cubicBezTo>
                  <a:cubicBezTo>
                    <a:pt x="368" y="6338"/>
                    <a:pt x="368" y="6405"/>
                    <a:pt x="334" y="6505"/>
                  </a:cubicBezTo>
                  <a:cubicBezTo>
                    <a:pt x="301" y="6572"/>
                    <a:pt x="268" y="6672"/>
                    <a:pt x="234" y="6772"/>
                  </a:cubicBezTo>
                  <a:cubicBezTo>
                    <a:pt x="201" y="6839"/>
                    <a:pt x="167" y="6939"/>
                    <a:pt x="134" y="7005"/>
                  </a:cubicBezTo>
                  <a:cubicBezTo>
                    <a:pt x="134" y="7105"/>
                    <a:pt x="101" y="7172"/>
                    <a:pt x="67" y="7272"/>
                  </a:cubicBezTo>
                  <a:cubicBezTo>
                    <a:pt x="67" y="7339"/>
                    <a:pt x="34" y="7439"/>
                    <a:pt x="34" y="7539"/>
                  </a:cubicBezTo>
                  <a:cubicBezTo>
                    <a:pt x="1" y="7673"/>
                    <a:pt x="1" y="7806"/>
                    <a:pt x="1" y="7973"/>
                  </a:cubicBezTo>
                  <a:cubicBezTo>
                    <a:pt x="1" y="8240"/>
                    <a:pt x="1" y="8473"/>
                    <a:pt x="1" y="8740"/>
                  </a:cubicBezTo>
                  <a:cubicBezTo>
                    <a:pt x="34" y="8907"/>
                    <a:pt x="34" y="9040"/>
                    <a:pt x="34" y="9207"/>
                  </a:cubicBezTo>
                  <a:cubicBezTo>
                    <a:pt x="67" y="9307"/>
                    <a:pt x="67" y="9440"/>
                    <a:pt x="101" y="9574"/>
                  </a:cubicBezTo>
                  <a:cubicBezTo>
                    <a:pt x="101" y="9641"/>
                    <a:pt x="134" y="9741"/>
                    <a:pt x="167" y="9807"/>
                  </a:cubicBezTo>
                  <a:cubicBezTo>
                    <a:pt x="201" y="9941"/>
                    <a:pt x="234" y="10041"/>
                    <a:pt x="301" y="10141"/>
                  </a:cubicBezTo>
                  <a:cubicBezTo>
                    <a:pt x="334" y="10241"/>
                    <a:pt x="368" y="10341"/>
                    <a:pt x="401" y="10408"/>
                  </a:cubicBezTo>
                  <a:cubicBezTo>
                    <a:pt x="468" y="10541"/>
                    <a:pt x="534" y="10675"/>
                    <a:pt x="568" y="10808"/>
                  </a:cubicBezTo>
                  <a:cubicBezTo>
                    <a:pt x="701" y="11142"/>
                    <a:pt x="768" y="11475"/>
                    <a:pt x="801" y="11842"/>
                  </a:cubicBezTo>
                  <a:cubicBezTo>
                    <a:pt x="801" y="11976"/>
                    <a:pt x="801" y="12142"/>
                    <a:pt x="835" y="12276"/>
                  </a:cubicBezTo>
                  <a:cubicBezTo>
                    <a:pt x="835" y="12409"/>
                    <a:pt x="835" y="12509"/>
                    <a:pt x="835" y="12643"/>
                  </a:cubicBezTo>
                  <a:cubicBezTo>
                    <a:pt x="868" y="12776"/>
                    <a:pt x="868" y="12876"/>
                    <a:pt x="868" y="13010"/>
                  </a:cubicBezTo>
                  <a:cubicBezTo>
                    <a:pt x="901" y="13243"/>
                    <a:pt x="935" y="13510"/>
                    <a:pt x="968" y="13744"/>
                  </a:cubicBezTo>
                  <a:cubicBezTo>
                    <a:pt x="1001" y="13877"/>
                    <a:pt x="1035" y="14010"/>
                    <a:pt x="1035" y="14110"/>
                  </a:cubicBezTo>
                  <a:cubicBezTo>
                    <a:pt x="1068" y="14311"/>
                    <a:pt x="1101" y="14477"/>
                    <a:pt x="1135" y="14644"/>
                  </a:cubicBezTo>
                  <a:cubicBezTo>
                    <a:pt x="1235" y="15044"/>
                    <a:pt x="1368" y="15378"/>
                    <a:pt x="1535" y="15745"/>
                  </a:cubicBezTo>
                  <a:cubicBezTo>
                    <a:pt x="1568" y="15845"/>
                    <a:pt x="1602" y="15978"/>
                    <a:pt x="1669" y="16079"/>
                  </a:cubicBezTo>
                  <a:cubicBezTo>
                    <a:pt x="2035" y="16112"/>
                    <a:pt x="2436" y="16145"/>
                    <a:pt x="2869" y="16179"/>
                  </a:cubicBezTo>
                  <a:cubicBezTo>
                    <a:pt x="3303" y="16212"/>
                    <a:pt x="3737" y="16212"/>
                    <a:pt x="4204" y="16212"/>
                  </a:cubicBezTo>
                  <a:cubicBezTo>
                    <a:pt x="4137" y="16112"/>
                    <a:pt x="4070" y="16012"/>
                    <a:pt x="4004" y="15912"/>
                  </a:cubicBezTo>
                  <a:cubicBezTo>
                    <a:pt x="3870" y="15678"/>
                    <a:pt x="3737" y="15478"/>
                    <a:pt x="3603" y="15245"/>
                  </a:cubicBezTo>
                  <a:cubicBezTo>
                    <a:pt x="3303" y="14711"/>
                    <a:pt x="3070" y="14144"/>
                    <a:pt x="2803" y="13610"/>
                  </a:cubicBezTo>
                  <a:lnTo>
                    <a:pt x="2836" y="13610"/>
                  </a:lnTo>
                  <a:cubicBezTo>
                    <a:pt x="3103" y="14044"/>
                    <a:pt x="3403" y="14477"/>
                    <a:pt x="3670" y="14911"/>
                  </a:cubicBezTo>
                  <a:cubicBezTo>
                    <a:pt x="3803" y="15111"/>
                    <a:pt x="3937" y="15311"/>
                    <a:pt x="4037" y="15545"/>
                  </a:cubicBezTo>
                  <a:cubicBezTo>
                    <a:pt x="4170" y="15745"/>
                    <a:pt x="4304" y="15945"/>
                    <a:pt x="4404" y="16145"/>
                  </a:cubicBezTo>
                  <a:cubicBezTo>
                    <a:pt x="4404" y="16179"/>
                    <a:pt x="4437" y="16179"/>
                    <a:pt x="4437" y="16212"/>
                  </a:cubicBezTo>
                  <a:cubicBezTo>
                    <a:pt x="4671" y="16212"/>
                    <a:pt x="4938" y="16179"/>
                    <a:pt x="5204" y="16179"/>
                  </a:cubicBezTo>
                  <a:cubicBezTo>
                    <a:pt x="5405" y="16145"/>
                    <a:pt x="5571" y="16145"/>
                    <a:pt x="5771" y="16112"/>
                  </a:cubicBezTo>
                  <a:cubicBezTo>
                    <a:pt x="5571" y="15845"/>
                    <a:pt x="5405" y="15545"/>
                    <a:pt x="5204" y="15278"/>
                  </a:cubicBezTo>
                  <a:cubicBezTo>
                    <a:pt x="4938" y="14844"/>
                    <a:pt x="4637" y="14411"/>
                    <a:pt x="4471" y="13910"/>
                  </a:cubicBezTo>
                  <a:cubicBezTo>
                    <a:pt x="4404" y="13710"/>
                    <a:pt x="4337" y="13510"/>
                    <a:pt x="4304" y="13310"/>
                  </a:cubicBezTo>
                  <a:cubicBezTo>
                    <a:pt x="4270" y="13143"/>
                    <a:pt x="4237" y="12943"/>
                    <a:pt x="4237" y="12743"/>
                  </a:cubicBezTo>
                  <a:cubicBezTo>
                    <a:pt x="4237" y="12543"/>
                    <a:pt x="4237" y="12343"/>
                    <a:pt x="4237" y="12142"/>
                  </a:cubicBezTo>
                  <a:cubicBezTo>
                    <a:pt x="4237" y="11842"/>
                    <a:pt x="4237" y="11509"/>
                    <a:pt x="4270" y="11208"/>
                  </a:cubicBezTo>
                  <a:cubicBezTo>
                    <a:pt x="4270" y="10908"/>
                    <a:pt x="4270" y="10608"/>
                    <a:pt x="4304" y="10308"/>
                  </a:cubicBezTo>
                  <a:cubicBezTo>
                    <a:pt x="4337" y="10541"/>
                    <a:pt x="4370" y="10741"/>
                    <a:pt x="4370" y="10975"/>
                  </a:cubicBezTo>
                  <a:cubicBezTo>
                    <a:pt x="4404" y="11142"/>
                    <a:pt x="4437" y="11342"/>
                    <a:pt x="4437" y="11509"/>
                  </a:cubicBezTo>
                  <a:cubicBezTo>
                    <a:pt x="4471" y="11742"/>
                    <a:pt x="4504" y="11976"/>
                    <a:pt x="4504" y="12209"/>
                  </a:cubicBezTo>
                  <a:cubicBezTo>
                    <a:pt x="4537" y="12576"/>
                    <a:pt x="4604" y="12943"/>
                    <a:pt x="4671" y="13277"/>
                  </a:cubicBezTo>
                  <a:lnTo>
                    <a:pt x="4671" y="13310"/>
                  </a:lnTo>
                  <a:cubicBezTo>
                    <a:pt x="4737" y="13577"/>
                    <a:pt x="4804" y="13844"/>
                    <a:pt x="4904" y="14110"/>
                  </a:cubicBezTo>
                  <a:cubicBezTo>
                    <a:pt x="5004" y="14311"/>
                    <a:pt x="5104" y="14511"/>
                    <a:pt x="5204" y="14711"/>
                  </a:cubicBezTo>
                  <a:cubicBezTo>
                    <a:pt x="5271" y="14878"/>
                    <a:pt x="5371" y="15044"/>
                    <a:pt x="5438" y="15245"/>
                  </a:cubicBezTo>
                  <a:cubicBezTo>
                    <a:pt x="5571" y="15511"/>
                    <a:pt x="5738" y="15812"/>
                    <a:pt x="5872" y="16112"/>
                  </a:cubicBezTo>
                  <a:cubicBezTo>
                    <a:pt x="6305" y="16045"/>
                    <a:pt x="6772" y="15978"/>
                    <a:pt x="7206" y="15912"/>
                  </a:cubicBezTo>
                  <a:cubicBezTo>
                    <a:pt x="7439" y="15878"/>
                    <a:pt x="7673" y="15812"/>
                    <a:pt x="7873" y="15778"/>
                  </a:cubicBezTo>
                  <a:cubicBezTo>
                    <a:pt x="7873" y="15745"/>
                    <a:pt x="7840" y="15678"/>
                    <a:pt x="7840" y="15645"/>
                  </a:cubicBezTo>
                  <a:lnTo>
                    <a:pt x="7806" y="15645"/>
                  </a:lnTo>
                  <a:cubicBezTo>
                    <a:pt x="7673" y="15378"/>
                    <a:pt x="7539" y="15145"/>
                    <a:pt x="7339" y="14911"/>
                  </a:cubicBezTo>
                  <a:cubicBezTo>
                    <a:pt x="7273" y="14811"/>
                    <a:pt x="7172" y="14678"/>
                    <a:pt x="7072" y="14577"/>
                  </a:cubicBezTo>
                  <a:cubicBezTo>
                    <a:pt x="6906" y="14344"/>
                    <a:pt x="6705" y="14144"/>
                    <a:pt x="6539" y="13910"/>
                  </a:cubicBezTo>
                  <a:cubicBezTo>
                    <a:pt x="6439" y="13777"/>
                    <a:pt x="6339" y="13643"/>
                    <a:pt x="6205" y="13477"/>
                  </a:cubicBezTo>
                  <a:cubicBezTo>
                    <a:pt x="6172" y="13443"/>
                    <a:pt x="6172" y="13377"/>
                    <a:pt x="6138" y="13343"/>
                  </a:cubicBezTo>
                  <a:cubicBezTo>
                    <a:pt x="6072" y="13243"/>
                    <a:pt x="6005" y="13176"/>
                    <a:pt x="5972" y="13076"/>
                  </a:cubicBezTo>
                  <a:cubicBezTo>
                    <a:pt x="5872" y="12943"/>
                    <a:pt x="5805" y="12843"/>
                    <a:pt x="5738" y="12709"/>
                  </a:cubicBezTo>
                  <a:cubicBezTo>
                    <a:pt x="5605" y="12443"/>
                    <a:pt x="5471" y="12176"/>
                    <a:pt x="5338" y="11876"/>
                  </a:cubicBezTo>
                  <a:cubicBezTo>
                    <a:pt x="5204" y="11509"/>
                    <a:pt x="5071" y="11075"/>
                    <a:pt x="5038" y="10675"/>
                  </a:cubicBezTo>
                  <a:cubicBezTo>
                    <a:pt x="5038" y="10475"/>
                    <a:pt x="5038" y="10274"/>
                    <a:pt x="5038" y="10074"/>
                  </a:cubicBezTo>
                  <a:cubicBezTo>
                    <a:pt x="5038" y="9974"/>
                    <a:pt x="5038" y="9874"/>
                    <a:pt x="5071" y="9774"/>
                  </a:cubicBezTo>
                  <a:cubicBezTo>
                    <a:pt x="5071" y="9674"/>
                    <a:pt x="5071" y="9574"/>
                    <a:pt x="5104" y="9474"/>
                  </a:cubicBezTo>
                  <a:cubicBezTo>
                    <a:pt x="5104" y="9841"/>
                    <a:pt x="5138" y="10241"/>
                    <a:pt x="5204" y="10608"/>
                  </a:cubicBezTo>
                  <a:cubicBezTo>
                    <a:pt x="5304" y="10975"/>
                    <a:pt x="5438" y="11308"/>
                    <a:pt x="5605" y="11675"/>
                  </a:cubicBezTo>
                  <a:cubicBezTo>
                    <a:pt x="5771" y="11942"/>
                    <a:pt x="5938" y="12209"/>
                    <a:pt x="6105" y="12476"/>
                  </a:cubicBezTo>
                  <a:cubicBezTo>
                    <a:pt x="6205" y="12609"/>
                    <a:pt x="6272" y="12743"/>
                    <a:pt x="6372" y="12876"/>
                  </a:cubicBezTo>
                  <a:cubicBezTo>
                    <a:pt x="6472" y="13010"/>
                    <a:pt x="6539" y="13110"/>
                    <a:pt x="6639" y="13243"/>
                  </a:cubicBezTo>
                  <a:cubicBezTo>
                    <a:pt x="6739" y="13377"/>
                    <a:pt x="6839" y="13510"/>
                    <a:pt x="6972" y="13677"/>
                  </a:cubicBezTo>
                  <a:cubicBezTo>
                    <a:pt x="7039" y="13810"/>
                    <a:pt x="7139" y="13910"/>
                    <a:pt x="7239" y="14044"/>
                  </a:cubicBezTo>
                  <a:cubicBezTo>
                    <a:pt x="7339" y="14144"/>
                    <a:pt x="7406" y="14277"/>
                    <a:pt x="7506" y="14377"/>
                  </a:cubicBezTo>
                  <a:cubicBezTo>
                    <a:pt x="7773" y="14778"/>
                    <a:pt x="8006" y="15245"/>
                    <a:pt x="8173" y="15712"/>
                  </a:cubicBezTo>
                  <a:cubicBezTo>
                    <a:pt x="8273" y="15678"/>
                    <a:pt x="8373" y="15645"/>
                    <a:pt x="8473" y="15645"/>
                  </a:cubicBezTo>
                  <a:cubicBezTo>
                    <a:pt x="8674" y="15578"/>
                    <a:pt x="8874" y="15511"/>
                    <a:pt x="9074" y="15478"/>
                  </a:cubicBezTo>
                  <a:cubicBezTo>
                    <a:pt x="9074" y="15378"/>
                    <a:pt x="9074" y="15278"/>
                    <a:pt x="9074" y="15178"/>
                  </a:cubicBezTo>
                  <a:cubicBezTo>
                    <a:pt x="9074" y="15011"/>
                    <a:pt x="9074" y="14878"/>
                    <a:pt x="9074" y="14744"/>
                  </a:cubicBezTo>
                  <a:cubicBezTo>
                    <a:pt x="9074" y="14577"/>
                    <a:pt x="9107" y="14411"/>
                    <a:pt x="9107" y="14244"/>
                  </a:cubicBezTo>
                  <a:cubicBezTo>
                    <a:pt x="9141" y="14044"/>
                    <a:pt x="9141" y="13844"/>
                    <a:pt x="9174" y="13643"/>
                  </a:cubicBezTo>
                  <a:cubicBezTo>
                    <a:pt x="9174" y="13410"/>
                    <a:pt x="9141" y="13176"/>
                    <a:pt x="9107" y="12943"/>
                  </a:cubicBezTo>
                  <a:cubicBezTo>
                    <a:pt x="9107" y="12743"/>
                    <a:pt x="9074" y="12543"/>
                    <a:pt x="9074" y="12343"/>
                  </a:cubicBezTo>
                  <a:cubicBezTo>
                    <a:pt x="9074" y="12209"/>
                    <a:pt x="9074" y="12109"/>
                    <a:pt x="9040" y="11976"/>
                  </a:cubicBezTo>
                  <a:cubicBezTo>
                    <a:pt x="9040" y="11876"/>
                    <a:pt x="9040" y="11742"/>
                    <a:pt x="9040" y="11642"/>
                  </a:cubicBezTo>
                  <a:cubicBezTo>
                    <a:pt x="9040" y="11442"/>
                    <a:pt x="9074" y="11275"/>
                    <a:pt x="9074" y="11108"/>
                  </a:cubicBezTo>
                  <a:cubicBezTo>
                    <a:pt x="9074" y="10775"/>
                    <a:pt x="9141" y="10441"/>
                    <a:pt x="9207" y="10141"/>
                  </a:cubicBezTo>
                  <a:cubicBezTo>
                    <a:pt x="9274" y="9974"/>
                    <a:pt x="9307" y="9774"/>
                    <a:pt x="9374" y="9607"/>
                  </a:cubicBezTo>
                  <a:cubicBezTo>
                    <a:pt x="9441" y="9440"/>
                    <a:pt x="9507" y="9274"/>
                    <a:pt x="9608" y="9107"/>
                  </a:cubicBezTo>
                  <a:cubicBezTo>
                    <a:pt x="9674" y="8973"/>
                    <a:pt x="9741" y="8807"/>
                    <a:pt x="9841" y="8673"/>
                  </a:cubicBezTo>
                  <a:cubicBezTo>
                    <a:pt x="9974" y="8440"/>
                    <a:pt x="10108" y="8206"/>
                    <a:pt x="10241" y="7973"/>
                  </a:cubicBezTo>
                  <a:lnTo>
                    <a:pt x="10241" y="7973"/>
                  </a:lnTo>
                  <a:cubicBezTo>
                    <a:pt x="10175" y="8206"/>
                    <a:pt x="10075" y="8406"/>
                    <a:pt x="10008" y="8640"/>
                  </a:cubicBezTo>
                  <a:cubicBezTo>
                    <a:pt x="9908" y="8907"/>
                    <a:pt x="9808" y="9174"/>
                    <a:pt x="9708" y="9440"/>
                  </a:cubicBezTo>
                  <a:cubicBezTo>
                    <a:pt x="9641" y="9674"/>
                    <a:pt x="9608" y="9941"/>
                    <a:pt x="9541" y="10208"/>
                  </a:cubicBezTo>
                  <a:cubicBezTo>
                    <a:pt x="9507" y="10441"/>
                    <a:pt x="9507" y="10708"/>
                    <a:pt x="9474" y="10942"/>
                  </a:cubicBezTo>
                  <a:cubicBezTo>
                    <a:pt x="9474" y="11175"/>
                    <a:pt x="9474" y="11409"/>
                    <a:pt x="9474" y="11642"/>
                  </a:cubicBezTo>
                  <a:cubicBezTo>
                    <a:pt x="9474" y="11742"/>
                    <a:pt x="9474" y="11842"/>
                    <a:pt x="9474" y="11942"/>
                  </a:cubicBezTo>
                  <a:cubicBezTo>
                    <a:pt x="9474" y="12042"/>
                    <a:pt x="9474" y="12109"/>
                    <a:pt x="9474" y="12209"/>
                  </a:cubicBezTo>
                  <a:cubicBezTo>
                    <a:pt x="9474" y="12509"/>
                    <a:pt x="9474" y="12776"/>
                    <a:pt x="9474" y="13076"/>
                  </a:cubicBezTo>
                  <a:cubicBezTo>
                    <a:pt x="9474" y="13210"/>
                    <a:pt x="9474" y="13377"/>
                    <a:pt x="9474" y="13510"/>
                  </a:cubicBezTo>
                  <a:cubicBezTo>
                    <a:pt x="9441" y="13744"/>
                    <a:pt x="9374" y="13944"/>
                    <a:pt x="9341" y="14144"/>
                  </a:cubicBezTo>
                  <a:cubicBezTo>
                    <a:pt x="9274" y="14411"/>
                    <a:pt x="9241" y="14644"/>
                    <a:pt x="9207" y="14878"/>
                  </a:cubicBezTo>
                  <a:cubicBezTo>
                    <a:pt x="9174" y="15078"/>
                    <a:pt x="9141" y="15278"/>
                    <a:pt x="9141" y="15445"/>
                  </a:cubicBezTo>
                  <a:cubicBezTo>
                    <a:pt x="9274" y="15411"/>
                    <a:pt x="9441" y="15345"/>
                    <a:pt x="9574" y="15311"/>
                  </a:cubicBezTo>
                  <a:cubicBezTo>
                    <a:pt x="10075" y="15145"/>
                    <a:pt x="10575" y="14944"/>
                    <a:pt x="11075" y="14744"/>
                  </a:cubicBezTo>
                  <a:cubicBezTo>
                    <a:pt x="11075" y="14744"/>
                    <a:pt x="11109" y="14744"/>
                    <a:pt x="11109" y="14711"/>
                  </a:cubicBezTo>
                  <a:cubicBezTo>
                    <a:pt x="11109" y="14711"/>
                    <a:pt x="11109" y="14678"/>
                    <a:pt x="11142" y="14644"/>
                  </a:cubicBezTo>
                  <a:cubicBezTo>
                    <a:pt x="11242" y="14377"/>
                    <a:pt x="11342" y="14110"/>
                    <a:pt x="11442" y="13810"/>
                  </a:cubicBezTo>
                  <a:cubicBezTo>
                    <a:pt x="11542" y="13443"/>
                    <a:pt x="11609" y="13076"/>
                    <a:pt x="11642" y="12676"/>
                  </a:cubicBezTo>
                  <a:cubicBezTo>
                    <a:pt x="11676" y="11876"/>
                    <a:pt x="11542" y="11108"/>
                    <a:pt x="11375" y="10341"/>
                  </a:cubicBezTo>
                  <a:lnTo>
                    <a:pt x="11375" y="10341"/>
                  </a:lnTo>
                  <a:cubicBezTo>
                    <a:pt x="11542" y="10708"/>
                    <a:pt x="11709" y="11108"/>
                    <a:pt x="11809" y="11475"/>
                  </a:cubicBezTo>
                  <a:cubicBezTo>
                    <a:pt x="11909" y="11842"/>
                    <a:pt x="11976" y="12176"/>
                    <a:pt x="12009" y="12543"/>
                  </a:cubicBezTo>
                  <a:cubicBezTo>
                    <a:pt x="12043" y="12910"/>
                    <a:pt x="12043" y="13310"/>
                    <a:pt x="11943" y="13677"/>
                  </a:cubicBezTo>
                  <a:cubicBezTo>
                    <a:pt x="11909" y="13944"/>
                    <a:pt x="11809" y="14211"/>
                    <a:pt x="11709" y="14477"/>
                  </a:cubicBezTo>
                  <a:cubicBezTo>
                    <a:pt x="12276" y="14244"/>
                    <a:pt x="12843" y="14010"/>
                    <a:pt x="13444" y="13810"/>
                  </a:cubicBezTo>
                  <a:cubicBezTo>
                    <a:pt x="13510" y="13777"/>
                    <a:pt x="13544" y="13744"/>
                    <a:pt x="13610" y="13710"/>
                  </a:cubicBezTo>
                  <a:cubicBezTo>
                    <a:pt x="13811" y="13577"/>
                    <a:pt x="13977" y="13443"/>
                    <a:pt x="14177" y="13310"/>
                  </a:cubicBezTo>
                  <a:cubicBezTo>
                    <a:pt x="14211" y="13277"/>
                    <a:pt x="14244" y="13277"/>
                    <a:pt x="14278" y="13243"/>
                  </a:cubicBezTo>
                  <a:cubicBezTo>
                    <a:pt x="14311" y="13110"/>
                    <a:pt x="14378" y="12976"/>
                    <a:pt x="14411" y="12843"/>
                  </a:cubicBezTo>
                  <a:cubicBezTo>
                    <a:pt x="14511" y="12443"/>
                    <a:pt x="14611" y="12009"/>
                    <a:pt x="14644" y="11609"/>
                  </a:cubicBezTo>
                  <a:cubicBezTo>
                    <a:pt x="14678" y="11409"/>
                    <a:pt x="14711" y="11208"/>
                    <a:pt x="14745" y="11008"/>
                  </a:cubicBezTo>
                  <a:cubicBezTo>
                    <a:pt x="14778" y="10741"/>
                    <a:pt x="14811" y="10441"/>
                    <a:pt x="14878" y="10174"/>
                  </a:cubicBezTo>
                  <a:cubicBezTo>
                    <a:pt x="14978" y="9574"/>
                    <a:pt x="15111" y="8973"/>
                    <a:pt x="15278" y="8373"/>
                  </a:cubicBezTo>
                  <a:lnTo>
                    <a:pt x="15312" y="8373"/>
                  </a:lnTo>
                  <a:lnTo>
                    <a:pt x="15278" y="8740"/>
                  </a:lnTo>
                  <a:cubicBezTo>
                    <a:pt x="15245" y="9307"/>
                    <a:pt x="15212" y="9874"/>
                    <a:pt x="15145" y="10408"/>
                  </a:cubicBezTo>
                  <a:cubicBezTo>
                    <a:pt x="15111" y="10808"/>
                    <a:pt x="15078" y="11208"/>
                    <a:pt x="14978" y="11609"/>
                  </a:cubicBezTo>
                  <a:cubicBezTo>
                    <a:pt x="14911" y="12009"/>
                    <a:pt x="14811" y="12409"/>
                    <a:pt x="14611" y="12810"/>
                  </a:cubicBezTo>
                  <a:cubicBezTo>
                    <a:pt x="14578" y="12910"/>
                    <a:pt x="14544" y="13010"/>
                    <a:pt x="14478" y="13076"/>
                  </a:cubicBezTo>
                  <a:cubicBezTo>
                    <a:pt x="14678" y="12976"/>
                    <a:pt x="14878" y="12843"/>
                    <a:pt x="15045" y="12709"/>
                  </a:cubicBezTo>
                  <a:cubicBezTo>
                    <a:pt x="15111" y="12676"/>
                    <a:pt x="15212" y="12609"/>
                    <a:pt x="15278" y="12576"/>
                  </a:cubicBezTo>
                  <a:cubicBezTo>
                    <a:pt x="15578" y="12309"/>
                    <a:pt x="15845" y="12042"/>
                    <a:pt x="16112" y="11809"/>
                  </a:cubicBezTo>
                  <a:cubicBezTo>
                    <a:pt x="16279" y="11642"/>
                    <a:pt x="16446" y="11509"/>
                    <a:pt x="16579" y="11342"/>
                  </a:cubicBezTo>
                  <a:cubicBezTo>
                    <a:pt x="16613" y="11142"/>
                    <a:pt x="16613" y="10942"/>
                    <a:pt x="16613" y="10741"/>
                  </a:cubicBezTo>
                  <a:cubicBezTo>
                    <a:pt x="16646" y="10508"/>
                    <a:pt x="16646" y="10274"/>
                    <a:pt x="16646" y="10041"/>
                  </a:cubicBezTo>
                  <a:cubicBezTo>
                    <a:pt x="16646" y="9907"/>
                    <a:pt x="16646" y="9774"/>
                    <a:pt x="16646" y="9641"/>
                  </a:cubicBezTo>
                  <a:cubicBezTo>
                    <a:pt x="16646" y="9440"/>
                    <a:pt x="16646" y="9240"/>
                    <a:pt x="16646" y="9040"/>
                  </a:cubicBezTo>
                  <a:cubicBezTo>
                    <a:pt x="16646" y="8707"/>
                    <a:pt x="16679" y="8373"/>
                    <a:pt x="16679" y="8039"/>
                  </a:cubicBezTo>
                  <a:lnTo>
                    <a:pt x="16679" y="8140"/>
                  </a:lnTo>
                  <a:cubicBezTo>
                    <a:pt x="16713" y="8540"/>
                    <a:pt x="16746" y="8907"/>
                    <a:pt x="16779" y="9307"/>
                  </a:cubicBezTo>
                  <a:cubicBezTo>
                    <a:pt x="16779" y="9641"/>
                    <a:pt x="16813" y="9974"/>
                    <a:pt x="16779" y="10308"/>
                  </a:cubicBezTo>
                  <a:cubicBezTo>
                    <a:pt x="16779" y="10575"/>
                    <a:pt x="16746" y="10875"/>
                    <a:pt x="16713" y="11142"/>
                  </a:cubicBezTo>
                  <a:cubicBezTo>
                    <a:pt x="16713" y="11175"/>
                    <a:pt x="16713" y="11208"/>
                    <a:pt x="16679" y="11275"/>
                  </a:cubicBezTo>
                  <a:cubicBezTo>
                    <a:pt x="16813" y="11142"/>
                    <a:pt x="16946" y="11042"/>
                    <a:pt x="17046" y="10908"/>
                  </a:cubicBezTo>
                  <a:cubicBezTo>
                    <a:pt x="17346" y="10641"/>
                    <a:pt x="17647" y="10341"/>
                    <a:pt x="17980" y="10074"/>
                  </a:cubicBezTo>
                  <a:cubicBezTo>
                    <a:pt x="18047" y="9807"/>
                    <a:pt x="18080" y="9541"/>
                    <a:pt x="18114" y="9274"/>
                  </a:cubicBezTo>
                  <a:cubicBezTo>
                    <a:pt x="18147" y="9074"/>
                    <a:pt x="18147" y="8873"/>
                    <a:pt x="18180" y="8673"/>
                  </a:cubicBezTo>
                  <a:cubicBezTo>
                    <a:pt x="18214" y="8440"/>
                    <a:pt x="18214" y="8173"/>
                    <a:pt x="18247" y="7939"/>
                  </a:cubicBezTo>
                  <a:cubicBezTo>
                    <a:pt x="18247" y="7439"/>
                    <a:pt x="18214" y="6972"/>
                    <a:pt x="18180" y="6472"/>
                  </a:cubicBezTo>
                  <a:cubicBezTo>
                    <a:pt x="18147" y="6238"/>
                    <a:pt x="18147" y="5971"/>
                    <a:pt x="18114" y="5704"/>
                  </a:cubicBezTo>
                  <a:cubicBezTo>
                    <a:pt x="18080" y="5304"/>
                    <a:pt x="18014" y="4871"/>
                    <a:pt x="17913" y="4437"/>
                  </a:cubicBezTo>
                  <a:cubicBezTo>
                    <a:pt x="17847" y="4103"/>
                    <a:pt x="17780" y="3736"/>
                    <a:pt x="17680" y="3369"/>
                  </a:cubicBezTo>
                  <a:cubicBezTo>
                    <a:pt x="17613" y="3136"/>
                    <a:pt x="17547" y="2869"/>
                    <a:pt x="17480" y="2636"/>
                  </a:cubicBezTo>
                  <a:cubicBezTo>
                    <a:pt x="17413" y="2402"/>
                    <a:pt x="17346" y="2202"/>
                    <a:pt x="17246" y="1968"/>
                  </a:cubicBezTo>
                  <a:cubicBezTo>
                    <a:pt x="17113" y="1535"/>
                    <a:pt x="16979" y="1135"/>
                    <a:pt x="16846" y="734"/>
                  </a:cubicBezTo>
                  <a:cubicBezTo>
                    <a:pt x="16746" y="467"/>
                    <a:pt x="16646" y="234"/>
                    <a:pt x="1654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65"/>
            <p:cNvSpPr/>
            <p:nvPr/>
          </p:nvSpPr>
          <p:spPr>
            <a:xfrm>
              <a:off x="5581650" y="11696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65"/>
            <p:cNvSpPr/>
            <p:nvPr/>
          </p:nvSpPr>
          <p:spPr>
            <a:xfrm>
              <a:off x="5407375" y="1223825"/>
              <a:ext cx="850" cy="850"/>
            </a:xfrm>
            <a:custGeom>
              <a:avLst/>
              <a:gdLst/>
              <a:ahLst/>
              <a:cxnLst/>
              <a:rect l="l" t="t" r="r" b="b"/>
              <a:pathLst>
                <a:path w="34" h="34" extrusionOk="0">
                  <a:moveTo>
                    <a:pt x="0" y="34"/>
                  </a:moveTo>
                  <a:cubicBezTo>
                    <a:pt x="0" y="34"/>
                    <a:pt x="0" y="34"/>
                    <a:pt x="0" y="34"/>
                  </a:cubicBezTo>
                  <a:cubicBezTo>
                    <a:pt x="0" y="34"/>
                    <a:pt x="0" y="0"/>
                    <a:pt x="33" y="0"/>
                  </a:cubicBezTo>
                  <a:cubicBezTo>
                    <a:pt x="0" y="0"/>
                    <a:pt x="0" y="34"/>
                    <a:pt x="0" y="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65"/>
            <p:cNvSpPr/>
            <p:nvPr/>
          </p:nvSpPr>
          <p:spPr>
            <a:xfrm>
              <a:off x="5576650" y="14915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65"/>
            <p:cNvSpPr/>
            <p:nvPr/>
          </p:nvSpPr>
          <p:spPr>
            <a:xfrm>
              <a:off x="5469900" y="1211300"/>
              <a:ext cx="875" cy="25"/>
            </a:xfrm>
            <a:custGeom>
              <a:avLst/>
              <a:gdLst/>
              <a:ahLst/>
              <a:cxnLst/>
              <a:rect l="l" t="t" r="r" b="b"/>
              <a:pathLst>
                <a:path w="35" h="1" extrusionOk="0">
                  <a:moveTo>
                    <a:pt x="34" y="1"/>
                  </a:moveTo>
                  <a:cubicBezTo>
                    <a:pt x="34" y="1"/>
                    <a:pt x="34" y="1"/>
                    <a:pt x="34" y="1"/>
                  </a:cubicBezTo>
                  <a:cubicBezTo>
                    <a:pt x="34" y="1"/>
                    <a:pt x="1" y="1"/>
                    <a:pt x="1" y="1"/>
                  </a:cubicBezTo>
                  <a:cubicBezTo>
                    <a:pt x="1" y="1"/>
                    <a:pt x="34" y="1"/>
                    <a:pt x="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65"/>
            <p:cNvSpPr/>
            <p:nvPr/>
          </p:nvSpPr>
          <p:spPr>
            <a:xfrm>
              <a:off x="5575825" y="1491500"/>
              <a:ext cx="850" cy="25"/>
            </a:xfrm>
            <a:custGeom>
              <a:avLst/>
              <a:gdLst/>
              <a:ahLst/>
              <a:cxnLst/>
              <a:rect l="l" t="t" r="r" b="b"/>
              <a:pathLst>
                <a:path w="34" h="1" extrusionOk="0">
                  <a:moveTo>
                    <a:pt x="0" y="1"/>
                  </a:moveTo>
                  <a:cubicBezTo>
                    <a:pt x="0" y="1"/>
                    <a:pt x="34" y="1"/>
                    <a:pt x="0" y="1"/>
                  </a:cubicBezTo>
                  <a:cubicBezTo>
                    <a:pt x="0" y="1"/>
                    <a:pt x="34" y="1"/>
                    <a:pt x="34" y="1"/>
                  </a:cubicBezTo>
                  <a:cubicBezTo>
                    <a:pt x="34" y="1"/>
                    <a:pt x="34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65"/>
            <p:cNvSpPr/>
            <p:nvPr/>
          </p:nvSpPr>
          <p:spPr>
            <a:xfrm>
              <a:off x="5497425" y="14323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65"/>
            <p:cNvSpPr/>
            <p:nvPr/>
          </p:nvSpPr>
          <p:spPr>
            <a:xfrm>
              <a:off x="5050450" y="1107350"/>
              <a:ext cx="389475" cy="394200"/>
            </a:xfrm>
            <a:custGeom>
              <a:avLst/>
              <a:gdLst/>
              <a:ahLst/>
              <a:cxnLst/>
              <a:rect l="l" t="t" r="r" b="b"/>
              <a:pathLst>
                <a:path w="15579" h="15768" extrusionOk="0">
                  <a:moveTo>
                    <a:pt x="7572" y="756"/>
                  </a:moveTo>
                  <a:lnTo>
                    <a:pt x="7572" y="756"/>
                  </a:lnTo>
                  <a:cubicBezTo>
                    <a:pt x="7472" y="957"/>
                    <a:pt x="7372" y="1157"/>
                    <a:pt x="7272" y="1357"/>
                  </a:cubicBezTo>
                  <a:cubicBezTo>
                    <a:pt x="7205" y="1457"/>
                    <a:pt x="7139" y="1590"/>
                    <a:pt x="7072" y="1690"/>
                  </a:cubicBezTo>
                  <a:cubicBezTo>
                    <a:pt x="7005" y="1857"/>
                    <a:pt x="6939" y="1991"/>
                    <a:pt x="6838" y="2157"/>
                  </a:cubicBezTo>
                  <a:cubicBezTo>
                    <a:pt x="6805" y="2191"/>
                    <a:pt x="6772" y="2258"/>
                    <a:pt x="6738" y="2324"/>
                  </a:cubicBezTo>
                  <a:cubicBezTo>
                    <a:pt x="6605" y="2591"/>
                    <a:pt x="6472" y="2825"/>
                    <a:pt x="6338" y="3091"/>
                  </a:cubicBezTo>
                  <a:cubicBezTo>
                    <a:pt x="6171" y="3392"/>
                    <a:pt x="6005" y="3692"/>
                    <a:pt x="5871" y="3992"/>
                  </a:cubicBezTo>
                  <a:lnTo>
                    <a:pt x="5871" y="3959"/>
                  </a:lnTo>
                  <a:cubicBezTo>
                    <a:pt x="5938" y="3759"/>
                    <a:pt x="6038" y="3525"/>
                    <a:pt x="6138" y="3292"/>
                  </a:cubicBezTo>
                  <a:cubicBezTo>
                    <a:pt x="6238" y="3091"/>
                    <a:pt x="6338" y="2858"/>
                    <a:pt x="6438" y="2658"/>
                  </a:cubicBezTo>
                  <a:cubicBezTo>
                    <a:pt x="6505" y="2558"/>
                    <a:pt x="6538" y="2458"/>
                    <a:pt x="6572" y="2358"/>
                  </a:cubicBezTo>
                  <a:cubicBezTo>
                    <a:pt x="6605" y="2324"/>
                    <a:pt x="6638" y="2291"/>
                    <a:pt x="6638" y="2258"/>
                  </a:cubicBezTo>
                  <a:cubicBezTo>
                    <a:pt x="6705" y="2124"/>
                    <a:pt x="6772" y="2024"/>
                    <a:pt x="6838" y="1891"/>
                  </a:cubicBezTo>
                  <a:cubicBezTo>
                    <a:pt x="6939" y="1724"/>
                    <a:pt x="7072" y="1557"/>
                    <a:pt x="7172" y="1357"/>
                  </a:cubicBezTo>
                  <a:cubicBezTo>
                    <a:pt x="7305" y="1157"/>
                    <a:pt x="7439" y="957"/>
                    <a:pt x="7572" y="756"/>
                  </a:cubicBezTo>
                  <a:close/>
                  <a:moveTo>
                    <a:pt x="1668" y="4259"/>
                  </a:moveTo>
                  <a:cubicBezTo>
                    <a:pt x="1642" y="4286"/>
                    <a:pt x="1636" y="4291"/>
                    <a:pt x="1635" y="4309"/>
                  </a:cubicBezTo>
                  <a:lnTo>
                    <a:pt x="1635" y="4309"/>
                  </a:lnTo>
                  <a:cubicBezTo>
                    <a:pt x="1646" y="4292"/>
                    <a:pt x="1657" y="4276"/>
                    <a:pt x="1668" y="4259"/>
                  </a:cubicBezTo>
                  <a:close/>
                  <a:moveTo>
                    <a:pt x="5334" y="1"/>
                  </a:moveTo>
                  <a:cubicBezTo>
                    <a:pt x="5214" y="1"/>
                    <a:pt x="5101" y="9"/>
                    <a:pt x="5004" y="23"/>
                  </a:cubicBezTo>
                  <a:cubicBezTo>
                    <a:pt x="4770" y="23"/>
                    <a:pt x="4570" y="56"/>
                    <a:pt x="4370" y="123"/>
                  </a:cubicBezTo>
                  <a:lnTo>
                    <a:pt x="4303" y="123"/>
                  </a:lnTo>
                  <a:cubicBezTo>
                    <a:pt x="4237" y="106"/>
                    <a:pt x="4178" y="98"/>
                    <a:pt x="4120" y="98"/>
                  </a:cubicBezTo>
                  <a:cubicBezTo>
                    <a:pt x="4062" y="98"/>
                    <a:pt x="4003" y="106"/>
                    <a:pt x="3936" y="123"/>
                  </a:cubicBezTo>
                  <a:cubicBezTo>
                    <a:pt x="3836" y="123"/>
                    <a:pt x="3703" y="156"/>
                    <a:pt x="3603" y="156"/>
                  </a:cubicBezTo>
                  <a:lnTo>
                    <a:pt x="3603" y="189"/>
                  </a:lnTo>
                  <a:cubicBezTo>
                    <a:pt x="3636" y="323"/>
                    <a:pt x="3636" y="456"/>
                    <a:pt x="3603" y="623"/>
                  </a:cubicBezTo>
                  <a:cubicBezTo>
                    <a:pt x="3569" y="890"/>
                    <a:pt x="3469" y="1190"/>
                    <a:pt x="3369" y="1457"/>
                  </a:cubicBezTo>
                  <a:cubicBezTo>
                    <a:pt x="3269" y="1690"/>
                    <a:pt x="3136" y="1924"/>
                    <a:pt x="3036" y="2157"/>
                  </a:cubicBezTo>
                  <a:cubicBezTo>
                    <a:pt x="2936" y="2358"/>
                    <a:pt x="2836" y="2524"/>
                    <a:pt x="2736" y="2691"/>
                  </a:cubicBezTo>
                  <a:cubicBezTo>
                    <a:pt x="2669" y="2758"/>
                    <a:pt x="2635" y="2858"/>
                    <a:pt x="2569" y="2925"/>
                  </a:cubicBezTo>
                  <a:cubicBezTo>
                    <a:pt x="2502" y="3058"/>
                    <a:pt x="2402" y="3158"/>
                    <a:pt x="2335" y="3292"/>
                  </a:cubicBezTo>
                  <a:lnTo>
                    <a:pt x="1968" y="3825"/>
                  </a:lnTo>
                  <a:cubicBezTo>
                    <a:pt x="1868" y="3992"/>
                    <a:pt x="1735" y="4159"/>
                    <a:pt x="1635" y="4326"/>
                  </a:cubicBezTo>
                  <a:cubicBezTo>
                    <a:pt x="1635" y="4319"/>
                    <a:pt x="1635" y="4313"/>
                    <a:pt x="1635" y="4309"/>
                  </a:cubicBezTo>
                  <a:lnTo>
                    <a:pt x="1635" y="4309"/>
                  </a:lnTo>
                  <a:cubicBezTo>
                    <a:pt x="1518" y="4487"/>
                    <a:pt x="1426" y="4640"/>
                    <a:pt x="1335" y="4793"/>
                  </a:cubicBezTo>
                  <a:cubicBezTo>
                    <a:pt x="1234" y="4959"/>
                    <a:pt x="1134" y="5160"/>
                    <a:pt x="1034" y="5326"/>
                  </a:cubicBezTo>
                  <a:cubicBezTo>
                    <a:pt x="968" y="5460"/>
                    <a:pt x="901" y="5560"/>
                    <a:pt x="834" y="5693"/>
                  </a:cubicBezTo>
                  <a:cubicBezTo>
                    <a:pt x="767" y="5827"/>
                    <a:pt x="734" y="5927"/>
                    <a:pt x="667" y="6060"/>
                  </a:cubicBezTo>
                  <a:cubicBezTo>
                    <a:pt x="567" y="6327"/>
                    <a:pt x="467" y="6594"/>
                    <a:pt x="401" y="6861"/>
                  </a:cubicBezTo>
                  <a:cubicBezTo>
                    <a:pt x="401" y="6861"/>
                    <a:pt x="401" y="6827"/>
                    <a:pt x="401" y="6827"/>
                  </a:cubicBezTo>
                  <a:cubicBezTo>
                    <a:pt x="401" y="6861"/>
                    <a:pt x="401" y="6861"/>
                    <a:pt x="367" y="6861"/>
                  </a:cubicBezTo>
                  <a:cubicBezTo>
                    <a:pt x="367" y="6861"/>
                    <a:pt x="367" y="6861"/>
                    <a:pt x="367" y="6894"/>
                  </a:cubicBezTo>
                  <a:cubicBezTo>
                    <a:pt x="167" y="7595"/>
                    <a:pt x="34" y="8362"/>
                    <a:pt x="0" y="9129"/>
                  </a:cubicBezTo>
                  <a:cubicBezTo>
                    <a:pt x="0" y="9296"/>
                    <a:pt x="0" y="9496"/>
                    <a:pt x="0" y="9663"/>
                  </a:cubicBezTo>
                  <a:cubicBezTo>
                    <a:pt x="167" y="9730"/>
                    <a:pt x="334" y="9763"/>
                    <a:pt x="501" y="9796"/>
                  </a:cubicBezTo>
                  <a:cubicBezTo>
                    <a:pt x="1101" y="9996"/>
                    <a:pt x="1701" y="10197"/>
                    <a:pt x="2435" y="10530"/>
                  </a:cubicBezTo>
                  <a:cubicBezTo>
                    <a:pt x="2369" y="10197"/>
                    <a:pt x="2335" y="9896"/>
                    <a:pt x="2302" y="9563"/>
                  </a:cubicBezTo>
                  <a:cubicBezTo>
                    <a:pt x="2302" y="9463"/>
                    <a:pt x="2302" y="9363"/>
                    <a:pt x="2302" y="9263"/>
                  </a:cubicBezTo>
                  <a:cubicBezTo>
                    <a:pt x="2302" y="9162"/>
                    <a:pt x="2302" y="9062"/>
                    <a:pt x="2335" y="8962"/>
                  </a:cubicBezTo>
                  <a:cubicBezTo>
                    <a:pt x="2369" y="8695"/>
                    <a:pt x="2469" y="8462"/>
                    <a:pt x="2569" y="8228"/>
                  </a:cubicBezTo>
                  <a:cubicBezTo>
                    <a:pt x="2669" y="8028"/>
                    <a:pt x="2769" y="7828"/>
                    <a:pt x="2902" y="7628"/>
                  </a:cubicBezTo>
                  <a:lnTo>
                    <a:pt x="2902" y="7628"/>
                  </a:lnTo>
                  <a:cubicBezTo>
                    <a:pt x="2869" y="7728"/>
                    <a:pt x="2836" y="7828"/>
                    <a:pt x="2802" y="7928"/>
                  </a:cubicBezTo>
                  <a:cubicBezTo>
                    <a:pt x="2702" y="8295"/>
                    <a:pt x="2569" y="8662"/>
                    <a:pt x="2569" y="9062"/>
                  </a:cubicBezTo>
                  <a:cubicBezTo>
                    <a:pt x="2535" y="9396"/>
                    <a:pt x="2569" y="9730"/>
                    <a:pt x="2569" y="10063"/>
                  </a:cubicBezTo>
                  <a:cubicBezTo>
                    <a:pt x="2569" y="10230"/>
                    <a:pt x="2569" y="10397"/>
                    <a:pt x="2535" y="10563"/>
                  </a:cubicBezTo>
                  <a:cubicBezTo>
                    <a:pt x="2769" y="10664"/>
                    <a:pt x="2969" y="10764"/>
                    <a:pt x="3203" y="10864"/>
                  </a:cubicBezTo>
                  <a:cubicBezTo>
                    <a:pt x="3336" y="10930"/>
                    <a:pt x="3469" y="10964"/>
                    <a:pt x="3603" y="11030"/>
                  </a:cubicBezTo>
                  <a:cubicBezTo>
                    <a:pt x="3970" y="11197"/>
                    <a:pt x="4270" y="11331"/>
                    <a:pt x="4537" y="11497"/>
                  </a:cubicBezTo>
                  <a:cubicBezTo>
                    <a:pt x="4737" y="11598"/>
                    <a:pt x="4904" y="11731"/>
                    <a:pt x="5104" y="11898"/>
                  </a:cubicBezTo>
                  <a:cubicBezTo>
                    <a:pt x="5137" y="11931"/>
                    <a:pt x="5171" y="11931"/>
                    <a:pt x="5204" y="11964"/>
                  </a:cubicBezTo>
                  <a:cubicBezTo>
                    <a:pt x="5071" y="11731"/>
                    <a:pt x="4937" y="11464"/>
                    <a:pt x="4870" y="11231"/>
                  </a:cubicBezTo>
                  <a:cubicBezTo>
                    <a:pt x="4737" y="10964"/>
                    <a:pt x="4637" y="10664"/>
                    <a:pt x="4570" y="10363"/>
                  </a:cubicBezTo>
                  <a:cubicBezTo>
                    <a:pt x="4503" y="10063"/>
                    <a:pt x="4437" y="9730"/>
                    <a:pt x="4370" y="9429"/>
                  </a:cubicBezTo>
                  <a:cubicBezTo>
                    <a:pt x="4337" y="9129"/>
                    <a:pt x="4270" y="8829"/>
                    <a:pt x="4237" y="8529"/>
                  </a:cubicBezTo>
                  <a:lnTo>
                    <a:pt x="4237" y="8529"/>
                  </a:lnTo>
                  <a:cubicBezTo>
                    <a:pt x="4303" y="8695"/>
                    <a:pt x="4370" y="8896"/>
                    <a:pt x="4437" y="9062"/>
                  </a:cubicBezTo>
                  <a:cubicBezTo>
                    <a:pt x="4470" y="9229"/>
                    <a:pt x="4537" y="9396"/>
                    <a:pt x="4604" y="9596"/>
                  </a:cubicBezTo>
                  <a:cubicBezTo>
                    <a:pt x="4737" y="9930"/>
                    <a:pt x="4837" y="10263"/>
                    <a:pt x="4970" y="10597"/>
                  </a:cubicBezTo>
                  <a:cubicBezTo>
                    <a:pt x="5104" y="10930"/>
                    <a:pt x="5271" y="11264"/>
                    <a:pt x="5404" y="11564"/>
                  </a:cubicBezTo>
                  <a:cubicBezTo>
                    <a:pt x="5538" y="11864"/>
                    <a:pt x="5671" y="12165"/>
                    <a:pt x="5804" y="12465"/>
                  </a:cubicBezTo>
                  <a:cubicBezTo>
                    <a:pt x="5871" y="12498"/>
                    <a:pt x="5904" y="12498"/>
                    <a:pt x="5938" y="12532"/>
                  </a:cubicBezTo>
                  <a:cubicBezTo>
                    <a:pt x="6005" y="12598"/>
                    <a:pt x="6071" y="12632"/>
                    <a:pt x="6138" y="12698"/>
                  </a:cubicBezTo>
                  <a:cubicBezTo>
                    <a:pt x="6572" y="13032"/>
                    <a:pt x="6972" y="13299"/>
                    <a:pt x="7339" y="13532"/>
                  </a:cubicBezTo>
                  <a:cubicBezTo>
                    <a:pt x="7339" y="13365"/>
                    <a:pt x="7339" y="13199"/>
                    <a:pt x="7339" y="13032"/>
                  </a:cubicBezTo>
                  <a:cubicBezTo>
                    <a:pt x="7339" y="12765"/>
                    <a:pt x="7305" y="12498"/>
                    <a:pt x="7272" y="12231"/>
                  </a:cubicBezTo>
                  <a:cubicBezTo>
                    <a:pt x="7272" y="12031"/>
                    <a:pt x="7205" y="11798"/>
                    <a:pt x="7172" y="11564"/>
                  </a:cubicBezTo>
                  <a:cubicBezTo>
                    <a:pt x="7139" y="11397"/>
                    <a:pt x="7105" y="11264"/>
                    <a:pt x="7039" y="11131"/>
                  </a:cubicBezTo>
                  <a:cubicBezTo>
                    <a:pt x="7039" y="11030"/>
                    <a:pt x="7005" y="10964"/>
                    <a:pt x="6972" y="10897"/>
                  </a:cubicBezTo>
                  <a:cubicBezTo>
                    <a:pt x="6939" y="10797"/>
                    <a:pt x="6905" y="10697"/>
                    <a:pt x="6872" y="10597"/>
                  </a:cubicBezTo>
                  <a:cubicBezTo>
                    <a:pt x="6805" y="10497"/>
                    <a:pt x="6772" y="10363"/>
                    <a:pt x="6705" y="10263"/>
                  </a:cubicBezTo>
                  <a:cubicBezTo>
                    <a:pt x="6672" y="10130"/>
                    <a:pt x="6605" y="10030"/>
                    <a:pt x="6538" y="9896"/>
                  </a:cubicBezTo>
                  <a:cubicBezTo>
                    <a:pt x="6438" y="9696"/>
                    <a:pt x="6338" y="9463"/>
                    <a:pt x="6271" y="9229"/>
                  </a:cubicBezTo>
                  <a:cubicBezTo>
                    <a:pt x="6171" y="8996"/>
                    <a:pt x="6071" y="8729"/>
                    <a:pt x="6005" y="8495"/>
                  </a:cubicBezTo>
                  <a:cubicBezTo>
                    <a:pt x="5971" y="8329"/>
                    <a:pt x="5938" y="8195"/>
                    <a:pt x="5904" y="8062"/>
                  </a:cubicBezTo>
                  <a:cubicBezTo>
                    <a:pt x="5871" y="7895"/>
                    <a:pt x="5871" y="7761"/>
                    <a:pt x="5871" y="7595"/>
                  </a:cubicBezTo>
                  <a:cubicBezTo>
                    <a:pt x="5838" y="7428"/>
                    <a:pt x="5838" y="7261"/>
                    <a:pt x="5871" y="7094"/>
                  </a:cubicBezTo>
                  <a:cubicBezTo>
                    <a:pt x="5871" y="6928"/>
                    <a:pt x="5938" y="6727"/>
                    <a:pt x="5971" y="6561"/>
                  </a:cubicBezTo>
                  <a:cubicBezTo>
                    <a:pt x="6038" y="6427"/>
                    <a:pt x="6071" y="6260"/>
                    <a:pt x="6138" y="6127"/>
                  </a:cubicBezTo>
                  <a:cubicBezTo>
                    <a:pt x="6205" y="5994"/>
                    <a:pt x="6238" y="5860"/>
                    <a:pt x="6305" y="5727"/>
                  </a:cubicBezTo>
                  <a:cubicBezTo>
                    <a:pt x="6371" y="5593"/>
                    <a:pt x="6405" y="5493"/>
                    <a:pt x="6472" y="5360"/>
                  </a:cubicBezTo>
                  <a:cubicBezTo>
                    <a:pt x="6505" y="5260"/>
                    <a:pt x="6572" y="5160"/>
                    <a:pt x="6638" y="5060"/>
                  </a:cubicBezTo>
                  <a:cubicBezTo>
                    <a:pt x="6738" y="4893"/>
                    <a:pt x="6838" y="4693"/>
                    <a:pt x="6972" y="4526"/>
                  </a:cubicBezTo>
                  <a:cubicBezTo>
                    <a:pt x="7105" y="4326"/>
                    <a:pt x="7239" y="4159"/>
                    <a:pt x="7372" y="3992"/>
                  </a:cubicBezTo>
                  <a:cubicBezTo>
                    <a:pt x="7539" y="3792"/>
                    <a:pt x="7739" y="3592"/>
                    <a:pt x="7906" y="3392"/>
                  </a:cubicBezTo>
                  <a:lnTo>
                    <a:pt x="7939" y="3392"/>
                  </a:lnTo>
                  <a:cubicBezTo>
                    <a:pt x="7639" y="3759"/>
                    <a:pt x="7339" y="4126"/>
                    <a:pt x="7105" y="4526"/>
                  </a:cubicBezTo>
                  <a:lnTo>
                    <a:pt x="7105" y="4492"/>
                  </a:lnTo>
                  <a:cubicBezTo>
                    <a:pt x="7039" y="4659"/>
                    <a:pt x="6939" y="4793"/>
                    <a:pt x="6872" y="4926"/>
                  </a:cubicBezTo>
                  <a:cubicBezTo>
                    <a:pt x="6838" y="4993"/>
                    <a:pt x="6805" y="5060"/>
                    <a:pt x="6772" y="5126"/>
                  </a:cubicBezTo>
                  <a:cubicBezTo>
                    <a:pt x="6738" y="5260"/>
                    <a:pt x="6705" y="5360"/>
                    <a:pt x="6638" y="5460"/>
                  </a:cubicBezTo>
                  <a:cubicBezTo>
                    <a:pt x="6605" y="5593"/>
                    <a:pt x="6572" y="5693"/>
                    <a:pt x="6538" y="5827"/>
                  </a:cubicBezTo>
                  <a:cubicBezTo>
                    <a:pt x="6472" y="5960"/>
                    <a:pt x="6438" y="6094"/>
                    <a:pt x="6405" y="6194"/>
                  </a:cubicBezTo>
                  <a:cubicBezTo>
                    <a:pt x="6338" y="6494"/>
                    <a:pt x="6271" y="6761"/>
                    <a:pt x="6238" y="7061"/>
                  </a:cubicBezTo>
                  <a:cubicBezTo>
                    <a:pt x="6238" y="7294"/>
                    <a:pt x="6271" y="7495"/>
                    <a:pt x="6305" y="7728"/>
                  </a:cubicBezTo>
                  <a:cubicBezTo>
                    <a:pt x="6371" y="7962"/>
                    <a:pt x="6438" y="8195"/>
                    <a:pt x="6538" y="8429"/>
                  </a:cubicBezTo>
                  <a:cubicBezTo>
                    <a:pt x="6605" y="8562"/>
                    <a:pt x="6672" y="8729"/>
                    <a:pt x="6738" y="8896"/>
                  </a:cubicBezTo>
                  <a:cubicBezTo>
                    <a:pt x="6838" y="9129"/>
                    <a:pt x="6972" y="9396"/>
                    <a:pt x="7072" y="9629"/>
                  </a:cubicBezTo>
                  <a:cubicBezTo>
                    <a:pt x="7172" y="9863"/>
                    <a:pt x="7305" y="10096"/>
                    <a:pt x="7406" y="10330"/>
                  </a:cubicBezTo>
                  <a:cubicBezTo>
                    <a:pt x="7506" y="10563"/>
                    <a:pt x="7606" y="10797"/>
                    <a:pt x="7672" y="11030"/>
                  </a:cubicBezTo>
                  <a:cubicBezTo>
                    <a:pt x="7706" y="11097"/>
                    <a:pt x="7706" y="11164"/>
                    <a:pt x="7706" y="11197"/>
                  </a:cubicBezTo>
                  <a:cubicBezTo>
                    <a:pt x="7739" y="11264"/>
                    <a:pt x="7739" y="11331"/>
                    <a:pt x="7772" y="11397"/>
                  </a:cubicBezTo>
                  <a:cubicBezTo>
                    <a:pt x="7806" y="11464"/>
                    <a:pt x="7806" y="11564"/>
                    <a:pt x="7839" y="11664"/>
                  </a:cubicBezTo>
                  <a:cubicBezTo>
                    <a:pt x="7839" y="11698"/>
                    <a:pt x="7839" y="11764"/>
                    <a:pt x="7873" y="11798"/>
                  </a:cubicBezTo>
                  <a:cubicBezTo>
                    <a:pt x="7906" y="12065"/>
                    <a:pt x="7939" y="12298"/>
                    <a:pt x="7939" y="12565"/>
                  </a:cubicBezTo>
                  <a:cubicBezTo>
                    <a:pt x="7973" y="12832"/>
                    <a:pt x="7973" y="13065"/>
                    <a:pt x="7973" y="13332"/>
                  </a:cubicBezTo>
                  <a:cubicBezTo>
                    <a:pt x="7973" y="13499"/>
                    <a:pt x="7973" y="13666"/>
                    <a:pt x="7939" y="13866"/>
                  </a:cubicBezTo>
                  <a:cubicBezTo>
                    <a:pt x="8506" y="14133"/>
                    <a:pt x="9107" y="14366"/>
                    <a:pt x="9774" y="14600"/>
                  </a:cubicBezTo>
                  <a:cubicBezTo>
                    <a:pt x="9874" y="14633"/>
                    <a:pt x="9941" y="14666"/>
                    <a:pt x="10007" y="14700"/>
                  </a:cubicBezTo>
                  <a:cubicBezTo>
                    <a:pt x="9941" y="14366"/>
                    <a:pt x="9874" y="14033"/>
                    <a:pt x="9841" y="13666"/>
                  </a:cubicBezTo>
                  <a:cubicBezTo>
                    <a:pt x="9807" y="13466"/>
                    <a:pt x="9774" y="13265"/>
                    <a:pt x="9774" y="13065"/>
                  </a:cubicBezTo>
                  <a:cubicBezTo>
                    <a:pt x="9774" y="12932"/>
                    <a:pt x="9741" y="12832"/>
                    <a:pt x="9741" y="12732"/>
                  </a:cubicBezTo>
                  <a:cubicBezTo>
                    <a:pt x="9741" y="12632"/>
                    <a:pt x="9741" y="12532"/>
                    <a:pt x="9741" y="12431"/>
                  </a:cubicBezTo>
                  <a:cubicBezTo>
                    <a:pt x="9774" y="12565"/>
                    <a:pt x="9774" y="12698"/>
                    <a:pt x="9807" y="12832"/>
                  </a:cubicBezTo>
                  <a:cubicBezTo>
                    <a:pt x="9807" y="12965"/>
                    <a:pt x="9841" y="13099"/>
                    <a:pt x="9841" y="13232"/>
                  </a:cubicBezTo>
                  <a:cubicBezTo>
                    <a:pt x="9907" y="13499"/>
                    <a:pt x="9941" y="13766"/>
                    <a:pt x="10007" y="14033"/>
                  </a:cubicBezTo>
                  <a:cubicBezTo>
                    <a:pt x="10041" y="14266"/>
                    <a:pt x="10107" y="14500"/>
                    <a:pt x="10174" y="14733"/>
                  </a:cubicBezTo>
                  <a:cubicBezTo>
                    <a:pt x="10775" y="14933"/>
                    <a:pt x="11342" y="15100"/>
                    <a:pt x="11909" y="15200"/>
                  </a:cubicBezTo>
                  <a:lnTo>
                    <a:pt x="12176" y="15267"/>
                  </a:lnTo>
                  <a:cubicBezTo>
                    <a:pt x="12142" y="15200"/>
                    <a:pt x="12076" y="15100"/>
                    <a:pt x="12009" y="15033"/>
                  </a:cubicBezTo>
                  <a:cubicBezTo>
                    <a:pt x="11842" y="14766"/>
                    <a:pt x="11675" y="14500"/>
                    <a:pt x="11575" y="14166"/>
                  </a:cubicBezTo>
                  <a:cubicBezTo>
                    <a:pt x="11475" y="13866"/>
                    <a:pt x="11408" y="13566"/>
                    <a:pt x="11342" y="13232"/>
                  </a:cubicBezTo>
                  <a:cubicBezTo>
                    <a:pt x="11308" y="12898"/>
                    <a:pt x="11275" y="12565"/>
                    <a:pt x="11275" y="12231"/>
                  </a:cubicBezTo>
                  <a:cubicBezTo>
                    <a:pt x="11308" y="11931"/>
                    <a:pt x="11342" y="11598"/>
                    <a:pt x="11408" y="11264"/>
                  </a:cubicBezTo>
                  <a:cubicBezTo>
                    <a:pt x="11475" y="10964"/>
                    <a:pt x="11542" y="10664"/>
                    <a:pt x="11675" y="10363"/>
                  </a:cubicBezTo>
                  <a:lnTo>
                    <a:pt x="11675" y="10363"/>
                  </a:lnTo>
                  <a:cubicBezTo>
                    <a:pt x="11575" y="10797"/>
                    <a:pt x="11508" y="11264"/>
                    <a:pt x="11475" y="11731"/>
                  </a:cubicBezTo>
                  <a:cubicBezTo>
                    <a:pt x="11442" y="12231"/>
                    <a:pt x="11508" y="12698"/>
                    <a:pt x="11609" y="13165"/>
                  </a:cubicBezTo>
                  <a:cubicBezTo>
                    <a:pt x="11675" y="13399"/>
                    <a:pt x="11742" y="13632"/>
                    <a:pt x="11809" y="13866"/>
                  </a:cubicBezTo>
                  <a:cubicBezTo>
                    <a:pt x="11909" y="14099"/>
                    <a:pt x="11975" y="14333"/>
                    <a:pt x="12109" y="14566"/>
                  </a:cubicBezTo>
                  <a:cubicBezTo>
                    <a:pt x="12242" y="14833"/>
                    <a:pt x="12409" y="15100"/>
                    <a:pt x="12609" y="15367"/>
                  </a:cubicBezTo>
                  <a:cubicBezTo>
                    <a:pt x="13076" y="15467"/>
                    <a:pt x="13510" y="15567"/>
                    <a:pt x="13977" y="15634"/>
                  </a:cubicBezTo>
                  <a:cubicBezTo>
                    <a:pt x="14244" y="15700"/>
                    <a:pt x="14511" y="15734"/>
                    <a:pt x="14811" y="15767"/>
                  </a:cubicBezTo>
                  <a:cubicBezTo>
                    <a:pt x="14744" y="15700"/>
                    <a:pt x="14711" y="15600"/>
                    <a:pt x="14677" y="15500"/>
                  </a:cubicBezTo>
                  <a:cubicBezTo>
                    <a:pt x="14544" y="15334"/>
                    <a:pt x="14444" y="15167"/>
                    <a:pt x="14344" y="14967"/>
                  </a:cubicBezTo>
                  <a:cubicBezTo>
                    <a:pt x="14277" y="14800"/>
                    <a:pt x="14177" y="14633"/>
                    <a:pt x="14110" y="14466"/>
                  </a:cubicBezTo>
                  <a:cubicBezTo>
                    <a:pt x="14077" y="14366"/>
                    <a:pt x="14044" y="14233"/>
                    <a:pt x="13977" y="14099"/>
                  </a:cubicBezTo>
                  <a:cubicBezTo>
                    <a:pt x="13944" y="13966"/>
                    <a:pt x="13910" y="13799"/>
                    <a:pt x="13843" y="13666"/>
                  </a:cubicBezTo>
                  <a:cubicBezTo>
                    <a:pt x="13843" y="13599"/>
                    <a:pt x="13810" y="13499"/>
                    <a:pt x="13777" y="13399"/>
                  </a:cubicBezTo>
                  <a:cubicBezTo>
                    <a:pt x="13743" y="13265"/>
                    <a:pt x="13710" y="13099"/>
                    <a:pt x="13677" y="12965"/>
                  </a:cubicBezTo>
                  <a:lnTo>
                    <a:pt x="13577" y="12565"/>
                  </a:lnTo>
                  <a:cubicBezTo>
                    <a:pt x="13543" y="12431"/>
                    <a:pt x="13543" y="12331"/>
                    <a:pt x="13510" y="12198"/>
                  </a:cubicBezTo>
                  <a:cubicBezTo>
                    <a:pt x="13477" y="11898"/>
                    <a:pt x="13443" y="11564"/>
                    <a:pt x="13376" y="11231"/>
                  </a:cubicBezTo>
                  <a:cubicBezTo>
                    <a:pt x="13343" y="11064"/>
                    <a:pt x="13276" y="10864"/>
                    <a:pt x="13210" y="10697"/>
                  </a:cubicBezTo>
                  <a:cubicBezTo>
                    <a:pt x="13176" y="10597"/>
                    <a:pt x="13110" y="10497"/>
                    <a:pt x="13076" y="10397"/>
                  </a:cubicBezTo>
                  <a:cubicBezTo>
                    <a:pt x="12976" y="10197"/>
                    <a:pt x="12876" y="9963"/>
                    <a:pt x="12809" y="9730"/>
                  </a:cubicBezTo>
                  <a:cubicBezTo>
                    <a:pt x="12776" y="9663"/>
                    <a:pt x="12776" y="9563"/>
                    <a:pt x="12743" y="9496"/>
                  </a:cubicBezTo>
                  <a:cubicBezTo>
                    <a:pt x="12743" y="9463"/>
                    <a:pt x="12709" y="9396"/>
                    <a:pt x="12709" y="9329"/>
                  </a:cubicBezTo>
                  <a:cubicBezTo>
                    <a:pt x="12709" y="9229"/>
                    <a:pt x="12676" y="9096"/>
                    <a:pt x="12676" y="8996"/>
                  </a:cubicBezTo>
                  <a:cubicBezTo>
                    <a:pt x="12676" y="8762"/>
                    <a:pt x="12676" y="8495"/>
                    <a:pt x="12676" y="8262"/>
                  </a:cubicBezTo>
                  <a:cubicBezTo>
                    <a:pt x="12676" y="8128"/>
                    <a:pt x="12643" y="7962"/>
                    <a:pt x="12676" y="7828"/>
                  </a:cubicBezTo>
                  <a:cubicBezTo>
                    <a:pt x="12676" y="7761"/>
                    <a:pt x="12676" y="7695"/>
                    <a:pt x="12676" y="7628"/>
                  </a:cubicBezTo>
                  <a:cubicBezTo>
                    <a:pt x="12676" y="7561"/>
                    <a:pt x="12676" y="7495"/>
                    <a:pt x="12709" y="7461"/>
                  </a:cubicBezTo>
                  <a:cubicBezTo>
                    <a:pt x="12743" y="7194"/>
                    <a:pt x="12809" y="6928"/>
                    <a:pt x="12876" y="6694"/>
                  </a:cubicBezTo>
                  <a:cubicBezTo>
                    <a:pt x="12943" y="6461"/>
                    <a:pt x="13043" y="6227"/>
                    <a:pt x="13143" y="5994"/>
                  </a:cubicBezTo>
                  <a:cubicBezTo>
                    <a:pt x="13243" y="5760"/>
                    <a:pt x="13376" y="5560"/>
                    <a:pt x="13477" y="5360"/>
                  </a:cubicBezTo>
                  <a:cubicBezTo>
                    <a:pt x="13510" y="5293"/>
                    <a:pt x="13543" y="5226"/>
                    <a:pt x="13577" y="5193"/>
                  </a:cubicBezTo>
                  <a:cubicBezTo>
                    <a:pt x="13610" y="5126"/>
                    <a:pt x="13643" y="5060"/>
                    <a:pt x="13677" y="5026"/>
                  </a:cubicBezTo>
                  <a:cubicBezTo>
                    <a:pt x="13743" y="4926"/>
                    <a:pt x="13810" y="4826"/>
                    <a:pt x="13877" y="4726"/>
                  </a:cubicBezTo>
                  <a:cubicBezTo>
                    <a:pt x="13944" y="4626"/>
                    <a:pt x="14010" y="4526"/>
                    <a:pt x="14077" y="4459"/>
                  </a:cubicBezTo>
                  <a:cubicBezTo>
                    <a:pt x="14144" y="4392"/>
                    <a:pt x="14210" y="4326"/>
                    <a:pt x="14277" y="4226"/>
                  </a:cubicBezTo>
                  <a:cubicBezTo>
                    <a:pt x="14277" y="4192"/>
                    <a:pt x="14310" y="4159"/>
                    <a:pt x="14344" y="4126"/>
                  </a:cubicBezTo>
                  <a:cubicBezTo>
                    <a:pt x="14511" y="3959"/>
                    <a:pt x="14677" y="3792"/>
                    <a:pt x="14844" y="3625"/>
                  </a:cubicBezTo>
                  <a:cubicBezTo>
                    <a:pt x="14944" y="3525"/>
                    <a:pt x="15044" y="3425"/>
                    <a:pt x="15144" y="3325"/>
                  </a:cubicBezTo>
                  <a:cubicBezTo>
                    <a:pt x="15244" y="3225"/>
                    <a:pt x="15345" y="3125"/>
                    <a:pt x="15445" y="3025"/>
                  </a:cubicBezTo>
                  <a:cubicBezTo>
                    <a:pt x="15478" y="2991"/>
                    <a:pt x="15545" y="2958"/>
                    <a:pt x="15578" y="2925"/>
                  </a:cubicBezTo>
                  <a:lnTo>
                    <a:pt x="15578" y="2925"/>
                  </a:lnTo>
                  <a:cubicBezTo>
                    <a:pt x="14978" y="2958"/>
                    <a:pt x="14377" y="2958"/>
                    <a:pt x="13810" y="2958"/>
                  </a:cubicBezTo>
                  <a:lnTo>
                    <a:pt x="13610" y="2958"/>
                  </a:lnTo>
                  <a:cubicBezTo>
                    <a:pt x="13510" y="3192"/>
                    <a:pt x="13376" y="3458"/>
                    <a:pt x="13210" y="3692"/>
                  </a:cubicBezTo>
                  <a:cubicBezTo>
                    <a:pt x="13043" y="3959"/>
                    <a:pt x="12843" y="4226"/>
                    <a:pt x="12643" y="4492"/>
                  </a:cubicBezTo>
                  <a:cubicBezTo>
                    <a:pt x="12309" y="4859"/>
                    <a:pt x="12009" y="5260"/>
                    <a:pt x="11742" y="5660"/>
                  </a:cubicBezTo>
                  <a:cubicBezTo>
                    <a:pt x="11742" y="5660"/>
                    <a:pt x="11742" y="5693"/>
                    <a:pt x="11742" y="5693"/>
                  </a:cubicBezTo>
                  <a:cubicBezTo>
                    <a:pt x="11542" y="5960"/>
                    <a:pt x="11408" y="6260"/>
                    <a:pt x="11308" y="6594"/>
                  </a:cubicBezTo>
                  <a:cubicBezTo>
                    <a:pt x="11275" y="6727"/>
                    <a:pt x="11242" y="6894"/>
                    <a:pt x="11208" y="7028"/>
                  </a:cubicBezTo>
                  <a:cubicBezTo>
                    <a:pt x="11175" y="7194"/>
                    <a:pt x="11175" y="7328"/>
                    <a:pt x="11175" y="7461"/>
                  </a:cubicBezTo>
                  <a:cubicBezTo>
                    <a:pt x="11142" y="7595"/>
                    <a:pt x="11142" y="7728"/>
                    <a:pt x="11142" y="7828"/>
                  </a:cubicBezTo>
                  <a:cubicBezTo>
                    <a:pt x="11142" y="7895"/>
                    <a:pt x="11142" y="7962"/>
                    <a:pt x="11142" y="8028"/>
                  </a:cubicBezTo>
                  <a:cubicBezTo>
                    <a:pt x="11108" y="7661"/>
                    <a:pt x="11075" y="7261"/>
                    <a:pt x="11108" y="6894"/>
                  </a:cubicBezTo>
                  <a:cubicBezTo>
                    <a:pt x="11175" y="6360"/>
                    <a:pt x="11342" y="5827"/>
                    <a:pt x="11642" y="5360"/>
                  </a:cubicBezTo>
                  <a:cubicBezTo>
                    <a:pt x="11709" y="5226"/>
                    <a:pt x="11775" y="5126"/>
                    <a:pt x="11842" y="5026"/>
                  </a:cubicBezTo>
                  <a:cubicBezTo>
                    <a:pt x="11909" y="4893"/>
                    <a:pt x="11975" y="4793"/>
                    <a:pt x="12076" y="4659"/>
                  </a:cubicBezTo>
                  <a:cubicBezTo>
                    <a:pt x="12176" y="4492"/>
                    <a:pt x="12309" y="4326"/>
                    <a:pt x="12442" y="4192"/>
                  </a:cubicBezTo>
                  <a:cubicBezTo>
                    <a:pt x="12509" y="4059"/>
                    <a:pt x="12609" y="3959"/>
                    <a:pt x="12676" y="3859"/>
                  </a:cubicBezTo>
                  <a:cubicBezTo>
                    <a:pt x="12876" y="3625"/>
                    <a:pt x="13043" y="3392"/>
                    <a:pt x="13210" y="3125"/>
                  </a:cubicBezTo>
                  <a:cubicBezTo>
                    <a:pt x="13243" y="3058"/>
                    <a:pt x="13276" y="2991"/>
                    <a:pt x="13343" y="2925"/>
                  </a:cubicBezTo>
                  <a:cubicBezTo>
                    <a:pt x="13010" y="2891"/>
                    <a:pt x="12743" y="2858"/>
                    <a:pt x="12476" y="2825"/>
                  </a:cubicBezTo>
                  <a:cubicBezTo>
                    <a:pt x="12309" y="2791"/>
                    <a:pt x="12176" y="2791"/>
                    <a:pt x="12009" y="2758"/>
                  </a:cubicBezTo>
                  <a:cubicBezTo>
                    <a:pt x="11842" y="3025"/>
                    <a:pt x="11642" y="3292"/>
                    <a:pt x="11442" y="3525"/>
                  </a:cubicBezTo>
                  <a:cubicBezTo>
                    <a:pt x="11308" y="3692"/>
                    <a:pt x="11142" y="3859"/>
                    <a:pt x="11008" y="4025"/>
                  </a:cubicBezTo>
                  <a:cubicBezTo>
                    <a:pt x="10841" y="4192"/>
                    <a:pt x="10708" y="4359"/>
                    <a:pt x="10541" y="4526"/>
                  </a:cubicBezTo>
                  <a:cubicBezTo>
                    <a:pt x="10474" y="4626"/>
                    <a:pt x="10408" y="4726"/>
                    <a:pt x="10341" y="4793"/>
                  </a:cubicBezTo>
                  <a:cubicBezTo>
                    <a:pt x="10274" y="4859"/>
                    <a:pt x="10241" y="4959"/>
                    <a:pt x="10174" y="5060"/>
                  </a:cubicBezTo>
                  <a:cubicBezTo>
                    <a:pt x="9874" y="5527"/>
                    <a:pt x="9540" y="6027"/>
                    <a:pt x="9374" y="6594"/>
                  </a:cubicBezTo>
                  <a:cubicBezTo>
                    <a:pt x="9274" y="6861"/>
                    <a:pt x="9240" y="7128"/>
                    <a:pt x="9240" y="7395"/>
                  </a:cubicBezTo>
                  <a:cubicBezTo>
                    <a:pt x="9207" y="7761"/>
                    <a:pt x="9274" y="8128"/>
                    <a:pt x="9307" y="8495"/>
                  </a:cubicBezTo>
                  <a:cubicBezTo>
                    <a:pt x="9340" y="8896"/>
                    <a:pt x="9374" y="9263"/>
                    <a:pt x="9474" y="9663"/>
                  </a:cubicBezTo>
                  <a:cubicBezTo>
                    <a:pt x="9507" y="9830"/>
                    <a:pt x="9540" y="9963"/>
                    <a:pt x="9574" y="10130"/>
                  </a:cubicBezTo>
                  <a:cubicBezTo>
                    <a:pt x="9640" y="10297"/>
                    <a:pt x="9707" y="10463"/>
                    <a:pt x="9774" y="10630"/>
                  </a:cubicBezTo>
                  <a:cubicBezTo>
                    <a:pt x="9841" y="10764"/>
                    <a:pt x="9907" y="10897"/>
                    <a:pt x="9974" y="11030"/>
                  </a:cubicBezTo>
                  <a:cubicBezTo>
                    <a:pt x="10074" y="11197"/>
                    <a:pt x="10174" y="11397"/>
                    <a:pt x="10274" y="11598"/>
                  </a:cubicBezTo>
                  <a:cubicBezTo>
                    <a:pt x="10274" y="11631"/>
                    <a:pt x="10308" y="11664"/>
                    <a:pt x="10341" y="11731"/>
                  </a:cubicBezTo>
                  <a:lnTo>
                    <a:pt x="10308" y="11731"/>
                  </a:lnTo>
                  <a:cubicBezTo>
                    <a:pt x="10241" y="11598"/>
                    <a:pt x="10141" y="11497"/>
                    <a:pt x="10074" y="11364"/>
                  </a:cubicBezTo>
                  <a:cubicBezTo>
                    <a:pt x="9841" y="11097"/>
                    <a:pt x="9607" y="10797"/>
                    <a:pt x="9440" y="10463"/>
                  </a:cubicBezTo>
                  <a:cubicBezTo>
                    <a:pt x="9240" y="10130"/>
                    <a:pt x="9107" y="9763"/>
                    <a:pt x="9007" y="9396"/>
                  </a:cubicBezTo>
                  <a:cubicBezTo>
                    <a:pt x="8940" y="9229"/>
                    <a:pt x="8907" y="9062"/>
                    <a:pt x="8873" y="8862"/>
                  </a:cubicBezTo>
                  <a:cubicBezTo>
                    <a:pt x="8840" y="8629"/>
                    <a:pt x="8773" y="8362"/>
                    <a:pt x="8740" y="8128"/>
                  </a:cubicBezTo>
                  <a:cubicBezTo>
                    <a:pt x="8706" y="7862"/>
                    <a:pt x="8673" y="7628"/>
                    <a:pt x="8673" y="7395"/>
                  </a:cubicBezTo>
                  <a:cubicBezTo>
                    <a:pt x="8673" y="7194"/>
                    <a:pt x="8706" y="6994"/>
                    <a:pt x="8740" y="6761"/>
                  </a:cubicBezTo>
                  <a:cubicBezTo>
                    <a:pt x="8773" y="6594"/>
                    <a:pt x="8807" y="6427"/>
                    <a:pt x="8873" y="6260"/>
                  </a:cubicBezTo>
                  <a:cubicBezTo>
                    <a:pt x="9007" y="5960"/>
                    <a:pt x="9173" y="5660"/>
                    <a:pt x="9340" y="5393"/>
                  </a:cubicBezTo>
                  <a:cubicBezTo>
                    <a:pt x="9407" y="5293"/>
                    <a:pt x="9507" y="5193"/>
                    <a:pt x="9574" y="5060"/>
                  </a:cubicBezTo>
                  <a:cubicBezTo>
                    <a:pt x="9674" y="4959"/>
                    <a:pt x="9741" y="4826"/>
                    <a:pt x="9841" y="4726"/>
                  </a:cubicBezTo>
                  <a:cubicBezTo>
                    <a:pt x="9907" y="4659"/>
                    <a:pt x="9941" y="4593"/>
                    <a:pt x="10007" y="4526"/>
                  </a:cubicBezTo>
                  <a:cubicBezTo>
                    <a:pt x="10041" y="4492"/>
                    <a:pt x="10107" y="4459"/>
                    <a:pt x="10141" y="4426"/>
                  </a:cubicBezTo>
                  <a:cubicBezTo>
                    <a:pt x="10541" y="3992"/>
                    <a:pt x="11008" y="3625"/>
                    <a:pt x="11442" y="3258"/>
                  </a:cubicBezTo>
                  <a:cubicBezTo>
                    <a:pt x="11609" y="3091"/>
                    <a:pt x="11742" y="2925"/>
                    <a:pt x="11909" y="2725"/>
                  </a:cubicBezTo>
                  <a:cubicBezTo>
                    <a:pt x="11609" y="2658"/>
                    <a:pt x="11308" y="2591"/>
                    <a:pt x="10941" y="2524"/>
                  </a:cubicBezTo>
                  <a:cubicBezTo>
                    <a:pt x="10841" y="2491"/>
                    <a:pt x="10741" y="2424"/>
                    <a:pt x="10641" y="2358"/>
                  </a:cubicBezTo>
                  <a:cubicBezTo>
                    <a:pt x="10274" y="2191"/>
                    <a:pt x="9941" y="2024"/>
                    <a:pt x="9607" y="1824"/>
                  </a:cubicBezTo>
                  <a:cubicBezTo>
                    <a:pt x="9574" y="1891"/>
                    <a:pt x="9574" y="1991"/>
                    <a:pt x="9540" y="2057"/>
                  </a:cubicBezTo>
                  <a:cubicBezTo>
                    <a:pt x="9507" y="2324"/>
                    <a:pt x="9407" y="2558"/>
                    <a:pt x="9307" y="2825"/>
                  </a:cubicBezTo>
                  <a:cubicBezTo>
                    <a:pt x="9240" y="3025"/>
                    <a:pt x="9173" y="3192"/>
                    <a:pt x="9107" y="3392"/>
                  </a:cubicBezTo>
                  <a:cubicBezTo>
                    <a:pt x="9007" y="3692"/>
                    <a:pt x="8873" y="3992"/>
                    <a:pt x="8773" y="4326"/>
                  </a:cubicBezTo>
                  <a:cubicBezTo>
                    <a:pt x="8706" y="4492"/>
                    <a:pt x="8673" y="4693"/>
                    <a:pt x="8640" y="4926"/>
                  </a:cubicBezTo>
                  <a:cubicBezTo>
                    <a:pt x="8606" y="5126"/>
                    <a:pt x="8606" y="5293"/>
                    <a:pt x="8606" y="5527"/>
                  </a:cubicBezTo>
                  <a:cubicBezTo>
                    <a:pt x="8606" y="5827"/>
                    <a:pt x="8606" y="6094"/>
                    <a:pt x="8573" y="6394"/>
                  </a:cubicBezTo>
                  <a:cubicBezTo>
                    <a:pt x="8573" y="6561"/>
                    <a:pt x="8573" y="6727"/>
                    <a:pt x="8606" y="6928"/>
                  </a:cubicBezTo>
                  <a:lnTo>
                    <a:pt x="8573" y="6928"/>
                  </a:lnTo>
                  <a:cubicBezTo>
                    <a:pt x="8506" y="6661"/>
                    <a:pt x="8473" y="6360"/>
                    <a:pt x="8440" y="6094"/>
                  </a:cubicBezTo>
                  <a:cubicBezTo>
                    <a:pt x="8373" y="5793"/>
                    <a:pt x="8340" y="5493"/>
                    <a:pt x="8306" y="5193"/>
                  </a:cubicBezTo>
                  <a:cubicBezTo>
                    <a:pt x="8306" y="5026"/>
                    <a:pt x="8306" y="4859"/>
                    <a:pt x="8306" y="4693"/>
                  </a:cubicBezTo>
                  <a:cubicBezTo>
                    <a:pt x="8340" y="4526"/>
                    <a:pt x="8340" y="4359"/>
                    <a:pt x="8406" y="4192"/>
                  </a:cubicBezTo>
                  <a:cubicBezTo>
                    <a:pt x="8506" y="3759"/>
                    <a:pt x="8706" y="3325"/>
                    <a:pt x="8907" y="2925"/>
                  </a:cubicBezTo>
                  <a:cubicBezTo>
                    <a:pt x="9073" y="2524"/>
                    <a:pt x="9274" y="2157"/>
                    <a:pt x="9407" y="1757"/>
                  </a:cubicBezTo>
                  <a:cubicBezTo>
                    <a:pt x="9407" y="1724"/>
                    <a:pt x="9407" y="1724"/>
                    <a:pt x="9440" y="1690"/>
                  </a:cubicBezTo>
                  <a:cubicBezTo>
                    <a:pt x="9407" y="1690"/>
                    <a:pt x="9374" y="1657"/>
                    <a:pt x="9340" y="1657"/>
                  </a:cubicBezTo>
                  <a:cubicBezTo>
                    <a:pt x="8873" y="1357"/>
                    <a:pt x="8473" y="1123"/>
                    <a:pt x="8073" y="923"/>
                  </a:cubicBezTo>
                  <a:cubicBezTo>
                    <a:pt x="7672" y="723"/>
                    <a:pt x="7239" y="523"/>
                    <a:pt x="6805" y="323"/>
                  </a:cubicBezTo>
                  <a:cubicBezTo>
                    <a:pt x="6638" y="256"/>
                    <a:pt x="6505" y="223"/>
                    <a:pt x="6371" y="156"/>
                  </a:cubicBezTo>
                  <a:lnTo>
                    <a:pt x="6371" y="356"/>
                  </a:lnTo>
                  <a:cubicBezTo>
                    <a:pt x="6371" y="523"/>
                    <a:pt x="6338" y="690"/>
                    <a:pt x="6305" y="857"/>
                  </a:cubicBezTo>
                  <a:cubicBezTo>
                    <a:pt x="6305" y="923"/>
                    <a:pt x="6271" y="1023"/>
                    <a:pt x="6271" y="1090"/>
                  </a:cubicBezTo>
                  <a:cubicBezTo>
                    <a:pt x="6205" y="1324"/>
                    <a:pt x="6138" y="1557"/>
                    <a:pt x="6005" y="1724"/>
                  </a:cubicBezTo>
                  <a:cubicBezTo>
                    <a:pt x="5838" y="2024"/>
                    <a:pt x="5671" y="2291"/>
                    <a:pt x="5437" y="2558"/>
                  </a:cubicBezTo>
                  <a:cubicBezTo>
                    <a:pt x="5237" y="2791"/>
                    <a:pt x="5037" y="3025"/>
                    <a:pt x="4804" y="3225"/>
                  </a:cubicBezTo>
                  <a:cubicBezTo>
                    <a:pt x="4604" y="3458"/>
                    <a:pt x="4370" y="3692"/>
                    <a:pt x="4170" y="3925"/>
                  </a:cubicBezTo>
                  <a:cubicBezTo>
                    <a:pt x="3970" y="4126"/>
                    <a:pt x="3770" y="4392"/>
                    <a:pt x="3603" y="4626"/>
                  </a:cubicBezTo>
                  <a:cubicBezTo>
                    <a:pt x="3469" y="4826"/>
                    <a:pt x="3369" y="5060"/>
                    <a:pt x="3269" y="5293"/>
                  </a:cubicBezTo>
                  <a:cubicBezTo>
                    <a:pt x="3236" y="5493"/>
                    <a:pt x="3203" y="5693"/>
                    <a:pt x="3203" y="5927"/>
                  </a:cubicBezTo>
                  <a:cubicBezTo>
                    <a:pt x="3203" y="6094"/>
                    <a:pt x="3203" y="6227"/>
                    <a:pt x="3203" y="6394"/>
                  </a:cubicBezTo>
                  <a:cubicBezTo>
                    <a:pt x="3169" y="6260"/>
                    <a:pt x="3136" y="6127"/>
                    <a:pt x="3102" y="5994"/>
                  </a:cubicBezTo>
                  <a:cubicBezTo>
                    <a:pt x="3069" y="5727"/>
                    <a:pt x="3036" y="5493"/>
                    <a:pt x="3069" y="5226"/>
                  </a:cubicBezTo>
                  <a:cubicBezTo>
                    <a:pt x="3102" y="4893"/>
                    <a:pt x="3236" y="4559"/>
                    <a:pt x="3403" y="4259"/>
                  </a:cubicBezTo>
                  <a:cubicBezTo>
                    <a:pt x="3703" y="3725"/>
                    <a:pt x="4103" y="3225"/>
                    <a:pt x="4537" y="2791"/>
                  </a:cubicBezTo>
                  <a:cubicBezTo>
                    <a:pt x="4770" y="2558"/>
                    <a:pt x="5004" y="2358"/>
                    <a:pt x="5204" y="2124"/>
                  </a:cubicBezTo>
                  <a:cubicBezTo>
                    <a:pt x="5437" y="1891"/>
                    <a:pt x="5604" y="1657"/>
                    <a:pt x="5804" y="1424"/>
                  </a:cubicBezTo>
                  <a:cubicBezTo>
                    <a:pt x="5938" y="1157"/>
                    <a:pt x="6038" y="923"/>
                    <a:pt x="6138" y="656"/>
                  </a:cubicBezTo>
                  <a:cubicBezTo>
                    <a:pt x="6171" y="490"/>
                    <a:pt x="6205" y="323"/>
                    <a:pt x="6238" y="123"/>
                  </a:cubicBezTo>
                  <a:cubicBezTo>
                    <a:pt x="6105" y="89"/>
                    <a:pt x="5971" y="56"/>
                    <a:pt x="5838" y="56"/>
                  </a:cubicBezTo>
                  <a:cubicBezTo>
                    <a:pt x="5681" y="17"/>
                    <a:pt x="5502" y="1"/>
                    <a:pt x="53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65"/>
            <p:cNvSpPr/>
            <p:nvPr/>
          </p:nvSpPr>
          <p:spPr>
            <a:xfrm>
              <a:off x="5335650" y="1187950"/>
              <a:ext cx="850" cy="875"/>
            </a:xfrm>
            <a:custGeom>
              <a:avLst/>
              <a:gdLst/>
              <a:ahLst/>
              <a:cxnLst/>
              <a:rect l="l" t="t" r="r" b="b"/>
              <a:pathLst>
                <a:path w="34" h="35" extrusionOk="0">
                  <a:moveTo>
                    <a:pt x="34" y="1"/>
                  </a:moveTo>
                  <a:cubicBezTo>
                    <a:pt x="34" y="1"/>
                    <a:pt x="34" y="34"/>
                    <a:pt x="0" y="34"/>
                  </a:cubicBezTo>
                  <a:lnTo>
                    <a:pt x="34" y="34"/>
                  </a:lnTo>
                  <a:cubicBezTo>
                    <a:pt x="34" y="34"/>
                    <a:pt x="34" y="1"/>
                    <a:pt x="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65"/>
            <p:cNvSpPr/>
            <p:nvPr/>
          </p:nvSpPr>
          <p:spPr>
            <a:xfrm>
              <a:off x="5138000" y="11295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65"/>
            <p:cNvSpPr/>
            <p:nvPr/>
          </p:nvSpPr>
          <p:spPr>
            <a:xfrm>
              <a:off x="5018750" y="1112075"/>
              <a:ext cx="120950" cy="234350"/>
            </a:xfrm>
            <a:custGeom>
              <a:avLst/>
              <a:gdLst/>
              <a:ahLst/>
              <a:cxnLst/>
              <a:rect l="l" t="t" r="r" b="b"/>
              <a:pathLst>
                <a:path w="4838" h="9374" extrusionOk="0">
                  <a:moveTo>
                    <a:pt x="4837" y="0"/>
                  </a:moveTo>
                  <a:cubicBezTo>
                    <a:pt x="4637" y="34"/>
                    <a:pt x="4437" y="67"/>
                    <a:pt x="4170" y="134"/>
                  </a:cubicBezTo>
                  <a:cubicBezTo>
                    <a:pt x="3837" y="234"/>
                    <a:pt x="3470" y="334"/>
                    <a:pt x="3136" y="434"/>
                  </a:cubicBezTo>
                  <a:cubicBezTo>
                    <a:pt x="2969" y="501"/>
                    <a:pt x="2803" y="534"/>
                    <a:pt x="2636" y="601"/>
                  </a:cubicBezTo>
                  <a:cubicBezTo>
                    <a:pt x="2603" y="801"/>
                    <a:pt x="2536" y="1001"/>
                    <a:pt x="2502" y="1201"/>
                  </a:cubicBezTo>
                  <a:cubicBezTo>
                    <a:pt x="2436" y="1535"/>
                    <a:pt x="2369" y="1868"/>
                    <a:pt x="2236" y="2202"/>
                  </a:cubicBezTo>
                  <a:cubicBezTo>
                    <a:pt x="2102" y="2602"/>
                    <a:pt x="1869" y="2969"/>
                    <a:pt x="1669" y="3336"/>
                  </a:cubicBezTo>
                  <a:cubicBezTo>
                    <a:pt x="1568" y="3536"/>
                    <a:pt x="1468" y="3736"/>
                    <a:pt x="1368" y="3937"/>
                  </a:cubicBezTo>
                  <a:cubicBezTo>
                    <a:pt x="1335" y="4003"/>
                    <a:pt x="1302" y="4070"/>
                    <a:pt x="1268" y="4137"/>
                  </a:cubicBezTo>
                  <a:cubicBezTo>
                    <a:pt x="1202" y="4270"/>
                    <a:pt x="1135" y="4404"/>
                    <a:pt x="1068" y="4537"/>
                  </a:cubicBezTo>
                  <a:cubicBezTo>
                    <a:pt x="1035" y="4604"/>
                    <a:pt x="1001" y="4670"/>
                    <a:pt x="1001" y="4737"/>
                  </a:cubicBezTo>
                  <a:cubicBezTo>
                    <a:pt x="935" y="4871"/>
                    <a:pt x="901" y="5004"/>
                    <a:pt x="835" y="5137"/>
                  </a:cubicBezTo>
                  <a:cubicBezTo>
                    <a:pt x="801" y="5204"/>
                    <a:pt x="801" y="5304"/>
                    <a:pt x="768" y="5371"/>
                  </a:cubicBezTo>
                  <a:cubicBezTo>
                    <a:pt x="735" y="5471"/>
                    <a:pt x="701" y="5571"/>
                    <a:pt x="668" y="5671"/>
                  </a:cubicBezTo>
                  <a:cubicBezTo>
                    <a:pt x="601" y="5871"/>
                    <a:pt x="534" y="6071"/>
                    <a:pt x="501" y="6272"/>
                  </a:cubicBezTo>
                  <a:cubicBezTo>
                    <a:pt x="434" y="6472"/>
                    <a:pt x="368" y="6672"/>
                    <a:pt x="334" y="6872"/>
                  </a:cubicBezTo>
                  <a:cubicBezTo>
                    <a:pt x="268" y="7105"/>
                    <a:pt x="234" y="7306"/>
                    <a:pt x="167" y="7539"/>
                  </a:cubicBezTo>
                  <a:cubicBezTo>
                    <a:pt x="167" y="7673"/>
                    <a:pt x="134" y="7806"/>
                    <a:pt x="101" y="7939"/>
                  </a:cubicBezTo>
                  <a:cubicBezTo>
                    <a:pt x="67" y="8039"/>
                    <a:pt x="67" y="8140"/>
                    <a:pt x="67" y="8240"/>
                  </a:cubicBezTo>
                  <a:cubicBezTo>
                    <a:pt x="34" y="8373"/>
                    <a:pt x="34" y="8506"/>
                    <a:pt x="34" y="8640"/>
                  </a:cubicBezTo>
                  <a:cubicBezTo>
                    <a:pt x="1" y="8840"/>
                    <a:pt x="34" y="9040"/>
                    <a:pt x="34" y="9240"/>
                  </a:cubicBezTo>
                  <a:lnTo>
                    <a:pt x="368" y="9307"/>
                  </a:lnTo>
                  <a:cubicBezTo>
                    <a:pt x="468" y="9340"/>
                    <a:pt x="568" y="9340"/>
                    <a:pt x="668" y="9374"/>
                  </a:cubicBezTo>
                  <a:lnTo>
                    <a:pt x="668" y="9140"/>
                  </a:lnTo>
                  <a:cubicBezTo>
                    <a:pt x="701" y="8807"/>
                    <a:pt x="701" y="8506"/>
                    <a:pt x="768" y="8206"/>
                  </a:cubicBezTo>
                  <a:cubicBezTo>
                    <a:pt x="835" y="7572"/>
                    <a:pt x="1001" y="6972"/>
                    <a:pt x="1202" y="6372"/>
                  </a:cubicBezTo>
                  <a:cubicBezTo>
                    <a:pt x="1302" y="6071"/>
                    <a:pt x="1402" y="5805"/>
                    <a:pt x="1568" y="5504"/>
                  </a:cubicBezTo>
                  <a:cubicBezTo>
                    <a:pt x="1669" y="5304"/>
                    <a:pt x="1769" y="5071"/>
                    <a:pt x="1902" y="4871"/>
                  </a:cubicBezTo>
                  <a:cubicBezTo>
                    <a:pt x="1969" y="4770"/>
                    <a:pt x="2069" y="4637"/>
                    <a:pt x="2136" y="4537"/>
                  </a:cubicBezTo>
                  <a:cubicBezTo>
                    <a:pt x="2169" y="4470"/>
                    <a:pt x="2202" y="4404"/>
                    <a:pt x="2236" y="4337"/>
                  </a:cubicBezTo>
                  <a:cubicBezTo>
                    <a:pt x="2369" y="4170"/>
                    <a:pt x="2502" y="4003"/>
                    <a:pt x="2636" y="3836"/>
                  </a:cubicBezTo>
                  <a:cubicBezTo>
                    <a:pt x="2769" y="3636"/>
                    <a:pt x="2903" y="3470"/>
                    <a:pt x="3070" y="3303"/>
                  </a:cubicBezTo>
                  <a:cubicBezTo>
                    <a:pt x="3203" y="3136"/>
                    <a:pt x="3336" y="2936"/>
                    <a:pt x="3503" y="2769"/>
                  </a:cubicBezTo>
                  <a:cubicBezTo>
                    <a:pt x="3637" y="2602"/>
                    <a:pt x="3770" y="2435"/>
                    <a:pt x="3903" y="2235"/>
                  </a:cubicBezTo>
                  <a:cubicBezTo>
                    <a:pt x="3970" y="2169"/>
                    <a:pt x="4037" y="2069"/>
                    <a:pt x="4104" y="2002"/>
                  </a:cubicBezTo>
                  <a:cubicBezTo>
                    <a:pt x="4170" y="1902"/>
                    <a:pt x="4204" y="1802"/>
                    <a:pt x="4270" y="1735"/>
                  </a:cubicBezTo>
                  <a:cubicBezTo>
                    <a:pt x="4337" y="1635"/>
                    <a:pt x="4404" y="1535"/>
                    <a:pt x="4437" y="1401"/>
                  </a:cubicBezTo>
                  <a:cubicBezTo>
                    <a:pt x="4571" y="1201"/>
                    <a:pt x="4671" y="934"/>
                    <a:pt x="4771" y="701"/>
                  </a:cubicBezTo>
                  <a:cubicBezTo>
                    <a:pt x="4804" y="534"/>
                    <a:pt x="4837" y="367"/>
                    <a:pt x="4837" y="201"/>
                  </a:cubicBezTo>
                  <a:cubicBezTo>
                    <a:pt x="4837" y="134"/>
                    <a:pt x="4837" y="67"/>
                    <a:pt x="48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65"/>
            <p:cNvSpPr/>
            <p:nvPr/>
          </p:nvSpPr>
          <p:spPr>
            <a:xfrm>
              <a:off x="5269775" y="12146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65"/>
            <p:cNvSpPr/>
            <p:nvPr/>
          </p:nvSpPr>
          <p:spPr>
            <a:xfrm>
              <a:off x="4977900" y="1128750"/>
              <a:ext cx="102600" cy="214350"/>
            </a:xfrm>
            <a:custGeom>
              <a:avLst/>
              <a:gdLst/>
              <a:ahLst/>
              <a:cxnLst/>
              <a:rect l="l" t="t" r="r" b="b"/>
              <a:pathLst>
                <a:path w="4104" h="8574" extrusionOk="0">
                  <a:moveTo>
                    <a:pt x="4103" y="1"/>
                  </a:moveTo>
                  <a:lnTo>
                    <a:pt x="4103" y="1"/>
                  </a:lnTo>
                  <a:cubicBezTo>
                    <a:pt x="3803" y="134"/>
                    <a:pt x="3536" y="234"/>
                    <a:pt x="3236" y="367"/>
                  </a:cubicBezTo>
                  <a:cubicBezTo>
                    <a:pt x="3036" y="434"/>
                    <a:pt x="2802" y="534"/>
                    <a:pt x="2535" y="668"/>
                  </a:cubicBezTo>
                  <a:cubicBezTo>
                    <a:pt x="2369" y="734"/>
                    <a:pt x="2202" y="834"/>
                    <a:pt x="2035" y="935"/>
                  </a:cubicBezTo>
                  <a:lnTo>
                    <a:pt x="1968" y="935"/>
                  </a:lnTo>
                  <a:cubicBezTo>
                    <a:pt x="1902" y="1001"/>
                    <a:pt x="1835" y="1035"/>
                    <a:pt x="1735" y="1101"/>
                  </a:cubicBezTo>
                  <a:cubicBezTo>
                    <a:pt x="1635" y="1135"/>
                    <a:pt x="1535" y="1201"/>
                    <a:pt x="1401" y="1268"/>
                  </a:cubicBezTo>
                  <a:cubicBezTo>
                    <a:pt x="1401" y="1301"/>
                    <a:pt x="1401" y="1368"/>
                    <a:pt x="1401" y="1402"/>
                  </a:cubicBezTo>
                  <a:cubicBezTo>
                    <a:pt x="1334" y="1768"/>
                    <a:pt x="1168" y="2102"/>
                    <a:pt x="1001" y="2469"/>
                  </a:cubicBezTo>
                  <a:cubicBezTo>
                    <a:pt x="934" y="2636"/>
                    <a:pt x="834" y="2769"/>
                    <a:pt x="767" y="2936"/>
                  </a:cubicBezTo>
                  <a:cubicBezTo>
                    <a:pt x="567" y="3336"/>
                    <a:pt x="434" y="3703"/>
                    <a:pt x="300" y="4103"/>
                  </a:cubicBezTo>
                  <a:cubicBezTo>
                    <a:pt x="134" y="4637"/>
                    <a:pt x="34" y="5171"/>
                    <a:pt x="34" y="5705"/>
                  </a:cubicBezTo>
                  <a:cubicBezTo>
                    <a:pt x="0" y="6138"/>
                    <a:pt x="67" y="6572"/>
                    <a:pt x="100" y="6972"/>
                  </a:cubicBezTo>
                  <a:cubicBezTo>
                    <a:pt x="134" y="7239"/>
                    <a:pt x="200" y="7473"/>
                    <a:pt x="200" y="7706"/>
                  </a:cubicBezTo>
                  <a:cubicBezTo>
                    <a:pt x="267" y="8006"/>
                    <a:pt x="300" y="8273"/>
                    <a:pt x="334" y="8573"/>
                  </a:cubicBezTo>
                  <a:lnTo>
                    <a:pt x="1068" y="8573"/>
                  </a:lnTo>
                  <a:cubicBezTo>
                    <a:pt x="1068" y="8440"/>
                    <a:pt x="1034" y="8340"/>
                    <a:pt x="1034" y="8206"/>
                  </a:cubicBezTo>
                  <a:cubicBezTo>
                    <a:pt x="1034" y="7873"/>
                    <a:pt x="1068" y="7573"/>
                    <a:pt x="1101" y="7239"/>
                  </a:cubicBezTo>
                  <a:cubicBezTo>
                    <a:pt x="1134" y="7106"/>
                    <a:pt x="1168" y="7006"/>
                    <a:pt x="1168" y="6872"/>
                  </a:cubicBezTo>
                  <a:cubicBezTo>
                    <a:pt x="1201" y="6805"/>
                    <a:pt x="1201" y="6705"/>
                    <a:pt x="1234" y="6605"/>
                  </a:cubicBezTo>
                  <a:lnTo>
                    <a:pt x="1334" y="6238"/>
                  </a:lnTo>
                  <a:cubicBezTo>
                    <a:pt x="1368" y="6005"/>
                    <a:pt x="1435" y="5805"/>
                    <a:pt x="1501" y="5605"/>
                  </a:cubicBezTo>
                  <a:cubicBezTo>
                    <a:pt x="1535" y="5371"/>
                    <a:pt x="1601" y="5171"/>
                    <a:pt x="1668" y="4971"/>
                  </a:cubicBezTo>
                  <a:cubicBezTo>
                    <a:pt x="1735" y="4737"/>
                    <a:pt x="1801" y="4504"/>
                    <a:pt x="1902" y="4304"/>
                  </a:cubicBezTo>
                  <a:cubicBezTo>
                    <a:pt x="1935" y="4204"/>
                    <a:pt x="1968" y="4137"/>
                    <a:pt x="2002" y="4037"/>
                  </a:cubicBezTo>
                  <a:cubicBezTo>
                    <a:pt x="2035" y="3970"/>
                    <a:pt x="2068" y="3903"/>
                    <a:pt x="2068" y="3837"/>
                  </a:cubicBezTo>
                  <a:cubicBezTo>
                    <a:pt x="2102" y="3803"/>
                    <a:pt x="2102" y="3770"/>
                    <a:pt x="2135" y="3737"/>
                  </a:cubicBezTo>
                  <a:cubicBezTo>
                    <a:pt x="2168" y="3636"/>
                    <a:pt x="2235" y="3536"/>
                    <a:pt x="2302" y="3436"/>
                  </a:cubicBezTo>
                  <a:cubicBezTo>
                    <a:pt x="2335" y="3370"/>
                    <a:pt x="2369" y="3270"/>
                    <a:pt x="2402" y="3203"/>
                  </a:cubicBezTo>
                  <a:cubicBezTo>
                    <a:pt x="2535" y="3003"/>
                    <a:pt x="2635" y="2803"/>
                    <a:pt x="2769" y="2602"/>
                  </a:cubicBezTo>
                  <a:cubicBezTo>
                    <a:pt x="2936" y="2336"/>
                    <a:pt x="3136" y="2102"/>
                    <a:pt x="3303" y="1835"/>
                  </a:cubicBezTo>
                  <a:cubicBezTo>
                    <a:pt x="3436" y="1602"/>
                    <a:pt x="3569" y="1335"/>
                    <a:pt x="3669" y="1101"/>
                  </a:cubicBezTo>
                  <a:cubicBezTo>
                    <a:pt x="3736" y="968"/>
                    <a:pt x="3770" y="834"/>
                    <a:pt x="3836" y="734"/>
                  </a:cubicBezTo>
                  <a:cubicBezTo>
                    <a:pt x="3903" y="534"/>
                    <a:pt x="3970" y="334"/>
                    <a:pt x="4036" y="167"/>
                  </a:cubicBezTo>
                  <a:cubicBezTo>
                    <a:pt x="4070" y="101"/>
                    <a:pt x="4070" y="67"/>
                    <a:pt x="41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65"/>
            <p:cNvSpPr/>
            <p:nvPr/>
          </p:nvSpPr>
          <p:spPr>
            <a:xfrm>
              <a:off x="4882825" y="1162950"/>
              <a:ext cx="125950" cy="179300"/>
            </a:xfrm>
            <a:custGeom>
              <a:avLst/>
              <a:gdLst/>
              <a:ahLst/>
              <a:cxnLst/>
              <a:rect l="l" t="t" r="r" b="b"/>
              <a:pathLst>
                <a:path w="5038" h="7172" extrusionOk="0">
                  <a:moveTo>
                    <a:pt x="5037" y="0"/>
                  </a:moveTo>
                  <a:lnTo>
                    <a:pt x="5037" y="0"/>
                  </a:lnTo>
                  <a:cubicBezTo>
                    <a:pt x="4904" y="67"/>
                    <a:pt x="4771" y="167"/>
                    <a:pt x="4670" y="234"/>
                  </a:cubicBezTo>
                  <a:lnTo>
                    <a:pt x="4404" y="400"/>
                  </a:lnTo>
                  <a:lnTo>
                    <a:pt x="4170" y="567"/>
                  </a:lnTo>
                  <a:cubicBezTo>
                    <a:pt x="4103" y="601"/>
                    <a:pt x="4037" y="634"/>
                    <a:pt x="4003" y="701"/>
                  </a:cubicBezTo>
                  <a:cubicBezTo>
                    <a:pt x="3670" y="901"/>
                    <a:pt x="3370" y="1134"/>
                    <a:pt x="3103" y="1368"/>
                  </a:cubicBezTo>
                  <a:cubicBezTo>
                    <a:pt x="2869" y="1501"/>
                    <a:pt x="2636" y="1668"/>
                    <a:pt x="2402" y="1801"/>
                  </a:cubicBezTo>
                  <a:cubicBezTo>
                    <a:pt x="2402" y="1835"/>
                    <a:pt x="2402" y="1835"/>
                    <a:pt x="2402" y="1835"/>
                  </a:cubicBezTo>
                  <a:cubicBezTo>
                    <a:pt x="2335" y="2102"/>
                    <a:pt x="2269" y="2402"/>
                    <a:pt x="2235" y="2669"/>
                  </a:cubicBezTo>
                  <a:cubicBezTo>
                    <a:pt x="2169" y="2969"/>
                    <a:pt x="2169" y="3236"/>
                    <a:pt x="2135" y="3503"/>
                  </a:cubicBezTo>
                  <a:cubicBezTo>
                    <a:pt x="2135" y="3736"/>
                    <a:pt x="2135" y="3970"/>
                    <a:pt x="2169" y="4203"/>
                  </a:cubicBezTo>
                  <a:cubicBezTo>
                    <a:pt x="2169" y="4437"/>
                    <a:pt x="2202" y="4670"/>
                    <a:pt x="2235" y="4904"/>
                  </a:cubicBezTo>
                  <a:cubicBezTo>
                    <a:pt x="2302" y="5104"/>
                    <a:pt x="2369" y="5337"/>
                    <a:pt x="2436" y="5537"/>
                  </a:cubicBezTo>
                  <a:cubicBezTo>
                    <a:pt x="2502" y="5671"/>
                    <a:pt x="2536" y="5804"/>
                    <a:pt x="2602" y="5938"/>
                  </a:cubicBezTo>
                  <a:cubicBezTo>
                    <a:pt x="2669" y="6138"/>
                    <a:pt x="2736" y="6305"/>
                    <a:pt x="2836" y="6505"/>
                  </a:cubicBezTo>
                  <a:cubicBezTo>
                    <a:pt x="2736" y="6338"/>
                    <a:pt x="2669" y="6205"/>
                    <a:pt x="2569" y="6038"/>
                  </a:cubicBezTo>
                  <a:cubicBezTo>
                    <a:pt x="2436" y="5738"/>
                    <a:pt x="2269" y="5437"/>
                    <a:pt x="2169" y="5137"/>
                  </a:cubicBezTo>
                  <a:cubicBezTo>
                    <a:pt x="2069" y="4937"/>
                    <a:pt x="2035" y="4704"/>
                    <a:pt x="2002" y="4503"/>
                  </a:cubicBezTo>
                  <a:cubicBezTo>
                    <a:pt x="1969" y="4270"/>
                    <a:pt x="1969" y="4036"/>
                    <a:pt x="1969" y="3836"/>
                  </a:cubicBezTo>
                  <a:cubicBezTo>
                    <a:pt x="1969" y="3369"/>
                    <a:pt x="2002" y="2936"/>
                    <a:pt x="2135" y="2502"/>
                  </a:cubicBezTo>
                  <a:cubicBezTo>
                    <a:pt x="2169" y="2268"/>
                    <a:pt x="2235" y="2068"/>
                    <a:pt x="2302" y="1868"/>
                  </a:cubicBezTo>
                  <a:lnTo>
                    <a:pt x="2302" y="1868"/>
                  </a:lnTo>
                  <a:cubicBezTo>
                    <a:pt x="1802" y="2235"/>
                    <a:pt x="1335" y="2669"/>
                    <a:pt x="968" y="3069"/>
                  </a:cubicBezTo>
                  <a:lnTo>
                    <a:pt x="701" y="3336"/>
                  </a:lnTo>
                  <a:cubicBezTo>
                    <a:pt x="568" y="3469"/>
                    <a:pt x="467" y="3669"/>
                    <a:pt x="367" y="3836"/>
                  </a:cubicBezTo>
                  <a:lnTo>
                    <a:pt x="334" y="3903"/>
                  </a:lnTo>
                  <a:cubicBezTo>
                    <a:pt x="234" y="4070"/>
                    <a:pt x="167" y="4203"/>
                    <a:pt x="134" y="4370"/>
                  </a:cubicBezTo>
                  <a:cubicBezTo>
                    <a:pt x="67" y="4503"/>
                    <a:pt x="34" y="4603"/>
                    <a:pt x="34" y="4737"/>
                  </a:cubicBezTo>
                  <a:cubicBezTo>
                    <a:pt x="0" y="4870"/>
                    <a:pt x="0" y="5004"/>
                    <a:pt x="0" y="5137"/>
                  </a:cubicBezTo>
                  <a:cubicBezTo>
                    <a:pt x="34" y="5337"/>
                    <a:pt x="101" y="5571"/>
                    <a:pt x="267" y="5838"/>
                  </a:cubicBezTo>
                  <a:cubicBezTo>
                    <a:pt x="367" y="6038"/>
                    <a:pt x="501" y="6205"/>
                    <a:pt x="668" y="6338"/>
                  </a:cubicBezTo>
                  <a:cubicBezTo>
                    <a:pt x="668" y="6338"/>
                    <a:pt x="701" y="6371"/>
                    <a:pt x="734" y="6371"/>
                  </a:cubicBezTo>
                  <a:cubicBezTo>
                    <a:pt x="768" y="6405"/>
                    <a:pt x="801" y="6438"/>
                    <a:pt x="834" y="6471"/>
                  </a:cubicBezTo>
                  <a:cubicBezTo>
                    <a:pt x="968" y="6538"/>
                    <a:pt x="1068" y="6605"/>
                    <a:pt x="1235" y="6672"/>
                  </a:cubicBezTo>
                  <a:cubicBezTo>
                    <a:pt x="1301" y="6705"/>
                    <a:pt x="1368" y="6738"/>
                    <a:pt x="1435" y="6772"/>
                  </a:cubicBezTo>
                  <a:cubicBezTo>
                    <a:pt x="1368" y="6605"/>
                    <a:pt x="1335" y="6405"/>
                    <a:pt x="1268" y="6238"/>
                  </a:cubicBezTo>
                  <a:cubicBezTo>
                    <a:pt x="1235" y="6038"/>
                    <a:pt x="1235" y="5838"/>
                    <a:pt x="1201" y="5638"/>
                  </a:cubicBezTo>
                  <a:cubicBezTo>
                    <a:pt x="1201" y="5437"/>
                    <a:pt x="1201" y="5271"/>
                    <a:pt x="1235" y="5070"/>
                  </a:cubicBezTo>
                  <a:cubicBezTo>
                    <a:pt x="1268" y="4837"/>
                    <a:pt x="1368" y="4603"/>
                    <a:pt x="1468" y="4370"/>
                  </a:cubicBezTo>
                  <a:lnTo>
                    <a:pt x="1468" y="4370"/>
                  </a:lnTo>
                  <a:cubicBezTo>
                    <a:pt x="1401" y="4603"/>
                    <a:pt x="1368" y="4870"/>
                    <a:pt x="1368" y="5137"/>
                  </a:cubicBezTo>
                  <a:cubicBezTo>
                    <a:pt x="1335" y="5471"/>
                    <a:pt x="1401" y="5804"/>
                    <a:pt x="1468" y="6138"/>
                  </a:cubicBezTo>
                  <a:lnTo>
                    <a:pt x="1468" y="6171"/>
                  </a:lnTo>
                  <a:cubicBezTo>
                    <a:pt x="1535" y="6405"/>
                    <a:pt x="1602" y="6638"/>
                    <a:pt x="1668" y="6838"/>
                  </a:cubicBezTo>
                  <a:lnTo>
                    <a:pt x="1868" y="6905"/>
                  </a:lnTo>
                  <a:lnTo>
                    <a:pt x="1902" y="6938"/>
                  </a:lnTo>
                  <a:cubicBezTo>
                    <a:pt x="2269" y="7039"/>
                    <a:pt x="2669" y="7105"/>
                    <a:pt x="3036" y="7139"/>
                  </a:cubicBezTo>
                  <a:cubicBezTo>
                    <a:pt x="3303" y="7139"/>
                    <a:pt x="3570" y="7172"/>
                    <a:pt x="3937" y="7172"/>
                  </a:cubicBezTo>
                  <a:lnTo>
                    <a:pt x="4070" y="7172"/>
                  </a:lnTo>
                  <a:cubicBezTo>
                    <a:pt x="4037" y="7072"/>
                    <a:pt x="4003" y="7005"/>
                    <a:pt x="3970" y="6905"/>
                  </a:cubicBezTo>
                  <a:cubicBezTo>
                    <a:pt x="3903" y="6638"/>
                    <a:pt x="3803" y="6371"/>
                    <a:pt x="3736" y="6105"/>
                  </a:cubicBezTo>
                  <a:cubicBezTo>
                    <a:pt x="3703" y="5938"/>
                    <a:pt x="3636" y="5771"/>
                    <a:pt x="3603" y="5604"/>
                  </a:cubicBezTo>
                  <a:cubicBezTo>
                    <a:pt x="3536" y="5471"/>
                    <a:pt x="3503" y="5304"/>
                    <a:pt x="3503" y="5171"/>
                  </a:cubicBezTo>
                  <a:cubicBezTo>
                    <a:pt x="3436" y="4970"/>
                    <a:pt x="3403" y="4770"/>
                    <a:pt x="3403" y="4570"/>
                  </a:cubicBezTo>
                  <a:cubicBezTo>
                    <a:pt x="3370" y="4170"/>
                    <a:pt x="3370" y="3736"/>
                    <a:pt x="3436" y="3336"/>
                  </a:cubicBezTo>
                  <a:cubicBezTo>
                    <a:pt x="3536" y="2936"/>
                    <a:pt x="3636" y="2535"/>
                    <a:pt x="3837" y="2135"/>
                  </a:cubicBezTo>
                  <a:cubicBezTo>
                    <a:pt x="3970" y="1868"/>
                    <a:pt x="4103" y="1601"/>
                    <a:pt x="4270" y="1334"/>
                  </a:cubicBezTo>
                  <a:cubicBezTo>
                    <a:pt x="4337" y="1201"/>
                    <a:pt x="4437" y="1068"/>
                    <a:pt x="4537" y="934"/>
                  </a:cubicBezTo>
                  <a:cubicBezTo>
                    <a:pt x="4537" y="934"/>
                    <a:pt x="4537" y="901"/>
                    <a:pt x="4537" y="901"/>
                  </a:cubicBezTo>
                  <a:cubicBezTo>
                    <a:pt x="4570" y="867"/>
                    <a:pt x="4604" y="801"/>
                    <a:pt x="4637" y="734"/>
                  </a:cubicBezTo>
                  <a:cubicBezTo>
                    <a:pt x="4804" y="501"/>
                    <a:pt x="4937" y="267"/>
                    <a:pt x="50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65"/>
            <p:cNvSpPr/>
            <p:nvPr/>
          </p:nvSpPr>
          <p:spPr>
            <a:xfrm>
              <a:off x="4998750" y="11813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65"/>
            <p:cNvSpPr/>
            <p:nvPr/>
          </p:nvSpPr>
          <p:spPr>
            <a:xfrm>
              <a:off x="4936200" y="12505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65"/>
            <p:cNvSpPr/>
            <p:nvPr/>
          </p:nvSpPr>
          <p:spPr>
            <a:xfrm>
              <a:off x="4920350" y="13172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65"/>
            <p:cNvSpPr/>
            <p:nvPr/>
          </p:nvSpPr>
          <p:spPr>
            <a:xfrm>
              <a:off x="4996250" y="11854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65"/>
            <p:cNvSpPr/>
            <p:nvPr/>
          </p:nvSpPr>
          <p:spPr>
            <a:xfrm>
              <a:off x="4996250" y="11854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65"/>
            <p:cNvSpPr/>
            <p:nvPr/>
          </p:nvSpPr>
          <p:spPr>
            <a:xfrm>
              <a:off x="5265600" y="12455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65"/>
            <p:cNvSpPr/>
            <p:nvPr/>
          </p:nvSpPr>
          <p:spPr>
            <a:xfrm>
              <a:off x="5265600" y="12455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88" name="Google Shape;1088;p65"/>
          <p:cNvSpPr/>
          <p:nvPr/>
        </p:nvSpPr>
        <p:spPr>
          <a:xfrm>
            <a:off x="499475" y="3358525"/>
            <a:ext cx="283071" cy="245481"/>
          </a:xfrm>
          <a:custGeom>
            <a:avLst/>
            <a:gdLst/>
            <a:ahLst/>
            <a:cxnLst/>
            <a:rect l="l" t="t" r="r" b="b"/>
            <a:pathLst>
              <a:path w="7907" h="6857" extrusionOk="0">
                <a:moveTo>
                  <a:pt x="3680" y="1312"/>
                </a:moveTo>
                <a:cubicBezTo>
                  <a:pt x="4228" y="1312"/>
                  <a:pt x="4786" y="1511"/>
                  <a:pt x="5171" y="1932"/>
                </a:cubicBezTo>
                <a:cubicBezTo>
                  <a:pt x="6072" y="2900"/>
                  <a:pt x="6139" y="4467"/>
                  <a:pt x="4938" y="5201"/>
                </a:cubicBezTo>
                <a:cubicBezTo>
                  <a:pt x="4532" y="5458"/>
                  <a:pt x="4049" y="5595"/>
                  <a:pt x="3574" y="5595"/>
                </a:cubicBezTo>
                <a:cubicBezTo>
                  <a:pt x="2878" y="5595"/>
                  <a:pt x="2199" y="5302"/>
                  <a:pt x="1802" y="4667"/>
                </a:cubicBezTo>
                <a:cubicBezTo>
                  <a:pt x="1669" y="4434"/>
                  <a:pt x="1569" y="4167"/>
                  <a:pt x="1535" y="3867"/>
                </a:cubicBezTo>
                <a:cubicBezTo>
                  <a:pt x="1769" y="3800"/>
                  <a:pt x="1969" y="3567"/>
                  <a:pt x="1902" y="3233"/>
                </a:cubicBezTo>
                <a:cubicBezTo>
                  <a:pt x="1686" y="1998"/>
                  <a:pt x="2665" y="1312"/>
                  <a:pt x="3680" y="1312"/>
                </a:cubicBezTo>
                <a:close/>
                <a:moveTo>
                  <a:pt x="3843" y="0"/>
                </a:moveTo>
                <a:cubicBezTo>
                  <a:pt x="2856" y="0"/>
                  <a:pt x="1879" y="486"/>
                  <a:pt x="1302" y="1232"/>
                </a:cubicBezTo>
                <a:cubicBezTo>
                  <a:pt x="201" y="2366"/>
                  <a:pt x="1" y="4334"/>
                  <a:pt x="1035" y="5668"/>
                </a:cubicBezTo>
                <a:cubicBezTo>
                  <a:pt x="1675" y="6473"/>
                  <a:pt x="2655" y="6857"/>
                  <a:pt x="3643" y="6857"/>
                </a:cubicBezTo>
                <a:cubicBezTo>
                  <a:pt x="4664" y="6857"/>
                  <a:pt x="5694" y="6447"/>
                  <a:pt x="6372" y="5668"/>
                </a:cubicBezTo>
                <a:cubicBezTo>
                  <a:pt x="7907" y="3934"/>
                  <a:pt x="6973" y="1098"/>
                  <a:pt x="4971" y="231"/>
                </a:cubicBezTo>
                <a:cubicBezTo>
                  <a:pt x="4608" y="73"/>
                  <a:pt x="4225" y="0"/>
                  <a:pt x="384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2" name="Google Shape;1092;p65">
            <a:hlinkClick r:id="rId3" action="ppaction://hlinksldjump"/>
          </p:cNvPr>
          <p:cNvSpPr/>
          <p:nvPr/>
        </p:nvSpPr>
        <p:spPr>
          <a:xfrm>
            <a:off x="8825155" y="2500037"/>
            <a:ext cx="128263" cy="126003"/>
          </a:xfrm>
          <a:custGeom>
            <a:avLst/>
            <a:gdLst/>
            <a:ahLst/>
            <a:cxnLst/>
            <a:rect l="l" t="t" r="r" b="b"/>
            <a:pathLst>
              <a:path w="212885" h="209134" extrusionOk="0">
                <a:moveTo>
                  <a:pt x="106442" y="0"/>
                </a:moveTo>
                <a:cubicBezTo>
                  <a:pt x="101296" y="0"/>
                  <a:pt x="96467" y="2010"/>
                  <a:pt x="92840" y="5637"/>
                </a:cubicBezTo>
                <a:lnTo>
                  <a:pt x="7574" y="90903"/>
                </a:lnTo>
                <a:cubicBezTo>
                  <a:pt x="7525" y="90928"/>
                  <a:pt x="7501" y="90977"/>
                  <a:pt x="7476" y="91001"/>
                </a:cubicBezTo>
                <a:cubicBezTo>
                  <a:pt x="1" y="98501"/>
                  <a:pt x="25" y="110682"/>
                  <a:pt x="7525" y="118181"/>
                </a:cubicBezTo>
                <a:cubicBezTo>
                  <a:pt x="10932" y="121613"/>
                  <a:pt x="15466" y="123598"/>
                  <a:pt x="20294" y="123794"/>
                </a:cubicBezTo>
                <a:cubicBezTo>
                  <a:pt x="20490" y="123818"/>
                  <a:pt x="20686" y="123818"/>
                  <a:pt x="20882" y="123818"/>
                </a:cubicBezTo>
                <a:lnTo>
                  <a:pt x="24289" y="123818"/>
                </a:lnTo>
                <a:lnTo>
                  <a:pt x="24289" y="186610"/>
                </a:lnTo>
                <a:cubicBezTo>
                  <a:pt x="24289" y="199036"/>
                  <a:pt x="34387" y="209133"/>
                  <a:pt x="46813" y="209133"/>
                </a:cubicBezTo>
                <a:lnTo>
                  <a:pt x="80194" y="209133"/>
                </a:lnTo>
                <a:cubicBezTo>
                  <a:pt x="83576" y="209133"/>
                  <a:pt x="86321" y="206388"/>
                  <a:pt x="86321" y="203006"/>
                </a:cubicBezTo>
                <a:lnTo>
                  <a:pt x="86321" y="153793"/>
                </a:lnTo>
                <a:cubicBezTo>
                  <a:pt x="86321" y="148131"/>
                  <a:pt x="90928" y="143523"/>
                  <a:pt x="96614" y="143523"/>
                </a:cubicBezTo>
                <a:lnTo>
                  <a:pt x="116295" y="143523"/>
                </a:lnTo>
                <a:cubicBezTo>
                  <a:pt x="121956" y="143523"/>
                  <a:pt x="126564" y="148131"/>
                  <a:pt x="126564" y="153793"/>
                </a:cubicBezTo>
                <a:lnTo>
                  <a:pt x="126564" y="203006"/>
                </a:lnTo>
                <a:cubicBezTo>
                  <a:pt x="126564" y="206388"/>
                  <a:pt x="129309" y="209133"/>
                  <a:pt x="132691" y="209133"/>
                </a:cubicBezTo>
                <a:lnTo>
                  <a:pt x="166072" y="209133"/>
                </a:lnTo>
                <a:cubicBezTo>
                  <a:pt x="178498" y="209133"/>
                  <a:pt x="188620" y="199036"/>
                  <a:pt x="188620" y="186610"/>
                </a:cubicBezTo>
                <a:lnTo>
                  <a:pt x="188620" y="123818"/>
                </a:lnTo>
                <a:lnTo>
                  <a:pt x="191757" y="123818"/>
                </a:lnTo>
                <a:cubicBezTo>
                  <a:pt x="196904" y="123818"/>
                  <a:pt x="201733" y="121833"/>
                  <a:pt x="205384" y="118181"/>
                </a:cubicBezTo>
                <a:cubicBezTo>
                  <a:pt x="212884" y="110682"/>
                  <a:pt x="212884" y="98476"/>
                  <a:pt x="205384" y="90977"/>
                </a:cubicBezTo>
                <a:lnTo>
                  <a:pt x="205384" y="90952"/>
                </a:lnTo>
                <a:lnTo>
                  <a:pt x="120069" y="5637"/>
                </a:lnTo>
                <a:cubicBezTo>
                  <a:pt x="116417" y="2010"/>
                  <a:pt x="111589" y="0"/>
                  <a:pt x="106442" y="0"/>
                </a:cubicBez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3" name="Google Shape;1093;p65">
            <a:hlinkClick r:id="" action="ppaction://hlinkshowjump?jump=previousslide"/>
          </p:cNvPr>
          <p:cNvSpPr/>
          <p:nvPr/>
        </p:nvSpPr>
        <p:spPr>
          <a:xfrm rot="-5400000">
            <a:off x="8866829" y="2282123"/>
            <a:ext cx="45000" cy="99900"/>
          </a:xfrm>
          <a:prstGeom prst="chevron">
            <a:avLst>
              <a:gd name="adj" fmla="val 10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4" name="Google Shape;1094;p65">
            <a:hlinkClick r:id="" action="ppaction://hlinkshowjump?jump=nextslide"/>
          </p:cNvPr>
          <p:cNvSpPr/>
          <p:nvPr/>
        </p:nvSpPr>
        <p:spPr>
          <a:xfrm rot="5400000">
            <a:off x="8860413" y="2755177"/>
            <a:ext cx="57600" cy="99900"/>
          </a:xfrm>
          <a:prstGeom prst="chevron">
            <a:avLst>
              <a:gd name="adj" fmla="val 10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Kép 1" descr="A képen ruházat, személy, Emberi arc, portré látható&#10;&#10;Lehet, hogy az AI által létrehozott tartalom helytelen.">
            <a:extLst>
              <a:ext uri="{FF2B5EF4-FFF2-40B4-BE49-F238E27FC236}">
                <a16:creationId xmlns:a16="http://schemas.microsoft.com/office/drawing/2014/main" id="{30F0AA64-AFCF-6CA9-A5A1-26F16AE7A1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1204" y="1186746"/>
            <a:ext cx="2482861" cy="3436802"/>
          </a:xfrm>
          <a:prstGeom prst="rect">
            <a:avLst/>
          </a:prstGeom>
        </p:spPr>
      </p:pic>
      <p:sp>
        <p:nvSpPr>
          <p:cNvPr id="4" name="Szöveg helye 3">
            <a:extLst>
              <a:ext uri="{FF2B5EF4-FFF2-40B4-BE49-F238E27FC236}">
                <a16:creationId xmlns:a16="http://schemas.microsoft.com/office/drawing/2014/main" id="{4BB8DA3C-A227-CD49-43BB-5C0E586386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800449" y="4369981"/>
            <a:ext cx="4404886" cy="1851546"/>
          </a:xfrm>
        </p:spPr>
        <p:txBody>
          <a:bodyPr/>
          <a:lstStyle/>
          <a:p>
            <a:endParaRPr lang="hu-HU">
              <a:latin typeface="Gloria Halleluja"/>
              <a:ea typeface="HGSoeiKakugothicUB"/>
            </a:endParaRPr>
          </a:p>
          <a:p>
            <a:endParaRPr lang="hu-HU">
              <a:latin typeface="Gloria Halleluja"/>
              <a:ea typeface="HGSoeiKakugothicUB"/>
            </a:endParaRPr>
          </a:p>
          <a:p>
            <a:endParaRPr lang="hu-HU">
              <a:latin typeface="Gloria Halleluja"/>
              <a:ea typeface="HGSoeiKakugothicUB"/>
            </a:endParaRPr>
          </a:p>
        </p:txBody>
      </p:sp>
      <p:grpSp>
        <p:nvGrpSpPr>
          <p:cNvPr id="1089" name="Google Shape;1089;p65"/>
          <p:cNvGrpSpPr/>
          <p:nvPr/>
        </p:nvGrpSpPr>
        <p:grpSpPr>
          <a:xfrm>
            <a:off x="6950572" y="4273286"/>
            <a:ext cx="923655" cy="500058"/>
            <a:chOff x="6950572" y="4273286"/>
            <a:chExt cx="923655" cy="500058"/>
          </a:xfrm>
        </p:grpSpPr>
        <p:sp>
          <p:nvSpPr>
            <p:cNvPr id="1090" name="Google Shape;1090;p65"/>
            <p:cNvSpPr/>
            <p:nvPr/>
          </p:nvSpPr>
          <p:spPr>
            <a:xfrm rot="1429665">
              <a:off x="7601656" y="4570007"/>
              <a:ext cx="251965" cy="155187"/>
            </a:xfrm>
            <a:custGeom>
              <a:avLst/>
              <a:gdLst/>
              <a:ahLst/>
              <a:cxnLst/>
              <a:rect l="l" t="t" r="r" b="b"/>
              <a:pathLst>
                <a:path w="3970" h="3035" extrusionOk="0">
                  <a:moveTo>
                    <a:pt x="1420" y="1"/>
                  </a:moveTo>
                  <a:cubicBezTo>
                    <a:pt x="1160" y="1"/>
                    <a:pt x="896" y="43"/>
                    <a:pt x="634" y="134"/>
                  </a:cubicBezTo>
                  <a:cubicBezTo>
                    <a:pt x="200" y="268"/>
                    <a:pt x="0" y="835"/>
                    <a:pt x="367" y="1168"/>
                  </a:cubicBezTo>
                  <a:cubicBezTo>
                    <a:pt x="768" y="1535"/>
                    <a:pt x="1168" y="1935"/>
                    <a:pt x="1601" y="2269"/>
                  </a:cubicBezTo>
                  <a:cubicBezTo>
                    <a:pt x="1668" y="2302"/>
                    <a:pt x="1735" y="2336"/>
                    <a:pt x="1768" y="2369"/>
                  </a:cubicBezTo>
                  <a:cubicBezTo>
                    <a:pt x="2041" y="2756"/>
                    <a:pt x="2485" y="3034"/>
                    <a:pt x="2962" y="3034"/>
                  </a:cubicBezTo>
                  <a:cubicBezTo>
                    <a:pt x="3184" y="3034"/>
                    <a:pt x="3414" y="2974"/>
                    <a:pt x="3636" y="2836"/>
                  </a:cubicBezTo>
                  <a:cubicBezTo>
                    <a:pt x="3836" y="2736"/>
                    <a:pt x="3970" y="2536"/>
                    <a:pt x="3936" y="2336"/>
                  </a:cubicBezTo>
                  <a:cubicBezTo>
                    <a:pt x="3826" y="1008"/>
                    <a:pt x="2682" y="1"/>
                    <a:pt x="14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65"/>
            <p:cNvSpPr/>
            <p:nvPr/>
          </p:nvSpPr>
          <p:spPr>
            <a:xfrm rot="1429665">
              <a:off x="6984156" y="4378687"/>
              <a:ext cx="582819" cy="289256"/>
            </a:xfrm>
            <a:custGeom>
              <a:avLst/>
              <a:gdLst/>
              <a:ahLst/>
              <a:cxnLst/>
              <a:rect l="l" t="t" r="r" b="b"/>
              <a:pathLst>
                <a:path w="9183" h="5657" extrusionOk="0">
                  <a:moveTo>
                    <a:pt x="8195" y="0"/>
                  </a:moveTo>
                  <a:cubicBezTo>
                    <a:pt x="8104" y="0"/>
                    <a:pt x="8009" y="20"/>
                    <a:pt x="7912" y="64"/>
                  </a:cubicBezTo>
                  <a:cubicBezTo>
                    <a:pt x="6778" y="598"/>
                    <a:pt x="5644" y="1131"/>
                    <a:pt x="4543" y="1698"/>
                  </a:cubicBezTo>
                  <a:cubicBezTo>
                    <a:pt x="3809" y="1098"/>
                    <a:pt x="3042" y="564"/>
                    <a:pt x="2241" y="64"/>
                  </a:cubicBezTo>
                  <a:cubicBezTo>
                    <a:pt x="2177" y="21"/>
                    <a:pt x="2109" y="2"/>
                    <a:pt x="2042" y="2"/>
                  </a:cubicBezTo>
                  <a:cubicBezTo>
                    <a:pt x="1693" y="2"/>
                    <a:pt x="1372" y="512"/>
                    <a:pt x="1707" y="764"/>
                  </a:cubicBezTo>
                  <a:cubicBezTo>
                    <a:pt x="2308" y="1265"/>
                    <a:pt x="2908" y="1732"/>
                    <a:pt x="3475" y="2265"/>
                  </a:cubicBezTo>
                  <a:cubicBezTo>
                    <a:pt x="2475" y="2799"/>
                    <a:pt x="1441" y="3333"/>
                    <a:pt x="440" y="3867"/>
                  </a:cubicBezTo>
                  <a:cubicBezTo>
                    <a:pt x="1" y="4101"/>
                    <a:pt x="281" y="4669"/>
                    <a:pt x="695" y="4669"/>
                  </a:cubicBezTo>
                  <a:cubicBezTo>
                    <a:pt x="752" y="4669"/>
                    <a:pt x="812" y="4658"/>
                    <a:pt x="874" y="4634"/>
                  </a:cubicBezTo>
                  <a:cubicBezTo>
                    <a:pt x="2041" y="4133"/>
                    <a:pt x="3209" y="3633"/>
                    <a:pt x="4376" y="3099"/>
                  </a:cubicBezTo>
                  <a:cubicBezTo>
                    <a:pt x="5110" y="3867"/>
                    <a:pt x="5677" y="4734"/>
                    <a:pt x="6411" y="5468"/>
                  </a:cubicBezTo>
                  <a:cubicBezTo>
                    <a:pt x="6551" y="5600"/>
                    <a:pt x="6716" y="5656"/>
                    <a:pt x="6879" y="5656"/>
                  </a:cubicBezTo>
                  <a:cubicBezTo>
                    <a:pt x="7371" y="5656"/>
                    <a:pt x="7838" y="5136"/>
                    <a:pt x="7512" y="4634"/>
                  </a:cubicBezTo>
                  <a:cubicBezTo>
                    <a:pt x="7011" y="3833"/>
                    <a:pt x="6277" y="3199"/>
                    <a:pt x="5544" y="2566"/>
                  </a:cubicBezTo>
                  <a:cubicBezTo>
                    <a:pt x="6578" y="2132"/>
                    <a:pt x="7578" y="1665"/>
                    <a:pt x="8546" y="1165"/>
                  </a:cubicBezTo>
                  <a:cubicBezTo>
                    <a:pt x="9183" y="846"/>
                    <a:pt x="8789" y="0"/>
                    <a:pt x="81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Kép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8307" y="3818245"/>
            <a:ext cx="1371719" cy="11034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700"/>
                            </p:stCondLst>
                            <p:childTnLst>
                              <p:par>
                                <p:cTn id="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00"/>
                                        <p:tgtEl>
                                          <p:spTgt spid="10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66"/>
          <p:cNvSpPr/>
          <p:nvPr/>
        </p:nvSpPr>
        <p:spPr>
          <a:xfrm>
            <a:off x="661227" y="1090753"/>
            <a:ext cx="7929900" cy="352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00" name="Google Shape;1100;p66"/>
          <p:cNvGrpSpPr/>
          <p:nvPr/>
        </p:nvGrpSpPr>
        <p:grpSpPr>
          <a:xfrm rot="-477539">
            <a:off x="281781" y="2197770"/>
            <a:ext cx="1488730" cy="1438213"/>
            <a:chOff x="4025005" y="-349716"/>
            <a:chExt cx="2082177" cy="2011523"/>
          </a:xfrm>
        </p:grpSpPr>
        <p:sp>
          <p:nvSpPr>
            <p:cNvPr id="1101" name="Google Shape;1101;p66"/>
            <p:cNvSpPr/>
            <p:nvPr/>
          </p:nvSpPr>
          <p:spPr>
            <a:xfrm rot="-9887279">
              <a:off x="4217529" y="464150"/>
              <a:ext cx="1676772" cy="995105"/>
            </a:xfrm>
            <a:custGeom>
              <a:avLst/>
              <a:gdLst/>
              <a:ahLst/>
              <a:cxnLst/>
              <a:rect l="l" t="t" r="r" b="b"/>
              <a:pathLst>
                <a:path w="35960" h="21341" extrusionOk="0">
                  <a:moveTo>
                    <a:pt x="25914" y="478"/>
                  </a:moveTo>
                  <a:cubicBezTo>
                    <a:pt x="25939" y="478"/>
                    <a:pt x="25971" y="519"/>
                    <a:pt x="26019" y="599"/>
                  </a:cubicBezTo>
                  <a:cubicBezTo>
                    <a:pt x="26052" y="699"/>
                    <a:pt x="26019" y="766"/>
                    <a:pt x="25952" y="766"/>
                  </a:cubicBezTo>
                  <a:cubicBezTo>
                    <a:pt x="25937" y="774"/>
                    <a:pt x="25923" y="778"/>
                    <a:pt x="25911" y="778"/>
                  </a:cubicBezTo>
                  <a:cubicBezTo>
                    <a:pt x="25872" y="778"/>
                    <a:pt x="25852" y="734"/>
                    <a:pt x="25852" y="632"/>
                  </a:cubicBezTo>
                  <a:cubicBezTo>
                    <a:pt x="25870" y="528"/>
                    <a:pt x="25887" y="478"/>
                    <a:pt x="25914" y="478"/>
                  </a:cubicBezTo>
                  <a:close/>
                  <a:moveTo>
                    <a:pt x="25719" y="1066"/>
                  </a:moveTo>
                  <a:cubicBezTo>
                    <a:pt x="25786" y="1066"/>
                    <a:pt x="25819" y="1066"/>
                    <a:pt x="25852" y="1133"/>
                  </a:cubicBezTo>
                  <a:cubicBezTo>
                    <a:pt x="25886" y="1199"/>
                    <a:pt x="25919" y="1266"/>
                    <a:pt x="25886" y="1333"/>
                  </a:cubicBezTo>
                  <a:cubicBezTo>
                    <a:pt x="25873" y="1345"/>
                    <a:pt x="25857" y="1353"/>
                    <a:pt x="25839" y="1353"/>
                  </a:cubicBezTo>
                  <a:cubicBezTo>
                    <a:pt x="25808" y="1353"/>
                    <a:pt x="25773" y="1330"/>
                    <a:pt x="25752" y="1266"/>
                  </a:cubicBezTo>
                  <a:cubicBezTo>
                    <a:pt x="25685" y="1199"/>
                    <a:pt x="25685" y="1099"/>
                    <a:pt x="25719" y="1066"/>
                  </a:cubicBezTo>
                  <a:close/>
                  <a:moveTo>
                    <a:pt x="26226" y="1001"/>
                  </a:moveTo>
                  <a:cubicBezTo>
                    <a:pt x="26264" y="1001"/>
                    <a:pt x="26312" y="1044"/>
                    <a:pt x="26386" y="1133"/>
                  </a:cubicBezTo>
                  <a:cubicBezTo>
                    <a:pt x="26573" y="1346"/>
                    <a:pt x="26567" y="1496"/>
                    <a:pt x="26404" y="1496"/>
                  </a:cubicBezTo>
                  <a:cubicBezTo>
                    <a:pt x="26363" y="1496"/>
                    <a:pt x="26313" y="1486"/>
                    <a:pt x="26253" y="1466"/>
                  </a:cubicBezTo>
                  <a:cubicBezTo>
                    <a:pt x="26019" y="1400"/>
                    <a:pt x="26019" y="1400"/>
                    <a:pt x="26086" y="1199"/>
                  </a:cubicBezTo>
                  <a:cubicBezTo>
                    <a:pt x="26142" y="1069"/>
                    <a:pt x="26177" y="1001"/>
                    <a:pt x="26226" y="1001"/>
                  </a:cubicBezTo>
                  <a:close/>
                  <a:moveTo>
                    <a:pt x="26006" y="1611"/>
                  </a:moveTo>
                  <a:cubicBezTo>
                    <a:pt x="26035" y="1611"/>
                    <a:pt x="26066" y="1627"/>
                    <a:pt x="26086" y="1666"/>
                  </a:cubicBezTo>
                  <a:cubicBezTo>
                    <a:pt x="26086" y="1700"/>
                    <a:pt x="26086" y="1733"/>
                    <a:pt x="26052" y="1767"/>
                  </a:cubicBezTo>
                  <a:cubicBezTo>
                    <a:pt x="26043" y="1776"/>
                    <a:pt x="26030" y="1780"/>
                    <a:pt x="26016" y="1780"/>
                  </a:cubicBezTo>
                  <a:cubicBezTo>
                    <a:pt x="25983" y="1780"/>
                    <a:pt x="25943" y="1757"/>
                    <a:pt x="25919" y="1733"/>
                  </a:cubicBezTo>
                  <a:cubicBezTo>
                    <a:pt x="25919" y="1700"/>
                    <a:pt x="25919" y="1633"/>
                    <a:pt x="25952" y="1633"/>
                  </a:cubicBezTo>
                  <a:cubicBezTo>
                    <a:pt x="25966" y="1619"/>
                    <a:pt x="25986" y="1611"/>
                    <a:pt x="26006" y="1611"/>
                  </a:cubicBezTo>
                  <a:close/>
                  <a:moveTo>
                    <a:pt x="26086" y="1833"/>
                  </a:moveTo>
                  <a:cubicBezTo>
                    <a:pt x="26286" y="1833"/>
                    <a:pt x="26286" y="1833"/>
                    <a:pt x="26219" y="2000"/>
                  </a:cubicBezTo>
                  <a:cubicBezTo>
                    <a:pt x="26152" y="2167"/>
                    <a:pt x="26152" y="2167"/>
                    <a:pt x="26319" y="2167"/>
                  </a:cubicBezTo>
                  <a:cubicBezTo>
                    <a:pt x="26332" y="2160"/>
                    <a:pt x="26346" y="2158"/>
                    <a:pt x="26360" y="2158"/>
                  </a:cubicBezTo>
                  <a:cubicBezTo>
                    <a:pt x="26421" y="2158"/>
                    <a:pt x="26486" y="2207"/>
                    <a:pt x="26486" y="2234"/>
                  </a:cubicBezTo>
                  <a:cubicBezTo>
                    <a:pt x="26486" y="2300"/>
                    <a:pt x="26586" y="2367"/>
                    <a:pt x="26653" y="2367"/>
                  </a:cubicBezTo>
                  <a:cubicBezTo>
                    <a:pt x="26689" y="2376"/>
                    <a:pt x="26715" y="2380"/>
                    <a:pt x="26732" y="2380"/>
                  </a:cubicBezTo>
                  <a:cubicBezTo>
                    <a:pt x="26779" y="2380"/>
                    <a:pt x="26759" y="2349"/>
                    <a:pt x="26686" y="2300"/>
                  </a:cubicBezTo>
                  <a:cubicBezTo>
                    <a:pt x="26653" y="2234"/>
                    <a:pt x="26553" y="2133"/>
                    <a:pt x="26486" y="2067"/>
                  </a:cubicBezTo>
                  <a:cubicBezTo>
                    <a:pt x="26386" y="2000"/>
                    <a:pt x="26386" y="1967"/>
                    <a:pt x="26486" y="1900"/>
                  </a:cubicBezTo>
                  <a:cubicBezTo>
                    <a:pt x="26515" y="1881"/>
                    <a:pt x="26541" y="1870"/>
                    <a:pt x="26567" y="1870"/>
                  </a:cubicBezTo>
                  <a:cubicBezTo>
                    <a:pt x="26631" y="1870"/>
                    <a:pt x="26692" y="1935"/>
                    <a:pt x="26786" y="2100"/>
                  </a:cubicBezTo>
                  <a:cubicBezTo>
                    <a:pt x="26886" y="2234"/>
                    <a:pt x="27020" y="2434"/>
                    <a:pt x="27086" y="2534"/>
                  </a:cubicBezTo>
                  <a:cubicBezTo>
                    <a:pt x="27187" y="2634"/>
                    <a:pt x="27220" y="2701"/>
                    <a:pt x="27187" y="2734"/>
                  </a:cubicBezTo>
                  <a:cubicBezTo>
                    <a:pt x="27171" y="2745"/>
                    <a:pt x="27144" y="2749"/>
                    <a:pt x="27109" y="2749"/>
                  </a:cubicBezTo>
                  <a:cubicBezTo>
                    <a:pt x="26928" y="2749"/>
                    <a:pt x="26542" y="2618"/>
                    <a:pt x="26486" y="2534"/>
                  </a:cubicBezTo>
                  <a:cubicBezTo>
                    <a:pt x="26486" y="2467"/>
                    <a:pt x="26353" y="2400"/>
                    <a:pt x="26219" y="2400"/>
                  </a:cubicBezTo>
                  <a:cubicBezTo>
                    <a:pt x="26119" y="2367"/>
                    <a:pt x="25986" y="2300"/>
                    <a:pt x="25986" y="2234"/>
                  </a:cubicBezTo>
                  <a:cubicBezTo>
                    <a:pt x="25886" y="1833"/>
                    <a:pt x="25886" y="1833"/>
                    <a:pt x="26086" y="1833"/>
                  </a:cubicBezTo>
                  <a:close/>
                  <a:moveTo>
                    <a:pt x="14146" y="3020"/>
                  </a:moveTo>
                  <a:cubicBezTo>
                    <a:pt x="14177" y="3020"/>
                    <a:pt x="14211" y="3044"/>
                    <a:pt x="14211" y="3067"/>
                  </a:cubicBezTo>
                  <a:cubicBezTo>
                    <a:pt x="14244" y="3101"/>
                    <a:pt x="14244" y="3168"/>
                    <a:pt x="14211" y="3168"/>
                  </a:cubicBezTo>
                  <a:cubicBezTo>
                    <a:pt x="14177" y="3184"/>
                    <a:pt x="14152" y="3193"/>
                    <a:pt x="14131" y="3193"/>
                  </a:cubicBezTo>
                  <a:cubicBezTo>
                    <a:pt x="14111" y="3193"/>
                    <a:pt x="14094" y="3184"/>
                    <a:pt x="14077" y="3168"/>
                  </a:cubicBezTo>
                  <a:cubicBezTo>
                    <a:pt x="14044" y="3101"/>
                    <a:pt x="14077" y="3067"/>
                    <a:pt x="14111" y="3034"/>
                  </a:cubicBezTo>
                  <a:cubicBezTo>
                    <a:pt x="14120" y="3024"/>
                    <a:pt x="14133" y="3020"/>
                    <a:pt x="14146" y="3020"/>
                  </a:cubicBezTo>
                  <a:close/>
                  <a:moveTo>
                    <a:pt x="14461" y="3226"/>
                  </a:moveTo>
                  <a:cubicBezTo>
                    <a:pt x="14487" y="3226"/>
                    <a:pt x="14505" y="3291"/>
                    <a:pt x="14477" y="3401"/>
                  </a:cubicBezTo>
                  <a:cubicBezTo>
                    <a:pt x="14449" y="3517"/>
                    <a:pt x="14420" y="3608"/>
                    <a:pt x="14391" y="3608"/>
                  </a:cubicBezTo>
                  <a:cubicBezTo>
                    <a:pt x="14386" y="3608"/>
                    <a:pt x="14382" y="3606"/>
                    <a:pt x="14377" y="3601"/>
                  </a:cubicBezTo>
                  <a:cubicBezTo>
                    <a:pt x="14311" y="3601"/>
                    <a:pt x="14344" y="3301"/>
                    <a:pt x="14444" y="3234"/>
                  </a:cubicBezTo>
                  <a:cubicBezTo>
                    <a:pt x="14450" y="3229"/>
                    <a:pt x="14456" y="3226"/>
                    <a:pt x="14461" y="3226"/>
                  </a:cubicBezTo>
                  <a:close/>
                  <a:moveTo>
                    <a:pt x="14578" y="3668"/>
                  </a:moveTo>
                  <a:cubicBezTo>
                    <a:pt x="14611" y="3701"/>
                    <a:pt x="14578" y="3735"/>
                    <a:pt x="14578" y="3801"/>
                  </a:cubicBezTo>
                  <a:cubicBezTo>
                    <a:pt x="14561" y="3818"/>
                    <a:pt x="14544" y="3826"/>
                    <a:pt x="14528" y="3826"/>
                  </a:cubicBezTo>
                  <a:cubicBezTo>
                    <a:pt x="14511" y="3826"/>
                    <a:pt x="14494" y="3818"/>
                    <a:pt x="14477" y="3801"/>
                  </a:cubicBezTo>
                  <a:cubicBezTo>
                    <a:pt x="14444" y="3768"/>
                    <a:pt x="14444" y="3701"/>
                    <a:pt x="14511" y="3668"/>
                  </a:cubicBezTo>
                  <a:close/>
                  <a:moveTo>
                    <a:pt x="31698" y="3779"/>
                  </a:moveTo>
                  <a:cubicBezTo>
                    <a:pt x="31717" y="3779"/>
                    <a:pt x="31737" y="3796"/>
                    <a:pt x="31756" y="3835"/>
                  </a:cubicBezTo>
                  <a:cubicBezTo>
                    <a:pt x="31790" y="3868"/>
                    <a:pt x="31790" y="3901"/>
                    <a:pt x="31756" y="3901"/>
                  </a:cubicBezTo>
                  <a:cubicBezTo>
                    <a:pt x="31756" y="3913"/>
                    <a:pt x="31749" y="3916"/>
                    <a:pt x="31738" y="3916"/>
                  </a:cubicBezTo>
                  <a:cubicBezTo>
                    <a:pt x="31716" y="3916"/>
                    <a:pt x="31679" y="3901"/>
                    <a:pt x="31656" y="3901"/>
                  </a:cubicBezTo>
                  <a:cubicBezTo>
                    <a:pt x="31623" y="3868"/>
                    <a:pt x="31590" y="3835"/>
                    <a:pt x="31656" y="3801"/>
                  </a:cubicBezTo>
                  <a:cubicBezTo>
                    <a:pt x="31670" y="3788"/>
                    <a:pt x="31684" y="3779"/>
                    <a:pt x="31698" y="3779"/>
                  </a:cubicBezTo>
                  <a:close/>
                  <a:moveTo>
                    <a:pt x="19776" y="2975"/>
                  </a:moveTo>
                  <a:cubicBezTo>
                    <a:pt x="19832" y="2975"/>
                    <a:pt x="19956" y="3039"/>
                    <a:pt x="20148" y="3168"/>
                  </a:cubicBezTo>
                  <a:cubicBezTo>
                    <a:pt x="20381" y="3313"/>
                    <a:pt x="20588" y="3407"/>
                    <a:pt x="20659" y="3407"/>
                  </a:cubicBezTo>
                  <a:cubicBezTo>
                    <a:pt x="20670" y="3407"/>
                    <a:pt x="20678" y="3405"/>
                    <a:pt x="20682" y="3401"/>
                  </a:cubicBezTo>
                  <a:cubicBezTo>
                    <a:pt x="20693" y="3395"/>
                    <a:pt x="20706" y="3393"/>
                    <a:pt x="20720" y="3393"/>
                  </a:cubicBezTo>
                  <a:cubicBezTo>
                    <a:pt x="20867" y="3393"/>
                    <a:pt x="21141" y="3711"/>
                    <a:pt x="21416" y="4168"/>
                  </a:cubicBezTo>
                  <a:cubicBezTo>
                    <a:pt x="21573" y="4460"/>
                    <a:pt x="21639" y="4586"/>
                    <a:pt x="21615" y="4586"/>
                  </a:cubicBezTo>
                  <a:cubicBezTo>
                    <a:pt x="21603" y="4586"/>
                    <a:pt x="21570" y="4556"/>
                    <a:pt x="21516" y="4502"/>
                  </a:cubicBezTo>
                  <a:cubicBezTo>
                    <a:pt x="21416" y="4402"/>
                    <a:pt x="21216" y="4302"/>
                    <a:pt x="21082" y="4268"/>
                  </a:cubicBezTo>
                  <a:cubicBezTo>
                    <a:pt x="20949" y="4202"/>
                    <a:pt x="20815" y="4135"/>
                    <a:pt x="20782" y="4068"/>
                  </a:cubicBezTo>
                  <a:cubicBezTo>
                    <a:pt x="20749" y="4001"/>
                    <a:pt x="20682" y="4001"/>
                    <a:pt x="20649" y="4001"/>
                  </a:cubicBezTo>
                  <a:cubicBezTo>
                    <a:pt x="20636" y="4010"/>
                    <a:pt x="20620" y="4014"/>
                    <a:pt x="20603" y="4014"/>
                  </a:cubicBezTo>
                  <a:cubicBezTo>
                    <a:pt x="20481" y="4014"/>
                    <a:pt x="20248" y="3817"/>
                    <a:pt x="20015" y="3468"/>
                  </a:cubicBezTo>
                  <a:cubicBezTo>
                    <a:pt x="19768" y="3139"/>
                    <a:pt x="19686" y="2975"/>
                    <a:pt x="19776" y="2975"/>
                  </a:cubicBezTo>
                  <a:close/>
                  <a:moveTo>
                    <a:pt x="22072" y="4790"/>
                  </a:moveTo>
                  <a:cubicBezTo>
                    <a:pt x="22091" y="4790"/>
                    <a:pt x="22116" y="4794"/>
                    <a:pt x="22150" y="4802"/>
                  </a:cubicBezTo>
                  <a:cubicBezTo>
                    <a:pt x="22250" y="4835"/>
                    <a:pt x="22283" y="4869"/>
                    <a:pt x="22283" y="4935"/>
                  </a:cubicBezTo>
                  <a:cubicBezTo>
                    <a:pt x="22267" y="4998"/>
                    <a:pt x="22214" y="5032"/>
                    <a:pt x="22159" y="5032"/>
                  </a:cubicBezTo>
                  <a:cubicBezTo>
                    <a:pt x="22098" y="5032"/>
                    <a:pt x="22034" y="4990"/>
                    <a:pt x="22016" y="4902"/>
                  </a:cubicBezTo>
                  <a:cubicBezTo>
                    <a:pt x="22016" y="4827"/>
                    <a:pt x="22016" y="4790"/>
                    <a:pt x="22072" y="4790"/>
                  </a:cubicBezTo>
                  <a:close/>
                  <a:moveTo>
                    <a:pt x="12471" y="4593"/>
                  </a:moveTo>
                  <a:cubicBezTo>
                    <a:pt x="12508" y="4593"/>
                    <a:pt x="12504" y="4658"/>
                    <a:pt x="12476" y="4769"/>
                  </a:cubicBezTo>
                  <a:cubicBezTo>
                    <a:pt x="12443" y="4935"/>
                    <a:pt x="12443" y="4969"/>
                    <a:pt x="12609" y="4969"/>
                  </a:cubicBezTo>
                  <a:cubicBezTo>
                    <a:pt x="12810" y="4969"/>
                    <a:pt x="12810" y="5202"/>
                    <a:pt x="12609" y="5236"/>
                  </a:cubicBezTo>
                  <a:cubicBezTo>
                    <a:pt x="12543" y="5236"/>
                    <a:pt x="12543" y="5302"/>
                    <a:pt x="12676" y="5503"/>
                  </a:cubicBezTo>
                  <a:cubicBezTo>
                    <a:pt x="12769" y="5669"/>
                    <a:pt x="12789" y="5764"/>
                    <a:pt x="12755" y="5764"/>
                  </a:cubicBezTo>
                  <a:cubicBezTo>
                    <a:pt x="12728" y="5764"/>
                    <a:pt x="12665" y="5703"/>
                    <a:pt x="12576" y="5569"/>
                  </a:cubicBezTo>
                  <a:lnTo>
                    <a:pt x="12443" y="5369"/>
                  </a:lnTo>
                  <a:lnTo>
                    <a:pt x="12409" y="5603"/>
                  </a:lnTo>
                  <a:lnTo>
                    <a:pt x="12409" y="5836"/>
                  </a:lnTo>
                  <a:lnTo>
                    <a:pt x="12042" y="5803"/>
                  </a:lnTo>
                  <a:cubicBezTo>
                    <a:pt x="11542" y="5736"/>
                    <a:pt x="11242" y="5503"/>
                    <a:pt x="11309" y="5202"/>
                  </a:cubicBezTo>
                  <a:cubicBezTo>
                    <a:pt x="11370" y="5048"/>
                    <a:pt x="11661" y="4865"/>
                    <a:pt x="11836" y="4865"/>
                  </a:cubicBezTo>
                  <a:cubicBezTo>
                    <a:pt x="11850" y="4865"/>
                    <a:pt x="11863" y="4866"/>
                    <a:pt x="11876" y="4869"/>
                  </a:cubicBezTo>
                  <a:cubicBezTo>
                    <a:pt x="11942" y="4902"/>
                    <a:pt x="12042" y="5036"/>
                    <a:pt x="12076" y="5136"/>
                  </a:cubicBezTo>
                  <a:cubicBezTo>
                    <a:pt x="12111" y="5224"/>
                    <a:pt x="12128" y="5265"/>
                    <a:pt x="12140" y="5265"/>
                  </a:cubicBezTo>
                  <a:cubicBezTo>
                    <a:pt x="12152" y="5265"/>
                    <a:pt x="12160" y="5232"/>
                    <a:pt x="12176" y="5169"/>
                  </a:cubicBezTo>
                  <a:cubicBezTo>
                    <a:pt x="12176" y="5069"/>
                    <a:pt x="12109" y="4935"/>
                    <a:pt x="12076" y="4902"/>
                  </a:cubicBezTo>
                  <a:cubicBezTo>
                    <a:pt x="11965" y="4813"/>
                    <a:pt x="12002" y="4754"/>
                    <a:pt x="12098" y="4754"/>
                  </a:cubicBezTo>
                  <a:cubicBezTo>
                    <a:pt x="12146" y="4754"/>
                    <a:pt x="12209" y="4769"/>
                    <a:pt x="12276" y="4802"/>
                  </a:cubicBezTo>
                  <a:cubicBezTo>
                    <a:pt x="12331" y="4816"/>
                    <a:pt x="12369" y="4824"/>
                    <a:pt x="12393" y="4824"/>
                  </a:cubicBezTo>
                  <a:cubicBezTo>
                    <a:pt x="12426" y="4824"/>
                    <a:pt x="12429" y="4808"/>
                    <a:pt x="12409" y="4769"/>
                  </a:cubicBezTo>
                  <a:cubicBezTo>
                    <a:pt x="12376" y="4702"/>
                    <a:pt x="12409" y="4635"/>
                    <a:pt x="12443" y="4602"/>
                  </a:cubicBezTo>
                  <a:cubicBezTo>
                    <a:pt x="12454" y="4596"/>
                    <a:pt x="12464" y="4593"/>
                    <a:pt x="12471" y="4593"/>
                  </a:cubicBezTo>
                  <a:close/>
                  <a:moveTo>
                    <a:pt x="7641" y="6460"/>
                  </a:moveTo>
                  <a:cubicBezTo>
                    <a:pt x="7669" y="6460"/>
                    <a:pt x="7688" y="6495"/>
                    <a:pt x="7673" y="6570"/>
                  </a:cubicBezTo>
                  <a:cubicBezTo>
                    <a:pt x="7673" y="6637"/>
                    <a:pt x="7639" y="6703"/>
                    <a:pt x="7606" y="6737"/>
                  </a:cubicBezTo>
                  <a:cubicBezTo>
                    <a:pt x="7594" y="6743"/>
                    <a:pt x="7584" y="6745"/>
                    <a:pt x="7576" y="6745"/>
                  </a:cubicBezTo>
                  <a:cubicBezTo>
                    <a:pt x="7539" y="6745"/>
                    <a:pt x="7539" y="6686"/>
                    <a:pt x="7539" y="6603"/>
                  </a:cubicBezTo>
                  <a:cubicBezTo>
                    <a:pt x="7558" y="6512"/>
                    <a:pt x="7606" y="6460"/>
                    <a:pt x="7641" y="6460"/>
                  </a:cubicBezTo>
                  <a:close/>
                  <a:moveTo>
                    <a:pt x="32059" y="3921"/>
                  </a:moveTo>
                  <a:cubicBezTo>
                    <a:pt x="32081" y="3921"/>
                    <a:pt x="32104" y="3925"/>
                    <a:pt x="32123" y="3935"/>
                  </a:cubicBezTo>
                  <a:cubicBezTo>
                    <a:pt x="32223" y="3968"/>
                    <a:pt x="32257" y="4035"/>
                    <a:pt x="32223" y="4102"/>
                  </a:cubicBezTo>
                  <a:cubicBezTo>
                    <a:pt x="32200" y="4125"/>
                    <a:pt x="32160" y="4149"/>
                    <a:pt x="32114" y="4149"/>
                  </a:cubicBezTo>
                  <a:cubicBezTo>
                    <a:pt x="32096" y="4149"/>
                    <a:pt x="32076" y="4145"/>
                    <a:pt x="32057" y="4135"/>
                  </a:cubicBezTo>
                  <a:cubicBezTo>
                    <a:pt x="32020" y="4123"/>
                    <a:pt x="31997" y="4115"/>
                    <a:pt x="31982" y="4115"/>
                  </a:cubicBezTo>
                  <a:cubicBezTo>
                    <a:pt x="31957" y="4115"/>
                    <a:pt x="31957" y="4138"/>
                    <a:pt x="31957" y="4202"/>
                  </a:cubicBezTo>
                  <a:cubicBezTo>
                    <a:pt x="31957" y="4277"/>
                    <a:pt x="31975" y="4314"/>
                    <a:pt x="32013" y="4314"/>
                  </a:cubicBezTo>
                  <a:cubicBezTo>
                    <a:pt x="32025" y="4314"/>
                    <a:pt x="32040" y="4310"/>
                    <a:pt x="32057" y="4302"/>
                  </a:cubicBezTo>
                  <a:cubicBezTo>
                    <a:pt x="32090" y="4302"/>
                    <a:pt x="32190" y="4335"/>
                    <a:pt x="32223" y="4402"/>
                  </a:cubicBezTo>
                  <a:cubicBezTo>
                    <a:pt x="32257" y="4452"/>
                    <a:pt x="32274" y="4477"/>
                    <a:pt x="32282" y="4477"/>
                  </a:cubicBezTo>
                  <a:cubicBezTo>
                    <a:pt x="32290" y="4477"/>
                    <a:pt x="32290" y="4452"/>
                    <a:pt x="32290" y="4402"/>
                  </a:cubicBezTo>
                  <a:cubicBezTo>
                    <a:pt x="32290" y="4268"/>
                    <a:pt x="32357" y="4235"/>
                    <a:pt x="32524" y="4235"/>
                  </a:cubicBezTo>
                  <a:cubicBezTo>
                    <a:pt x="32624" y="4235"/>
                    <a:pt x="32690" y="4235"/>
                    <a:pt x="32657" y="4268"/>
                  </a:cubicBezTo>
                  <a:cubicBezTo>
                    <a:pt x="32590" y="4302"/>
                    <a:pt x="32624" y="4368"/>
                    <a:pt x="32757" y="4502"/>
                  </a:cubicBezTo>
                  <a:cubicBezTo>
                    <a:pt x="32924" y="4635"/>
                    <a:pt x="32957" y="4702"/>
                    <a:pt x="32957" y="4902"/>
                  </a:cubicBezTo>
                  <a:cubicBezTo>
                    <a:pt x="32957" y="5059"/>
                    <a:pt x="32978" y="5114"/>
                    <a:pt x="33019" y="5114"/>
                  </a:cubicBezTo>
                  <a:cubicBezTo>
                    <a:pt x="33030" y="5114"/>
                    <a:pt x="33043" y="5109"/>
                    <a:pt x="33057" y="5102"/>
                  </a:cubicBezTo>
                  <a:cubicBezTo>
                    <a:pt x="33065" y="5097"/>
                    <a:pt x="33071" y="5095"/>
                    <a:pt x="33076" y="5095"/>
                  </a:cubicBezTo>
                  <a:cubicBezTo>
                    <a:pt x="33137" y="5095"/>
                    <a:pt x="33014" y="5441"/>
                    <a:pt x="32891" y="5503"/>
                  </a:cubicBezTo>
                  <a:cubicBezTo>
                    <a:pt x="32757" y="5569"/>
                    <a:pt x="32490" y="6336"/>
                    <a:pt x="32557" y="6370"/>
                  </a:cubicBezTo>
                  <a:cubicBezTo>
                    <a:pt x="32624" y="6403"/>
                    <a:pt x="32590" y="6470"/>
                    <a:pt x="32524" y="6503"/>
                  </a:cubicBezTo>
                  <a:cubicBezTo>
                    <a:pt x="32457" y="6537"/>
                    <a:pt x="32357" y="6703"/>
                    <a:pt x="32324" y="6870"/>
                  </a:cubicBezTo>
                  <a:cubicBezTo>
                    <a:pt x="32273" y="7034"/>
                    <a:pt x="32227" y="7117"/>
                    <a:pt x="32187" y="7117"/>
                  </a:cubicBezTo>
                  <a:cubicBezTo>
                    <a:pt x="32119" y="7117"/>
                    <a:pt x="32065" y="6893"/>
                    <a:pt x="32023" y="6437"/>
                  </a:cubicBezTo>
                  <a:cubicBezTo>
                    <a:pt x="31990" y="5736"/>
                    <a:pt x="31756" y="4602"/>
                    <a:pt x="31623" y="4402"/>
                  </a:cubicBezTo>
                  <a:cubicBezTo>
                    <a:pt x="31530" y="4216"/>
                    <a:pt x="31581" y="4031"/>
                    <a:pt x="31721" y="4031"/>
                  </a:cubicBezTo>
                  <a:cubicBezTo>
                    <a:pt x="31732" y="4031"/>
                    <a:pt x="31744" y="4032"/>
                    <a:pt x="31756" y="4035"/>
                  </a:cubicBezTo>
                  <a:cubicBezTo>
                    <a:pt x="31823" y="4035"/>
                    <a:pt x="31923" y="4001"/>
                    <a:pt x="31923" y="3968"/>
                  </a:cubicBezTo>
                  <a:cubicBezTo>
                    <a:pt x="31947" y="3945"/>
                    <a:pt x="32004" y="3921"/>
                    <a:pt x="32059" y="3921"/>
                  </a:cubicBezTo>
                  <a:close/>
                  <a:moveTo>
                    <a:pt x="16079" y="6937"/>
                  </a:moveTo>
                  <a:cubicBezTo>
                    <a:pt x="16112" y="6937"/>
                    <a:pt x="16145" y="6937"/>
                    <a:pt x="16212" y="7004"/>
                  </a:cubicBezTo>
                  <a:cubicBezTo>
                    <a:pt x="16245" y="7070"/>
                    <a:pt x="16245" y="7137"/>
                    <a:pt x="16245" y="7137"/>
                  </a:cubicBezTo>
                  <a:cubicBezTo>
                    <a:pt x="16212" y="7137"/>
                    <a:pt x="16145" y="7104"/>
                    <a:pt x="16112" y="7070"/>
                  </a:cubicBezTo>
                  <a:cubicBezTo>
                    <a:pt x="16045" y="7037"/>
                    <a:pt x="16012" y="6970"/>
                    <a:pt x="16079" y="6937"/>
                  </a:cubicBezTo>
                  <a:close/>
                  <a:moveTo>
                    <a:pt x="28988" y="2687"/>
                  </a:moveTo>
                  <a:cubicBezTo>
                    <a:pt x="29024" y="2687"/>
                    <a:pt x="29072" y="2718"/>
                    <a:pt x="29121" y="2767"/>
                  </a:cubicBezTo>
                  <a:cubicBezTo>
                    <a:pt x="29255" y="2867"/>
                    <a:pt x="29255" y="2967"/>
                    <a:pt x="29155" y="3201"/>
                  </a:cubicBezTo>
                  <a:cubicBezTo>
                    <a:pt x="29041" y="3457"/>
                    <a:pt x="29048" y="3616"/>
                    <a:pt x="29136" y="3616"/>
                  </a:cubicBezTo>
                  <a:cubicBezTo>
                    <a:pt x="29151" y="3616"/>
                    <a:pt x="29168" y="3611"/>
                    <a:pt x="29188" y="3601"/>
                  </a:cubicBezTo>
                  <a:cubicBezTo>
                    <a:pt x="29221" y="3568"/>
                    <a:pt x="29221" y="3501"/>
                    <a:pt x="29221" y="3401"/>
                  </a:cubicBezTo>
                  <a:cubicBezTo>
                    <a:pt x="29183" y="3268"/>
                    <a:pt x="29265" y="3189"/>
                    <a:pt x="29354" y="3189"/>
                  </a:cubicBezTo>
                  <a:cubicBezTo>
                    <a:pt x="29421" y="3189"/>
                    <a:pt x="29493" y="3234"/>
                    <a:pt x="29522" y="3334"/>
                  </a:cubicBezTo>
                  <a:cubicBezTo>
                    <a:pt x="29555" y="3434"/>
                    <a:pt x="29588" y="3534"/>
                    <a:pt x="29555" y="3568"/>
                  </a:cubicBezTo>
                  <a:cubicBezTo>
                    <a:pt x="29522" y="3668"/>
                    <a:pt x="29622" y="4702"/>
                    <a:pt x="29688" y="4869"/>
                  </a:cubicBezTo>
                  <a:cubicBezTo>
                    <a:pt x="29722" y="4935"/>
                    <a:pt x="29755" y="5069"/>
                    <a:pt x="29755" y="5169"/>
                  </a:cubicBezTo>
                  <a:cubicBezTo>
                    <a:pt x="29788" y="5636"/>
                    <a:pt x="29855" y="5836"/>
                    <a:pt x="29955" y="5936"/>
                  </a:cubicBezTo>
                  <a:cubicBezTo>
                    <a:pt x="30055" y="6003"/>
                    <a:pt x="30055" y="6136"/>
                    <a:pt x="29955" y="6270"/>
                  </a:cubicBezTo>
                  <a:cubicBezTo>
                    <a:pt x="29922" y="6403"/>
                    <a:pt x="29888" y="6637"/>
                    <a:pt x="29922" y="6803"/>
                  </a:cubicBezTo>
                  <a:cubicBezTo>
                    <a:pt x="29955" y="6970"/>
                    <a:pt x="29955" y="7137"/>
                    <a:pt x="29888" y="7170"/>
                  </a:cubicBezTo>
                  <a:cubicBezTo>
                    <a:pt x="29875" y="7179"/>
                    <a:pt x="29859" y="7183"/>
                    <a:pt x="29842" y="7183"/>
                  </a:cubicBezTo>
                  <a:cubicBezTo>
                    <a:pt x="29729" y="7183"/>
                    <a:pt x="29550" y="7010"/>
                    <a:pt x="29522" y="6837"/>
                  </a:cubicBezTo>
                  <a:cubicBezTo>
                    <a:pt x="29488" y="6770"/>
                    <a:pt x="29421" y="6570"/>
                    <a:pt x="29355" y="6403"/>
                  </a:cubicBezTo>
                  <a:cubicBezTo>
                    <a:pt x="29288" y="6203"/>
                    <a:pt x="29221" y="6003"/>
                    <a:pt x="29255" y="5903"/>
                  </a:cubicBezTo>
                  <a:cubicBezTo>
                    <a:pt x="29321" y="5603"/>
                    <a:pt x="29188" y="4902"/>
                    <a:pt x="28988" y="4468"/>
                  </a:cubicBezTo>
                  <a:cubicBezTo>
                    <a:pt x="28821" y="4135"/>
                    <a:pt x="28754" y="4035"/>
                    <a:pt x="28588" y="4001"/>
                  </a:cubicBezTo>
                  <a:cubicBezTo>
                    <a:pt x="28487" y="3968"/>
                    <a:pt x="28421" y="3901"/>
                    <a:pt x="28421" y="3868"/>
                  </a:cubicBezTo>
                  <a:cubicBezTo>
                    <a:pt x="28437" y="3851"/>
                    <a:pt x="28454" y="3843"/>
                    <a:pt x="28471" y="3843"/>
                  </a:cubicBezTo>
                  <a:cubicBezTo>
                    <a:pt x="28487" y="3843"/>
                    <a:pt x="28504" y="3851"/>
                    <a:pt x="28521" y="3868"/>
                  </a:cubicBezTo>
                  <a:cubicBezTo>
                    <a:pt x="28532" y="3875"/>
                    <a:pt x="28545" y="3879"/>
                    <a:pt x="28560" y="3879"/>
                  </a:cubicBezTo>
                  <a:cubicBezTo>
                    <a:pt x="28682" y="3879"/>
                    <a:pt x="28914" y="3657"/>
                    <a:pt x="28854" y="3568"/>
                  </a:cubicBezTo>
                  <a:cubicBezTo>
                    <a:pt x="28791" y="3408"/>
                    <a:pt x="28757" y="2730"/>
                    <a:pt x="28842" y="2730"/>
                  </a:cubicBezTo>
                  <a:cubicBezTo>
                    <a:pt x="28846" y="2730"/>
                    <a:pt x="28850" y="2731"/>
                    <a:pt x="28854" y="2734"/>
                  </a:cubicBezTo>
                  <a:cubicBezTo>
                    <a:pt x="28868" y="2748"/>
                    <a:pt x="28882" y="2756"/>
                    <a:pt x="28896" y="2756"/>
                  </a:cubicBezTo>
                  <a:cubicBezTo>
                    <a:pt x="28915" y="2756"/>
                    <a:pt x="28935" y="2740"/>
                    <a:pt x="28954" y="2701"/>
                  </a:cubicBezTo>
                  <a:cubicBezTo>
                    <a:pt x="28963" y="2692"/>
                    <a:pt x="28975" y="2687"/>
                    <a:pt x="28988" y="2687"/>
                  </a:cubicBezTo>
                  <a:close/>
                  <a:moveTo>
                    <a:pt x="30409" y="7182"/>
                  </a:moveTo>
                  <a:cubicBezTo>
                    <a:pt x="30438" y="7182"/>
                    <a:pt x="30469" y="7198"/>
                    <a:pt x="30489" y="7237"/>
                  </a:cubicBezTo>
                  <a:cubicBezTo>
                    <a:pt x="30489" y="7270"/>
                    <a:pt x="30489" y="7304"/>
                    <a:pt x="30489" y="7304"/>
                  </a:cubicBezTo>
                  <a:cubicBezTo>
                    <a:pt x="30478" y="7315"/>
                    <a:pt x="30467" y="7319"/>
                    <a:pt x="30454" y="7319"/>
                  </a:cubicBezTo>
                  <a:cubicBezTo>
                    <a:pt x="30430" y="7319"/>
                    <a:pt x="30400" y="7304"/>
                    <a:pt x="30355" y="7304"/>
                  </a:cubicBezTo>
                  <a:cubicBezTo>
                    <a:pt x="30322" y="7270"/>
                    <a:pt x="30322" y="7237"/>
                    <a:pt x="30355" y="7204"/>
                  </a:cubicBezTo>
                  <a:cubicBezTo>
                    <a:pt x="30369" y="7190"/>
                    <a:pt x="30389" y="7182"/>
                    <a:pt x="30409" y="7182"/>
                  </a:cubicBezTo>
                  <a:close/>
                  <a:moveTo>
                    <a:pt x="26981" y="6783"/>
                  </a:moveTo>
                  <a:cubicBezTo>
                    <a:pt x="27002" y="6783"/>
                    <a:pt x="27026" y="6790"/>
                    <a:pt x="27053" y="6803"/>
                  </a:cubicBezTo>
                  <a:cubicBezTo>
                    <a:pt x="27153" y="6870"/>
                    <a:pt x="27187" y="7237"/>
                    <a:pt x="27120" y="7404"/>
                  </a:cubicBezTo>
                  <a:cubicBezTo>
                    <a:pt x="27086" y="7471"/>
                    <a:pt x="27086" y="7571"/>
                    <a:pt x="27120" y="7637"/>
                  </a:cubicBezTo>
                  <a:cubicBezTo>
                    <a:pt x="27153" y="7671"/>
                    <a:pt x="27153" y="7771"/>
                    <a:pt x="27120" y="7838"/>
                  </a:cubicBezTo>
                  <a:cubicBezTo>
                    <a:pt x="27114" y="7847"/>
                    <a:pt x="27107" y="7851"/>
                    <a:pt x="27099" y="7851"/>
                  </a:cubicBezTo>
                  <a:cubicBezTo>
                    <a:pt x="27023" y="7851"/>
                    <a:pt x="26883" y="7436"/>
                    <a:pt x="26853" y="7104"/>
                  </a:cubicBezTo>
                  <a:cubicBezTo>
                    <a:pt x="26853" y="6890"/>
                    <a:pt x="26896" y="6783"/>
                    <a:pt x="26981" y="6783"/>
                  </a:cubicBezTo>
                  <a:close/>
                  <a:moveTo>
                    <a:pt x="27397" y="8012"/>
                  </a:moveTo>
                  <a:cubicBezTo>
                    <a:pt x="27422" y="8012"/>
                    <a:pt x="27452" y="8020"/>
                    <a:pt x="27487" y="8038"/>
                  </a:cubicBezTo>
                  <a:cubicBezTo>
                    <a:pt x="27553" y="8071"/>
                    <a:pt x="27553" y="8071"/>
                    <a:pt x="27553" y="8104"/>
                  </a:cubicBezTo>
                  <a:cubicBezTo>
                    <a:pt x="27520" y="8104"/>
                    <a:pt x="27487" y="8171"/>
                    <a:pt x="27420" y="8238"/>
                  </a:cubicBezTo>
                  <a:cubicBezTo>
                    <a:pt x="27390" y="8268"/>
                    <a:pt x="27367" y="8284"/>
                    <a:pt x="27350" y="8284"/>
                  </a:cubicBezTo>
                  <a:cubicBezTo>
                    <a:pt x="27330" y="8284"/>
                    <a:pt x="27320" y="8260"/>
                    <a:pt x="27320" y="8204"/>
                  </a:cubicBezTo>
                  <a:cubicBezTo>
                    <a:pt x="27295" y="8081"/>
                    <a:pt x="27326" y="8012"/>
                    <a:pt x="27397" y="8012"/>
                  </a:cubicBezTo>
                  <a:close/>
                  <a:moveTo>
                    <a:pt x="17146" y="8171"/>
                  </a:moveTo>
                  <a:cubicBezTo>
                    <a:pt x="17179" y="8204"/>
                    <a:pt x="17213" y="8271"/>
                    <a:pt x="17246" y="8305"/>
                  </a:cubicBezTo>
                  <a:cubicBezTo>
                    <a:pt x="17246" y="8350"/>
                    <a:pt x="17239" y="8368"/>
                    <a:pt x="17229" y="8368"/>
                  </a:cubicBezTo>
                  <a:cubicBezTo>
                    <a:pt x="17216" y="8368"/>
                    <a:pt x="17198" y="8341"/>
                    <a:pt x="17179" y="8305"/>
                  </a:cubicBezTo>
                  <a:cubicBezTo>
                    <a:pt x="17113" y="8238"/>
                    <a:pt x="17113" y="8171"/>
                    <a:pt x="17146" y="8171"/>
                  </a:cubicBezTo>
                  <a:close/>
                  <a:moveTo>
                    <a:pt x="6476" y="8035"/>
                  </a:moveTo>
                  <a:cubicBezTo>
                    <a:pt x="6495" y="8035"/>
                    <a:pt x="6505" y="8046"/>
                    <a:pt x="6505" y="8071"/>
                  </a:cubicBezTo>
                  <a:cubicBezTo>
                    <a:pt x="6505" y="8104"/>
                    <a:pt x="6472" y="8171"/>
                    <a:pt x="6405" y="8171"/>
                  </a:cubicBezTo>
                  <a:cubicBezTo>
                    <a:pt x="6305" y="8171"/>
                    <a:pt x="6272" y="8238"/>
                    <a:pt x="6338" y="8305"/>
                  </a:cubicBezTo>
                  <a:cubicBezTo>
                    <a:pt x="6372" y="8371"/>
                    <a:pt x="6372" y="8471"/>
                    <a:pt x="6338" y="8505"/>
                  </a:cubicBezTo>
                  <a:cubicBezTo>
                    <a:pt x="6338" y="8523"/>
                    <a:pt x="6331" y="8532"/>
                    <a:pt x="6319" y="8532"/>
                  </a:cubicBezTo>
                  <a:cubicBezTo>
                    <a:pt x="6288" y="8532"/>
                    <a:pt x="6229" y="8477"/>
                    <a:pt x="6205" y="8405"/>
                  </a:cubicBezTo>
                  <a:cubicBezTo>
                    <a:pt x="6105" y="8238"/>
                    <a:pt x="6105" y="8204"/>
                    <a:pt x="6305" y="8104"/>
                  </a:cubicBezTo>
                  <a:cubicBezTo>
                    <a:pt x="6387" y="8063"/>
                    <a:pt x="6444" y="8035"/>
                    <a:pt x="6476" y="8035"/>
                  </a:cubicBezTo>
                  <a:close/>
                  <a:moveTo>
                    <a:pt x="29188" y="7004"/>
                  </a:moveTo>
                  <a:cubicBezTo>
                    <a:pt x="29221" y="7004"/>
                    <a:pt x="29321" y="7104"/>
                    <a:pt x="29421" y="7204"/>
                  </a:cubicBezTo>
                  <a:cubicBezTo>
                    <a:pt x="29555" y="7337"/>
                    <a:pt x="29655" y="7404"/>
                    <a:pt x="29688" y="7404"/>
                  </a:cubicBezTo>
                  <a:cubicBezTo>
                    <a:pt x="29694" y="7400"/>
                    <a:pt x="29700" y="7398"/>
                    <a:pt x="29706" y="7398"/>
                  </a:cubicBezTo>
                  <a:cubicBezTo>
                    <a:pt x="29813" y="7398"/>
                    <a:pt x="30020" y="7913"/>
                    <a:pt x="29989" y="8071"/>
                  </a:cubicBezTo>
                  <a:cubicBezTo>
                    <a:pt x="29989" y="8138"/>
                    <a:pt x="30022" y="8204"/>
                    <a:pt x="30089" y="8271"/>
                  </a:cubicBezTo>
                  <a:cubicBezTo>
                    <a:pt x="30189" y="8338"/>
                    <a:pt x="30155" y="8371"/>
                    <a:pt x="29888" y="8438"/>
                  </a:cubicBezTo>
                  <a:cubicBezTo>
                    <a:pt x="29722" y="8471"/>
                    <a:pt x="29555" y="8571"/>
                    <a:pt x="29555" y="8605"/>
                  </a:cubicBezTo>
                  <a:cubicBezTo>
                    <a:pt x="29534" y="8648"/>
                    <a:pt x="29509" y="8667"/>
                    <a:pt x="29483" y="8667"/>
                  </a:cubicBezTo>
                  <a:cubicBezTo>
                    <a:pt x="29388" y="8667"/>
                    <a:pt x="29274" y="8398"/>
                    <a:pt x="29221" y="8004"/>
                  </a:cubicBezTo>
                  <a:cubicBezTo>
                    <a:pt x="29188" y="7737"/>
                    <a:pt x="29155" y="7437"/>
                    <a:pt x="29088" y="7371"/>
                  </a:cubicBezTo>
                  <a:cubicBezTo>
                    <a:pt x="29021" y="7237"/>
                    <a:pt x="29055" y="7104"/>
                    <a:pt x="29188" y="7004"/>
                  </a:cubicBezTo>
                  <a:close/>
                  <a:moveTo>
                    <a:pt x="14974" y="7537"/>
                  </a:moveTo>
                  <a:cubicBezTo>
                    <a:pt x="15003" y="7537"/>
                    <a:pt x="15011" y="7604"/>
                    <a:pt x="15011" y="7737"/>
                  </a:cubicBezTo>
                  <a:cubicBezTo>
                    <a:pt x="14978" y="7904"/>
                    <a:pt x="15045" y="8004"/>
                    <a:pt x="15145" y="8071"/>
                  </a:cubicBezTo>
                  <a:cubicBezTo>
                    <a:pt x="15345" y="8204"/>
                    <a:pt x="15512" y="8638"/>
                    <a:pt x="15378" y="8738"/>
                  </a:cubicBezTo>
                  <a:cubicBezTo>
                    <a:pt x="15371" y="8742"/>
                    <a:pt x="15364" y="8743"/>
                    <a:pt x="15357" y="8743"/>
                  </a:cubicBezTo>
                  <a:cubicBezTo>
                    <a:pt x="15297" y="8743"/>
                    <a:pt x="15238" y="8624"/>
                    <a:pt x="15178" y="8505"/>
                  </a:cubicBezTo>
                  <a:cubicBezTo>
                    <a:pt x="15126" y="8374"/>
                    <a:pt x="15073" y="8284"/>
                    <a:pt x="15037" y="8284"/>
                  </a:cubicBezTo>
                  <a:cubicBezTo>
                    <a:pt x="15027" y="8284"/>
                    <a:pt x="15018" y="8290"/>
                    <a:pt x="15011" y="8305"/>
                  </a:cubicBezTo>
                  <a:cubicBezTo>
                    <a:pt x="15011" y="8310"/>
                    <a:pt x="15008" y="8313"/>
                    <a:pt x="15003" y="8313"/>
                  </a:cubicBezTo>
                  <a:cubicBezTo>
                    <a:pt x="14978" y="8313"/>
                    <a:pt x="14900" y="8248"/>
                    <a:pt x="14844" y="8138"/>
                  </a:cubicBezTo>
                  <a:cubicBezTo>
                    <a:pt x="14711" y="7971"/>
                    <a:pt x="14711" y="7871"/>
                    <a:pt x="14811" y="7737"/>
                  </a:cubicBezTo>
                  <a:cubicBezTo>
                    <a:pt x="14894" y="7604"/>
                    <a:pt x="14944" y="7537"/>
                    <a:pt x="14974" y="7537"/>
                  </a:cubicBezTo>
                  <a:close/>
                  <a:moveTo>
                    <a:pt x="19214" y="8438"/>
                  </a:moveTo>
                  <a:cubicBezTo>
                    <a:pt x="19248" y="8438"/>
                    <a:pt x="19281" y="8505"/>
                    <a:pt x="19314" y="8571"/>
                  </a:cubicBezTo>
                  <a:cubicBezTo>
                    <a:pt x="19314" y="8680"/>
                    <a:pt x="19270" y="8789"/>
                    <a:pt x="19217" y="8789"/>
                  </a:cubicBezTo>
                  <a:cubicBezTo>
                    <a:pt x="19205" y="8789"/>
                    <a:pt x="19193" y="8784"/>
                    <a:pt x="19181" y="8772"/>
                  </a:cubicBezTo>
                  <a:cubicBezTo>
                    <a:pt x="19114" y="8638"/>
                    <a:pt x="19147" y="8438"/>
                    <a:pt x="19214" y="8438"/>
                  </a:cubicBezTo>
                  <a:close/>
                  <a:moveTo>
                    <a:pt x="27587" y="8738"/>
                  </a:moveTo>
                  <a:cubicBezTo>
                    <a:pt x="27620" y="8738"/>
                    <a:pt x="27654" y="8738"/>
                    <a:pt x="27687" y="8772"/>
                  </a:cubicBezTo>
                  <a:cubicBezTo>
                    <a:pt x="27754" y="8872"/>
                    <a:pt x="27720" y="9105"/>
                    <a:pt x="27654" y="9105"/>
                  </a:cubicBezTo>
                  <a:cubicBezTo>
                    <a:pt x="27553" y="9072"/>
                    <a:pt x="27520" y="8805"/>
                    <a:pt x="27587" y="8738"/>
                  </a:cubicBezTo>
                  <a:close/>
                  <a:moveTo>
                    <a:pt x="15532" y="8880"/>
                  </a:moveTo>
                  <a:cubicBezTo>
                    <a:pt x="15594" y="8880"/>
                    <a:pt x="15671" y="8924"/>
                    <a:pt x="15712" y="9005"/>
                  </a:cubicBezTo>
                  <a:cubicBezTo>
                    <a:pt x="15778" y="9072"/>
                    <a:pt x="15745" y="9172"/>
                    <a:pt x="15712" y="9239"/>
                  </a:cubicBezTo>
                  <a:cubicBezTo>
                    <a:pt x="15684" y="9266"/>
                    <a:pt x="15662" y="9282"/>
                    <a:pt x="15641" y="9282"/>
                  </a:cubicBezTo>
                  <a:cubicBezTo>
                    <a:pt x="15612" y="9282"/>
                    <a:pt x="15584" y="9250"/>
                    <a:pt x="15545" y="9172"/>
                  </a:cubicBezTo>
                  <a:cubicBezTo>
                    <a:pt x="15478" y="9105"/>
                    <a:pt x="15445" y="8972"/>
                    <a:pt x="15445" y="8938"/>
                  </a:cubicBezTo>
                  <a:cubicBezTo>
                    <a:pt x="15458" y="8899"/>
                    <a:pt x="15492" y="8880"/>
                    <a:pt x="15532" y="8880"/>
                  </a:cubicBezTo>
                  <a:close/>
                  <a:moveTo>
                    <a:pt x="19360" y="8938"/>
                  </a:moveTo>
                  <a:cubicBezTo>
                    <a:pt x="19381" y="8938"/>
                    <a:pt x="19414" y="9005"/>
                    <a:pt x="19448" y="9138"/>
                  </a:cubicBezTo>
                  <a:cubicBezTo>
                    <a:pt x="19481" y="9272"/>
                    <a:pt x="19481" y="9372"/>
                    <a:pt x="19448" y="9405"/>
                  </a:cubicBezTo>
                  <a:cubicBezTo>
                    <a:pt x="19430" y="9423"/>
                    <a:pt x="19414" y="9434"/>
                    <a:pt x="19401" y="9434"/>
                  </a:cubicBezTo>
                  <a:cubicBezTo>
                    <a:pt x="19365" y="9434"/>
                    <a:pt x="19348" y="9357"/>
                    <a:pt x="19348" y="9138"/>
                  </a:cubicBezTo>
                  <a:cubicBezTo>
                    <a:pt x="19331" y="9005"/>
                    <a:pt x="19339" y="8938"/>
                    <a:pt x="19360" y="8938"/>
                  </a:cubicBezTo>
                  <a:close/>
                  <a:moveTo>
                    <a:pt x="19903" y="7232"/>
                  </a:moveTo>
                  <a:cubicBezTo>
                    <a:pt x="19977" y="7232"/>
                    <a:pt x="20173" y="7448"/>
                    <a:pt x="20448" y="7838"/>
                  </a:cubicBezTo>
                  <a:cubicBezTo>
                    <a:pt x="20715" y="8204"/>
                    <a:pt x="20949" y="8438"/>
                    <a:pt x="21049" y="8471"/>
                  </a:cubicBezTo>
                  <a:cubicBezTo>
                    <a:pt x="21216" y="8538"/>
                    <a:pt x="21216" y="8538"/>
                    <a:pt x="21116" y="8605"/>
                  </a:cubicBezTo>
                  <a:cubicBezTo>
                    <a:pt x="21049" y="8671"/>
                    <a:pt x="21049" y="8738"/>
                    <a:pt x="21116" y="8872"/>
                  </a:cubicBezTo>
                  <a:cubicBezTo>
                    <a:pt x="21149" y="8972"/>
                    <a:pt x="21182" y="9072"/>
                    <a:pt x="21149" y="9072"/>
                  </a:cubicBezTo>
                  <a:cubicBezTo>
                    <a:pt x="21116" y="9105"/>
                    <a:pt x="21116" y="9172"/>
                    <a:pt x="21149" y="9239"/>
                  </a:cubicBezTo>
                  <a:cubicBezTo>
                    <a:pt x="21182" y="9305"/>
                    <a:pt x="21149" y="9405"/>
                    <a:pt x="21082" y="9472"/>
                  </a:cubicBezTo>
                  <a:cubicBezTo>
                    <a:pt x="20949" y="9605"/>
                    <a:pt x="20982" y="9605"/>
                    <a:pt x="21149" y="9706"/>
                  </a:cubicBezTo>
                  <a:cubicBezTo>
                    <a:pt x="21282" y="9772"/>
                    <a:pt x="21349" y="9839"/>
                    <a:pt x="21316" y="9906"/>
                  </a:cubicBezTo>
                  <a:cubicBezTo>
                    <a:pt x="21316" y="9920"/>
                    <a:pt x="21304" y="9928"/>
                    <a:pt x="21288" y="9928"/>
                  </a:cubicBezTo>
                  <a:cubicBezTo>
                    <a:pt x="21266" y="9928"/>
                    <a:pt x="21235" y="9911"/>
                    <a:pt x="21216" y="9872"/>
                  </a:cubicBezTo>
                  <a:cubicBezTo>
                    <a:pt x="21191" y="9824"/>
                    <a:pt x="21149" y="9793"/>
                    <a:pt x="21115" y="9793"/>
                  </a:cubicBezTo>
                  <a:cubicBezTo>
                    <a:pt x="21102" y="9793"/>
                    <a:pt x="21091" y="9797"/>
                    <a:pt x="21082" y="9806"/>
                  </a:cubicBezTo>
                  <a:cubicBezTo>
                    <a:pt x="21080" y="9807"/>
                    <a:pt x="21078" y="9807"/>
                    <a:pt x="21076" y="9807"/>
                  </a:cubicBezTo>
                  <a:cubicBezTo>
                    <a:pt x="20950" y="9807"/>
                    <a:pt x="20078" y="8026"/>
                    <a:pt x="19881" y="7371"/>
                  </a:cubicBezTo>
                  <a:cubicBezTo>
                    <a:pt x="19860" y="7277"/>
                    <a:pt x="19869" y="7232"/>
                    <a:pt x="19903" y="7232"/>
                  </a:cubicBezTo>
                  <a:close/>
                  <a:moveTo>
                    <a:pt x="27323" y="8431"/>
                  </a:moveTo>
                  <a:cubicBezTo>
                    <a:pt x="27337" y="8431"/>
                    <a:pt x="27391" y="8518"/>
                    <a:pt x="27420" y="8605"/>
                  </a:cubicBezTo>
                  <a:cubicBezTo>
                    <a:pt x="27453" y="8738"/>
                    <a:pt x="27487" y="8838"/>
                    <a:pt x="27453" y="8905"/>
                  </a:cubicBezTo>
                  <a:cubicBezTo>
                    <a:pt x="27420" y="8938"/>
                    <a:pt x="27453" y="9038"/>
                    <a:pt x="27487" y="9105"/>
                  </a:cubicBezTo>
                  <a:cubicBezTo>
                    <a:pt x="27553" y="9205"/>
                    <a:pt x="27553" y="9239"/>
                    <a:pt x="27487" y="9239"/>
                  </a:cubicBezTo>
                  <a:cubicBezTo>
                    <a:pt x="27420" y="9239"/>
                    <a:pt x="27420" y="9272"/>
                    <a:pt x="27420" y="9305"/>
                  </a:cubicBezTo>
                  <a:cubicBezTo>
                    <a:pt x="27487" y="9405"/>
                    <a:pt x="27353" y="9972"/>
                    <a:pt x="27287" y="10006"/>
                  </a:cubicBezTo>
                  <a:cubicBezTo>
                    <a:pt x="27253" y="10026"/>
                    <a:pt x="27223" y="10035"/>
                    <a:pt x="27198" y="10035"/>
                  </a:cubicBezTo>
                  <a:cubicBezTo>
                    <a:pt x="27098" y="10035"/>
                    <a:pt x="27067" y="9892"/>
                    <a:pt x="27120" y="9706"/>
                  </a:cubicBezTo>
                  <a:cubicBezTo>
                    <a:pt x="27187" y="9539"/>
                    <a:pt x="27187" y="9405"/>
                    <a:pt x="27187" y="9372"/>
                  </a:cubicBezTo>
                  <a:cubicBezTo>
                    <a:pt x="27120" y="9305"/>
                    <a:pt x="27253" y="8471"/>
                    <a:pt x="27320" y="8438"/>
                  </a:cubicBezTo>
                  <a:cubicBezTo>
                    <a:pt x="27320" y="8434"/>
                    <a:pt x="27321" y="8431"/>
                    <a:pt x="27323" y="8431"/>
                  </a:cubicBezTo>
                  <a:close/>
                  <a:moveTo>
                    <a:pt x="15813" y="9764"/>
                  </a:moveTo>
                  <a:cubicBezTo>
                    <a:pt x="15836" y="9764"/>
                    <a:pt x="15881" y="9780"/>
                    <a:pt x="15945" y="9806"/>
                  </a:cubicBezTo>
                  <a:cubicBezTo>
                    <a:pt x="16045" y="9872"/>
                    <a:pt x="16179" y="9972"/>
                    <a:pt x="16212" y="10072"/>
                  </a:cubicBezTo>
                  <a:cubicBezTo>
                    <a:pt x="16245" y="10273"/>
                    <a:pt x="16245" y="10273"/>
                    <a:pt x="15979" y="10339"/>
                  </a:cubicBezTo>
                  <a:cubicBezTo>
                    <a:pt x="15812" y="10339"/>
                    <a:pt x="15812" y="10339"/>
                    <a:pt x="15878" y="10239"/>
                  </a:cubicBezTo>
                  <a:cubicBezTo>
                    <a:pt x="15945" y="10139"/>
                    <a:pt x="15945" y="10039"/>
                    <a:pt x="15878" y="9906"/>
                  </a:cubicBezTo>
                  <a:cubicBezTo>
                    <a:pt x="15797" y="9804"/>
                    <a:pt x="15778" y="9764"/>
                    <a:pt x="15813" y="9764"/>
                  </a:cubicBezTo>
                  <a:close/>
                  <a:moveTo>
                    <a:pt x="7842" y="9764"/>
                  </a:moveTo>
                  <a:cubicBezTo>
                    <a:pt x="7869" y="9764"/>
                    <a:pt x="7908" y="9780"/>
                    <a:pt x="7973" y="9806"/>
                  </a:cubicBezTo>
                  <a:cubicBezTo>
                    <a:pt x="8073" y="9839"/>
                    <a:pt x="8173" y="9906"/>
                    <a:pt x="8206" y="9972"/>
                  </a:cubicBezTo>
                  <a:cubicBezTo>
                    <a:pt x="8507" y="10406"/>
                    <a:pt x="8807" y="11006"/>
                    <a:pt x="8807" y="11107"/>
                  </a:cubicBezTo>
                  <a:cubicBezTo>
                    <a:pt x="8801" y="11125"/>
                    <a:pt x="8791" y="11135"/>
                    <a:pt x="8776" y="11135"/>
                  </a:cubicBezTo>
                  <a:cubicBezTo>
                    <a:pt x="8705" y="11135"/>
                    <a:pt x="8507" y="10922"/>
                    <a:pt x="7906" y="10239"/>
                  </a:cubicBezTo>
                  <a:cubicBezTo>
                    <a:pt x="7806" y="10139"/>
                    <a:pt x="7773" y="9972"/>
                    <a:pt x="7773" y="9906"/>
                  </a:cubicBezTo>
                  <a:cubicBezTo>
                    <a:pt x="7793" y="9804"/>
                    <a:pt x="7801" y="9764"/>
                    <a:pt x="7842" y="9764"/>
                  </a:cubicBezTo>
                  <a:close/>
                  <a:moveTo>
                    <a:pt x="5256" y="10998"/>
                  </a:moveTo>
                  <a:cubicBezTo>
                    <a:pt x="5260" y="10998"/>
                    <a:pt x="5265" y="11001"/>
                    <a:pt x="5271" y="11006"/>
                  </a:cubicBezTo>
                  <a:cubicBezTo>
                    <a:pt x="5304" y="11006"/>
                    <a:pt x="5338" y="11073"/>
                    <a:pt x="5371" y="11173"/>
                  </a:cubicBezTo>
                  <a:cubicBezTo>
                    <a:pt x="5371" y="11240"/>
                    <a:pt x="5371" y="11307"/>
                    <a:pt x="5338" y="11307"/>
                  </a:cubicBezTo>
                  <a:cubicBezTo>
                    <a:pt x="5304" y="11273"/>
                    <a:pt x="5271" y="11207"/>
                    <a:pt x="5238" y="11140"/>
                  </a:cubicBezTo>
                  <a:cubicBezTo>
                    <a:pt x="5238" y="11058"/>
                    <a:pt x="5238" y="10998"/>
                    <a:pt x="5256" y="10998"/>
                  </a:cubicBezTo>
                  <a:close/>
                  <a:moveTo>
                    <a:pt x="6802" y="11548"/>
                  </a:moveTo>
                  <a:cubicBezTo>
                    <a:pt x="6890" y="11548"/>
                    <a:pt x="7059" y="11652"/>
                    <a:pt x="7306" y="11874"/>
                  </a:cubicBezTo>
                  <a:cubicBezTo>
                    <a:pt x="7619" y="12156"/>
                    <a:pt x="7961" y="12614"/>
                    <a:pt x="7864" y="12614"/>
                  </a:cubicBezTo>
                  <a:cubicBezTo>
                    <a:pt x="7858" y="12614"/>
                    <a:pt x="7850" y="12612"/>
                    <a:pt x="7839" y="12608"/>
                  </a:cubicBezTo>
                  <a:cubicBezTo>
                    <a:pt x="7773" y="12574"/>
                    <a:pt x="7639" y="12574"/>
                    <a:pt x="7472" y="12574"/>
                  </a:cubicBezTo>
                  <a:cubicBezTo>
                    <a:pt x="7445" y="12580"/>
                    <a:pt x="7419" y="12583"/>
                    <a:pt x="7394" y="12583"/>
                  </a:cubicBezTo>
                  <a:cubicBezTo>
                    <a:pt x="7271" y="12583"/>
                    <a:pt x="7183" y="12513"/>
                    <a:pt x="7072" y="12374"/>
                  </a:cubicBezTo>
                  <a:cubicBezTo>
                    <a:pt x="6736" y="11849"/>
                    <a:pt x="6651" y="11548"/>
                    <a:pt x="6802" y="11548"/>
                  </a:cubicBezTo>
                  <a:close/>
                  <a:moveTo>
                    <a:pt x="2590" y="11682"/>
                  </a:moveTo>
                  <a:cubicBezTo>
                    <a:pt x="2636" y="11682"/>
                    <a:pt x="2702" y="11724"/>
                    <a:pt x="2769" y="11807"/>
                  </a:cubicBezTo>
                  <a:cubicBezTo>
                    <a:pt x="2802" y="11874"/>
                    <a:pt x="2869" y="11974"/>
                    <a:pt x="2903" y="12041"/>
                  </a:cubicBezTo>
                  <a:cubicBezTo>
                    <a:pt x="2903" y="12074"/>
                    <a:pt x="2969" y="12207"/>
                    <a:pt x="3036" y="12307"/>
                  </a:cubicBezTo>
                  <a:cubicBezTo>
                    <a:pt x="3103" y="12407"/>
                    <a:pt x="3136" y="12541"/>
                    <a:pt x="3103" y="12608"/>
                  </a:cubicBezTo>
                  <a:cubicBezTo>
                    <a:pt x="3103" y="12621"/>
                    <a:pt x="3097" y="12630"/>
                    <a:pt x="3090" y="12630"/>
                  </a:cubicBezTo>
                  <a:cubicBezTo>
                    <a:pt x="3081" y="12630"/>
                    <a:pt x="3069" y="12613"/>
                    <a:pt x="3069" y="12574"/>
                  </a:cubicBezTo>
                  <a:cubicBezTo>
                    <a:pt x="3069" y="12541"/>
                    <a:pt x="2936" y="12374"/>
                    <a:pt x="2802" y="12207"/>
                  </a:cubicBezTo>
                  <a:cubicBezTo>
                    <a:pt x="2669" y="12041"/>
                    <a:pt x="2569" y="11874"/>
                    <a:pt x="2536" y="11807"/>
                  </a:cubicBezTo>
                  <a:cubicBezTo>
                    <a:pt x="2519" y="11724"/>
                    <a:pt x="2544" y="11682"/>
                    <a:pt x="2590" y="11682"/>
                  </a:cubicBezTo>
                  <a:close/>
                  <a:moveTo>
                    <a:pt x="10385" y="12540"/>
                  </a:moveTo>
                  <a:cubicBezTo>
                    <a:pt x="10462" y="12540"/>
                    <a:pt x="10587" y="12666"/>
                    <a:pt x="10741" y="12908"/>
                  </a:cubicBezTo>
                  <a:cubicBezTo>
                    <a:pt x="10926" y="13208"/>
                    <a:pt x="10999" y="13381"/>
                    <a:pt x="10949" y="13381"/>
                  </a:cubicBezTo>
                  <a:cubicBezTo>
                    <a:pt x="10927" y="13381"/>
                    <a:pt x="10880" y="13347"/>
                    <a:pt x="10808" y="13275"/>
                  </a:cubicBezTo>
                  <a:cubicBezTo>
                    <a:pt x="10708" y="13175"/>
                    <a:pt x="10608" y="13141"/>
                    <a:pt x="10575" y="13141"/>
                  </a:cubicBezTo>
                  <a:cubicBezTo>
                    <a:pt x="10567" y="13146"/>
                    <a:pt x="10559" y="13149"/>
                    <a:pt x="10551" y="13149"/>
                  </a:cubicBezTo>
                  <a:cubicBezTo>
                    <a:pt x="10450" y="13149"/>
                    <a:pt x="10308" y="12795"/>
                    <a:pt x="10308" y="12641"/>
                  </a:cubicBezTo>
                  <a:cubicBezTo>
                    <a:pt x="10319" y="12573"/>
                    <a:pt x="10346" y="12540"/>
                    <a:pt x="10385" y="12540"/>
                  </a:cubicBezTo>
                  <a:close/>
                  <a:moveTo>
                    <a:pt x="11991" y="12446"/>
                  </a:moveTo>
                  <a:cubicBezTo>
                    <a:pt x="12054" y="12446"/>
                    <a:pt x="12171" y="12522"/>
                    <a:pt x="12343" y="12674"/>
                  </a:cubicBezTo>
                  <a:cubicBezTo>
                    <a:pt x="12609" y="12941"/>
                    <a:pt x="12676" y="13341"/>
                    <a:pt x="12409" y="13575"/>
                  </a:cubicBezTo>
                  <a:cubicBezTo>
                    <a:pt x="12309" y="13642"/>
                    <a:pt x="12209" y="13775"/>
                    <a:pt x="12142" y="13842"/>
                  </a:cubicBezTo>
                  <a:cubicBezTo>
                    <a:pt x="12083" y="13882"/>
                    <a:pt x="12032" y="13901"/>
                    <a:pt x="11993" y="13901"/>
                  </a:cubicBezTo>
                  <a:cubicBezTo>
                    <a:pt x="11900" y="13901"/>
                    <a:pt x="11872" y="13796"/>
                    <a:pt x="11942" y="13608"/>
                  </a:cubicBezTo>
                  <a:cubicBezTo>
                    <a:pt x="12042" y="13375"/>
                    <a:pt x="12042" y="12941"/>
                    <a:pt x="11942" y="12574"/>
                  </a:cubicBezTo>
                  <a:cubicBezTo>
                    <a:pt x="11928" y="12489"/>
                    <a:pt x="11944" y="12446"/>
                    <a:pt x="11991" y="12446"/>
                  </a:cubicBezTo>
                  <a:close/>
                  <a:moveTo>
                    <a:pt x="3436" y="13275"/>
                  </a:moveTo>
                  <a:lnTo>
                    <a:pt x="3703" y="13408"/>
                  </a:lnTo>
                  <a:cubicBezTo>
                    <a:pt x="3837" y="13475"/>
                    <a:pt x="4037" y="13608"/>
                    <a:pt x="4070" y="13708"/>
                  </a:cubicBezTo>
                  <a:cubicBezTo>
                    <a:pt x="4137" y="13775"/>
                    <a:pt x="4137" y="13875"/>
                    <a:pt x="4103" y="13909"/>
                  </a:cubicBezTo>
                  <a:cubicBezTo>
                    <a:pt x="4094" y="13918"/>
                    <a:pt x="4083" y="13922"/>
                    <a:pt x="4071" y="13922"/>
                  </a:cubicBezTo>
                  <a:cubicBezTo>
                    <a:pt x="4037" y="13922"/>
                    <a:pt x="3994" y="13891"/>
                    <a:pt x="3970" y="13842"/>
                  </a:cubicBezTo>
                  <a:cubicBezTo>
                    <a:pt x="3937" y="13775"/>
                    <a:pt x="3870" y="13742"/>
                    <a:pt x="3837" y="13742"/>
                  </a:cubicBezTo>
                  <a:cubicBezTo>
                    <a:pt x="3832" y="13746"/>
                    <a:pt x="3827" y="13748"/>
                    <a:pt x="3820" y="13748"/>
                  </a:cubicBezTo>
                  <a:cubicBezTo>
                    <a:pt x="3777" y="13748"/>
                    <a:pt x="3690" y="13658"/>
                    <a:pt x="3603" y="13542"/>
                  </a:cubicBezTo>
                  <a:lnTo>
                    <a:pt x="3436" y="13275"/>
                  </a:lnTo>
                  <a:close/>
                  <a:moveTo>
                    <a:pt x="8507" y="15209"/>
                  </a:moveTo>
                  <a:cubicBezTo>
                    <a:pt x="8507" y="15243"/>
                    <a:pt x="8507" y="15276"/>
                    <a:pt x="8473" y="15343"/>
                  </a:cubicBezTo>
                  <a:cubicBezTo>
                    <a:pt x="8457" y="15360"/>
                    <a:pt x="8440" y="15368"/>
                    <a:pt x="8423" y="15368"/>
                  </a:cubicBezTo>
                  <a:cubicBezTo>
                    <a:pt x="8406" y="15368"/>
                    <a:pt x="8390" y="15360"/>
                    <a:pt x="8373" y="15343"/>
                  </a:cubicBezTo>
                  <a:cubicBezTo>
                    <a:pt x="8373" y="15310"/>
                    <a:pt x="8373" y="15243"/>
                    <a:pt x="8406" y="15243"/>
                  </a:cubicBezTo>
                  <a:cubicBezTo>
                    <a:pt x="8440" y="15209"/>
                    <a:pt x="8473" y="15209"/>
                    <a:pt x="8507" y="15209"/>
                  </a:cubicBezTo>
                  <a:close/>
                  <a:moveTo>
                    <a:pt x="4473" y="14465"/>
                  </a:moveTo>
                  <a:cubicBezTo>
                    <a:pt x="4494" y="14465"/>
                    <a:pt x="4535" y="14481"/>
                    <a:pt x="4604" y="14509"/>
                  </a:cubicBezTo>
                  <a:cubicBezTo>
                    <a:pt x="4737" y="14576"/>
                    <a:pt x="4804" y="14609"/>
                    <a:pt x="4771" y="14676"/>
                  </a:cubicBezTo>
                  <a:cubicBezTo>
                    <a:pt x="4704" y="14742"/>
                    <a:pt x="4937" y="14909"/>
                    <a:pt x="5204" y="14976"/>
                  </a:cubicBezTo>
                  <a:cubicBezTo>
                    <a:pt x="5304" y="15009"/>
                    <a:pt x="5404" y="15109"/>
                    <a:pt x="5471" y="15310"/>
                  </a:cubicBezTo>
                  <a:cubicBezTo>
                    <a:pt x="5527" y="15449"/>
                    <a:pt x="5582" y="15518"/>
                    <a:pt x="5619" y="15518"/>
                  </a:cubicBezTo>
                  <a:cubicBezTo>
                    <a:pt x="5626" y="15518"/>
                    <a:pt x="5632" y="15515"/>
                    <a:pt x="5638" y="15510"/>
                  </a:cubicBezTo>
                  <a:cubicBezTo>
                    <a:pt x="5648" y="15500"/>
                    <a:pt x="5660" y="15496"/>
                    <a:pt x="5674" y="15496"/>
                  </a:cubicBezTo>
                  <a:cubicBezTo>
                    <a:pt x="5707" y="15496"/>
                    <a:pt x="5748" y="15519"/>
                    <a:pt x="5771" y="15543"/>
                  </a:cubicBezTo>
                  <a:cubicBezTo>
                    <a:pt x="5771" y="15576"/>
                    <a:pt x="5738" y="15643"/>
                    <a:pt x="5638" y="15710"/>
                  </a:cubicBezTo>
                  <a:cubicBezTo>
                    <a:pt x="5591" y="15733"/>
                    <a:pt x="5547" y="15746"/>
                    <a:pt x="5502" y="15746"/>
                  </a:cubicBezTo>
                  <a:cubicBezTo>
                    <a:pt x="5353" y="15746"/>
                    <a:pt x="5201" y="15609"/>
                    <a:pt x="4971" y="15276"/>
                  </a:cubicBezTo>
                  <a:cubicBezTo>
                    <a:pt x="4871" y="15176"/>
                    <a:pt x="4737" y="15009"/>
                    <a:pt x="4637" y="14909"/>
                  </a:cubicBezTo>
                  <a:cubicBezTo>
                    <a:pt x="4570" y="14809"/>
                    <a:pt x="4470" y="14676"/>
                    <a:pt x="4470" y="14576"/>
                  </a:cubicBezTo>
                  <a:cubicBezTo>
                    <a:pt x="4451" y="14498"/>
                    <a:pt x="4443" y="14465"/>
                    <a:pt x="4473" y="14465"/>
                  </a:cubicBezTo>
                  <a:close/>
                  <a:moveTo>
                    <a:pt x="8240" y="15610"/>
                  </a:moveTo>
                  <a:cubicBezTo>
                    <a:pt x="8273" y="15610"/>
                    <a:pt x="8373" y="15643"/>
                    <a:pt x="8473" y="15743"/>
                  </a:cubicBezTo>
                  <a:cubicBezTo>
                    <a:pt x="8599" y="15890"/>
                    <a:pt x="8633" y="15984"/>
                    <a:pt x="8582" y="15984"/>
                  </a:cubicBezTo>
                  <a:cubicBezTo>
                    <a:pt x="8552" y="15984"/>
                    <a:pt x="8493" y="15951"/>
                    <a:pt x="8406" y="15877"/>
                  </a:cubicBezTo>
                  <a:cubicBezTo>
                    <a:pt x="8173" y="15677"/>
                    <a:pt x="8173" y="15677"/>
                    <a:pt x="8240" y="15610"/>
                  </a:cubicBezTo>
                  <a:close/>
                  <a:moveTo>
                    <a:pt x="11509" y="15843"/>
                  </a:moveTo>
                  <a:cubicBezTo>
                    <a:pt x="11575" y="15943"/>
                    <a:pt x="11575" y="16177"/>
                    <a:pt x="11509" y="16177"/>
                  </a:cubicBezTo>
                  <a:cubicBezTo>
                    <a:pt x="11342" y="16144"/>
                    <a:pt x="11275" y="15943"/>
                    <a:pt x="11375" y="15877"/>
                  </a:cubicBezTo>
                  <a:cubicBezTo>
                    <a:pt x="11442" y="15843"/>
                    <a:pt x="11509" y="15843"/>
                    <a:pt x="11509" y="15843"/>
                  </a:cubicBezTo>
                  <a:close/>
                  <a:moveTo>
                    <a:pt x="11675" y="16310"/>
                  </a:moveTo>
                  <a:cubicBezTo>
                    <a:pt x="11742" y="16310"/>
                    <a:pt x="11809" y="16310"/>
                    <a:pt x="11809" y="16344"/>
                  </a:cubicBezTo>
                  <a:cubicBezTo>
                    <a:pt x="11852" y="16408"/>
                    <a:pt x="11826" y="16445"/>
                    <a:pt x="11774" y="16445"/>
                  </a:cubicBezTo>
                  <a:cubicBezTo>
                    <a:pt x="11746" y="16445"/>
                    <a:pt x="11711" y="16434"/>
                    <a:pt x="11675" y="16410"/>
                  </a:cubicBezTo>
                  <a:cubicBezTo>
                    <a:pt x="11609" y="16377"/>
                    <a:pt x="11642" y="16344"/>
                    <a:pt x="11675" y="16310"/>
                  </a:cubicBezTo>
                  <a:close/>
                  <a:moveTo>
                    <a:pt x="5741" y="13954"/>
                  </a:moveTo>
                  <a:cubicBezTo>
                    <a:pt x="5830" y="13954"/>
                    <a:pt x="5934" y="14038"/>
                    <a:pt x="6038" y="14142"/>
                  </a:cubicBezTo>
                  <a:cubicBezTo>
                    <a:pt x="6172" y="14275"/>
                    <a:pt x="6338" y="14409"/>
                    <a:pt x="6372" y="14442"/>
                  </a:cubicBezTo>
                  <a:cubicBezTo>
                    <a:pt x="6438" y="14476"/>
                    <a:pt x="6572" y="14576"/>
                    <a:pt x="6705" y="14709"/>
                  </a:cubicBezTo>
                  <a:cubicBezTo>
                    <a:pt x="6872" y="14909"/>
                    <a:pt x="6872" y="14976"/>
                    <a:pt x="6772" y="14976"/>
                  </a:cubicBezTo>
                  <a:cubicBezTo>
                    <a:pt x="6705" y="15009"/>
                    <a:pt x="6639" y="15043"/>
                    <a:pt x="6639" y="15076"/>
                  </a:cubicBezTo>
                  <a:cubicBezTo>
                    <a:pt x="6639" y="15209"/>
                    <a:pt x="7172" y="15777"/>
                    <a:pt x="7339" y="15843"/>
                  </a:cubicBezTo>
                  <a:cubicBezTo>
                    <a:pt x="7406" y="15877"/>
                    <a:pt x="7439" y="15910"/>
                    <a:pt x="7406" y="15977"/>
                  </a:cubicBezTo>
                  <a:cubicBezTo>
                    <a:pt x="7372" y="16010"/>
                    <a:pt x="7372" y="16077"/>
                    <a:pt x="7439" y="16110"/>
                  </a:cubicBezTo>
                  <a:cubicBezTo>
                    <a:pt x="7472" y="16144"/>
                    <a:pt x="7472" y="16177"/>
                    <a:pt x="7439" y="16210"/>
                  </a:cubicBezTo>
                  <a:cubicBezTo>
                    <a:pt x="7406" y="16244"/>
                    <a:pt x="7406" y="16344"/>
                    <a:pt x="7472" y="16444"/>
                  </a:cubicBezTo>
                  <a:cubicBezTo>
                    <a:pt x="7539" y="16510"/>
                    <a:pt x="7573" y="16611"/>
                    <a:pt x="7539" y="16611"/>
                  </a:cubicBezTo>
                  <a:cubicBezTo>
                    <a:pt x="7489" y="16644"/>
                    <a:pt x="7414" y="16661"/>
                    <a:pt x="7343" y="16661"/>
                  </a:cubicBezTo>
                  <a:cubicBezTo>
                    <a:pt x="7272" y="16661"/>
                    <a:pt x="7206" y="16644"/>
                    <a:pt x="7172" y="16611"/>
                  </a:cubicBezTo>
                  <a:cubicBezTo>
                    <a:pt x="7139" y="16544"/>
                    <a:pt x="7039" y="16444"/>
                    <a:pt x="6905" y="16377"/>
                  </a:cubicBezTo>
                  <a:cubicBezTo>
                    <a:pt x="6772" y="16277"/>
                    <a:pt x="6639" y="16144"/>
                    <a:pt x="6572" y="15977"/>
                  </a:cubicBezTo>
                  <a:cubicBezTo>
                    <a:pt x="6505" y="15843"/>
                    <a:pt x="6438" y="15743"/>
                    <a:pt x="6372" y="15743"/>
                  </a:cubicBezTo>
                  <a:cubicBezTo>
                    <a:pt x="6305" y="15743"/>
                    <a:pt x="6272" y="15677"/>
                    <a:pt x="6272" y="15576"/>
                  </a:cubicBezTo>
                  <a:cubicBezTo>
                    <a:pt x="6238" y="15476"/>
                    <a:pt x="6105" y="15109"/>
                    <a:pt x="5905" y="14709"/>
                  </a:cubicBezTo>
                  <a:cubicBezTo>
                    <a:pt x="5604" y="14109"/>
                    <a:pt x="5571" y="14009"/>
                    <a:pt x="5671" y="13975"/>
                  </a:cubicBezTo>
                  <a:cubicBezTo>
                    <a:pt x="5693" y="13961"/>
                    <a:pt x="5717" y="13954"/>
                    <a:pt x="5741" y="13954"/>
                  </a:cubicBezTo>
                  <a:close/>
                  <a:moveTo>
                    <a:pt x="2836" y="17898"/>
                  </a:moveTo>
                  <a:cubicBezTo>
                    <a:pt x="2899" y="17898"/>
                    <a:pt x="3078" y="18009"/>
                    <a:pt x="3303" y="18212"/>
                  </a:cubicBezTo>
                  <a:cubicBezTo>
                    <a:pt x="3470" y="18378"/>
                    <a:pt x="3570" y="18512"/>
                    <a:pt x="3536" y="18545"/>
                  </a:cubicBezTo>
                  <a:cubicBezTo>
                    <a:pt x="3470" y="18579"/>
                    <a:pt x="3670" y="18745"/>
                    <a:pt x="3970" y="18845"/>
                  </a:cubicBezTo>
                  <a:cubicBezTo>
                    <a:pt x="4103" y="18912"/>
                    <a:pt x="4237" y="19012"/>
                    <a:pt x="4270" y="19079"/>
                  </a:cubicBezTo>
                  <a:cubicBezTo>
                    <a:pt x="4304" y="19146"/>
                    <a:pt x="4470" y="19279"/>
                    <a:pt x="4637" y="19379"/>
                  </a:cubicBezTo>
                  <a:cubicBezTo>
                    <a:pt x="4804" y="19479"/>
                    <a:pt x="4904" y="19613"/>
                    <a:pt x="4904" y="19646"/>
                  </a:cubicBezTo>
                  <a:cubicBezTo>
                    <a:pt x="4894" y="19656"/>
                    <a:pt x="4873" y="19661"/>
                    <a:pt x="4844" y="19661"/>
                  </a:cubicBezTo>
                  <a:cubicBezTo>
                    <a:pt x="4688" y="19661"/>
                    <a:pt x="4296" y="19520"/>
                    <a:pt x="4070" y="19379"/>
                  </a:cubicBezTo>
                  <a:cubicBezTo>
                    <a:pt x="3988" y="19325"/>
                    <a:pt x="3862" y="19270"/>
                    <a:pt x="3764" y="19270"/>
                  </a:cubicBezTo>
                  <a:cubicBezTo>
                    <a:pt x="3742" y="19270"/>
                    <a:pt x="3721" y="19273"/>
                    <a:pt x="3703" y="19279"/>
                  </a:cubicBezTo>
                  <a:cubicBezTo>
                    <a:pt x="3688" y="19282"/>
                    <a:pt x="3673" y="19283"/>
                    <a:pt x="3656" y="19283"/>
                  </a:cubicBezTo>
                  <a:cubicBezTo>
                    <a:pt x="3445" y="19283"/>
                    <a:pt x="3093" y="19095"/>
                    <a:pt x="2969" y="18879"/>
                  </a:cubicBezTo>
                  <a:cubicBezTo>
                    <a:pt x="2936" y="18779"/>
                    <a:pt x="2936" y="18745"/>
                    <a:pt x="3036" y="18712"/>
                  </a:cubicBezTo>
                  <a:cubicBezTo>
                    <a:pt x="3103" y="18712"/>
                    <a:pt x="3136" y="18645"/>
                    <a:pt x="3069" y="18579"/>
                  </a:cubicBezTo>
                  <a:cubicBezTo>
                    <a:pt x="3036" y="18512"/>
                    <a:pt x="3036" y="18412"/>
                    <a:pt x="3103" y="18345"/>
                  </a:cubicBezTo>
                  <a:cubicBezTo>
                    <a:pt x="3136" y="18278"/>
                    <a:pt x="3136" y="18212"/>
                    <a:pt x="3036" y="18145"/>
                  </a:cubicBezTo>
                  <a:cubicBezTo>
                    <a:pt x="2969" y="18112"/>
                    <a:pt x="2869" y="18012"/>
                    <a:pt x="2836" y="17978"/>
                  </a:cubicBezTo>
                  <a:cubicBezTo>
                    <a:pt x="2803" y="17924"/>
                    <a:pt x="2806" y="17898"/>
                    <a:pt x="2836" y="17898"/>
                  </a:cubicBezTo>
                  <a:close/>
                  <a:moveTo>
                    <a:pt x="5308" y="19864"/>
                  </a:moveTo>
                  <a:cubicBezTo>
                    <a:pt x="5365" y="19864"/>
                    <a:pt x="5446" y="19916"/>
                    <a:pt x="5504" y="20013"/>
                  </a:cubicBezTo>
                  <a:cubicBezTo>
                    <a:pt x="5549" y="20102"/>
                    <a:pt x="5564" y="20132"/>
                    <a:pt x="5519" y="20132"/>
                  </a:cubicBezTo>
                  <a:cubicBezTo>
                    <a:pt x="5497" y="20132"/>
                    <a:pt x="5460" y="20124"/>
                    <a:pt x="5404" y="20113"/>
                  </a:cubicBezTo>
                  <a:cubicBezTo>
                    <a:pt x="5304" y="20080"/>
                    <a:pt x="5238" y="20013"/>
                    <a:pt x="5238" y="19946"/>
                  </a:cubicBezTo>
                  <a:cubicBezTo>
                    <a:pt x="5238" y="19891"/>
                    <a:pt x="5267" y="19864"/>
                    <a:pt x="5308" y="19864"/>
                  </a:cubicBezTo>
                  <a:close/>
                  <a:moveTo>
                    <a:pt x="24360" y="0"/>
                  </a:moveTo>
                  <a:cubicBezTo>
                    <a:pt x="24269" y="0"/>
                    <a:pt x="24169" y="12"/>
                    <a:pt x="24051" y="32"/>
                  </a:cubicBezTo>
                  <a:cubicBezTo>
                    <a:pt x="23817" y="99"/>
                    <a:pt x="23551" y="132"/>
                    <a:pt x="23451" y="132"/>
                  </a:cubicBezTo>
                  <a:cubicBezTo>
                    <a:pt x="23217" y="132"/>
                    <a:pt x="22583" y="432"/>
                    <a:pt x="22650" y="499"/>
                  </a:cubicBezTo>
                  <a:cubicBezTo>
                    <a:pt x="22683" y="532"/>
                    <a:pt x="22617" y="599"/>
                    <a:pt x="22483" y="666"/>
                  </a:cubicBezTo>
                  <a:cubicBezTo>
                    <a:pt x="22316" y="699"/>
                    <a:pt x="22283" y="766"/>
                    <a:pt x="22350" y="899"/>
                  </a:cubicBezTo>
                  <a:cubicBezTo>
                    <a:pt x="22380" y="1034"/>
                    <a:pt x="22356" y="1102"/>
                    <a:pt x="22296" y="1102"/>
                  </a:cubicBezTo>
                  <a:cubicBezTo>
                    <a:pt x="22223" y="1102"/>
                    <a:pt x="22096" y="1001"/>
                    <a:pt x="21949" y="799"/>
                  </a:cubicBezTo>
                  <a:cubicBezTo>
                    <a:pt x="21715" y="494"/>
                    <a:pt x="21579" y="371"/>
                    <a:pt x="21311" y="371"/>
                  </a:cubicBezTo>
                  <a:cubicBezTo>
                    <a:pt x="21197" y="371"/>
                    <a:pt x="21060" y="393"/>
                    <a:pt x="20882" y="432"/>
                  </a:cubicBezTo>
                  <a:cubicBezTo>
                    <a:pt x="20807" y="441"/>
                    <a:pt x="20728" y="445"/>
                    <a:pt x="20644" y="445"/>
                  </a:cubicBezTo>
                  <a:cubicBezTo>
                    <a:pt x="20394" y="445"/>
                    <a:pt x="20107" y="407"/>
                    <a:pt x="19781" y="332"/>
                  </a:cubicBezTo>
                  <a:cubicBezTo>
                    <a:pt x="19545" y="285"/>
                    <a:pt x="19293" y="238"/>
                    <a:pt x="19142" y="238"/>
                  </a:cubicBezTo>
                  <a:cubicBezTo>
                    <a:pt x="19079" y="238"/>
                    <a:pt x="19034" y="246"/>
                    <a:pt x="19014" y="265"/>
                  </a:cubicBezTo>
                  <a:cubicBezTo>
                    <a:pt x="18967" y="289"/>
                    <a:pt x="18886" y="313"/>
                    <a:pt x="18820" y="313"/>
                  </a:cubicBezTo>
                  <a:cubicBezTo>
                    <a:pt x="18792" y="313"/>
                    <a:pt x="18767" y="309"/>
                    <a:pt x="18747" y="299"/>
                  </a:cubicBezTo>
                  <a:cubicBezTo>
                    <a:pt x="18740" y="297"/>
                    <a:pt x="18731" y="297"/>
                    <a:pt x="18721" y="297"/>
                  </a:cubicBezTo>
                  <a:cubicBezTo>
                    <a:pt x="18493" y="297"/>
                    <a:pt x="17539" y="640"/>
                    <a:pt x="17380" y="799"/>
                  </a:cubicBezTo>
                  <a:cubicBezTo>
                    <a:pt x="17315" y="864"/>
                    <a:pt x="17250" y="901"/>
                    <a:pt x="17168" y="901"/>
                  </a:cubicBezTo>
                  <a:cubicBezTo>
                    <a:pt x="17122" y="901"/>
                    <a:pt x="17072" y="890"/>
                    <a:pt x="17013" y="866"/>
                  </a:cubicBezTo>
                  <a:cubicBezTo>
                    <a:pt x="16977" y="857"/>
                    <a:pt x="16936" y="853"/>
                    <a:pt x="16893" y="853"/>
                  </a:cubicBezTo>
                  <a:cubicBezTo>
                    <a:pt x="16774" y="853"/>
                    <a:pt x="16634" y="884"/>
                    <a:pt x="16512" y="933"/>
                  </a:cubicBezTo>
                  <a:cubicBezTo>
                    <a:pt x="16394" y="956"/>
                    <a:pt x="16276" y="980"/>
                    <a:pt x="16194" y="980"/>
                  </a:cubicBezTo>
                  <a:cubicBezTo>
                    <a:pt x="16160" y="980"/>
                    <a:pt x="16132" y="976"/>
                    <a:pt x="16112" y="966"/>
                  </a:cubicBezTo>
                  <a:cubicBezTo>
                    <a:pt x="16012" y="966"/>
                    <a:pt x="15912" y="999"/>
                    <a:pt x="15812" y="1066"/>
                  </a:cubicBezTo>
                  <a:cubicBezTo>
                    <a:pt x="15745" y="1133"/>
                    <a:pt x="15578" y="1199"/>
                    <a:pt x="15411" y="1199"/>
                  </a:cubicBezTo>
                  <a:cubicBezTo>
                    <a:pt x="15145" y="1233"/>
                    <a:pt x="15011" y="1333"/>
                    <a:pt x="14911" y="1566"/>
                  </a:cubicBezTo>
                  <a:cubicBezTo>
                    <a:pt x="14844" y="1666"/>
                    <a:pt x="14377" y="1900"/>
                    <a:pt x="14111" y="1900"/>
                  </a:cubicBezTo>
                  <a:cubicBezTo>
                    <a:pt x="13977" y="1933"/>
                    <a:pt x="13944" y="1967"/>
                    <a:pt x="13944" y="2033"/>
                  </a:cubicBezTo>
                  <a:cubicBezTo>
                    <a:pt x="13944" y="2100"/>
                    <a:pt x="13877" y="2133"/>
                    <a:pt x="13810" y="2167"/>
                  </a:cubicBezTo>
                  <a:cubicBezTo>
                    <a:pt x="13610" y="2200"/>
                    <a:pt x="13610" y="2534"/>
                    <a:pt x="13777" y="2901"/>
                  </a:cubicBezTo>
                  <a:cubicBezTo>
                    <a:pt x="13844" y="3101"/>
                    <a:pt x="14144" y="3635"/>
                    <a:pt x="14444" y="4102"/>
                  </a:cubicBezTo>
                  <a:cubicBezTo>
                    <a:pt x="14811" y="4702"/>
                    <a:pt x="14944" y="5036"/>
                    <a:pt x="14978" y="5236"/>
                  </a:cubicBezTo>
                  <a:cubicBezTo>
                    <a:pt x="14978" y="5402"/>
                    <a:pt x="15045" y="5603"/>
                    <a:pt x="15111" y="5669"/>
                  </a:cubicBezTo>
                  <a:cubicBezTo>
                    <a:pt x="15145" y="5736"/>
                    <a:pt x="15411" y="6203"/>
                    <a:pt x="15645" y="6670"/>
                  </a:cubicBezTo>
                  <a:cubicBezTo>
                    <a:pt x="15942" y="7263"/>
                    <a:pt x="16145" y="7560"/>
                    <a:pt x="16233" y="7560"/>
                  </a:cubicBezTo>
                  <a:cubicBezTo>
                    <a:pt x="16273" y="7560"/>
                    <a:pt x="16289" y="7497"/>
                    <a:pt x="16279" y="7371"/>
                  </a:cubicBezTo>
                  <a:cubicBezTo>
                    <a:pt x="16279" y="7308"/>
                    <a:pt x="16286" y="7274"/>
                    <a:pt x="16305" y="7274"/>
                  </a:cubicBezTo>
                  <a:cubicBezTo>
                    <a:pt x="16325" y="7274"/>
                    <a:pt x="16359" y="7316"/>
                    <a:pt x="16412" y="7404"/>
                  </a:cubicBezTo>
                  <a:cubicBezTo>
                    <a:pt x="16512" y="7571"/>
                    <a:pt x="16512" y="7637"/>
                    <a:pt x="16412" y="7637"/>
                  </a:cubicBezTo>
                  <a:cubicBezTo>
                    <a:pt x="16279" y="7671"/>
                    <a:pt x="16279" y="7737"/>
                    <a:pt x="16479" y="8071"/>
                  </a:cubicBezTo>
                  <a:cubicBezTo>
                    <a:pt x="16546" y="8138"/>
                    <a:pt x="16646" y="8405"/>
                    <a:pt x="16779" y="8671"/>
                  </a:cubicBezTo>
                  <a:cubicBezTo>
                    <a:pt x="16879" y="8938"/>
                    <a:pt x="16979" y="9239"/>
                    <a:pt x="17046" y="9339"/>
                  </a:cubicBezTo>
                  <a:cubicBezTo>
                    <a:pt x="17113" y="9539"/>
                    <a:pt x="17113" y="9639"/>
                    <a:pt x="16979" y="9639"/>
                  </a:cubicBezTo>
                  <a:cubicBezTo>
                    <a:pt x="16913" y="9639"/>
                    <a:pt x="16846" y="9572"/>
                    <a:pt x="16846" y="9505"/>
                  </a:cubicBezTo>
                  <a:cubicBezTo>
                    <a:pt x="16879" y="9472"/>
                    <a:pt x="16746" y="9239"/>
                    <a:pt x="16612" y="9005"/>
                  </a:cubicBezTo>
                  <a:cubicBezTo>
                    <a:pt x="16145" y="8271"/>
                    <a:pt x="16045" y="8104"/>
                    <a:pt x="16045" y="7838"/>
                  </a:cubicBezTo>
                  <a:cubicBezTo>
                    <a:pt x="16045" y="7671"/>
                    <a:pt x="15979" y="7537"/>
                    <a:pt x="15778" y="7337"/>
                  </a:cubicBezTo>
                  <a:cubicBezTo>
                    <a:pt x="15612" y="7170"/>
                    <a:pt x="15545" y="7037"/>
                    <a:pt x="15578" y="6937"/>
                  </a:cubicBezTo>
                  <a:cubicBezTo>
                    <a:pt x="15578" y="6870"/>
                    <a:pt x="15545" y="6803"/>
                    <a:pt x="15478" y="6770"/>
                  </a:cubicBezTo>
                  <a:cubicBezTo>
                    <a:pt x="15345" y="6703"/>
                    <a:pt x="15145" y="6403"/>
                    <a:pt x="14311" y="5069"/>
                  </a:cubicBezTo>
                  <a:cubicBezTo>
                    <a:pt x="14010" y="4602"/>
                    <a:pt x="13710" y="4202"/>
                    <a:pt x="13677" y="4168"/>
                  </a:cubicBezTo>
                  <a:cubicBezTo>
                    <a:pt x="13610" y="4168"/>
                    <a:pt x="13577" y="4001"/>
                    <a:pt x="13577" y="3868"/>
                  </a:cubicBezTo>
                  <a:cubicBezTo>
                    <a:pt x="13577" y="3701"/>
                    <a:pt x="13443" y="3368"/>
                    <a:pt x="13343" y="3134"/>
                  </a:cubicBezTo>
                  <a:lnTo>
                    <a:pt x="13110" y="2667"/>
                  </a:lnTo>
                  <a:lnTo>
                    <a:pt x="12676" y="2667"/>
                  </a:lnTo>
                  <a:cubicBezTo>
                    <a:pt x="12644" y="2666"/>
                    <a:pt x="12611" y="2665"/>
                    <a:pt x="12578" y="2665"/>
                  </a:cubicBezTo>
                  <a:cubicBezTo>
                    <a:pt x="11701" y="2665"/>
                    <a:pt x="10727" y="3087"/>
                    <a:pt x="10341" y="3601"/>
                  </a:cubicBezTo>
                  <a:cubicBezTo>
                    <a:pt x="9941" y="4102"/>
                    <a:pt x="8907" y="5202"/>
                    <a:pt x="8707" y="5369"/>
                  </a:cubicBezTo>
                  <a:cubicBezTo>
                    <a:pt x="8006" y="5869"/>
                    <a:pt x="7506" y="6336"/>
                    <a:pt x="7439" y="6537"/>
                  </a:cubicBezTo>
                  <a:cubicBezTo>
                    <a:pt x="7372" y="6703"/>
                    <a:pt x="7206" y="6837"/>
                    <a:pt x="6939" y="7004"/>
                  </a:cubicBezTo>
                  <a:cubicBezTo>
                    <a:pt x="6624" y="7224"/>
                    <a:pt x="6458" y="7473"/>
                    <a:pt x="6636" y="7473"/>
                  </a:cubicBezTo>
                  <a:cubicBezTo>
                    <a:pt x="6646" y="7473"/>
                    <a:pt x="6659" y="7473"/>
                    <a:pt x="6672" y="7471"/>
                  </a:cubicBezTo>
                  <a:cubicBezTo>
                    <a:pt x="6691" y="7461"/>
                    <a:pt x="6711" y="7457"/>
                    <a:pt x="6730" y="7457"/>
                  </a:cubicBezTo>
                  <a:cubicBezTo>
                    <a:pt x="6775" y="7457"/>
                    <a:pt x="6815" y="7480"/>
                    <a:pt x="6839" y="7504"/>
                  </a:cubicBezTo>
                  <a:cubicBezTo>
                    <a:pt x="6872" y="7571"/>
                    <a:pt x="6839" y="7571"/>
                    <a:pt x="6739" y="7571"/>
                  </a:cubicBezTo>
                  <a:cubicBezTo>
                    <a:pt x="6709" y="7561"/>
                    <a:pt x="6680" y="7556"/>
                    <a:pt x="6651" y="7556"/>
                  </a:cubicBezTo>
                  <a:cubicBezTo>
                    <a:pt x="6480" y="7556"/>
                    <a:pt x="6309" y="7719"/>
                    <a:pt x="6138" y="8004"/>
                  </a:cubicBezTo>
                  <a:cubicBezTo>
                    <a:pt x="6005" y="8204"/>
                    <a:pt x="6005" y="8338"/>
                    <a:pt x="6071" y="8405"/>
                  </a:cubicBezTo>
                  <a:cubicBezTo>
                    <a:pt x="6138" y="8471"/>
                    <a:pt x="6138" y="8538"/>
                    <a:pt x="6038" y="8605"/>
                  </a:cubicBezTo>
                  <a:cubicBezTo>
                    <a:pt x="5705" y="8872"/>
                    <a:pt x="4804" y="9706"/>
                    <a:pt x="4670" y="9906"/>
                  </a:cubicBezTo>
                  <a:cubicBezTo>
                    <a:pt x="4527" y="10097"/>
                    <a:pt x="4504" y="10254"/>
                    <a:pt x="4575" y="10254"/>
                  </a:cubicBezTo>
                  <a:cubicBezTo>
                    <a:pt x="4604" y="10254"/>
                    <a:pt x="4647" y="10229"/>
                    <a:pt x="4704" y="10173"/>
                  </a:cubicBezTo>
                  <a:cubicBezTo>
                    <a:pt x="4753" y="10111"/>
                    <a:pt x="4793" y="10082"/>
                    <a:pt x="4820" y="10082"/>
                  </a:cubicBezTo>
                  <a:cubicBezTo>
                    <a:pt x="4868" y="10082"/>
                    <a:pt x="4880" y="10170"/>
                    <a:pt x="4837" y="10339"/>
                  </a:cubicBezTo>
                  <a:cubicBezTo>
                    <a:pt x="4810" y="10450"/>
                    <a:pt x="4828" y="10515"/>
                    <a:pt x="4854" y="10515"/>
                  </a:cubicBezTo>
                  <a:cubicBezTo>
                    <a:pt x="4859" y="10515"/>
                    <a:pt x="4865" y="10512"/>
                    <a:pt x="4871" y="10506"/>
                  </a:cubicBezTo>
                  <a:cubicBezTo>
                    <a:pt x="4888" y="10497"/>
                    <a:pt x="4906" y="10493"/>
                    <a:pt x="4924" y="10493"/>
                  </a:cubicBezTo>
                  <a:cubicBezTo>
                    <a:pt x="4971" y="10493"/>
                    <a:pt x="5013" y="10524"/>
                    <a:pt x="5037" y="10573"/>
                  </a:cubicBezTo>
                  <a:cubicBezTo>
                    <a:pt x="5082" y="10662"/>
                    <a:pt x="5037" y="10736"/>
                    <a:pt x="4983" y="10736"/>
                  </a:cubicBezTo>
                  <a:cubicBezTo>
                    <a:pt x="4956" y="10736"/>
                    <a:pt x="4926" y="10717"/>
                    <a:pt x="4904" y="10673"/>
                  </a:cubicBezTo>
                  <a:cubicBezTo>
                    <a:pt x="4895" y="10654"/>
                    <a:pt x="4885" y="10646"/>
                    <a:pt x="4877" y="10646"/>
                  </a:cubicBezTo>
                  <a:cubicBezTo>
                    <a:pt x="4855" y="10646"/>
                    <a:pt x="4837" y="10701"/>
                    <a:pt x="4837" y="10773"/>
                  </a:cubicBezTo>
                  <a:cubicBezTo>
                    <a:pt x="4837" y="10906"/>
                    <a:pt x="4871" y="10940"/>
                    <a:pt x="4937" y="10940"/>
                  </a:cubicBezTo>
                  <a:cubicBezTo>
                    <a:pt x="4948" y="10934"/>
                    <a:pt x="4959" y="10931"/>
                    <a:pt x="4968" y="10931"/>
                  </a:cubicBezTo>
                  <a:cubicBezTo>
                    <a:pt x="5015" y="10931"/>
                    <a:pt x="5043" y="11001"/>
                    <a:pt x="5071" y="11140"/>
                  </a:cubicBezTo>
                  <a:cubicBezTo>
                    <a:pt x="5104" y="11273"/>
                    <a:pt x="5137" y="11373"/>
                    <a:pt x="5204" y="11407"/>
                  </a:cubicBezTo>
                  <a:cubicBezTo>
                    <a:pt x="5271" y="11440"/>
                    <a:pt x="5238" y="11440"/>
                    <a:pt x="5171" y="11440"/>
                  </a:cubicBezTo>
                  <a:cubicBezTo>
                    <a:pt x="5104" y="11440"/>
                    <a:pt x="5104" y="11507"/>
                    <a:pt x="5137" y="11574"/>
                  </a:cubicBezTo>
                  <a:cubicBezTo>
                    <a:pt x="5154" y="11607"/>
                    <a:pt x="5188" y="11624"/>
                    <a:pt x="5229" y="11624"/>
                  </a:cubicBezTo>
                  <a:cubicBezTo>
                    <a:pt x="5271" y="11624"/>
                    <a:pt x="5321" y="11607"/>
                    <a:pt x="5371" y="11574"/>
                  </a:cubicBezTo>
                  <a:cubicBezTo>
                    <a:pt x="5434" y="11542"/>
                    <a:pt x="5483" y="11524"/>
                    <a:pt x="5523" y="11524"/>
                  </a:cubicBezTo>
                  <a:cubicBezTo>
                    <a:pt x="5610" y="11524"/>
                    <a:pt x="5648" y="11611"/>
                    <a:pt x="5671" y="11840"/>
                  </a:cubicBezTo>
                  <a:cubicBezTo>
                    <a:pt x="5694" y="11954"/>
                    <a:pt x="5717" y="12006"/>
                    <a:pt x="5740" y="12006"/>
                  </a:cubicBezTo>
                  <a:cubicBezTo>
                    <a:pt x="5750" y="12006"/>
                    <a:pt x="5761" y="11995"/>
                    <a:pt x="5771" y="11974"/>
                  </a:cubicBezTo>
                  <a:cubicBezTo>
                    <a:pt x="5782" y="11952"/>
                    <a:pt x="5794" y="11940"/>
                    <a:pt x="5803" y="11940"/>
                  </a:cubicBezTo>
                  <a:cubicBezTo>
                    <a:pt x="5823" y="11940"/>
                    <a:pt x="5838" y="11985"/>
                    <a:pt x="5838" y="12074"/>
                  </a:cubicBezTo>
                  <a:cubicBezTo>
                    <a:pt x="5838" y="12174"/>
                    <a:pt x="5871" y="12241"/>
                    <a:pt x="5905" y="12241"/>
                  </a:cubicBezTo>
                  <a:cubicBezTo>
                    <a:pt x="5915" y="12236"/>
                    <a:pt x="5925" y="12233"/>
                    <a:pt x="5937" y="12233"/>
                  </a:cubicBezTo>
                  <a:cubicBezTo>
                    <a:pt x="6077" y="12233"/>
                    <a:pt x="6305" y="12594"/>
                    <a:pt x="6305" y="12841"/>
                  </a:cubicBezTo>
                  <a:cubicBezTo>
                    <a:pt x="6326" y="13026"/>
                    <a:pt x="6346" y="13122"/>
                    <a:pt x="6374" y="13122"/>
                  </a:cubicBezTo>
                  <a:cubicBezTo>
                    <a:pt x="6392" y="13122"/>
                    <a:pt x="6413" y="13085"/>
                    <a:pt x="6438" y="13008"/>
                  </a:cubicBezTo>
                  <a:cubicBezTo>
                    <a:pt x="6452" y="12941"/>
                    <a:pt x="6487" y="12911"/>
                    <a:pt x="6522" y="12911"/>
                  </a:cubicBezTo>
                  <a:cubicBezTo>
                    <a:pt x="6574" y="12911"/>
                    <a:pt x="6625" y="12975"/>
                    <a:pt x="6605" y="13075"/>
                  </a:cubicBezTo>
                  <a:cubicBezTo>
                    <a:pt x="6605" y="13175"/>
                    <a:pt x="6672" y="13241"/>
                    <a:pt x="6705" y="13275"/>
                  </a:cubicBezTo>
                  <a:cubicBezTo>
                    <a:pt x="6772" y="13341"/>
                    <a:pt x="6772" y="13375"/>
                    <a:pt x="6739" y="13408"/>
                  </a:cubicBezTo>
                  <a:cubicBezTo>
                    <a:pt x="6721" y="13417"/>
                    <a:pt x="6705" y="13421"/>
                    <a:pt x="6692" y="13421"/>
                  </a:cubicBezTo>
                  <a:cubicBezTo>
                    <a:pt x="6654" y="13421"/>
                    <a:pt x="6630" y="13390"/>
                    <a:pt x="6605" y="13341"/>
                  </a:cubicBezTo>
                  <a:cubicBezTo>
                    <a:pt x="6582" y="13318"/>
                    <a:pt x="6525" y="13294"/>
                    <a:pt x="6470" y="13294"/>
                  </a:cubicBezTo>
                  <a:cubicBezTo>
                    <a:pt x="6447" y="13294"/>
                    <a:pt x="6425" y="13298"/>
                    <a:pt x="6405" y="13308"/>
                  </a:cubicBezTo>
                  <a:cubicBezTo>
                    <a:pt x="6381" y="13332"/>
                    <a:pt x="6358" y="13343"/>
                    <a:pt x="6337" y="13343"/>
                  </a:cubicBezTo>
                  <a:cubicBezTo>
                    <a:pt x="6299" y="13343"/>
                    <a:pt x="6272" y="13306"/>
                    <a:pt x="6272" y="13241"/>
                  </a:cubicBezTo>
                  <a:cubicBezTo>
                    <a:pt x="6272" y="13141"/>
                    <a:pt x="6172" y="13075"/>
                    <a:pt x="6038" y="13041"/>
                  </a:cubicBezTo>
                  <a:cubicBezTo>
                    <a:pt x="5938" y="13008"/>
                    <a:pt x="5838" y="12941"/>
                    <a:pt x="5871" y="12874"/>
                  </a:cubicBezTo>
                  <a:cubicBezTo>
                    <a:pt x="5871" y="12808"/>
                    <a:pt x="5805" y="12741"/>
                    <a:pt x="5705" y="12674"/>
                  </a:cubicBezTo>
                  <a:cubicBezTo>
                    <a:pt x="5538" y="12574"/>
                    <a:pt x="5304" y="12374"/>
                    <a:pt x="5338" y="12341"/>
                  </a:cubicBezTo>
                  <a:cubicBezTo>
                    <a:pt x="5338" y="12341"/>
                    <a:pt x="5238" y="12307"/>
                    <a:pt x="5104" y="12241"/>
                  </a:cubicBezTo>
                  <a:cubicBezTo>
                    <a:pt x="4937" y="12174"/>
                    <a:pt x="4804" y="11974"/>
                    <a:pt x="4570" y="11574"/>
                  </a:cubicBezTo>
                  <a:cubicBezTo>
                    <a:pt x="4337" y="11207"/>
                    <a:pt x="4170" y="11006"/>
                    <a:pt x="4037" y="10973"/>
                  </a:cubicBezTo>
                  <a:cubicBezTo>
                    <a:pt x="3937" y="10940"/>
                    <a:pt x="3803" y="10806"/>
                    <a:pt x="3736" y="10706"/>
                  </a:cubicBezTo>
                  <a:cubicBezTo>
                    <a:pt x="3712" y="10657"/>
                    <a:pt x="3670" y="10626"/>
                    <a:pt x="3636" y="10626"/>
                  </a:cubicBezTo>
                  <a:cubicBezTo>
                    <a:pt x="3623" y="10626"/>
                    <a:pt x="3612" y="10631"/>
                    <a:pt x="3603" y="10640"/>
                  </a:cubicBezTo>
                  <a:cubicBezTo>
                    <a:pt x="3579" y="10663"/>
                    <a:pt x="3556" y="10687"/>
                    <a:pt x="3520" y="10687"/>
                  </a:cubicBezTo>
                  <a:cubicBezTo>
                    <a:pt x="3506" y="10687"/>
                    <a:pt x="3489" y="10683"/>
                    <a:pt x="3470" y="10673"/>
                  </a:cubicBezTo>
                  <a:cubicBezTo>
                    <a:pt x="3460" y="10663"/>
                    <a:pt x="3447" y="10659"/>
                    <a:pt x="3433" y="10659"/>
                  </a:cubicBezTo>
                  <a:cubicBezTo>
                    <a:pt x="3400" y="10659"/>
                    <a:pt x="3360" y="10683"/>
                    <a:pt x="3336" y="10706"/>
                  </a:cubicBezTo>
                  <a:cubicBezTo>
                    <a:pt x="3336" y="10740"/>
                    <a:pt x="3169" y="10773"/>
                    <a:pt x="2969" y="10773"/>
                  </a:cubicBezTo>
                  <a:cubicBezTo>
                    <a:pt x="2235" y="10773"/>
                    <a:pt x="1668" y="11373"/>
                    <a:pt x="1868" y="11940"/>
                  </a:cubicBezTo>
                  <a:cubicBezTo>
                    <a:pt x="1935" y="12107"/>
                    <a:pt x="2069" y="12274"/>
                    <a:pt x="2135" y="12307"/>
                  </a:cubicBezTo>
                  <a:cubicBezTo>
                    <a:pt x="2201" y="12347"/>
                    <a:pt x="2241" y="12366"/>
                    <a:pt x="2259" y="12366"/>
                  </a:cubicBezTo>
                  <a:cubicBezTo>
                    <a:pt x="2287" y="12366"/>
                    <a:pt x="2263" y="12322"/>
                    <a:pt x="2202" y="12241"/>
                  </a:cubicBezTo>
                  <a:cubicBezTo>
                    <a:pt x="2135" y="12107"/>
                    <a:pt x="2135" y="12041"/>
                    <a:pt x="2269" y="11974"/>
                  </a:cubicBezTo>
                  <a:cubicBezTo>
                    <a:pt x="2309" y="11951"/>
                    <a:pt x="2348" y="11941"/>
                    <a:pt x="2383" y="11941"/>
                  </a:cubicBezTo>
                  <a:cubicBezTo>
                    <a:pt x="2549" y="11941"/>
                    <a:pt x="2634" y="12170"/>
                    <a:pt x="2469" y="12307"/>
                  </a:cubicBezTo>
                  <a:cubicBezTo>
                    <a:pt x="2402" y="12374"/>
                    <a:pt x="2335" y="12474"/>
                    <a:pt x="2369" y="12508"/>
                  </a:cubicBezTo>
                  <a:cubicBezTo>
                    <a:pt x="2378" y="12517"/>
                    <a:pt x="2389" y="12521"/>
                    <a:pt x="2402" y="12521"/>
                  </a:cubicBezTo>
                  <a:cubicBezTo>
                    <a:pt x="2438" y="12521"/>
                    <a:pt x="2487" y="12490"/>
                    <a:pt x="2536" y="12441"/>
                  </a:cubicBezTo>
                  <a:cubicBezTo>
                    <a:pt x="2579" y="12397"/>
                    <a:pt x="2610" y="12373"/>
                    <a:pt x="2640" y="12373"/>
                  </a:cubicBezTo>
                  <a:cubicBezTo>
                    <a:pt x="2678" y="12373"/>
                    <a:pt x="2713" y="12414"/>
                    <a:pt x="2769" y="12508"/>
                  </a:cubicBezTo>
                  <a:cubicBezTo>
                    <a:pt x="2836" y="12608"/>
                    <a:pt x="3003" y="12741"/>
                    <a:pt x="3136" y="12774"/>
                  </a:cubicBezTo>
                  <a:cubicBezTo>
                    <a:pt x="3269" y="12808"/>
                    <a:pt x="3370" y="12874"/>
                    <a:pt x="3303" y="12908"/>
                  </a:cubicBezTo>
                  <a:cubicBezTo>
                    <a:pt x="3269" y="12941"/>
                    <a:pt x="3269" y="13008"/>
                    <a:pt x="3303" y="13075"/>
                  </a:cubicBezTo>
                  <a:cubicBezTo>
                    <a:pt x="3336" y="13141"/>
                    <a:pt x="3336" y="13208"/>
                    <a:pt x="3303" y="13208"/>
                  </a:cubicBezTo>
                  <a:cubicBezTo>
                    <a:pt x="3269" y="13241"/>
                    <a:pt x="3236" y="13308"/>
                    <a:pt x="3269" y="13375"/>
                  </a:cubicBezTo>
                  <a:cubicBezTo>
                    <a:pt x="3286" y="13425"/>
                    <a:pt x="3269" y="13450"/>
                    <a:pt x="3219" y="13450"/>
                  </a:cubicBezTo>
                  <a:cubicBezTo>
                    <a:pt x="3169" y="13450"/>
                    <a:pt x="3086" y="13425"/>
                    <a:pt x="2969" y="13375"/>
                  </a:cubicBezTo>
                  <a:cubicBezTo>
                    <a:pt x="2816" y="13291"/>
                    <a:pt x="2615" y="13254"/>
                    <a:pt x="2436" y="13254"/>
                  </a:cubicBezTo>
                  <a:cubicBezTo>
                    <a:pt x="2188" y="13254"/>
                    <a:pt x="1983" y="13325"/>
                    <a:pt x="2002" y="13442"/>
                  </a:cubicBezTo>
                  <a:cubicBezTo>
                    <a:pt x="2002" y="13481"/>
                    <a:pt x="1990" y="13497"/>
                    <a:pt x="1968" y="13497"/>
                  </a:cubicBezTo>
                  <a:cubicBezTo>
                    <a:pt x="1951" y="13497"/>
                    <a:pt x="1929" y="13489"/>
                    <a:pt x="1902" y="13475"/>
                  </a:cubicBezTo>
                  <a:cubicBezTo>
                    <a:pt x="1884" y="13466"/>
                    <a:pt x="1864" y="13462"/>
                    <a:pt x="1843" y="13462"/>
                  </a:cubicBezTo>
                  <a:cubicBezTo>
                    <a:pt x="1786" y="13462"/>
                    <a:pt x="1726" y="13493"/>
                    <a:pt x="1702" y="13542"/>
                  </a:cubicBezTo>
                  <a:cubicBezTo>
                    <a:pt x="1602" y="13675"/>
                    <a:pt x="1635" y="13842"/>
                    <a:pt x="1835" y="14242"/>
                  </a:cubicBezTo>
                  <a:cubicBezTo>
                    <a:pt x="1935" y="14509"/>
                    <a:pt x="1902" y="14542"/>
                    <a:pt x="1335" y="14742"/>
                  </a:cubicBezTo>
                  <a:cubicBezTo>
                    <a:pt x="1068" y="14843"/>
                    <a:pt x="1035" y="14843"/>
                    <a:pt x="1168" y="14943"/>
                  </a:cubicBezTo>
                  <a:cubicBezTo>
                    <a:pt x="1231" y="15006"/>
                    <a:pt x="1255" y="15029"/>
                    <a:pt x="1229" y="15029"/>
                  </a:cubicBezTo>
                  <a:cubicBezTo>
                    <a:pt x="1214" y="15029"/>
                    <a:pt x="1183" y="15022"/>
                    <a:pt x="1135" y="15009"/>
                  </a:cubicBezTo>
                  <a:cubicBezTo>
                    <a:pt x="1035" y="15009"/>
                    <a:pt x="901" y="15043"/>
                    <a:pt x="801" y="15109"/>
                  </a:cubicBezTo>
                  <a:cubicBezTo>
                    <a:pt x="668" y="15176"/>
                    <a:pt x="668" y="15243"/>
                    <a:pt x="734" y="15443"/>
                  </a:cubicBezTo>
                  <a:cubicBezTo>
                    <a:pt x="768" y="15576"/>
                    <a:pt x="801" y="15677"/>
                    <a:pt x="768" y="15710"/>
                  </a:cubicBezTo>
                  <a:cubicBezTo>
                    <a:pt x="734" y="15710"/>
                    <a:pt x="801" y="15910"/>
                    <a:pt x="934" y="16110"/>
                  </a:cubicBezTo>
                  <a:cubicBezTo>
                    <a:pt x="1102" y="16445"/>
                    <a:pt x="1153" y="16594"/>
                    <a:pt x="1067" y="16594"/>
                  </a:cubicBezTo>
                  <a:cubicBezTo>
                    <a:pt x="1050" y="16594"/>
                    <a:pt x="1028" y="16588"/>
                    <a:pt x="1001" y="16577"/>
                  </a:cubicBezTo>
                  <a:cubicBezTo>
                    <a:pt x="985" y="16571"/>
                    <a:pt x="967" y="16568"/>
                    <a:pt x="946" y="16568"/>
                  </a:cubicBezTo>
                  <a:cubicBezTo>
                    <a:pt x="754" y="16568"/>
                    <a:pt x="391" y="16833"/>
                    <a:pt x="301" y="17044"/>
                  </a:cubicBezTo>
                  <a:cubicBezTo>
                    <a:pt x="201" y="17278"/>
                    <a:pt x="234" y="17344"/>
                    <a:pt x="534" y="17878"/>
                  </a:cubicBezTo>
                  <a:cubicBezTo>
                    <a:pt x="701" y="18178"/>
                    <a:pt x="868" y="18512"/>
                    <a:pt x="901" y="18579"/>
                  </a:cubicBezTo>
                  <a:cubicBezTo>
                    <a:pt x="934" y="18645"/>
                    <a:pt x="934" y="18712"/>
                    <a:pt x="901" y="18745"/>
                  </a:cubicBezTo>
                  <a:cubicBezTo>
                    <a:pt x="834" y="18779"/>
                    <a:pt x="768" y="18912"/>
                    <a:pt x="768" y="19012"/>
                  </a:cubicBezTo>
                  <a:cubicBezTo>
                    <a:pt x="734" y="19179"/>
                    <a:pt x="668" y="19246"/>
                    <a:pt x="401" y="19346"/>
                  </a:cubicBezTo>
                  <a:cubicBezTo>
                    <a:pt x="34" y="19446"/>
                    <a:pt x="0" y="19513"/>
                    <a:pt x="267" y="19613"/>
                  </a:cubicBezTo>
                  <a:cubicBezTo>
                    <a:pt x="367" y="19679"/>
                    <a:pt x="401" y="19746"/>
                    <a:pt x="334" y="19746"/>
                  </a:cubicBezTo>
                  <a:cubicBezTo>
                    <a:pt x="234" y="19813"/>
                    <a:pt x="367" y="20013"/>
                    <a:pt x="534" y="20013"/>
                  </a:cubicBezTo>
                  <a:cubicBezTo>
                    <a:pt x="801" y="20013"/>
                    <a:pt x="1001" y="20146"/>
                    <a:pt x="1235" y="20513"/>
                  </a:cubicBezTo>
                  <a:cubicBezTo>
                    <a:pt x="1429" y="20781"/>
                    <a:pt x="1535" y="20889"/>
                    <a:pt x="1682" y="20889"/>
                  </a:cubicBezTo>
                  <a:cubicBezTo>
                    <a:pt x="1736" y="20889"/>
                    <a:pt x="1796" y="20874"/>
                    <a:pt x="1868" y="20847"/>
                  </a:cubicBezTo>
                  <a:cubicBezTo>
                    <a:pt x="2084" y="20782"/>
                    <a:pt x="2230" y="20745"/>
                    <a:pt x="2315" y="20745"/>
                  </a:cubicBezTo>
                  <a:cubicBezTo>
                    <a:pt x="2362" y="20745"/>
                    <a:pt x="2390" y="20757"/>
                    <a:pt x="2402" y="20780"/>
                  </a:cubicBezTo>
                  <a:cubicBezTo>
                    <a:pt x="2436" y="20814"/>
                    <a:pt x="2569" y="20880"/>
                    <a:pt x="2702" y="20914"/>
                  </a:cubicBezTo>
                  <a:cubicBezTo>
                    <a:pt x="2836" y="20947"/>
                    <a:pt x="3003" y="21014"/>
                    <a:pt x="3036" y="21080"/>
                  </a:cubicBezTo>
                  <a:cubicBezTo>
                    <a:pt x="3152" y="21242"/>
                    <a:pt x="3332" y="21340"/>
                    <a:pt x="3487" y="21340"/>
                  </a:cubicBezTo>
                  <a:cubicBezTo>
                    <a:pt x="3555" y="21340"/>
                    <a:pt x="3619" y="21321"/>
                    <a:pt x="3670" y="21281"/>
                  </a:cubicBezTo>
                  <a:cubicBezTo>
                    <a:pt x="3725" y="21225"/>
                    <a:pt x="3770" y="21201"/>
                    <a:pt x="3805" y="21201"/>
                  </a:cubicBezTo>
                  <a:cubicBezTo>
                    <a:pt x="3833" y="21201"/>
                    <a:pt x="3855" y="21217"/>
                    <a:pt x="3870" y="21247"/>
                  </a:cubicBezTo>
                  <a:cubicBezTo>
                    <a:pt x="3903" y="21281"/>
                    <a:pt x="3937" y="21314"/>
                    <a:pt x="3970" y="21314"/>
                  </a:cubicBezTo>
                  <a:cubicBezTo>
                    <a:pt x="4003" y="21281"/>
                    <a:pt x="4137" y="21247"/>
                    <a:pt x="4237" y="21180"/>
                  </a:cubicBezTo>
                  <a:cubicBezTo>
                    <a:pt x="4370" y="21147"/>
                    <a:pt x="4470" y="21014"/>
                    <a:pt x="4537" y="20814"/>
                  </a:cubicBezTo>
                  <a:cubicBezTo>
                    <a:pt x="4637" y="20547"/>
                    <a:pt x="4670" y="20547"/>
                    <a:pt x="4937" y="20513"/>
                  </a:cubicBezTo>
                  <a:cubicBezTo>
                    <a:pt x="5071" y="20513"/>
                    <a:pt x="5204" y="20547"/>
                    <a:pt x="5204" y="20613"/>
                  </a:cubicBezTo>
                  <a:cubicBezTo>
                    <a:pt x="5225" y="20655"/>
                    <a:pt x="5245" y="20683"/>
                    <a:pt x="5282" y="20683"/>
                  </a:cubicBezTo>
                  <a:cubicBezTo>
                    <a:pt x="5304" y="20683"/>
                    <a:pt x="5333" y="20672"/>
                    <a:pt x="5371" y="20647"/>
                  </a:cubicBezTo>
                  <a:cubicBezTo>
                    <a:pt x="5404" y="20630"/>
                    <a:pt x="5454" y="20622"/>
                    <a:pt x="5509" y="20622"/>
                  </a:cubicBezTo>
                  <a:cubicBezTo>
                    <a:pt x="5563" y="20622"/>
                    <a:pt x="5621" y="20630"/>
                    <a:pt x="5671" y="20647"/>
                  </a:cubicBezTo>
                  <a:cubicBezTo>
                    <a:pt x="5705" y="20663"/>
                    <a:pt x="5771" y="20672"/>
                    <a:pt x="5850" y="20672"/>
                  </a:cubicBezTo>
                  <a:cubicBezTo>
                    <a:pt x="5930" y="20672"/>
                    <a:pt x="6021" y="20663"/>
                    <a:pt x="6105" y="20647"/>
                  </a:cubicBezTo>
                  <a:cubicBezTo>
                    <a:pt x="6272" y="20647"/>
                    <a:pt x="6438" y="20647"/>
                    <a:pt x="6438" y="20713"/>
                  </a:cubicBezTo>
                  <a:cubicBezTo>
                    <a:pt x="6462" y="20772"/>
                    <a:pt x="6498" y="20798"/>
                    <a:pt x="6537" y="20798"/>
                  </a:cubicBezTo>
                  <a:cubicBezTo>
                    <a:pt x="6610" y="20798"/>
                    <a:pt x="6695" y="20710"/>
                    <a:pt x="6739" y="20580"/>
                  </a:cubicBezTo>
                  <a:cubicBezTo>
                    <a:pt x="6760" y="20453"/>
                    <a:pt x="6781" y="20407"/>
                    <a:pt x="6828" y="20407"/>
                  </a:cubicBezTo>
                  <a:cubicBezTo>
                    <a:pt x="6854" y="20407"/>
                    <a:pt x="6890" y="20422"/>
                    <a:pt x="6939" y="20447"/>
                  </a:cubicBezTo>
                  <a:cubicBezTo>
                    <a:pt x="6966" y="20460"/>
                    <a:pt x="7005" y="20468"/>
                    <a:pt x="7049" y="20468"/>
                  </a:cubicBezTo>
                  <a:cubicBezTo>
                    <a:pt x="7110" y="20468"/>
                    <a:pt x="7180" y="20452"/>
                    <a:pt x="7239" y="20413"/>
                  </a:cubicBezTo>
                  <a:cubicBezTo>
                    <a:pt x="7406" y="20347"/>
                    <a:pt x="7406" y="20280"/>
                    <a:pt x="7306" y="20113"/>
                  </a:cubicBezTo>
                  <a:cubicBezTo>
                    <a:pt x="7206" y="19946"/>
                    <a:pt x="7206" y="19880"/>
                    <a:pt x="7272" y="19813"/>
                  </a:cubicBezTo>
                  <a:cubicBezTo>
                    <a:pt x="7539" y="19679"/>
                    <a:pt x="6905" y="19246"/>
                    <a:pt x="6238" y="19112"/>
                  </a:cubicBezTo>
                  <a:cubicBezTo>
                    <a:pt x="6105" y="19079"/>
                    <a:pt x="5938" y="18979"/>
                    <a:pt x="5838" y="18879"/>
                  </a:cubicBezTo>
                  <a:cubicBezTo>
                    <a:pt x="5771" y="18745"/>
                    <a:pt x="5471" y="18512"/>
                    <a:pt x="5204" y="18345"/>
                  </a:cubicBezTo>
                  <a:cubicBezTo>
                    <a:pt x="4704" y="18045"/>
                    <a:pt x="4304" y="17678"/>
                    <a:pt x="4003" y="17344"/>
                  </a:cubicBezTo>
                  <a:cubicBezTo>
                    <a:pt x="3636" y="16844"/>
                    <a:pt x="3336" y="16410"/>
                    <a:pt x="3370" y="16410"/>
                  </a:cubicBezTo>
                  <a:cubicBezTo>
                    <a:pt x="3385" y="16395"/>
                    <a:pt x="3411" y="16389"/>
                    <a:pt x="3444" y="16389"/>
                  </a:cubicBezTo>
                  <a:cubicBezTo>
                    <a:pt x="3555" y="16389"/>
                    <a:pt x="3729" y="16466"/>
                    <a:pt x="3703" y="16544"/>
                  </a:cubicBezTo>
                  <a:cubicBezTo>
                    <a:pt x="3703" y="16560"/>
                    <a:pt x="3711" y="16569"/>
                    <a:pt x="3728" y="16569"/>
                  </a:cubicBezTo>
                  <a:cubicBezTo>
                    <a:pt x="3745" y="16569"/>
                    <a:pt x="3770" y="16560"/>
                    <a:pt x="3803" y="16544"/>
                  </a:cubicBezTo>
                  <a:cubicBezTo>
                    <a:pt x="3808" y="16541"/>
                    <a:pt x="3814" y="16539"/>
                    <a:pt x="3822" y="16539"/>
                  </a:cubicBezTo>
                  <a:cubicBezTo>
                    <a:pt x="3995" y="16539"/>
                    <a:pt x="4963" y="17200"/>
                    <a:pt x="5504" y="17678"/>
                  </a:cubicBezTo>
                  <a:cubicBezTo>
                    <a:pt x="5638" y="17811"/>
                    <a:pt x="6005" y="18078"/>
                    <a:pt x="6305" y="18212"/>
                  </a:cubicBezTo>
                  <a:cubicBezTo>
                    <a:pt x="6572" y="18378"/>
                    <a:pt x="6839" y="18512"/>
                    <a:pt x="6839" y="18545"/>
                  </a:cubicBezTo>
                  <a:cubicBezTo>
                    <a:pt x="6872" y="18579"/>
                    <a:pt x="7072" y="18745"/>
                    <a:pt x="7306" y="18912"/>
                  </a:cubicBezTo>
                  <a:cubicBezTo>
                    <a:pt x="7539" y="19046"/>
                    <a:pt x="7706" y="19212"/>
                    <a:pt x="7706" y="19246"/>
                  </a:cubicBezTo>
                  <a:cubicBezTo>
                    <a:pt x="7706" y="19335"/>
                    <a:pt x="8079" y="19451"/>
                    <a:pt x="8229" y="19451"/>
                  </a:cubicBezTo>
                  <a:cubicBezTo>
                    <a:pt x="8247" y="19451"/>
                    <a:pt x="8262" y="19449"/>
                    <a:pt x="8273" y="19446"/>
                  </a:cubicBezTo>
                  <a:cubicBezTo>
                    <a:pt x="8281" y="19438"/>
                    <a:pt x="8292" y="19433"/>
                    <a:pt x="8303" y="19433"/>
                  </a:cubicBezTo>
                  <a:cubicBezTo>
                    <a:pt x="8338" y="19433"/>
                    <a:pt x="8381" y="19471"/>
                    <a:pt x="8406" y="19546"/>
                  </a:cubicBezTo>
                  <a:cubicBezTo>
                    <a:pt x="8449" y="19609"/>
                    <a:pt x="8491" y="19633"/>
                    <a:pt x="8516" y="19633"/>
                  </a:cubicBezTo>
                  <a:cubicBezTo>
                    <a:pt x="8531" y="19633"/>
                    <a:pt x="8540" y="19625"/>
                    <a:pt x="8540" y="19613"/>
                  </a:cubicBezTo>
                  <a:cubicBezTo>
                    <a:pt x="8552" y="19589"/>
                    <a:pt x="8568" y="19578"/>
                    <a:pt x="8585" y="19578"/>
                  </a:cubicBezTo>
                  <a:cubicBezTo>
                    <a:pt x="8616" y="19578"/>
                    <a:pt x="8652" y="19615"/>
                    <a:pt x="8673" y="19679"/>
                  </a:cubicBezTo>
                  <a:cubicBezTo>
                    <a:pt x="8714" y="19782"/>
                    <a:pt x="8755" y="19821"/>
                    <a:pt x="8819" y="19821"/>
                  </a:cubicBezTo>
                  <a:cubicBezTo>
                    <a:pt x="8859" y="19821"/>
                    <a:pt x="8909" y="19805"/>
                    <a:pt x="8974" y="19779"/>
                  </a:cubicBezTo>
                  <a:cubicBezTo>
                    <a:pt x="9049" y="19749"/>
                    <a:pt x="9103" y="19733"/>
                    <a:pt x="9141" y="19733"/>
                  </a:cubicBezTo>
                  <a:cubicBezTo>
                    <a:pt x="9187" y="19733"/>
                    <a:pt x="9207" y="19758"/>
                    <a:pt x="9207" y="19813"/>
                  </a:cubicBezTo>
                  <a:cubicBezTo>
                    <a:pt x="9219" y="19871"/>
                    <a:pt x="9243" y="19897"/>
                    <a:pt x="9269" y="19897"/>
                  </a:cubicBezTo>
                  <a:cubicBezTo>
                    <a:pt x="9318" y="19897"/>
                    <a:pt x="9374" y="19809"/>
                    <a:pt x="9374" y="19679"/>
                  </a:cubicBezTo>
                  <a:cubicBezTo>
                    <a:pt x="9374" y="19579"/>
                    <a:pt x="9407" y="19546"/>
                    <a:pt x="9541" y="19546"/>
                  </a:cubicBezTo>
                  <a:cubicBezTo>
                    <a:pt x="9641" y="19546"/>
                    <a:pt x="9674" y="19546"/>
                    <a:pt x="9641" y="19579"/>
                  </a:cubicBezTo>
                  <a:cubicBezTo>
                    <a:pt x="9402" y="19738"/>
                    <a:pt x="9753" y="19876"/>
                    <a:pt x="10224" y="19876"/>
                  </a:cubicBezTo>
                  <a:cubicBezTo>
                    <a:pt x="10347" y="19876"/>
                    <a:pt x="10477" y="19867"/>
                    <a:pt x="10608" y="19846"/>
                  </a:cubicBezTo>
                  <a:cubicBezTo>
                    <a:pt x="11008" y="19779"/>
                    <a:pt x="11175" y="19613"/>
                    <a:pt x="11242" y="19246"/>
                  </a:cubicBezTo>
                  <a:cubicBezTo>
                    <a:pt x="11309" y="18946"/>
                    <a:pt x="11208" y="18745"/>
                    <a:pt x="11008" y="18679"/>
                  </a:cubicBezTo>
                  <a:cubicBezTo>
                    <a:pt x="10942" y="18679"/>
                    <a:pt x="10808" y="18479"/>
                    <a:pt x="10675" y="18278"/>
                  </a:cubicBezTo>
                  <a:cubicBezTo>
                    <a:pt x="10475" y="17911"/>
                    <a:pt x="10408" y="17878"/>
                    <a:pt x="10108" y="17811"/>
                  </a:cubicBezTo>
                  <a:cubicBezTo>
                    <a:pt x="9807" y="17711"/>
                    <a:pt x="9774" y="17711"/>
                    <a:pt x="9507" y="17144"/>
                  </a:cubicBezTo>
                  <a:cubicBezTo>
                    <a:pt x="9274" y="16711"/>
                    <a:pt x="9140" y="16510"/>
                    <a:pt x="9007" y="16410"/>
                  </a:cubicBezTo>
                  <a:cubicBezTo>
                    <a:pt x="8873" y="16344"/>
                    <a:pt x="8807" y="16277"/>
                    <a:pt x="8807" y="16244"/>
                  </a:cubicBezTo>
                  <a:cubicBezTo>
                    <a:pt x="8807" y="16220"/>
                    <a:pt x="8824" y="16209"/>
                    <a:pt x="8851" y="16209"/>
                  </a:cubicBezTo>
                  <a:cubicBezTo>
                    <a:pt x="8901" y="16209"/>
                    <a:pt x="8987" y="16246"/>
                    <a:pt x="9074" y="16310"/>
                  </a:cubicBezTo>
                  <a:cubicBezTo>
                    <a:pt x="9207" y="16377"/>
                    <a:pt x="9407" y="16477"/>
                    <a:pt x="9507" y="16510"/>
                  </a:cubicBezTo>
                  <a:cubicBezTo>
                    <a:pt x="9774" y="16577"/>
                    <a:pt x="10308" y="16977"/>
                    <a:pt x="10441" y="17178"/>
                  </a:cubicBezTo>
                  <a:cubicBezTo>
                    <a:pt x="10541" y="17344"/>
                    <a:pt x="10975" y="17745"/>
                    <a:pt x="11075" y="17778"/>
                  </a:cubicBezTo>
                  <a:cubicBezTo>
                    <a:pt x="11108" y="17778"/>
                    <a:pt x="11208" y="17811"/>
                    <a:pt x="11309" y="17878"/>
                  </a:cubicBezTo>
                  <a:cubicBezTo>
                    <a:pt x="11342" y="17895"/>
                    <a:pt x="11392" y="17903"/>
                    <a:pt x="11442" y="17903"/>
                  </a:cubicBezTo>
                  <a:cubicBezTo>
                    <a:pt x="11492" y="17903"/>
                    <a:pt x="11542" y="17895"/>
                    <a:pt x="11575" y="17878"/>
                  </a:cubicBezTo>
                  <a:cubicBezTo>
                    <a:pt x="11709" y="17778"/>
                    <a:pt x="11876" y="17178"/>
                    <a:pt x="11876" y="16877"/>
                  </a:cubicBezTo>
                  <a:cubicBezTo>
                    <a:pt x="11876" y="16711"/>
                    <a:pt x="11876" y="16711"/>
                    <a:pt x="12176" y="16677"/>
                  </a:cubicBezTo>
                  <a:cubicBezTo>
                    <a:pt x="12343" y="16677"/>
                    <a:pt x="12509" y="16711"/>
                    <a:pt x="12576" y="16744"/>
                  </a:cubicBezTo>
                  <a:cubicBezTo>
                    <a:pt x="12597" y="16765"/>
                    <a:pt x="12615" y="16776"/>
                    <a:pt x="12632" y="16776"/>
                  </a:cubicBezTo>
                  <a:cubicBezTo>
                    <a:pt x="12667" y="16776"/>
                    <a:pt x="12697" y="16724"/>
                    <a:pt x="12743" y="16611"/>
                  </a:cubicBezTo>
                  <a:cubicBezTo>
                    <a:pt x="12771" y="16500"/>
                    <a:pt x="12821" y="16435"/>
                    <a:pt x="12894" y="16435"/>
                  </a:cubicBezTo>
                  <a:cubicBezTo>
                    <a:pt x="12910" y="16435"/>
                    <a:pt x="12926" y="16438"/>
                    <a:pt x="12943" y="16444"/>
                  </a:cubicBezTo>
                  <a:cubicBezTo>
                    <a:pt x="12959" y="16448"/>
                    <a:pt x="12975" y="16450"/>
                    <a:pt x="12989" y="16450"/>
                  </a:cubicBezTo>
                  <a:cubicBezTo>
                    <a:pt x="13093" y="16450"/>
                    <a:pt x="13151" y="16344"/>
                    <a:pt x="13210" y="16110"/>
                  </a:cubicBezTo>
                  <a:cubicBezTo>
                    <a:pt x="13277" y="15910"/>
                    <a:pt x="13443" y="15610"/>
                    <a:pt x="13577" y="15443"/>
                  </a:cubicBezTo>
                  <a:cubicBezTo>
                    <a:pt x="13677" y="15276"/>
                    <a:pt x="13810" y="14976"/>
                    <a:pt x="13844" y="14742"/>
                  </a:cubicBezTo>
                  <a:cubicBezTo>
                    <a:pt x="13877" y="14542"/>
                    <a:pt x="13944" y="14376"/>
                    <a:pt x="13977" y="14376"/>
                  </a:cubicBezTo>
                  <a:cubicBezTo>
                    <a:pt x="14010" y="14376"/>
                    <a:pt x="14144" y="14509"/>
                    <a:pt x="14244" y="14676"/>
                  </a:cubicBezTo>
                  <a:cubicBezTo>
                    <a:pt x="14418" y="14893"/>
                    <a:pt x="14535" y="14997"/>
                    <a:pt x="14633" y="14997"/>
                  </a:cubicBezTo>
                  <a:cubicBezTo>
                    <a:pt x="14685" y="14997"/>
                    <a:pt x="14731" y="14967"/>
                    <a:pt x="14778" y="14909"/>
                  </a:cubicBezTo>
                  <a:cubicBezTo>
                    <a:pt x="14878" y="14776"/>
                    <a:pt x="14878" y="14242"/>
                    <a:pt x="14744" y="14175"/>
                  </a:cubicBezTo>
                  <a:cubicBezTo>
                    <a:pt x="14578" y="14042"/>
                    <a:pt x="14578" y="13708"/>
                    <a:pt x="14778" y="13608"/>
                  </a:cubicBezTo>
                  <a:cubicBezTo>
                    <a:pt x="14824" y="13581"/>
                    <a:pt x="14900" y="13568"/>
                    <a:pt x="14988" y="13568"/>
                  </a:cubicBezTo>
                  <a:cubicBezTo>
                    <a:pt x="15221" y="13568"/>
                    <a:pt x="15539" y="13654"/>
                    <a:pt x="15612" y="13775"/>
                  </a:cubicBezTo>
                  <a:cubicBezTo>
                    <a:pt x="15625" y="13789"/>
                    <a:pt x="15645" y="13797"/>
                    <a:pt x="15666" y="13797"/>
                  </a:cubicBezTo>
                  <a:cubicBezTo>
                    <a:pt x="15695" y="13797"/>
                    <a:pt x="15726" y="13781"/>
                    <a:pt x="15745" y="13742"/>
                  </a:cubicBezTo>
                  <a:cubicBezTo>
                    <a:pt x="15766" y="13710"/>
                    <a:pt x="15791" y="13695"/>
                    <a:pt x="15817" y="13695"/>
                  </a:cubicBezTo>
                  <a:cubicBezTo>
                    <a:pt x="15872" y="13695"/>
                    <a:pt x="15933" y="13762"/>
                    <a:pt x="15979" y="13875"/>
                  </a:cubicBezTo>
                  <a:cubicBezTo>
                    <a:pt x="15982" y="13885"/>
                    <a:pt x="15990" y="13889"/>
                    <a:pt x="16003" y="13889"/>
                  </a:cubicBezTo>
                  <a:cubicBezTo>
                    <a:pt x="16121" y="13889"/>
                    <a:pt x="16619" y="13492"/>
                    <a:pt x="16679" y="13341"/>
                  </a:cubicBezTo>
                  <a:cubicBezTo>
                    <a:pt x="16699" y="13263"/>
                    <a:pt x="16730" y="13231"/>
                    <a:pt x="16779" y="13231"/>
                  </a:cubicBezTo>
                  <a:cubicBezTo>
                    <a:pt x="16813" y="13231"/>
                    <a:pt x="16857" y="13247"/>
                    <a:pt x="16913" y="13275"/>
                  </a:cubicBezTo>
                  <a:cubicBezTo>
                    <a:pt x="17013" y="13308"/>
                    <a:pt x="17113" y="13375"/>
                    <a:pt x="17146" y="13408"/>
                  </a:cubicBezTo>
                  <a:cubicBezTo>
                    <a:pt x="17169" y="13438"/>
                    <a:pt x="17201" y="13451"/>
                    <a:pt x="17239" y="13451"/>
                  </a:cubicBezTo>
                  <a:cubicBezTo>
                    <a:pt x="17368" y="13451"/>
                    <a:pt x="17554" y="13296"/>
                    <a:pt x="17580" y="13141"/>
                  </a:cubicBezTo>
                  <a:cubicBezTo>
                    <a:pt x="17599" y="12986"/>
                    <a:pt x="17675" y="12899"/>
                    <a:pt x="17755" y="12899"/>
                  </a:cubicBezTo>
                  <a:cubicBezTo>
                    <a:pt x="17812" y="12899"/>
                    <a:pt x="17871" y="12944"/>
                    <a:pt x="17913" y="13041"/>
                  </a:cubicBezTo>
                  <a:cubicBezTo>
                    <a:pt x="17942" y="13143"/>
                    <a:pt x="17978" y="13195"/>
                    <a:pt x="18023" y="13195"/>
                  </a:cubicBezTo>
                  <a:cubicBezTo>
                    <a:pt x="18080" y="13195"/>
                    <a:pt x="18153" y="13110"/>
                    <a:pt x="18247" y="12941"/>
                  </a:cubicBezTo>
                  <a:cubicBezTo>
                    <a:pt x="18310" y="12795"/>
                    <a:pt x="18425" y="12700"/>
                    <a:pt x="18511" y="12700"/>
                  </a:cubicBezTo>
                  <a:cubicBezTo>
                    <a:pt x="18561" y="12700"/>
                    <a:pt x="18601" y="12733"/>
                    <a:pt x="18614" y="12808"/>
                  </a:cubicBezTo>
                  <a:cubicBezTo>
                    <a:pt x="18647" y="12841"/>
                    <a:pt x="18714" y="12941"/>
                    <a:pt x="18781" y="13008"/>
                  </a:cubicBezTo>
                  <a:cubicBezTo>
                    <a:pt x="18847" y="13075"/>
                    <a:pt x="18914" y="13175"/>
                    <a:pt x="18914" y="13275"/>
                  </a:cubicBezTo>
                  <a:cubicBezTo>
                    <a:pt x="18903" y="13332"/>
                    <a:pt x="18911" y="13358"/>
                    <a:pt x="18930" y="13358"/>
                  </a:cubicBezTo>
                  <a:cubicBezTo>
                    <a:pt x="18968" y="13358"/>
                    <a:pt x="19048" y="13262"/>
                    <a:pt x="19114" y="13108"/>
                  </a:cubicBezTo>
                  <a:cubicBezTo>
                    <a:pt x="19142" y="13026"/>
                    <a:pt x="19192" y="12966"/>
                    <a:pt x="19227" y="12966"/>
                  </a:cubicBezTo>
                  <a:cubicBezTo>
                    <a:pt x="19235" y="12966"/>
                    <a:pt x="19242" y="12969"/>
                    <a:pt x="19248" y="12975"/>
                  </a:cubicBezTo>
                  <a:cubicBezTo>
                    <a:pt x="19256" y="12984"/>
                    <a:pt x="19268" y="12988"/>
                    <a:pt x="19281" y="12988"/>
                  </a:cubicBezTo>
                  <a:cubicBezTo>
                    <a:pt x="19317" y="12988"/>
                    <a:pt x="19366" y="12957"/>
                    <a:pt x="19414" y="12908"/>
                  </a:cubicBezTo>
                  <a:cubicBezTo>
                    <a:pt x="19581" y="12741"/>
                    <a:pt x="19781" y="11907"/>
                    <a:pt x="19681" y="11774"/>
                  </a:cubicBezTo>
                  <a:cubicBezTo>
                    <a:pt x="19681" y="11707"/>
                    <a:pt x="19681" y="11674"/>
                    <a:pt x="19715" y="11640"/>
                  </a:cubicBezTo>
                  <a:cubicBezTo>
                    <a:pt x="19748" y="11607"/>
                    <a:pt x="19748" y="11540"/>
                    <a:pt x="19748" y="11507"/>
                  </a:cubicBezTo>
                  <a:cubicBezTo>
                    <a:pt x="19648" y="11373"/>
                    <a:pt x="19648" y="10673"/>
                    <a:pt x="19715" y="10473"/>
                  </a:cubicBezTo>
                  <a:cubicBezTo>
                    <a:pt x="19748" y="10339"/>
                    <a:pt x="19748" y="10206"/>
                    <a:pt x="19715" y="10139"/>
                  </a:cubicBezTo>
                  <a:cubicBezTo>
                    <a:pt x="19648" y="10072"/>
                    <a:pt x="19681" y="10006"/>
                    <a:pt x="19715" y="10006"/>
                  </a:cubicBezTo>
                  <a:cubicBezTo>
                    <a:pt x="19781" y="10006"/>
                    <a:pt x="19815" y="10106"/>
                    <a:pt x="19848" y="10273"/>
                  </a:cubicBezTo>
                  <a:cubicBezTo>
                    <a:pt x="19848" y="10606"/>
                    <a:pt x="19848" y="10606"/>
                    <a:pt x="20148" y="10706"/>
                  </a:cubicBezTo>
                  <a:cubicBezTo>
                    <a:pt x="20315" y="10740"/>
                    <a:pt x="20448" y="10873"/>
                    <a:pt x="20548" y="11073"/>
                  </a:cubicBezTo>
                  <a:cubicBezTo>
                    <a:pt x="20715" y="11373"/>
                    <a:pt x="20815" y="11407"/>
                    <a:pt x="21549" y="11607"/>
                  </a:cubicBezTo>
                  <a:cubicBezTo>
                    <a:pt x="22050" y="11707"/>
                    <a:pt x="22416" y="11874"/>
                    <a:pt x="22517" y="12007"/>
                  </a:cubicBezTo>
                  <a:cubicBezTo>
                    <a:pt x="22617" y="12107"/>
                    <a:pt x="22750" y="12174"/>
                    <a:pt x="22783" y="12174"/>
                  </a:cubicBezTo>
                  <a:cubicBezTo>
                    <a:pt x="22950" y="12174"/>
                    <a:pt x="23284" y="11707"/>
                    <a:pt x="23217" y="11607"/>
                  </a:cubicBezTo>
                  <a:cubicBezTo>
                    <a:pt x="23184" y="11574"/>
                    <a:pt x="23184" y="11507"/>
                    <a:pt x="23250" y="11473"/>
                  </a:cubicBezTo>
                  <a:cubicBezTo>
                    <a:pt x="23350" y="11407"/>
                    <a:pt x="23184" y="10840"/>
                    <a:pt x="22950" y="10573"/>
                  </a:cubicBezTo>
                  <a:cubicBezTo>
                    <a:pt x="22850" y="10473"/>
                    <a:pt x="22717" y="10273"/>
                    <a:pt x="22683" y="10206"/>
                  </a:cubicBezTo>
                  <a:cubicBezTo>
                    <a:pt x="22617" y="10139"/>
                    <a:pt x="22483" y="10006"/>
                    <a:pt x="22383" y="9972"/>
                  </a:cubicBezTo>
                  <a:cubicBezTo>
                    <a:pt x="22116" y="9839"/>
                    <a:pt x="21983" y="9605"/>
                    <a:pt x="21916" y="9038"/>
                  </a:cubicBezTo>
                  <a:cubicBezTo>
                    <a:pt x="21849" y="8638"/>
                    <a:pt x="21883" y="8438"/>
                    <a:pt x="22050" y="8204"/>
                  </a:cubicBezTo>
                  <a:cubicBezTo>
                    <a:pt x="22350" y="7737"/>
                    <a:pt x="22283" y="7204"/>
                    <a:pt x="21816" y="6303"/>
                  </a:cubicBezTo>
                  <a:cubicBezTo>
                    <a:pt x="21516" y="5703"/>
                    <a:pt x="21449" y="5569"/>
                    <a:pt x="21549" y="5536"/>
                  </a:cubicBezTo>
                  <a:cubicBezTo>
                    <a:pt x="21616" y="5503"/>
                    <a:pt x="21749" y="5436"/>
                    <a:pt x="21883" y="5402"/>
                  </a:cubicBezTo>
                  <a:cubicBezTo>
                    <a:pt x="21943" y="5357"/>
                    <a:pt x="21996" y="5339"/>
                    <a:pt x="22043" y="5339"/>
                  </a:cubicBezTo>
                  <a:cubicBezTo>
                    <a:pt x="22100" y="5339"/>
                    <a:pt x="22146" y="5366"/>
                    <a:pt x="22183" y="5402"/>
                  </a:cubicBezTo>
                  <a:cubicBezTo>
                    <a:pt x="22233" y="5453"/>
                    <a:pt x="22266" y="5478"/>
                    <a:pt x="22291" y="5478"/>
                  </a:cubicBezTo>
                  <a:cubicBezTo>
                    <a:pt x="22316" y="5478"/>
                    <a:pt x="22333" y="5453"/>
                    <a:pt x="22350" y="5402"/>
                  </a:cubicBezTo>
                  <a:cubicBezTo>
                    <a:pt x="22395" y="5289"/>
                    <a:pt x="22440" y="5222"/>
                    <a:pt x="22486" y="5222"/>
                  </a:cubicBezTo>
                  <a:cubicBezTo>
                    <a:pt x="22507" y="5222"/>
                    <a:pt x="22529" y="5237"/>
                    <a:pt x="22550" y="5269"/>
                  </a:cubicBezTo>
                  <a:cubicBezTo>
                    <a:pt x="22583" y="5302"/>
                    <a:pt x="22517" y="5402"/>
                    <a:pt x="22450" y="5469"/>
                  </a:cubicBezTo>
                  <a:cubicBezTo>
                    <a:pt x="22350" y="5569"/>
                    <a:pt x="22316" y="5636"/>
                    <a:pt x="22350" y="5669"/>
                  </a:cubicBezTo>
                  <a:cubicBezTo>
                    <a:pt x="22383" y="5669"/>
                    <a:pt x="22550" y="6070"/>
                    <a:pt x="22717" y="6503"/>
                  </a:cubicBezTo>
                  <a:cubicBezTo>
                    <a:pt x="22883" y="6937"/>
                    <a:pt x="23084" y="7404"/>
                    <a:pt x="23184" y="7471"/>
                  </a:cubicBezTo>
                  <a:cubicBezTo>
                    <a:pt x="23250" y="7571"/>
                    <a:pt x="23284" y="7637"/>
                    <a:pt x="23217" y="7671"/>
                  </a:cubicBezTo>
                  <a:cubicBezTo>
                    <a:pt x="23184" y="7704"/>
                    <a:pt x="23184" y="7737"/>
                    <a:pt x="23217" y="7771"/>
                  </a:cubicBezTo>
                  <a:cubicBezTo>
                    <a:pt x="23284" y="7804"/>
                    <a:pt x="23284" y="7871"/>
                    <a:pt x="23250" y="7971"/>
                  </a:cubicBezTo>
                  <a:cubicBezTo>
                    <a:pt x="23217" y="8038"/>
                    <a:pt x="23250" y="8204"/>
                    <a:pt x="23284" y="8305"/>
                  </a:cubicBezTo>
                  <a:cubicBezTo>
                    <a:pt x="23384" y="8405"/>
                    <a:pt x="23350" y="8471"/>
                    <a:pt x="23284" y="8538"/>
                  </a:cubicBezTo>
                  <a:cubicBezTo>
                    <a:pt x="23084" y="8605"/>
                    <a:pt x="22917" y="8905"/>
                    <a:pt x="22950" y="9072"/>
                  </a:cubicBezTo>
                  <a:cubicBezTo>
                    <a:pt x="22950" y="9111"/>
                    <a:pt x="22973" y="9127"/>
                    <a:pt x="23005" y="9127"/>
                  </a:cubicBezTo>
                  <a:cubicBezTo>
                    <a:pt x="23028" y="9127"/>
                    <a:pt x="23056" y="9119"/>
                    <a:pt x="23084" y="9105"/>
                  </a:cubicBezTo>
                  <a:cubicBezTo>
                    <a:pt x="23117" y="9072"/>
                    <a:pt x="23150" y="8972"/>
                    <a:pt x="23117" y="8905"/>
                  </a:cubicBezTo>
                  <a:cubicBezTo>
                    <a:pt x="23099" y="8797"/>
                    <a:pt x="23149" y="8737"/>
                    <a:pt x="23220" y="8737"/>
                  </a:cubicBezTo>
                  <a:cubicBezTo>
                    <a:pt x="23281" y="8737"/>
                    <a:pt x="23356" y="8780"/>
                    <a:pt x="23417" y="8872"/>
                  </a:cubicBezTo>
                  <a:cubicBezTo>
                    <a:pt x="23517" y="9038"/>
                    <a:pt x="23517" y="9072"/>
                    <a:pt x="23284" y="9272"/>
                  </a:cubicBezTo>
                  <a:cubicBezTo>
                    <a:pt x="22950" y="9539"/>
                    <a:pt x="22850" y="9972"/>
                    <a:pt x="23084" y="10106"/>
                  </a:cubicBezTo>
                  <a:cubicBezTo>
                    <a:pt x="23217" y="10173"/>
                    <a:pt x="23250" y="10273"/>
                    <a:pt x="23250" y="10439"/>
                  </a:cubicBezTo>
                  <a:cubicBezTo>
                    <a:pt x="23272" y="10656"/>
                    <a:pt x="23280" y="10746"/>
                    <a:pt x="23310" y="10746"/>
                  </a:cubicBezTo>
                  <a:cubicBezTo>
                    <a:pt x="23326" y="10746"/>
                    <a:pt x="23349" y="10720"/>
                    <a:pt x="23384" y="10673"/>
                  </a:cubicBezTo>
                  <a:cubicBezTo>
                    <a:pt x="23396" y="10661"/>
                    <a:pt x="23426" y="10653"/>
                    <a:pt x="23466" y="10653"/>
                  </a:cubicBezTo>
                  <a:cubicBezTo>
                    <a:pt x="23535" y="10653"/>
                    <a:pt x="23633" y="10676"/>
                    <a:pt x="23717" y="10740"/>
                  </a:cubicBezTo>
                  <a:cubicBezTo>
                    <a:pt x="23851" y="10806"/>
                    <a:pt x="23918" y="10873"/>
                    <a:pt x="23884" y="10940"/>
                  </a:cubicBezTo>
                  <a:cubicBezTo>
                    <a:pt x="23851" y="10973"/>
                    <a:pt x="23851" y="11040"/>
                    <a:pt x="23951" y="11073"/>
                  </a:cubicBezTo>
                  <a:cubicBezTo>
                    <a:pt x="24018" y="11107"/>
                    <a:pt x="24084" y="11140"/>
                    <a:pt x="24084" y="11173"/>
                  </a:cubicBezTo>
                  <a:cubicBezTo>
                    <a:pt x="24118" y="11173"/>
                    <a:pt x="24251" y="11273"/>
                    <a:pt x="24385" y="11373"/>
                  </a:cubicBezTo>
                  <a:cubicBezTo>
                    <a:pt x="24485" y="11423"/>
                    <a:pt x="24551" y="11448"/>
                    <a:pt x="24606" y="11448"/>
                  </a:cubicBezTo>
                  <a:cubicBezTo>
                    <a:pt x="24660" y="11448"/>
                    <a:pt x="24701" y="11423"/>
                    <a:pt x="24751" y="11373"/>
                  </a:cubicBezTo>
                  <a:cubicBezTo>
                    <a:pt x="25018" y="11140"/>
                    <a:pt x="25185" y="10206"/>
                    <a:pt x="25118" y="9572"/>
                  </a:cubicBezTo>
                  <a:cubicBezTo>
                    <a:pt x="25085" y="9272"/>
                    <a:pt x="25018" y="8805"/>
                    <a:pt x="25018" y="8571"/>
                  </a:cubicBezTo>
                  <a:cubicBezTo>
                    <a:pt x="24985" y="8338"/>
                    <a:pt x="24952" y="8104"/>
                    <a:pt x="24918" y="8038"/>
                  </a:cubicBezTo>
                  <a:cubicBezTo>
                    <a:pt x="24852" y="7971"/>
                    <a:pt x="25018" y="7571"/>
                    <a:pt x="25152" y="7504"/>
                  </a:cubicBezTo>
                  <a:cubicBezTo>
                    <a:pt x="25167" y="7495"/>
                    <a:pt x="25181" y="7491"/>
                    <a:pt x="25195" y="7491"/>
                  </a:cubicBezTo>
                  <a:cubicBezTo>
                    <a:pt x="25341" y="7491"/>
                    <a:pt x="25446" y="7931"/>
                    <a:pt x="25385" y="8204"/>
                  </a:cubicBezTo>
                  <a:cubicBezTo>
                    <a:pt x="25285" y="8505"/>
                    <a:pt x="25319" y="9239"/>
                    <a:pt x="25452" y="9439"/>
                  </a:cubicBezTo>
                  <a:cubicBezTo>
                    <a:pt x="25519" y="9539"/>
                    <a:pt x="25519" y="9639"/>
                    <a:pt x="25485" y="9706"/>
                  </a:cubicBezTo>
                  <a:cubicBezTo>
                    <a:pt x="25470" y="9736"/>
                    <a:pt x="25462" y="9752"/>
                    <a:pt x="25458" y="9752"/>
                  </a:cubicBezTo>
                  <a:cubicBezTo>
                    <a:pt x="25452" y="9752"/>
                    <a:pt x="25452" y="9727"/>
                    <a:pt x="25452" y="9672"/>
                  </a:cubicBezTo>
                  <a:cubicBezTo>
                    <a:pt x="25452" y="9626"/>
                    <a:pt x="25452" y="9601"/>
                    <a:pt x="25445" y="9601"/>
                  </a:cubicBezTo>
                  <a:cubicBezTo>
                    <a:pt x="25438" y="9601"/>
                    <a:pt x="25421" y="9634"/>
                    <a:pt x="25385" y="9706"/>
                  </a:cubicBezTo>
                  <a:cubicBezTo>
                    <a:pt x="25332" y="9892"/>
                    <a:pt x="25364" y="10035"/>
                    <a:pt x="25463" y="10035"/>
                  </a:cubicBezTo>
                  <a:cubicBezTo>
                    <a:pt x="25488" y="10035"/>
                    <a:pt x="25518" y="10026"/>
                    <a:pt x="25552" y="10006"/>
                  </a:cubicBezTo>
                  <a:cubicBezTo>
                    <a:pt x="25572" y="9996"/>
                    <a:pt x="25591" y="9992"/>
                    <a:pt x="25610" y="9992"/>
                  </a:cubicBezTo>
                  <a:cubicBezTo>
                    <a:pt x="25655" y="9992"/>
                    <a:pt x="25695" y="10016"/>
                    <a:pt x="25719" y="10039"/>
                  </a:cubicBezTo>
                  <a:cubicBezTo>
                    <a:pt x="25752" y="10139"/>
                    <a:pt x="25719" y="10206"/>
                    <a:pt x="25585" y="10306"/>
                  </a:cubicBezTo>
                  <a:cubicBezTo>
                    <a:pt x="25419" y="10406"/>
                    <a:pt x="25419" y="10406"/>
                    <a:pt x="25585" y="10439"/>
                  </a:cubicBezTo>
                  <a:cubicBezTo>
                    <a:pt x="25685" y="10439"/>
                    <a:pt x="25852" y="10606"/>
                    <a:pt x="26019" y="10806"/>
                  </a:cubicBezTo>
                  <a:cubicBezTo>
                    <a:pt x="26186" y="11006"/>
                    <a:pt x="26353" y="11207"/>
                    <a:pt x="26386" y="11273"/>
                  </a:cubicBezTo>
                  <a:cubicBezTo>
                    <a:pt x="26425" y="11322"/>
                    <a:pt x="26470" y="11345"/>
                    <a:pt x="26515" y="11345"/>
                  </a:cubicBezTo>
                  <a:cubicBezTo>
                    <a:pt x="26625" y="11345"/>
                    <a:pt x="26739" y="11209"/>
                    <a:pt x="26786" y="10973"/>
                  </a:cubicBezTo>
                  <a:cubicBezTo>
                    <a:pt x="26832" y="10746"/>
                    <a:pt x="26954" y="10612"/>
                    <a:pt x="27080" y="10612"/>
                  </a:cubicBezTo>
                  <a:cubicBezTo>
                    <a:pt x="27139" y="10612"/>
                    <a:pt x="27200" y="10642"/>
                    <a:pt x="27253" y="10706"/>
                  </a:cubicBezTo>
                  <a:cubicBezTo>
                    <a:pt x="27320" y="10773"/>
                    <a:pt x="27287" y="10840"/>
                    <a:pt x="27187" y="10906"/>
                  </a:cubicBezTo>
                  <a:cubicBezTo>
                    <a:pt x="27120" y="10940"/>
                    <a:pt x="27086" y="11040"/>
                    <a:pt x="27120" y="11073"/>
                  </a:cubicBezTo>
                  <a:cubicBezTo>
                    <a:pt x="27140" y="11114"/>
                    <a:pt x="27187" y="11143"/>
                    <a:pt x="27235" y="11143"/>
                  </a:cubicBezTo>
                  <a:cubicBezTo>
                    <a:pt x="27264" y="11143"/>
                    <a:pt x="27295" y="11132"/>
                    <a:pt x="27320" y="11107"/>
                  </a:cubicBezTo>
                  <a:cubicBezTo>
                    <a:pt x="27357" y="11088"/>
                    <a:pt x="27387" y="11077"/>
                    <a:pt x="27414" y="11077"/>
                  </a:cubicBezTo>
                  <a:cubicBezTo>
                    <a:pt x="27483" y="11077"/>
                    <a:pt x="27534" y="11148"/>
                    <a:pt x="27654" y="11340"/>
                  </a:cubicBezTo>
                  <a:cubicBezTo>
                    <a:pt x="27819" y="11612"/>
                    <a:pt x="27965" y="11753"/>
                    <a:pt x="28204" y="11753"/>
                  </a:cubicBezTo>
                  <a:cubicBezTo>
                    <a:pt x="28494" y="11753"/>
                    <a:pt x="28921" y="11545"/>
                    <a:pt x="29688" y="11107"/>
                  </a:cubicBezTo>
                  <a:cubicBezTo>
                    <a:pt x="30255" y="10806"/>
                    <a:pt x="30756" y="10539"/>
                    <a:pt x="30789" y="10539"/>
                  </a:cubicBezTo>
                  <a:cubicBezTo>
                    <a:pt x="30856" y="10539"/>
                    <a:pt x="30923" y="10606"/>
                    <a:pt x="30956" y="10673"/>
                  </a:cubicBezTo>
                  <a:cubicBezTo>
                    <a:pt x="30980" y="10709"/>
                    <a:pt x="31004" y="10728"/>
                    <a:pt x="31034" y="10728"/>
                  </a:cubicBezTo>
                  <a:cubicBezTo>
                    <a:pt x="31088" y="10728"/>
                    <a:pt x="31161" y="10668"/>
                    <a:pt x="31289" y="10539"/>
                  </a:cubicBezTo>
                  <a:cubicBezTo>
                    <a:pt x="31590" y="10306"/>
                    <a:pt x="31857" y="9706"/>
                    <a:pt x="31990" y="8972"/>
                  </a:cubicBezTo>
                  <a:cubicBezTo>
                    <a:pt x="32045" y="8695"/>
                    <a:pt x="32121" y="8551"/>
                    <a:pt x="32212" y="8551"/>
                  </a:cubicBezTo>
                  <a:cubicBezTo>
                    <a:pt x="32285" y="8551"/>
                    <a:pt x="32368" y="8645"/>
                    <a:pt x="32457" y="8838"/>
                  </a:cubicBezTo>
                  <a:cubicBezTo>
                    <a:pt x="32515" y="8984"/>
                    <a:pt x="32598" y="9078"/>
                    <a:pt x="32619" y="9078"/>
                  </a:cubicBezTo>
                  <a:cubicBezTo>
                    <a:pt x="32622" y="9078"/>
                    <a:pt x="32624" y="9076"/>
                    <a:pt x="32624" y="9072"/>
                  </a:cubicBezTo>
                  <a:cubicBezTo>
                    <a:pt x="32632" y="9063"/>
                    <a:pt x="32640" y="9059"/>
                    <a:pt x="32649" y="9059"/>
                  </a:cubicBezTo>
                  <a:cubicBezTo>
                    <a:pt x="32674" y="9059"/>
                    <a:pt x="32699" y="9097"/>
                    <a:pt x="32724" y="9172"/>
                  </a:cubicBezTo>
                  <a:cubicBezTo>
                    <a:pt x="32754" y="9247"/>
                    <a:pt x="32797" y="9281"/>
                    <a:pt x="32836" y="9281"/>
                  </a:cubicBezTo>
                  <a:cubicBezTo>
                    <a:pt x="32884" y="9281"/>
                    <a:pt x="32924" y="9230"/>
                    <a:pt x="32924" y="9138"/>
                  </a:cubicBezTo>
                  <a:cubicBezTo>
                    <a:pt x="32924" y="9030"/>
                    <a:pt x="33169" y="8921"/>
                    <a:pt x="33385" y="8921"/>
                  </a:cubicBezTo>
                  <a:cubicBezTo>
                    <a:pt x="33434" y="8921"/>
                    <a:pt x="33482" y="8926"/>
                    <a:pt x="33524" y="8938"/>
                  </a:cubicBezTo>
                  <a:cubicBezTo>
                    <a:pt x="33624" y="8938"/>
                    <a:pt x="33725" y="8938"/>
                    <a:pt x="33725" y="8905"/>
                  </a:cubicBezTo>
                  <a:cubicBezTo>
                    <a:pt x="33758" y="8838"/>
                    <a:pt x="34192" y="8471"/>
                    <a:pt x="34425" y="8305"/>
                  </a:cubicBezTo>
                  <a:cubicBezTo>
                    <a:pt x="34492" y="8238"/>
                    <a:pt x="34625" y="8071"/>
                    <a:pt x="34659" y="7904"/>
                  </a:cubicBezTo>
                  <a:cubicBezTo>
                    <a:pt x="34775" y="7498"/>
                    <a:pt x="34967" y="7218"/>
                    <a:pt x="35124" y="7218"/>
                  </a:cubicBezTo>
                  <a:cubicBezTo>
                    <a:pt x="35148" y="7218"/>
                    <a:pt x="35171" y="7224"/>
                    <a:pt x="35192" y="7237"/>
                  </a:cubicBezTo>
                  <a:cubicBezTo>
                    <a:pt x="35219" y="7246"/>
                    <a:pt x="35244" y="7250"/>
                    <a:pt x="35266" y="7250"/>
                  </a:cubicBezTo>
                  <a:cubicBezTo>
                    <a:pt x="35328" y="7250"/>
                    <a:pt x="35377" y="7219"/>
                    <a:pt x="35426" y="7170"/>
                  </a:cubicBezTo>
                  <a:cubicBezTo>
                    <a:pt x="35459" y="7104"/>
                    <a:pt x="35559" y="6970"/>
                    <a:pt x="35659" y="6937"/>
                  </a:cubicBezTo>
                  <a:cubicBezTo>
                    <a:pt x="35859" y="6803"/>
                    <a:pt x="35959" y="6470"/>
                    <a:pt x="35926" y="6103"/>
                  </a:cubicBezTo>
                  <a:cubicBezTo>
                    <a:pt x="35893" y="5469"/>
                    <a:pt x="35259" y="4535"/>
                    <a:pt x="34725" y="4302"/>
                  </a:cubicBezTo>
                  <a:cubicBezTo>
                    <a:pt x="34458" y="4202"/>
                    <a:pt x="33991" y="3668"/>
                    <a:pt x="33658" y="3101"/>
                  </a:cubicBezTo>
                  <a:cubicBezTo>
                    <a:pt x="33591" y="3034"/>
                    <a:pt x="33358" y="2867"/>
                    <a:pt x="33124" y="2801"/>
                  </a:cubicBezTo>
                  <a:cubicBezTo>
                    <a:pt x="32891" y="2701"/>
                    <a:pt x="32624" y="2534"/>
                    <a:pt x="32524" y="2400"/>
                  </a:cubicBezTo>
                  <a:cubicBezTo>
                    <a:pt x="32424" y="2300"/>
                    <a:pt x="32157" y="1967"/>
                    <a:pt x="31923" y="1666"/>
                  </a:cubicBezTo>
                  <a:cubicBezTo>
                    <a:pt x="31654" y="1316"/>
                    <a:pt x="31320" y="1010"/>
                    <a:pt x="31271" y="1010"/>
                  </a:cubicBezTo>
                  <a:lnTo>
                    <a:pt x="31271" y="1010"/>
                  </a:lnTo>
                  <a:cubicBezTo>
                    <a:pt x="31259" y="1010"/>
                    <a:pt x="31264" y="1027"/>
                    <a:pt x="31289" y="1066"/>
                  </a:cubicBezTo>
                  <a:cubicBezTo>
                    <a:pt x="31289" y="1099"/>
                    <a:pt x="31223" y="1133"/>
                    <a:pt x="31123" y="1133"/>
                  </a:cubicBezTo>
                  <a:cubicBezTo>
                    <a:pt x="30956" y="1133"/>
                    <a:pt x="30923" y="1166"/>
                    <a:pt x="31023" y="1266"/>
                  </a:cubicBezTo>
                  <a:cubicBezTo>
                    <a:pt x="31056" y="1333"/>
                    <a:pt x="31256" y="1633"/>
                    <a:pt x="31423" y="1967"/>
                  </a:cubicBezTo>
                  <a:cubicBezTo>
                    <a:pt x="31756" y="2534"/>
                    <a:pt x="31756" y="2534"/>
                    <a:pt x="31556" y="2600"/>
                  </a:cubicBezTo>
                  <a:cubicBezTo>
                    <a:pt x="31423" y="2634"/>
                    <a:pt x="31356" y="2734"/>
                    <a:pt x="31323" y="3067"/>
                  </a:cubicBezTo>
                  <a:lnTo>
                    <a:pt x="31256" y="3468"/>
                  </a:lnTo>
                  <a:lnTo>
                    <a:pt x="30956" y="2901"/>
                  </a:lnTo>
                  <a:cubicBezTo>
                    <a:pt x="30522" y="1967"/>
                    <a:pt x="30456" y="1900"/>
                    <a:pt x="30222" y="1633"/>
                  </a:cubicBezTo>
                  <a:cubicBezTo>
                    <a:pt x="30089" y="1500"/>
                    <a:pt x="29922" y="1300"/>
                    <a:pt x="29855" y="1199"/>
                  </a:cubicBezTo>
                  <a:cubicBezTo>
                    <a:pt x="29788" y="1133"/>
                    <a:pt x="29622" y="966"/>
                    <a:pt x="29522" y="833"/>
                  </a:cubicBezTo>
                  <a:cubicBezTo>
                    <a:pt x="29445" y="731"/>
                    <a:pt x="29349" y="687"/>
                    <a:pt x="29249" y="687"/>
                  </a:cubicBezTo>
                  <a:cubicBezTo>
                    <a:pt x="29218" y="687"/>
                    <a:pt x="29186" y="691"/>
                    <a:pt x="29155" y="699"/>
                  </a:cubicBezTo>
                  <a:cubicBezTo>
                    <a:pt x="29088" y="699"/>
                    <a:pt x="29006" y="714"/>
                    <a:pt x="28930" y="714"/>
                  </a:cubicBezTo>
                  <a:cubicBezTo>
                    <a:pt x="28891" y="714"/>
                    <a:pt x="28854" y="710"/>
                    <a:pt x="28821" y="699"/>
                  </a:cubicBezTo>
                  <a:cubicBezTo>
                    <a:pt x="28688" y="699"/>
                    <a:pt x="27854" y="899"/>
                    <a:pt x="27620" y="999"/>
                  </a:cubicBezTo>
                  <a:cubicBezTo>
                    <a:pt x="27618" y="1001"/>
                    <a:pt x="27614" y="1001"/>
                    <a:pt x="27611" y="1001"/>
                  </a:cubicBezTo>
                  <a:cubicBezTo>
                    <a:pt x="27525" y="1001"/>
                    <a:pt x="27176" y="618"/>
                    <a:pt x="26920" y="265"/>
                  </a:cubicBezTo>
                  <a:cubicBezTo>
                    <a:pt x="26870" y="190"/>
                    <a:pt x="26801" y="153"/>
                    <a:pt x="26713" y="153"/>
                  </a:cubicBezTo>
                  <a:cubicBezTo>
                    <a:pt x="26684" y="153"/>
                    <a:pt x="26653" y="157"/>
                    <a:pt x="26619" y="165"/>
                  </a:cubicBezTo>
                  <a:cubicBezTo>
                    <a:pt x="26519" y="199"/>
                    <a:pt x="26453" y="232"/>
                    <a:pt x="26419" y="265"/>
                  </a:cubicBezTo>
                  <a:cubicBezTo>
                    <a:pt x="26419" y="265"/>
                    <a:pt x="26353" y="265"/>
                    <a:pt x="26253" y="232"/>
                  </a:cubicBezTo>
                  <a:cubicBezTo>
                    <a:pt x="26211" y="218"/>
                    <a:pt x="26152" y="210"/>
                    <a:pt x="26086" y="210"/>
                  </a:cubicBezTo>
                  <a:cubicBezTo>
                    <a:pt x="25992" y="210"/>
                    <a:pt x="25883" y="226"/>
                    <a:pt x="25786" y="265"/>
                  </a:cubicBezTo>
                  <a:cubicBezTo>
                    <a:pt x="25485" y="366"/>
                    <a:pt x="25452" y="466"/>
                    <a:pt x="25652" y="532"/>
                  </a:cubicBezTo>
                  <a:cubicBezTo>
                    <a:pt x="25819" y="566"/>
                    <a:pt x="25786" y="933"/>
                    <a:pt x="25619" y="966"/>
                  </a:cubicBezTo>
                  <a:cubicBezTo>
                    <a:pt x="25552" y="966"/>
                    <a:pt x="25452" y="933"/>
                    <a:pt x="25419" y="899"/>
                  </a:cubicBezTo>
                  <a:cubicBezTo>
                    <a:pt x="24936" y="202"/>
                    <a:pt x="24733" y="0"/>
                    <a:pt x="243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66"/>
            <p:cNvSpPr/>
            <p:nvPr/>
          </p:nvSpPr>
          <p:spPr>
            <a:xfrm rot="-9887279">
              <a:off x="4139043" y="-126031"/>
              <a:ext cx="1854101" cy="1116806"/>
            </a:xfrm>
            <a:custGeom>
              <a:avLst/>
              <a:gdLst/>
              <a:ahLst/>
              <a:cxnLst/>
              <a:rect l="l" t="t" r="r" b="b"/>
              <a:pathLst>
                <a:path w="39763" h="23951" extrusionOk="0">
                  <a:moveTo>
                    <a:pt x="32524" y="3502"/>
                  </a:moveTo>
                  <a:cubicBezTo>
                    <a:pt x="32557" y="3502"/>
                    <a:pt x="32624" y="3502"/>
                    <a:pt x="32591" y="3535"/>
                  </a:cubicBezTo>
                  <a:cubicBezTo>
                    <a:pt x="32591" y="3569"/>
                    <a:pt x="32724" y="3635"/>
                    <a:pt x="32891" y="3736"/>
                  </a:cubicBezTo>
                  <a:cubicBezTo>
                    <a:pt x="33058" y="3802"/>
                    <a:pt x="33224" y="3869"/>
                    <a:pt x="33224" y="3936"/>
                  </a:cubicBezTo>
                  <a:cubicBezTo>
                    <a:pt x="33258" y="3969"/>
                    <a:pt x="33325" y="3969"/>
                    <a:pt x="33425" y="3969"/>
                  </a:cubicBezTo>
                  <a:cubicBezTo>
                    <a:pt x="33491" y="3969"/>
                    <a:pt x="33591" y="4036"/>
                    <a:pt x="33658" y="4136"/>
                  </a:cubicBezTo>
                  <a:cubicBezTo>
                    <a:pt x="33725" y="4236"/>
                    <a:pt x="33792" y="4269"/>
                    <a:pt x="33858" y="4269"/>
                  </a:cubicBezTo>
                  <a:cubicBezTo>
                    <a:pt x="33867" y="4260"/>
                    <a:pt x="33886" y="4256"/>
                    <a:pt x="33911" y="4256"/>
                  </a:cubicBezTo>
                  <a:cubicBezTo>
                    <a:pt x="33979" y="4256"/>
                    <a:pt x="34094" y="4287"/>
                    <a:pt x="34192" y="4336"/>
                  </a:cubicBezTo>
                  <a:cubicBezTo>
                    <a:pt x="34299" y="4396"/>
                    <a:pt x="34394" y="4425"/>
                    <a:pt x="34466" y="4425"/>
                  </a:cubicBezTo>
                  <a:cubicBezTo>
                    <a:pt x="34597" y="4425"/>
                    <a:pt x="34656" y="4329"/>
                    <a:pt x="34592" y="4136"/>
                  </a:cubicBezTo>
                  <a:cubicBezTo>
                    <a:pt x="34548" y="3958"/>
                    <a:pt x="34592" y="3869"/>
                    <a:pt x="34726" y="3869"/>
                  </a:cubicBezTo>
                  <a:cubicBezTo>
                    <a:pt x="34792" y="3869"/>
                    <a:pt x="34881" y="3891"/>
                    <a:pt x="34992" y="3936"/>
                  </a:cubicBezTo>
                  <a:cubicBezTo>
                    <a:pt x="35193" y="4036"/>
                    <a:pt x="35259" y="4102"/>
                    <a:pt x="35226" y="4203"/>
                  </a:cubicBezTo>
                  <a:cubicBezTo>
                    <a:pt x="35193" y="4303"/>
                    <a:pt x="35259" y="4369"/>
                    <a:pt x="35459" y="4469"/>
                  </a:cubicBezTo>
                  <a:cubicBezTo>
                    <a:pt x="35760" y="4636"/>
                    <a:pt x="35726" y="4670"/>
                    <a:pt x="35259" y="4703"/>
                  </a:cubicBezTo>
                  <a:cubicBezTo>
                    <a:pt x="35059" y="4703"/>
                    <a:pt x="34826" y="4736"/>
                    <a:pt x="34692" y="4736"/>
                  </a:cubicBezTo>
                  <a:cubicBezTo>
                    <a:pt x="34561" y="4756"/>
                    <a:pt x="34463" y="4768"/>
                    <a:pt x="34386" y="4768"/>
                  </a:cubicBezTo>
                  <a:cubicBezTo>
                    <a:pt x="34209" y="4768"/>
                    <a:pt x="34141" y="4709"/>
                    <a:pt x="34025" y="4569"/>
                  </a:cubicBezTo>
                  <a:cubicBezTo>
                    <a:pt x="33958" y="4436"/>
                    <a:pt x="33792" y="4336"/>
                    <a:pt x="33691" y="4336"/>
                  </a:cubicBezTo>
                  <a:cubicBezTo>
                    <a:pt x="33591" y="4303"/>
                    <a:pt x="33258" y="4236"/>
                    <a:pt x="32958" y="4169"/>
                  </a:cubicBezTo>
                  <a:cubicBezTo>
                    <a:pt x="32657" y="4136"/>
                    <a:pt x="32357" y="4036"/>
                    <a:pt x="32257" y="3969"/>
                  </a:cubicBezTo>
                  <a:cubicBezTo>
                    <a:pt x="32090" y="3902"/>
                    <a:pt x="32090" y="3902"/>
                    <a:pt x="32257" y="3836"/>
                  </a:cubicBezTo>
                  <a:cubicBezTo>
                    <a:pt x="32357" y="3802"/>
                    <a:pt x="32424" y="3702"/>
                    <a:pt x="32424" y="3635"/>
                  </a:cubicBezTo>
                  <a:cubicBezTo>
                    <a:pt x="32424" y="3569"/>
                    <a:pt x="32457" y="3535"/>
                    <a:pt x="32524" y="3502"/>
                  </a:cubicBezTo>
                  <a:close/>
                  <a:moveTo>
                    <a:pt x="33223" y="4670"/>
                  </a:moveTo>
                  <a:cubicBezTo>
                    <a:pt x="33278" y="4670"/>
                    <a:pt x="33345" y="4681"/>
                    <a:pt x="33425" y="4703"/>
                  </a:cubicBezTo>
                  <a:cubicBezTo>
                    <a:pt x="33725" y="4803"/>
                    <a:pt x="33758" y="4870"/>
                    <a:pt x="33525" y="5103"/>
                  </a:cubicBezTo>
                  <a:lnTo>
                    <a:pt x="33291" y="5337"/>
                  </a:lnTo>
                  <a:lnTo>
                    <a:pt x="33124" y="5070"/>
                  </a:lnTo>
                  <a:cubicBezTo>
                    <a:pt x="32994" y="4809"/>
                    <a:pt x="33027" y="4670"/>
                    <a:pt x="33223" y="4670"/>
                  </a:cubicBezTo>
                  <a:close/>
                  <a:moveTo>
                    <a:pt x="36377" y="5690"/>
                  </a:moveTo>
                  <a:cubicBezTo>
                    <a:pt x="36410" y="5690"/>
                    <a:pt x="36427" y="5713"/>
                    <a:pt x="36427" y="5737"/>
                  </a:cubicBezTo>
                  <a:cubicBezTo>
                    <a:pt x="36427" y="5804"/>
                    <a:pt x="36393" y="5870"/>
                    <a:pt x="36327" y="5904"/>
                  </a:cubicBezTo>
                  <a:cubicBezTo>
                    <a:pt x="36299" y="5918"/>
                    <a:pt x="36277" y="5926"/>
                    <a:pt x="36261" y="5926"/>
                  </a:cubicBezTo>
                  <a:cubicBezTo>
                    <a:pt x="36238" y="5926"/>
                    <a:pt x="36227" y="5910"/>
                    <a:pt x="36227" y="5870"/>
                  </a:cubicBezTo>
                  <a:cubicBezTo>
                    <a:pt x="36227" y="5804"/>
                    <a:pt x="36260" y="5737"/>
                    <a:pt x="36327" y="5704"/>
                  </a:cubicBezTo>
                  <a:cubicBezTo>
                    <a:pt x="36346" y="5694"/>
                    <a:pt x="36363" y="5690"/>
                    <a:pt x="36377" y="5690"/>
                  </a:cubicBezTo>
                  <a:close/>
                  <a:moveTo>
                    <a:pt x="29021" y="5679"/>
                  </a:moveTo>
                  <a:cubicBezTo>
                    <a:pt x="29080" y="5679"/>
                    <a:pt x="29172" y="5720"/>
                    <a:pt x="29255" y="5804"/>
                  </a:cubicBezTo>
                  <a:cubicBezTo>
                    <a:pt x="29622" y="6071"/>
                    <a:pt x="29755" y="6237"/>
                    <a:pt x="29655" y="6237"/>
                  </a:cubicBezTo>
                  <a:cubicBezTo>
                    <a:pt x="29555" y="6237"/>
                    <a:pt x="29055" y="5904"/>
                    <a:pt x="28988" y="5804"/>
                  </a:cubicBezTo>
                  <a:cubicBezTo>
                    <a:pt x="28938" y="5720"/>
                    <a:pt x="28963" y="5679"/>
                    <a:pt x="29021" y="5679"/>
                  </a:cubicBezTo>
                  <a:close/>
                  <a:moveTo>
                    <a:pt x="29821" y="6291"/>
                  </a:moveTo>
                  <a:cubicBezTo>
                    <a:pt x="29855" y="6291"/>
                    <a:pt x="29898" y="6322"/>
                    <a:pt x="29922" y="6371"/>
                  </a:cubicBezTo>
                  <a:cubicBezTo>
                    <a:pt x="29955" y="6438"/>
                    <a:pt x="29955" y="6504"/>
                    <a:pt x="29922" y="6504"/>
                  </a:cubicBezTo>
                  <a:cubicBezTo>
                    <a:pt x="29904" y="6513"/>
                    <a:pt x="29889" y="6517"/>
                    <a:pt x="29875" y="6517"/>
                  </a:cubicBezTo>
                  <a:cubicBezTo>
                    <a:pt x="29838" y="6517"/>
                    <a:pt x="29813" y="6486"/>
                    <a:pt x="29789" y="6438"/>
                  </a:cubicBezTo>
                  <a:cubicBezTo>
                    <a:pt x="29722" y="6371"/>
                    <a:pt x="29755" y="6337"/>
                    <a:pt x="29789" y="6304"/>
                  </a:cubicBezTo>
                  <a:cubicBezTo>
                    <a:pt x="29798" y="6295"/>
                    <a:pt x="29809" y="6291"/>
                    <a:pt x="29821" y="6291"/>
                  </a:cubicBezTo>
                  <a:close/>
                  <a:moveTo>
                    <a:pt x="34853" y="6535"/>
                  </a:moveTo>
                  <a:cubicBezTo>
                    <a:pt x="34875" y="6535"/>
                    <a:pt x="34900" y="6545"/>
                    <a:pt x="34926" y="6571"/>
                  </a:cubicBezTo>
                  <a:cubicBezTo>
                    <a:pt x="34992" y="6604"/>
                    <a:pt x="35026" y="6638"/>
                    <a:pt x="35026" y="6671"/>
                  </a:cubicBezTo>
                  <a:cubicBezTo>
                    <a:pt x="35014" y="6695"/>
                    <a:pt x="34981" y="6706"/>
                    <a:pt x="34944" y="6706"/>
                  </a:cubicBezTo>
                  <a:cubicBezTo>
                    <a:pt x="34876" y="6706"/>
                    <a:pt x="34792" y="6669"/>
                    <a:pt x="34792" y="6604"/>
                  </a:cubicBezTo>
                  <a:cubicBezTo>
                    <a:pt x="34792" y="6563"/>
                    <a:pt x="34818" y="6535"/>
                    <a:pt x="34853" y="6535"/>
                  </a:cubicBezTo>
                  <a:close/>
                  <a:moveTo>
                    <a:pt x="35166" y="6896"/>
                  </a:moveTo>
                  <a:cubicBezTo>
                    <a:pt x="35184" y="6896"/>
                    <a:pt x="35238" y="6950"/>
                    <a:pt x="35293" y="7005"/>
                  </a:cubicBezTo>
                  <a:cubicBezTo>
                    <a:pt x="35359" y="7071"/>
                    <a:pt x="35393" y="7138"/>
                    <a:pt x="35359" y="7171"/>
                  </a:cubicBezTo>
                  <a:cubicBezTo>
                    <a:pt x="35326" y="7171"/>
                    <a:pt x="35259" y="7138"/>
                    <a:pt x="35193" y="7038"/>
                  </a:cubicBezTo>
                  <a:cubicBezTo>
                    <a:pt x="35159" y="6971"/>
                    <a:pt x="35126" y="6905"/>
                    <a:pt x="35159" y="6905"/>
                  </a:cubicBezTo>
                  <a:cubicBezTo>
                    <a:pt x="35159" y="6898"/>
                    <a:pt x="35161" y="6896"/>
                    <a:pt x="35166" y="6896"/>
                  </a:cubicBezTo>
                  <a:close/>
                  <a:moveTo>
                    <a:pt x="30990" y="7205"/>
                  </a:moveTo>
                  <a:cubicBezTo>
                    <a:pt x="31056" y="7205"/>
                    <a:pt x="31123" y="7205"/>
                    <a:pt x="31123" y="7271"/>
                  </a:cubicBezTo>
                  <a:cubicBezTo>
                    <a:pt x="31156" y="7305"/>
                    <a:pt x="31123" y="7338"/>
                    <a:pt x="31090" y="7372"/>
                  </a:cubicBezTo>
                  <a:cubicBezTo>
                    <a:pt x="31081" y="7380"/>
                    <a:pt x="31069" y="7385"/>
                    <a:pt x="31057" y="7385"/>
                  </a:cubicBezTo>
                  <a:cubicBezTo>
                    <a:pt x="31023" y="7385"/>
                    <a:pt x="30981" y="7354"/>
                    <a:pt x="30956" y="7305"/>
                  </a:cubicBezTo>
                  <a:cubicBezTo>
                    <a:pt x="30923" y="7238"/>
                    <a:pt x="30923" y="7205"/>
                    <a:pt x="30990" y="7205"/>
                  </a:cubicBezTo>
                  <a:close/>
                  <a:moveTo>
                    <a:pt x="30538" y="8916"/>
                  </a:moveTo>
                  <a:cubicBezTo>
                    <a:pt x="30612" y="8916"/>
                    <a:pt x="30788" y="9036"/>
                    <a:pt x="30856" y="9173"/>
                  </a:cubicBezTo>
                  <a:cubicBezTo>
                    <a:pt x="30997" y="9454"/>
                    <a:pt x="31039" y="9554"/>
                    <a:pt x="31005" y="9554"/>
                  </a:cubicBezTo>
                  <a:cubicBezTo>
                    <a:pt x="30990" y="9554"/>
                    <a:pt x="30963" y="9536"/>
                    <a:pt x="30923" y="9506"/>
                  </a:cubicBezTo>
                  <a:cubicBezTo>
                    <a:pt x="30789" y="9440"/>
                    <a:pt x="30589" y="9206"/>
                    <a:pt x="30523" y="9006"/>
                  </a:cubicBezTo>
                  <a:cubicBezTo>
                    <a:pt x="30491" y="8942"/>
                    <a:pt x="30503" y="8916"/>
                    <a:pt x="30538" y="8916"/>
                  </a:cubicBezTo>
                  <a:close/>
                  <a:moveTo>
                    <a:pt x="31234" y="7406"/>
                  </a:moveTo>
                  <a:cubicBezTo>
                    <a:pt x="31286" y="7406"/>
                    <a:pt x="31483" y="7550"/>
                    <a:pt x="31823" y="7839"/>
                  </a:cubicBezTo>
                  <a:cubicBezTo>
                    <a:pt x="32024" y="8005"/>
                    <a:pt x="32324" y="8239"/>
                    <a:pt x="32491" y="8339"/>
                  </a:cubicBezTo>
                  <a:cubicBezTo>
                    <a:pt x="32624" y="8472"/>
                    <a:pt x="32924" y="8773"/>
                    <a:pt x="33124" y="8973"/>
                  </a:cubicBezTo>
                  <a:cubicBezTo>
                    <a:pt x="33310" y="9189"/>
                    <a:pt x="33495" y="9377"/>
                    <a:pt x="33548" y="9377"/>
                  </a:cubicBezTo>
                  <a:cubicBezTo>
                    <a:pt x="33552" y="9377"/>
                    <a:pt x="33556" y="9375"/>
                    <a:pt x="33558" y="9373"/>
                  </a:cubicBezTo>
                  <a:cubicBezTo>
                    <a:pt x="33573" y="9370"/>
                    <a:pt x="33586" y="9369"/>
                    <a:pt x="33598" y="9369"/>
                  </a:cubicBezTo>
                  <a:cubicBezTo>
                    <a:pt x="33724" y="9369"/>
                    <a:pt x="33710" y="9515"/>
                    <a:pt x="33558" y="9606"/>
                  </a:cubicBezTo>
                  <a:cubicBezTo>
                    <a:pt x="33528" y="9621"/>
                    <a:pt x="33502" y="9631"/>
                    <a:pt x="33472" y="9631"/>
                  </a:cubicBezTo>
                  <a:cubicBezTo>
                    <a:pt x="33371" y="9631"/>
                    <a:pt x="33238" y="9513"/>
                    <a:pt x="32824" y="9073"/>
                  </a:cubicBezTo>
                  <a:cubicBezTo>
                    <a:pt x="32524" y="8773"/>
                    <a:pt x="32224" y="8439"/>
                    <a:pt x="32190" y="8372"/>
                  </a:cubicBezTo>
                  <a:cubicBezTo>
                    <a:pt x="32136" y="8318"/>
                    <a:pt x="32081" y="8263"/>
                    <a:pt x="32045" y="8263"/>
                  </a:cubicBezTo>
                  <a:cubicBezTo>
                    <a:pt x="32037" y="8263"/>
                    <a:pt x="32030" y="8266"/>
                    <a:pt x="32024" y="8272"/>
                  </a:cubicBezTo>
                  <a:cubicBezTo>
                    <a:pt x="31957" y="8272"/>
                    <a:pt x="31823" y="8139"/>
                    <a:pt x="31690" y="8005"/>
                  </a:cubicBezTo>
                  <a:cubicBezTo>
                    <a:pt x="31607" y="7866"/>
                    <a:pt x="31500" y="7797"/>
                    <a:pt x="31467" y="7797"/>
                  </a:cubicBezTo>
                  <a:cubicBezTo>
                    <a:pt x="31460" y="7797"/>
                    <a:pt x="31457" y="7800"/>
                    <a:pt x="31457" y="7805"/>
                  </a:cubicBezTo>
                  <a:cubicBezTo>
                    <a:pt x="31448" y="7813"/>
                    <a:pt x="31438" y="7818"/>
                    <a:pt x="31426" y="7818"/>
                  </a:cubicBezTo>
                  <a:cubicBezTo>
                    <a:pt x="31392" y="7818"/>
                    <a:pt x="31348" y="7780"/>
                    <a:pt x="31323" y="7705"/>
                  </a:cubicBezTo>
                  <a:cubicBezTo>
                    <a:pt x="31290" y="7605"/>
                    <a:pt x="31256" y="7472"/>
                    <a:pt x="31223" y="7438"/>
                  </a:cubicBezTo>
                  <a:cubicBezTo>
                    <a:pt x="31216" y="7417"/>
                    <a:pt x="31219" y="7406"/>
                    <a:pt x="31234" y="7406"/>
                  </a:cubicBezTo>
                  <a:close/>
                  <a:moveTo>
                    <a:pt x="29474" y="9622"/>
                  </a:moveTo>
                  <a:cubicBezTo>
                    <a:pt x="29542" y="9622"/>
                    <a:pt x="29576" y="9725"/>
                    <a:pt x="29522" y="9807"/>
                  </a:cubicBezTo>
                  <a:cubicBezTo>
                    <a:pt x="29472" y="9931"/>
                    <a:pt x="29534" y="10055"/>
                    <a:pt x="29610" y="10055"/>
                  </a:cubicBezTo>
                  <a:cubicBezTo>
                    <a:pt x="29636" y="10055"/>
                    <a:pt x="29663" y="10041"/>
                    <a:pt x="29689" y="10007"/>
                  </a:cubicBezTo>
                  <a:cubicBezTo>
                    <a:pt x="29722" y="9973"/>
                    <a:pt x="29755" y="9957"/>
                    <a:pt x="29785" y="9957"/>
                  </a:cubicBezTo>
                  <a:cubicBezTo>
                    <a:pt x="29814" y="9957"/>
                    <a:pt x="29839" y="9973"/>
                    <a:pt x="29855" y="10007"/>
                  </a:cubicBezTo>
                  <a:cubicBezTo>
                    <a:pt x="29922" y="10140"/>
                    <a:pt x="29889" y="10174"/>
                    <a:pt x="29655" y="10174"/>
                  </a:cubicBezTo>
                  <a:cubicBezTo>
                    <a:pt x="29522" y="10174"/>
                    <a:pt x="29422" y="10107"/>
                    <a:pt x="29322" y="9940"/>
                  </a:cubicBezTo>
                  <a:cubicBezTo>
                    <a:pt x="29264" y="9853"/>
                    <a:pt x="29256" y="9767"/>
                    <a:pt x="29277" y="9767"/>
                  </a:cubicBezTo>
                  <a:cubicBezTo>
                    <a:pt x="29280" y="9767"/>
                    <a:pt x="29284" y="9769"/>
                    <a:pt x="29288" y="9773"/>
                  </a:cubicBezTo>
                  <a:cubicBezTo>
                    <a:pt x="29327" y="9812"/>
                    <a:pt x="29367" y="9828"/>
                    <a:pt x="29399" y="9828"/>
                  </a:cubicBezTo>
                  <a:cubicBezTo>
                    <a:pt x="29422" y="9828"/>
                    <a:pt x="29441" y="9820"/>
                    <a:pt x="29455" y="9807"/>
                  </a:cubicBezTo>
                  <a:cubicBezTo>
                    <a:pt x="29488" y="9807"/>
                    <a:pt x="29488" y="9773"/>
                    <a:pt x="29422" y="9740"/>
                  </a:cubicBezTo>
                  <a:cubicBezTo>
                    <a:pt x="29388" y="9707"/>
                    <a:pt x="29388" y="9673"/>
                    <a:pt x="29422" y="9640"/>
                  </a:cubicBezTo>
                  <a:cubicBezTo>
                    <a:pt x="29440" y="9627"/>
                    <a:pt x="29458" y="9622"/>
                    <a:pt x="29474" y="9622"/>
                  </a:cubicBezTo>
                  <a:close/>
                  <a:moveTo>
                    <a:pt x="18376" y="10382"/>
                  </a:moveTo>
                  <a:cubicBezTo>
                    <a:pt x="18431" y="10382"/>
                    <a:pt x="18481" y="10424"/>
                    <a:pt x="18481" y="10507"/>
                  </a:cubicBezTo>
                  <a:cubicBezTo>
                    <a:pt x="18481" y="10591"/>
                    <a:pt x="18339" y="10723"/>
                    <a:pt x="18274" y="10723"/>
                  </a:cubicBezTo>
                  <a:cubicBezTo>
                    <a:pt x="18262" y="10723"/>
                    <a:pt x="18252" y="10718"/>
                    <a:pt x="18247" y="10707"/>
                  </a:cubicBezTo>
                  <a:cubicBezTo>
                    <a:pt x="18247" y="10674"/>
                    <a:pt x="18247" y="10607"/>
                    <a:pt x="18247" y="10507"/>
                  </a:cubicBezTo>
                  <a:cubicBezTo>
                    <a:pt x="18264" y="10424"/>
                    <a:pt x="18322" y="10382"/>
                    <a:pt x="18376" y="10382"/>
                  </a:cubicBezTo>
                  <a:close/>
                  <a:moveTo>
                    <a:pt x="24936" y="8905"/>
                  </a:moveTo>
                  <a:cubicBezTo>
                    <a:pt x="24973" y="8905"/>
                    <a:pt x="25073" y="8980"/>
                    <a:pt x="25285" y="9139"/>
                  </a:cubicBezTo>
                  <a:cubicBezTo>
                    <a:pt x="25519" y="9340"/>
                    <a:pt x="25819" y="9573"/>
                    <a:pt x="25953" y="9707"/>
                  </a:cubicBezTo>
                  <a:cubicBezTo>
                    <a:pt x="26086" y="9840"/>
                    <a:pt x="26320" y="10073"/>
                    <a:pt x="26453" y="10240"/>
                  </a:cubicBezTo>
                  <a:cubicBezTo>
                    <a:pt x="26620" y="10374"/>
                    <a:pt x="26787" y="10574"/>
                    <a:pt x="26887" y="10674"/>
                  </a:cubicBezTo>
                  <a:cubicBezTo>
                    <a:pt x="26962" y="10749"/>
                    <a:pt x="26980" y="10786"/>
                    <a:pt x="26929" y="10786"/>
                  </a:cubicBezTo>
                  <a:cubicBezTo>
                    <a:pt x="26912" y="10786"/>
                    <a:pt x="26887" y="10782"/>
                    <a:pt x="26853" y="10774"/>
                  </a:cubicBezTo>
                  <a:cubicBezTo>
                    <a:pt x="26787" y="10774"/>
                    <a:pt x="26586" y="10641"/>
                    <a:pt x="26420" y="10474"/>
                  </a:cubicBezTo>
                  <a:cubicBezTo>
                    <a:pt x="26253" y="10307"/>
                    <a:pt x="26086" y="10140"/>
                    <a:pt x="26019" y="10107"/>
                  </a:cubicBezTo>
                  <a:cubicBezTo>
                    <a:pt x="25953" y="10073"/>
                    <a:pt x="25853" y="9973"/>
                    <a:pt x="25819" y="9873"/>
                  </a:cubicBezTo>
                  <a:cubicBezTo>
                    <a:pt x="25764" y="9791"/>
                    <a:pt x="25687" y="9731"/>
                    <a:pt x="25624" y="9731"/>
                  </a:cubicBezTo>
                  <a:cubicBezTo>
                    <a:pt x="25610" y="9731"/>
                    <a:pt x="25598" y="9734"/>
                    <a:pt x="25586" y="9740"/>
                  </a:cubicBezTo>
                  <a:cubicBezTo>
                    <a:pt x="25519" y="9740"/>
                    <a:pt x="25486" y="9707"/>
                    <a:pt x="25486" y="9673"/>
                  </a:cubicBezTo>
                  <a:cubicBezTo>
                    <a:pt x="25486" y="9640"/>
                    <a:pt x="25386" y="9540"/>
                    <a:pt x="25285" y="9473"/>
                  </a:cubicBezTo>
                  <a:cubicBezTo>
                    <a:pt x="25152" y="9373"/>
                    <a:pt x="25019" y="9240"/>
                    <a:pt x="24952" y="9073"/>
                  </a:cubicBezTo>
                  <a:cubicBezTo>
                    <a:pt x="24921" y="8963"/>
                    <a:pt x="24904" y="8905"/>
                    <a:pt x="24936" y="8905"/>
                  </a:cubicBezTo>
                  <a:close/>
                  <a:moveTo>
                    <a:pt x="21349" y="9840"/>
                  </a:moveTo>
                  <a:lnTo>
                    <a:pt x="21783" y="9973"/>
                  </a:lnTo>
                  <a:cubicBezTo>
                    <a:pt x="22016" y="10040"/>
                    <a:pt x="22217" y="10140"/>
                    <a:pt x="22250" y="10207"/>
                  </a:cubicBezTo>
                  <a:cubicBezTo>
                    <a:pt x="22300" y="10282"/>
                    <a:pt x="22350" y="10319"/>
                    <a:pt x="22400" y="10319"/>
                  </a:cubicBezTo>
                  <a:cubicBezTo>
                    <a:pt x="22417" y="10319"/>
                    <a:pt x="22433" y="10315"/>
                    <a:pt x="22450" y="10307"/>
                  </a:cubicBezTo>
                  <a:cubicBezTo>
                    <a:pt x="22467" y="10290"/>
                    <a:pt x="22500" y="10282"/>
                    <a:pt x="22538" y="10282"/>
                  </a:cubicBezTo>
                  <a:cubicBezTo>
                    <a:pt x="22575" y="10282"/>
                    <a:pt x="22617" y="10290"/>
                    <a:pt x="22650" y="10307"/>
                  </a:cubicBezTo>
                  <a:cubicBezTo>
                    <a:pt x="22817" y="10474"/>
                    <a:pt x="22950" y="10674"/>
                    <a:pt x="22850" y="10741"/>
                  </a:cubicBezTo>
                  <a:cubicBezTo>
                    <a:pt x="22817" y="10741"/>
                    <a:pt x="22817" y="10807"/>
                    <a:pt x="22850" y="10874"/>
                  </a:cubicBezTo>
                  <a:cubicBezTo>
                    <a:pt x="22913" y="10978"/>
                    <a:pt x="22884" y="11030"/>
                    <a:pt x="22756" y="11030"/>
                  </a:cubicBezTo>
                  <a:cubicBezTo>
                    <a:pt x="22679" y="11030"/>
                    <a:pt x="22567" y="11012"/>
                    <a:pt x="22417" y="10974"/>
                  </a:cubicBezTo>
                  <a:cubicBezTo>
                    <a:pt x="22217" y="10941"/>
                    <a:pt x="22083" y="10907"/>
                    <a:pt x="22117" y="10874"/>
                  </a:cubicBezTo>
                  <a:cubicBezTo>
                    <a:pt x="22150" y="10874"/>
                    <a:pt x="22083" y="10807"/>
                    <a:pt x="21983" y="10741"/>
                  </a:cubicBezTo>
                  <a:cubicBezTo>
                    <a:pt x="21933" y="10724"/>
                    <a:pt x="21891" y="10716"/>
                    <a:pt x="21858" y="10716"/>
                  </a:cubicBezTo>
                  <a:cubicBezTo>
                    <a:pt x="21825" y="10716"/>
                    <a:pt x="21800" y="10724"/>
                    <a:pt x="21783" y="10741"/>
                  </a:cubicBezTo>
                  <a:cubicBezTo>
                    <a:pt x="21775" y="10749"/>
                    <a:pt x="21764" y="10753"/>
                    <a:pt x="21752" y="10753"/>
                  </a:cubicBezTo>
                  <a:cubicBezTo>
                    <a:pt x="21716" y="10753"/>
                    <a:pt x="21666" y="10716"/>
                    <a:pt x="21616" y="10641"/>
                  </a:cubicBezTo>
                  <a:cubicBezTo>
                    <a:pt x="21565" y="10539"/>
                    <a:pt x="21514" y="10495"/>
                    <a:pt x="21434" y="10495"/>
                  </a:cubicBezTo>
                  <a:cubicBezTo>
                    <a:pt x="21409" y="10495"/>
                    <a:pt x="21381" y="10499"/>
                    <a:pt x="21349" y="10507"/>
                  </a:cubicBezTo>
                  <a:cubicBezTo>
                    <a:pt x="21299" y="10527"/>
                    <a:pt x="21262" y="10541"/>
                    <a:pt x="21236" y="10541"/>
                  </a:cubicBezTo>
                  <a:cubicBezTo>
                    <a:pt x="21175" y="10541"/>
                    <a:pt x="21179" y="10464"/>
                    <a:pt x="21249" y="10207"/>
                  </a:cubicBezTo>
                  <a:lnTo>
                    <a:pt x="21349" y="9840"/>
                  </a:lnTo>
                  <a:close/>
                  <a:moveTo>
                    <a:pt x="27054" y="10995"/>
                  </a:moveTo>
                  <a:cubicBezTo>
                    <a:pt x="27060" y="10995"/>
                    <a:pt x="27070" y="10999"/>
                    <a:pt x="27087" y="11007"/>
                  </a:cubicBezTo>
                  <a:cubicBezTo>
                    <a:pt x="27120" y="11041"/>
                    <a:pt x="27187" y="11141"/>
                    <a:pt x="27187" y="11174"/>
                  </a:cubicBezTo>
                  <a:cubicBezTo>
                    <a:pt x="27201" y="11202"/>
                    <a:pt x="27197" y="11218"/>
                    <a:pt x="27184" y="11218"/>
                  </a:cubicBezTo>
                  <a:cubicBezTo>
                    <a:pt x="27165" y="11218"/>
                    <a:pt x="27126" y="11186"/>
                    <a:pt x="27087" y="11108"/>
                  </a:cubicBezTo>
                  <a:cubicBezTo>
                    <a:pt x="27062" y="11032"/>
                    <a:pt x="27037" y="10995"/>
                    <a:pt x="27054" y="10995"/>
                  </a:cubicBezTo>
                  <a:close/>
                  <a:moveTo>
                    <a:pt x="32346" y="11366"/>
                  </a:moveTo>
                  <a:cubicBezTo>
                    <a:pt x="32347" y="11366"/>
                    <a:pt x="32351" y="11368"/>
                    <a:pt x="32357" y="11374"/>
                  </a:cubicBezTo>
                  <a:cubicBezTo>
                    <a:pt x="32424" y="11408"/>
                    <a:pt x="32491" y="11508"/>
                    <a:pt x="32524" y="11575"/>
                  </a:cubicBezTo>
                  <a:cubicBezTo>
                    <a:pt x="32524" y="11602"/>
                    <a:pt x="32518" y="11618"/>
                    <a:pt x="32507" y="11618"/>
                  </a:cubicBezTo>
                  <a:cubicBezTo>
                    <a:pt x="32491" y="11618"/>
                    <a:pt x="32463" y="11586"/>
                    <a:pt x="32424" y="11508"/>
                  </a:cubicBezTo>
                  <a:cubicBezTo>
                    <a:pt x="32369" y="11425"/>
                    <a:pt x="32337" y="11366"/>
                    <a:pt x="32346" y="11366"/>
                  </a:cubicBezTo>
                  <a:close/>
                  <a:moveTo>
                    <a:pt x="28054" y="11875"/>
                  </a:moveTo>
                  <a:cubicBezTo>
                    <a:pt x="28087" y="11875"/>
                    <a:pt x="28154" y="11908"/>
                    <a:pt x="28188" y="11941"/>
                  </a:cubicBezTo>
                  <a:cubicBezTo>
                    <a:pt x="28221" y="12008"/>
                    <a:pt x="28188" y="12042"/>
                    <a:pt x="28121" y="12042"/>
                  </a:cubicBezTo>
                  <a:cubicBezTo>
                    <a:pt x="28054" y="12042"/>
                    <a:pt x="28021" y="12008"/>
                    <a:pt x="27987" y="11941"/>
                  </a:cubicBezTo>
                  <a:cubicBezTo>
                    <a:pt x="27954" y="11908"/>
                    <a:pt x="27987" y="11875"/>
                    <a:pt x="28054" y="11875"/>
                  </a:cubicBezTo>
                  <a:close/>
                  <a:moveTo>
                    <a:pt x="15920" y="12050"/>
                  </a:moveTo>
                  <a:cubicBezTo>
                    <a:pt x="15937" y="12050"/>
                    <a:pt x="15945" y="12058"/>
                    <a:pt x="15945" y="12075"/>
                  </a:cubicBezTo>
                  <a:cubicBezTo>
                    <a:pt x="15945" y="12075"/>
                    <a:pt x="15945" y="12142"/>
                    <a:pt x="15912" y="12175"/>
                  </a:cubicBezTo>
                  <a:cubicBezTo>
                    <a:pt x="15912" y="12214"/>
                    <a:pt x="15889" y="12230"/>
                    <a:pt x="15870" y="12230"/>
                  </a:cubicBezTo>
                  <a:cubicBezTo>
                    <a:pt x="15857" y="12230"/>
                    <a:pt x="15845" y="12222"/>
                    <a:pt x="15845" y="12208"/>
                  </a:cubicBezTo>
                  <a:cubicBezTo>
                    <a:pt x="15812" y="12142"/>
                    <a:pt x="15812" y="12108"/>
                    <a:pt x="15845" y="12075"/>
                  </a:cubicBezTo>
                  <a:cubicBezTo>
                    <a:pt x="15879" y="12058"/>
                    <a:pt x="15904" y="12050"/>
                    <a:pt x="15920" y="12050"/>
                  </a:cubicBezTo>
                  <a:close/>
                  <a:moveTo>
                    <a:pt x="19281" y="12075"/>
                  </a:moveTo>
                  <a:cubicBezTo>
                    <a:pt x="19315" y="12075"/>
                    <a:pt x="19348" y="12075"/>
                    <a:pt x="19381" y="12108"/>
                  </a:cubicBezTo>
                  <a:cubicBezTo>
                    <a:pt x="19415" y="12142"/>
                    <a:pt x="19415" y="12208"/>
                    <a:pt x="19348" y="12242"/>
                  </a:cubicBezTo>
                  <a:cubicBezTo>
                    <a:pt x="19315" y="12242"/>
                    <a:pt x="19281" y="12242"/>
                    <a:pt x="19248" y="12208"/>
                  </a:cubicBezTo>
                  <a:cubicBezTo>
                    <a:pt x="19214" y="12175"/>
                    <a:pt x="19214" y="12108"/>
                    <a:pt x="19281" y="12075"/>
                  </a:cubicBezTo>
                  <a:close/>
                  <a:moveTo>
                    <a:pt x="30990" y="10174"/>
                  </a:moveTo>
                  <a:lnTo>
                    <a:pt x="30990" y="10174"/>
                  </a:lnTo>
                  <a:cubicBezTo>
                    <a:pt x="30990" y="10174"/>
                    <a:pt x="31123" y="10274"/>
                    <a:pt x="31290" y="10440"/>
                  </a:cubicBezTo>
                  <a:cubicBezTo>
                    <a:pt x="31423" y="10607"/>
                    <a:pt x="31623" y="10841"/>
                    <a:pt x="31723" y="10941"/>
                  </a:cubicBezTo>
                  <a:cubicBezTo>
                    <a:pt x="31823" y="11041"/>
                    <a:pt x="31957" y="11208"/>
                    <a:pt x="32057" y="11274"/>
                  </a:cubicBezTo>
                  <a:cubicBezTo>
                    <a:pt x="32224" y="11474"/>
                    <a:pt x="32224" y="11474"/>
                    <a:pt x="32424" y="11975"/>
                  </a:cubicBezTo>
                  <a:lnTo>
                    <a:pt x="32591" y="12375"/>
                  </a:lnTo>
                  <a:lnTo>
                    <a:pt x="32224" y="11975"/>
                  </a:lnTo>
                  <a:cubicBezTo>
                    <a:pt x="31990" y="11741"/>
                    <a:pt x="31790" y="11541"/>
                    <a:pt x="31790" y="11508"/>
                  </a:cubicBezTo>
                  <a:cubicBezTo>
                    <a:pt x="31757" y="11474"/>
                    <a:pt x="31690" y="11408"/>
                    <a:pt x="31623" y="11408"/>
                  </a:cubicBezTo>
                  <a:cubicBezTo>
                    <a:pt x="31423" y="11274"/>
                    <a:pt x="31090" y="10774"/>
                    <a:pt x="31023" y="10474"/>
                  </a:cubicBezTo>
                  <a:cubicBezTo>
                    <a:pt x="30990" y="10307"/>
                    <a:pt x="30956" y="10174"/>
                    <a:pt x="30990" y="10174"/>
                  </a:cubicBezTo>
                  <a:close/>
                  <a:moveTo>
                    <a:pt x="30694" y="12133"/>
                  </a:moveTo>
                  <a:cubicBezTo>
                    <a:pt x="30712" y="12133"/>
                    <a:pt x="30733" y="12136"/>
                    <a:pt x="30756" y="12142"/>
                  </a:cubicBezTo>
                  <a:cubicBezTo>
                    <a:pt x="30823" y="12142"/>
                    <a:pt x="30856" y="12375"/>
                    <a:pt x="30789" y="12442"/>
                  </a:cubicBezTo>
                  <a:cubicBezTo>
                    <a:pt x="30756" y="12442"/>
                    <a:pt x="30689" y="12408"/>
                    <a:pt x="30656" y="12308"/>
                  </a:cubicBezTo>
                  <a:cubicBezTo>
                    <a:pt x="30573" y="12198"/>
                    <a:pt x="30605" y="12133"/>
                    <a:pt x="30694" y="12133"/>
                  </a:cubicBezTo>
                  <a:close/>
                  <a:moveTo>
                    <a:pt x="12494" y="11966"/>
                  </a:moveTo>
                  <a:cubicBezTo>
                    <a:pt x="12577" y="11966"/>
                    <a:pt x="12660" y="12031"/>
                    <a:pt x="12743" y="12142"/>
                  </a:cubicBezTo>
                  <a:cubicBezTo>
                    <a:pt x="12877" y="12308"/>
                    <a:pt x="12877" y="12375"/>
                    <a:pt x="12810" y="12442"/>
                  </a:cubicBezTo>
                  <a:cubicBezTo>
                    <a:pt x="12782" y="12456"/>
                    <a:pt x="12755" y="12464"/>
                    <a:pt x="12729" y="12464"/>
                  </a:cubicBezTo>
                  <a:cubicBezTo>
                    <a:pt x="12694" y="12464"/>
                    <a:pt x="12663" y="12448"/>
                    <a:pt x="12643" y="12408"/>
                  </a:cubicBezTo>
                  <a:cubicBezTo>
                    <a:pt x="12610" y="12375"/>
                    <a:pt x="12510" y="12275"/>
                    <a:pt x="12443" y="12175"/>
                  </a:cubicBezTo>
                  <a:cubicBezTo>
                    <a:pt x="12310" y="12075"/>
                    <a:pt x="12310" y="12042"/>
                    <a:pt x="12443" y="11975"/>
                  </a:cubicBezTo>
                  <a:cubicBezTo>
                    <a:pt x="12460" y="11969"/>
                    <a:pt x="12477" y="11966"/>
                    <a:pt x="12494" y="11966"/>
                  </a:cubicBezTo>
                  <a:close/>
                  <a:moveTo>
                    <a:pt x="19813" y="12607"/>
                  </a:moveTo>
                  <a:cubicBezTo>
                    <a:pt x="19854" y="12607"/>
                    <a:pt x="20006" y="12708"/>
                    <a:pt x="20082" y="12809"/>
                  </a:cubicBezTo>
                  <a:cubicBezTo>
                    <a:pt x="20101" y="12828"/>
                    <a:pt x="20098" y="12847"/>
                    <a:pt x="20079" y="12847"/>
                  </a:cubicBezTo>
                  <a:cubicBezTo>
                    <a:pt x="20065" y="12847"/>
                    <a:pt x="20043" y="12837"/>
                    <a:pt x="20015" y="12809"/>
                  </a:cubicBezTo>
                  <a:cubicBezTo>
                    <a:pt x="19915" y="12775"/>
                    <a:pt x="19848" y="12709"/>
                    <a:pt x="19815" y="12642"/>
                  </a:cubicBezTo>
                  <a:cubicBezTo>
                    <a:pt x="19799" y="12618"/>
                    <a:pt x="19800" y="12607"/>
                    <a:pt x="19813" y="12607"/>
                  </a:cubicBezTo>
                  <a:close/>
                  <a:moveTo>
                    <a:pt x="16854" y="12675"/>
                  </a:moveTo>
                  <a:cubicBezTo>
                    <a:pt x="16871" y="12675"/>
                    <a:pt x="16879" y="12709"/>
                    <a:pt x="16879" y="12775"/>
                  </a:cubicBezTo>
                  <a:cubicBezTo>
                    <a:pt x="16913" y="12842"/>
                    <a:pt x="16879" y="12909"/>
                    <a:pt x="16813" y="12909"/>
                  </a:cubicBezTo>
                  <a:cubicBezTo>
                    <a:pt x="16746" y="12909"/>
                    <a:pt x="16746" y="12875"/>
                    <a:pt x="16779" y="12775"/>
                  </a:cubicBezTo>
                  <a:cubicBezTo>
                    <a:pt x="16813" y="12709"/>
                    <a:pt x="16838" y="12675"/>
                    <a:pt x="16854" y="12675"/>
                  </a:cubicBezTo>
                  <a:close/>
                  <a:moveTo>
                    <a:pt x="32791" y="12709"/>
                  </a:moveTo>
                  <a:cubicBezTo>
                    <a:pt x="32791" y="12709"/>
                    <a:pt x="32824" y="12742"/>
                    <a:pt x="32891" y="12809"/>
                  </a:cubicBezTo>
                  <a:cubicBezTo>
                    <a:pt x="32924" y="12875"/>
                    <a:pt x="32924" y="12909"/>
                    <a:pt x="32858" y="12942"/>
                  </a:cubicBezTo>
                  <a:cubicBezTo>
                    <a:pt x="32849" y="12950"/>
                    <a:pt x="32841" y="12955"/>
                    <a:pt x="32833" y="12955"/>
                  </a:cubicBezTo>
                  <a:cubicBezTo>
                    <a:pt x="32810" y="12955"/>
                    <a:pt x="32791" y="12917"/>
                    <a:pt x="32791" y="12842"/>
                  </a:cubicBezTo>
                  <a:cubicBezTo>
                    <a:pt x="32757" y="12775"/>
                    <a:pt x="32757" y="12709"/>
                    <a:pt x="32791" y="12709"/>
                  </a:cubicBezTo>
                  <a:close/>
                  <a:moveTo>
                    <a:pt x="28711" y="12909"/>
                  </a:moveTo>
                  <a:cubicBezTo>
                    <a:pt x="28729" y="12909"/>
                    <a:pt x="28755" y="12920"/>
                    <a:pt x="28788" y="12942"/>
                  </a:cubicBezTo>
                  <a:cubicBezTo>
                    <a:pt x="28855" y="12942"/>
                    <a:pt x="28855" y="13009"/>
                    <a:pt x="28821" y="13076"/>
                  </a:cubicBezTo>
                  <a:cubicBezTo>
                    <a:pt x="28821" y="13089"/>
                    <a:pt x="28810" y="13097"/>
                    <a:pt x="28794" y="13097"/>
                  </a:cubicBezTo>
                  <a:cubicBezTo>
                    <a:pt x="28772" y="13097"/>
                    <a:pt x="28741" y="13081"/>
                    <a:pt x="28721" y="13042"/>
                  </a:cubicBezTo>
                  <a:cubicBezTo>
                    <a:pt x="28677" y="12953"/>
                    <a:pt x="28677" y="12909"/>
                    <a:pt x="28711" y="12909"/>
                  </a:cubicBezTo>
                  <a:close/>
                  <a:moveTo>
                    <a:pt x="31385" y="12930"/>
                  </a:moveTo>
                  <a:cubicBezTo>
                    <a:pt x="31394" y="12930"/>
                    <a:pt x="31407" y="12934"/>
                    <a:pt x="31423" y="12942"/>
                  </a:cubicBezTo>
                  <a:cubicBezTo>
                    <a:pt x="31523" y="12942"/>
                    <a:pt x="31523" y="12976"/>
                    <a:pt x="31523" y="13076"/>
                  </a:cubicBezTo>
                  <a:cubicBezTo>
                    <a:pt x="31508" y="13106"/>
                    <a:pt x="31493" y="13122"/>
                    <a:pt x="31475" y="13122"/>
                  </a:cubicBezTo>
                  <a:cubicBezTo>
                    <a:pt x="31453" y="13122"/>
                    <a:pt x="31427" y="13097"/>
                    <a:pt x="31390" y="13042"/>
                  </a:cubicBezTo>
                  <a:cubicBezTo>
                    <a:pt x="31365" y="12967"/>
                    <a:pt x="31359" y="12930"/>
                    <a:pt x="31385" y="12930"/>
                  </a:cubicBezTo>
                  <a:close/>
                  <a:moveTo>
                    <a:pt x="19882" y="13076"/>
                  </a:moveTo>
                  <a:cubicBezTo>
                    <a:pt x="19915" y="13076"/>
                    <a:pt x="19948" y="13109"/>
                    <a:pt x="19948" y="13176"/>
                  </a:cubicBezTo>
                  <a:cubicBezTo>
                    <a:pt x="19948" y="13206"/>
                    <a:pt x="19955" y="13222"/>
                    <a:pt x="19969" y="13222"/>
                  </a:cubicBezTo>
                  <a:cubicBezTo>
                    <a:pt x="19985" y="13222"/>
                    <a:pt x="20012" y="13197"/>
                    <a:pt x="20048" y="13142"/>
                  </a:cubicBezTo>
                  <a:cubicBezTo>
                    <a:pt x="20082" y="13109"/>
                    <a:pt x="20107" y="13092"/>
                    <a:pt x="20123" y="13092"/>
                  </a:cubicBezTo>
                  <a:cubicBezTo>
                    <a:pt x="20140" y="13092"/>
                    <a:pt x="20148" y="13109"/>
                    <a:pt x="20148" y="13142"/>
                  </a:cubicBezTo>
                  <a:cubicBezTo>
                    <a:pt x="20148" y="13231"/>
                    <a:pt x="20060" y="13305"/>
                    <a:pt x="19980" y="13305"/>
                  </a:cubicBezTo>
                  <a:cubicBezTo>
                    <a:pt x="19941" y="13305"/>
                    <a:pt x="19904" y="13287"/>
                    <a:pt x="19882" y="13242"/>
                  </a:cubicBezTo>
                  <a:cubicBezTo>
                    <a:pt x="19815" y="13176"/>
                    <a:pt x="19848" y="13109"/>
                    <a:pt x="19882" y="13076"/>
                  </a:cubicBezTo>
                  <a:close/>
                  <a:moveTo>
                    <a:pt x="13047" y="12433"/>
                  </a:moveTo>
                  <a:cubicBezTo>
                    <a:pt x="13101" y="12433"/>
                    <a:pt x="13156" y="12487"/>
                    <a:pt x="13210" y="12542"/>
                  </a:cubicBezTo>
                  <a:cubicBezTo>
                    <a:pt x="13244" y="12642"/>
                    <a:pt x="13377" y="12709"/>
                    <a:pt x="13477" y="12709"/>
                  </a:cubicBezTo>
                  <a:cubicBezTo>
                    <a:pt x="13610" y="12709"/>
                    <a:pt x="13644" y="12742"/>
                    <a:pt x="13610" y="13009"/>
                  </a:cubicBezTo>
                  <a:cubicBezTo>
                    <a:pt x="13578" y="13255"/>
                    <a:pt x="13545" y="13380"/>
                    <a:pt x="13484" y="13380"/>
                  </a:cubicBezTo>
                  <a:cubicBezTo>
                    <a:pt x="13422" y="13380"/>
                    <a:pt x="13329" y="13247"/>
                    <a:pt x="13177" y="12976"/>
                  </a:cubicBezTo>
                  <a:cubicBezTo>
                    <a:pt x="13010" y="12642"/>
                    <a:pt x="12943" y="12475"/>
                    <a:pt x="13010" y="12442"/>
                  </a:cubicBezTo>
                  <a:cubicBezTo>
                    <a:pt x="13022" y="12436"/>
                    <a:pt x="13035" y="12433"/>
                    <a:pt x="13047" y="12433"/>
                  </a:cubicBezTo>
                  <a:close/>
                  <a:moveTo>
                    <a:pt x="29021" y="13476"/>
                  </a:moveTo>
                  <a:cubicBezTo>
                    <a:pt x="29055" y="13476"/>
                    <a:pt x="29088" y="13509"/>
                    <a:pt x="29155" y="13543"/>
                  </a:cubicBezTo>
                  <a:cubicBezTo>
                    <a:pt x="29222" y="13609"/>
                    <a:pt x="29222" y="13643"/>
                    <a:pt x="29188" y="13676"/>
                  </a:cubicBezTo>
                  <a:cubicBezTo>
                    <a:pt x="29179" y="13685"/>
                    <a:pt x="29168" y="13689"/>
                    <a:pt x="29156" y="13689"/>
                  </a:cubicBezTo>
                  <a:cubicBezTo>
                    <a:pt x="29122" y="13689"/>
                    <a:pt x="29079" y="13658"/>
                    <a:pt x="29055" y="13609"/>
                  </a:cubicBezTo>
                  <a:cubicBezTo>
                    <a:pt x="29021" y="13543"/>
                    <a:pt x="29021" y="13509"/>
                    <a:pt x="29021" y="13476"/>
                  </a:cubicBezTo>
                  <a:close/>
                  <a:moveTo>
                    <a:pt x="29343" y="13400"/>
                  </a:moveTo>
                  <a:cubicBezTo>
                    <a:pt x="29378" y="13400"/>
                    <a:pt x="29428" y="13455"/>
                    <a:pt x="29455" y="13509"/>
                  </a:cubicBezTo>
                  <a:cubicBezTo>
                    <a:pt x="29522" y="13609"/>
                    <a:pt x="29522" y="13676"/>
                    <a:pt x="29488" y="13709"/>
                  </a:cubicBezTo>
                  <a:cubicBezTo>
                    <a:pt x="29455" y="13709"/>
                    <a:pt x="29388" y="13676"/>
                    <a:pt x="29355" y="13576"/>
                  </a:cubicBezTo>
                  <a:cubicBezTo>
                    <a:pt x="29288" y="13509"/>
                    <a:pt x="29288" y="13409"/>
                    <a:pt x="29322" y="13409"/>
                  </a:cubicBezTo>
                  <a:cubicBezTo>
                    <a:pt x="29328" y="13403"/>
                    <a:pt x="29335" y="13400"/>
                    <a:pt x="29343" y="13400"/>
                  </a:cubicBezTo>
                  <a:close/>
                  <a:moveTo>
                    <a:pt x="31623" y="13309"/>
                  </a:moveTo>
                  <a:cubicBezTo>
                    <a:pt x="31790" y="13342"/>
                    <a:pt x="31790" y="13342"/>
                    <a:pt x="31723" y="13576"/>
                  </a:cubicBezTo>
                  <a:cubicBezTo>
                    <a:pt x="31670" y="13718"/>
                    <a:pt x="31608" y="13794"/>
                    <a:pt x="31571" y="13794"/>
                  </a:cubicBezTo>
                  <a:cubicBezTo>
                    <a:pt x="31538" y="13794"/>
                    <a:pt x="31525" y="13734"/>
                    <a:pt x="31557" y="13609"/>
                  </a:cubicBezTo>
                  <a:cubicBezTo>
                    <a:pt x="31577" y="13487"/>
                    <a:pt x="31523" y="13415"/>
                    <a:pt x="31462" y="13415"/>
                  </a:cubicBezTo>
                  <a:cubicBezTo>
                    <a:pt x="31424" y="13415"/>
                    <a:pt x="31382" y="13444"/>
                    <a:pt x="31356" y="13509"/>
                  </a:cubicBezTo>
                  <a:cubicBezTo>
                    <a:pt x="31337" y="13528"/>
                    <a:pt x="31318" y="13548"/>
                    <a:pt x="31299" y="13548"/>
                  </a:cubicBezTo>
                  <a:cubicBezTo>
                    <a:pt x="31285" y="13548"/>
                    <a:pt x="31271" y="13537"/>
                    <a:pt x="31256" y="13509"/>
                  </a:cubicBezTo>
                  <a:cubicBezTo>
                    <a:pt x="31190" y="13409"/>
                    <a:pt x="31390" y="13309"/>
                    <a:pt x="31623" y="13309"/>
                  </a:cubicBezTo>
                  <a:close/>
                  <a:moveTo>
                    <a:pt x="10830" y="12465"/>
                  </a:moveTo>
                  <a:cubicBezTo>
                    <a:pt x="10876" y="12465"/>
                    <a:pt x="10940" y="12481"/>
                    <a:pt x="11009" y="12509"/>
                  </a:cubicBezTo>
                  <a:cubicBezTo>
                    <a:pt x="11175" y="12609"/>
                    <a:pt x="11175" y="12642"/>
                    <a:pt x="11009" y="12709"/>
                  </a:cubicBezTo>
                  <a:cubicBezTo>
                    <a:pt x="10842" y="12809"/>
                    <a:pt x="10842" y="13076"/>
                    <a:pt x="10975" y="13142"/>
                  </a:cubicBezTo>
                  <a:cubicBezTo>
                    <a:pt x="11042" y="13176"/>
                    <a:pt x="11009" y="13209"/>
                    <a:pt x="10975" y="13209"/>
                  </a:cubicBezTo>
                  <a:cubicBezTo>
                    <a:pt x="10875" y="13242"/>
                    <a:pt x="10842" y="13409"/>
                    <a:pt x="10909" y="13676"/>
                  </a:cubicBezTo>
                  <a:cubicBezTo>
                    <a:pt x="10942" y="13776"/>
                    <a:pt x="10909" y="13876"/>
                    <a:pt x="10842" y="13910"/>
                  </a:cubicBezTo>
                  <a:cubicBezTo>
                    <a:pt x="10808" y="13921"/>
                    <a:pt x="10783" y="13928"/>
                    <a:pt x="10762" y="13928"/>
                  </a:cubicBezTo>
                  <a:cubicBezTo>
                    <a:pt x="10720" y="13928"/>
                    <a:pt x="10697" y="13898"/>
                    <a:pt x="10675" y="13809"/>
                  </a:cubicBezTo>
                  <a:cubicBezTo>
                    <a:pt x="10675" y="13743"/>
                    <a:pt x="10608" y="13576"/>
                    <a:pt x="10575" y="13443"/>
                  </a:cubicBezTo>
                  <a:cubicBezTo>
                    <a:pt x="10542" y="13309"/>
                    <a:pt x="10542" y="13242"/>
                    <a:pt x="10575" y="13242"/>
                  </a:cubicBezTo>
                  <a:cubicBezTo>
                    <a:pt x="10608" y="13242"/>
                    <a:pt x="10642" y="13109"/>
                    <a:pt x="10642" y="12942"/>
                  </a:cubicBezTo>
                  <a:cubicBezTo>
                    <a:pt x="10642" y="12775"/>
                    <a:pt x="10675" y="12642"/>
                    <a:pt x="10742" y="12642"/>
                  </a:cubicBezTo>
                  <a:cubicBezTo>
                    <a:pt x="10775" y="12642"/>
                    <a:pt x="10808" y="12609"/>
                    <a:pt x="10775" y="12575"/>
                  </a:cubicBezTo>
                  <a:cubicBezTo>
                    <a:pt x="10736" y="12497"/>
                    <a:pt x="10766" y="12465"/>
                    <a:pt x="10830" y="12465"/>
                  </a:cubicBezTo>
                  <a:close/>
                  <a:moveTo>
                    <a:pt x="19987" y="13722"/>
                  </a:moveTo>
                  <a:cubicBezTo>
                    <a:pt x="20025" y="13722"/>
                    <a:pt x="20073" y="13759"/>
                    <a:pt x="20115" y="13843"/>
                  </a:cubicBezTo>
                  <a:cubicBezTo>
                    <a:pt x="20182" y="13910"/>
                    <a:pt x="20148" y="14010"/>
                    <a:pt x="20082" y="14043"/>
                  </a:cubicBezTo>
                  <a:cubicBezTo>
                    <a:pt x="20045" y="14067"/>
                    <a:pt x="20017" y="14083"/>
                    <a:pt x="19995" y="14083"/>
                  </a:cubicBezTo>
                  <a:cubicBezTo>
                    <a:pt x="19957" y="14083"/>
                    <a:pt x="19936" y="14036"/>
                    <a:pt x="19915" y="13910"/>
                  </a:cubicBezTo>
                  <a:cubicBezTo>
                    <a:pt x="19896" y="13793"/>
                    <a:pt x="19933" y="13722"/>
                    <a:pt x="19987" y="13722"/>
                  </a:cubicBezTo>
                  <a:close/>
                  <a:moveTo>
                    <a:pt x="27749" y="11904"/>
                  </a:moveTo>
                  <a:cubicBezTo>
                    <a:pt x="27804" y="11904"/>
                    <a:pt x="27890" y="11972"/>
                    <a:pt x="27987" y="12108"/>
                  </a:cubicBezTo>
                  <a:cubicBezTo>
                    <a:pt x="28054" y="12208"/>
                    <a:pt x="28321" y="12675"/>
                    <a:pt x="28588" y="13109"/>
                  </a:cubicBezTo>
                  <a:cubicBezTo>
                    <a:pt x="29021" y="13776"/>
                    <a:pt x="29055" y="13910"/>
                    <a:pt x="28988" y="14043"/>
                  </a:cubicBezTo>
                  <a:cubicBezTo>
                    <a:pt x="28955" y="14143"/>
                    <a:pt x="28888" y="14243"/>
                    <a:pt x="28855" y="14276"/>
                  </a:cubicBezTo>
                  <a:cubicBezTo>
                    <a:pt x="28852" y="14278"/>
                    <a:pt x="28848" y="14279"/>
                    <a:pt x="28845" y="14279"/>
                  </a:cubicBezTo>
                  <a:cubicBezTo>
                    <a:pt x="28770" y="14279"/>
                    <a:pt x="28583" y="13959"/>
                    <a:pt x="28488" y="13609"/>
                  </a:cubicBezTo>
                  <a:cubicBezTo>
                    <a:pt x="28454" y="13443"/>
                    <a:pt x="28254" y="13042"/>
                    <a:pt x="28054" y="12709"/>
                  </a:cubicBezTo>
                  <a:cubicBezTo>
                    <a:pt x="27854" y="12375"/>
                    <a:pt x="27687" y="12075"/>
                    <a:pt x="27687" y="12008"/>
                  </a:cubicBezTo>
                  <a:cubicBezTo>
                    <a:pt x="27687" y="11939"/>
                    <a:pt x="27710" y="11904"/>
                    <a:pt x="27749" y="11904"/>
                  </a:cubicBezTo>
                  <a:close/>
                  <a:moveTo>
                    <a:pt x="20048" y="14210"/>
                  </a:moveTo>
                  <a:cubicBezTo>
                    <a:pt x="20115" y="14210"/>
                    <a:pt x="20182" y="14243"/>
                    <a:pt x="20182" y="14276"/>
                  </a:cubicBezTo>
                  <a:cubicBezTo>
                    <a:pt x="20215" y="14310"/>
                    <a:pt x="20215" y="14377"/>
                    <a:pt x="20182" y="14377"/>
                  </a:cubicBezTo>
                  <a:cubicBezTo>
                    <a:pt x="20164" y="14385"/>
                    <a:pt x="20146" y="14390"/>
                    <a:pt x="20129" y="14390"/>
                  </a:cubicBezTo>
                  <a:cubicBezTo>
                    <a:pt x="20082" y="14390"/>
                    <a:pt x="20039" y="14359"/>
                    <a:pt x="20015" y="14310"/>
                  </a:cubicBezTo>
                  <a:cubicBezTo>
                    <a:pt x="19982" y="14243"/>
                    <a:pt x="20015" y="14210"/>
                    <a:pt x="20048" y="14210"/>
                  </a:cubicBezTo>
                  <a:close/>
                  <a:moveTo>
                    <a:pt x="7685" y="14096"/>
                  </a:moveTo>
                  <a:cubicBezTo>
                    <a:pt x="7707" y="14096"/>
                    <a:pt x="7726" y="14100"/>
                    <a:pt x="7740" y="14110"/>
                  </a:cubicBezTo>
                  <a:cubicBezTo>
                    <a:pt x="7806" y="14143"/>
                    <a:pt x="7806" y="14210"/>
                    <a:pt x="7773" y="14276"/>
                  </a:cubicBezTo>
                  <a:cubicBezTo>
                    <a:pt x="7733" y="14357"/>
                    <a:pt x="7607" y="14401"/>
                    <a:pt x="7499" y="14401"/>
                  </a:cubicBezTo>
                  <a:cubicBezTo>
                    <a:pt x="7428" y="14401"/>
                    <a:pt x="7366" y="14383"/>
                    <a:pt x="7339" y="14343"/>
                  </a:cubicBezTo>
                  <a:cubicBezTo>
                    <a:pt x="7282" y="14257"/>
                    <a:pt x="7546" y="14096"/>
                    <a:pt x="7685" y="14096"/>
                  </a:cubicBezTo>
                  <a:close/>
                  <a:moveTo>
                    <a:pt x="31657" y="13876"/>
                  </a:moveTo>
                  <a:cubicBezTo>
                    <a:pt x="31723" y="13876"/>
                    <a:pt x="31857" y="13943"/>
                    <a:pt x="31924" y="14076"/>
                  </a:cubicBezTo>
                  <a:cubicBezTo>
                    <a:pt x="32057" y="14243"/>
                    <a:pt x="32057" y="14310"/>
                    <a:pt x="31957" y="14377"/>
                  </a:cubicBezTo>
                  <a:cubicBezTo>
                    <a:pt x="31915" y="14402"/>
                    <a:pt x="31876" y="14412"/>
                    <a:pt x="31842" y="14412"/>
                  </a:cubicBezTo>
                  <a:cubicBezTo>
                    <a:pt x="31742" y="14412"/>
                    <a:pt x="31698" y="14318"/>
                    <a:pt x="31823" y="14243"/>
                  </a:cubicBezTo>
                  <a:cubicBezTo>
                    <a:pt x="31857" y="14210"/>
                    <a:pt x="31823" y="14210"/>
                    <a:pt x="31723" y="14210"/>
                  </a:cubicBezTo>
                  <a:cubicBezTo>
                    <a:pt x="31657" y="14210"/>
                    <a:pt x="31523" y="14143"/>
                    <a:pt x="31490" y="14076"/>
                  </a:cubicBezTo>
                  <a:cubicBezTo>
                    <a:pt x="31465" y="14027"/>
                    <a:pt x="31459" y="13997"/>
                    <a:pt x="31483" y="13997"/>
                  </a:cubicBezTo>
                  <a:cubicBezTo>
                    <a:pt x="31492" y="13997"/>
                    <a:pt x="31505" y="14001"/>
                    <a:pt x="31523" y="14010"/>
                  </a:cubicBezTo>
                  <a:cubicBezTo>
                    <a:pt x="31547" y="14033"/>
                    <a:pt x="31604" y="14057"/>
                    <a:pt x="31647" y="14057"/>
                  </a:cubicBezTo>
                  <a:cubicBezTo>
                    <a:pt x="31665" y="14057"/>
                    <a:pt x="31680" y="14053"/>
                    <a:pt x="31690" y="14043"/>
                  </a:cubicBezTo>
                  <a:cubicBezTo>
                    <a:pt x="31723" y="14010"/>
                    <a:pt x="31723" y="13976"/>
                    <a:pt x="31657" y="13943"/>
                  </a:cubicBezTo>
                  <a:cubicBezTo>
                    <a:pt x="31590" y="13910"/>
                    <a:pt x="31590" y="13910"/>
                    <a:pt x="31657" y="13876"/>
                  </a:cubicBezTo>
                  <a:close/>
                  <a:moveTo>
                    <a:pt x="17313" y="14610"/>
                  </a:moveTo>
                  <a:cubicBezTo>
                    <a:pt x="17380" y="14643"/>
                    <a:pt x="17346" y="14710"/>
                    <a:pt x="17280" y="14743"/>
                  </a:cubicBezTo>
                  <a:cubicBezTo>
                    <a:pt x="17263" y="14760"/>
                    <a:pt x="17238" y="14768"/>
                    <a:pt x="17213" y="14768"/>
                  </a:cubicBezTo>
                  <a:cubicBezTo>
                    <a:pt x="17188" y="14768"/>
                    <a:pt x="17163" y="14760"/>
                    <a:pt x="17146" y="14743"/>
                  </a:cubicBezTo>
                  <a:cubicBezTo>
                    <a:pt x="17113" y="14677"/>
                    <a:pt x="17113" y="14643"/>
                    <a:pt x="17146" y="14610"/>
                  </a:cubicBezTo>
                  <a:close/>
                  <a:moveTo>
                    <a:pt x="7961" y="14578"/>
                  </a:moveTo>
                  <a:cubicBezTo>
                    <a:pt x="7973" y="14578"/>
                    <a:pt x="7973" y="14602"/>
                    <a:pt x="7973" y="14643"/>
                  </a:cubicBezTo>
                  <a:cubicBezTo>
                    <a:pt x="7973" y="14710"/>
                    <a:pt x="7906" y="14777"/>
                    <a:pt x="7840" y="14810"/>
                  </a:cubicBezTo>
                  <a:cubicBezTo>
                    <a:pt x="7804" y="14834"/>
                    <a:pt x="7781" y="14845"/>
                    <a:pt x="7770" y="14845"/>
                  </a:cubicBezTo>
                  <a:cubicBezTo>
                    <a:pt x="7748" y="14845"/>
                    <a:pt x="7763" y="14808"/>
                    <a:pt x="7806" y="14743"/>
                  </a:cubicBezTo>
                  <a:cubicBezTo>
                    <a:pt x="7904" y="14626"/>
                    <a:pt x="7945" y="14578"/>
                    <a:pt x="7961" y="14578"/>
                  </a:cubicBezTo>
                  <a:close/>
                  <a:moveTo>
                    <a:pt x="29152" y="14798"/>
                  </a:moveTo>
                  <a:cubicBezTo>
                    <a:pt x="29186" y="14798"/>
                    <a:pt x="29230" y="14835"/>
                    <a:pt x="29255" y="14910"/>
                  </a:cubicBezTo>
                  <a:cubicBezTo>
                    <a:pt x="29322" y="14977"/>
                    <a:pt x="29288" y="15077"/>
                    <a:pt x="29222" y="15110"/>
                  </a:cubicBezTo>
                  <a:cubicBezTo>
                    <a:pt x="29205" y="15119"/>
                    <a:pt x="29190" y="15123"/>
                    <a:pt x="29177" y="15123"/>
                  </a:cubicBezTo>
                  <a:cubicBezTo>
                    <a:pt x="29138" y="15123"/>
                    <a:pt x="29113" y="15085"/>
                    <a:pt x="29088" y="15010"/>
                  </a:cubicBezTo>
                  <a:cubicBezTo>
                    <a:pt x="29055" y="14910"/>
                    <a:pt x="29055" y="14810"/>
                    <a:pt x="29122" y="14810"/>
                  </a:cubicBezTo>
                  <a:cubicBezTo>
                    <a:pt x="29130" y="14802"/>
                    <a:pt x="29140" y="14798"/>
                    <a:pt x="29152" y="14798"/>
                  </a:cubicBezTo>
                  <a:close/>
                  <a:moveTo>
                    <a:pt x="11980" y="15289"/>
                  </a:moveTo>
                  <a:cubicBezTo>
                    <a:pt x="11998" y="15289"/>
                    <a:pt x="12009" y="15297"/>
                    <a:pt x="12009" y="15311"/>
                  </a:cubicBezTo>
                  <a:cubicBezTo>
                    <a:pt x="11976" y="15344"/>
                    <a:pt x="11909" y="15411"/>
                    <a:pt x="11876" y="15411"/>
                  </a:cubicBezTo>
                  <a:cubicBezTo>
                    <a:pt x="11809" y="15411"/>
                    <a:pt x="11809" y="15377"/>
                    <a:pt x="11876" y="15344"/>
                  </a:cubicBezTo>
                  <a:cubicBezTo>
                    <a:pt x="11915" y="15305"/>
                    <a:pt x="11954" y="15289"/>
                    <a:pt x="11980" y="15289"/>
                  </a:cubicBezTo>
                  <a:close/>
                  <a:moveTo>
                    <a:pt x="19081" y="13367"/>
                  </a:moveTo>
                  <a:cubicBezTo>
                    <a:pt x="19127" y="13367"/>
                    <a:pt x="19154" y="13421"/>
                    <a:pt x="19181" y="13476"/>
                  </a:cubicBezTo>
                  <a:cubicBezTo>
                    <a:pt x="19214" y="13576"/>
                    <a:pt x="19248" y="13743"/>
                    <a:pt x="19281" y="13843"/>
                  </a:cubicBezTo>
                  <a:cubicBezTo>
                    <a:pt x="19348" y="13976"/>
                    <a:pt x="19315" y="14110"/>
                    <a:pt x="19281" y="14143"/>
                  </a:cubicBezTo>
                  <a:cubicBezTo>
                    <a:pt x="19214" y="14176"/>
                    <a:pt x="19214" y="14276"/>
                    <a:pt x="19248" y="14377"/>
                  </a:cubicBezTo>
                  <a:cubicBezTo>
                    <a:pt x="19315" y="14543"/>
                    <a:pt x="19315" y="14577"/>
                    <a:pt x="18881" y="14844"/>
                  </a:cubicBezTo>
                  <a:cubicBezTo>
                    <a:pt x="18781" y="14910"/>
                    <a:pt x="18747" y="15010"/>
                    <a:pt x="18781" y="15144"/>
                  </a:cubicBezTo>
                  <a:cubicBezTo>
                    <a:pt x="18814" y="15244"/>
                    <a:pt x="18814" y="15444"/>
                    <a:pt x="18747" y="15544"/>
                  </a:cubicBezTo>
                  <a:cubicBezTo>
                    <a:pt x="18695" y="15649"/>
                    <a:pt x="18670" y="15699"/>
                    <a:pt x="18649" y="15699"/>
                  </a:cubicBezTo>
                  <a:cubicBezTo>
                    <a:pt x="18629" y="15699"/>
                    <a:pt x="18613" y="15657"/>
                    <a:pt x="18581" y="15577"/>
                  </a:cubicBezTo>
                  <a:cubicBezTo>
                    <a:pt x="18547" y="15444"/>
                    <a:pt x="18547" y="15277"/>
                    <a:pt x="18614" y="15210"/>
                  </a:cubicBezTo>
                  <a:cubicBezTo>
                    <a:pt x="18647" y="15110"/>
                    <a:pt x="18681" y="15010"/>
                    <a:pt x="18647" y="14944"/>
                  </a:cubicBezTo>
                  <a:cubicBezTo>
                    <a:pt x="18581" y="14844"/>
                    <a:pt x="18948" y="13443"/>
                    <a:pt x="19048" y="13376"/>
                  </a:cubicBezTo>
                  <a:cubicBezTo>
                    <a:pt x="19060" y="13370"/>
                    <a:pt x="19071" y="13367"/>
                    <a:pt x="19081" y="13367"/>
                  </a:cubicBezTo>
                  <a:close/>
                  <a:moveTo>
                    <a:pt x="7850" y="15596"/>
                  </a:moveTo>
                  <a:cubicBezTo>
                    <a:pt x="7884" y="15596"/>
                    <a:pt x="7929" y="15611"/>
                    <a:pt x="7973" y="15611"/>
                  </a:cubicBezTo>
                  <a:cubicBezTo>
                    <a:pt x="8006" y="15644"/>
                    <a:pt x="8006" y="15711"/>
                    <a:pt x="7940" y="15744"/>
                  </a:cubicBezTo>
                  <a:cubicBezTo>
                    <a:pt x="7912" y="15758"/>
                    <a:pt x="7884" y="15766"/>
                    <a:pt x="7859" y="15766"/>
                  </a:cubicBezTo>
                  <a:cubicBezTo>
                    <a:pt x="7824" y="15766"/>
                    <a:pt x="7793" y="15750"/>
                    <a:pt x="7773" y="15711"/>
                  </a:cubicBezTo>
                  <a:cubicBezTo>
                    <a:pt x="7740" y="15677"/>
                    <a:pt x="7773" y="15644"/>
                    <a:pt x="7806" y="15611"/>
                  </a:cubicBezTo>
                  <a:cubicBezTo>
                    <a:pt x="7817" y="15600"/>
                    <a:pt x="7832" y="15596"/>
                    <a:pt x="7850" y="15596"/>
                  </a:cubicBezTo>
                  <a:close/>
                  <a:moveTo>
                    <a:pt x="7908" y="15864"/>
                  </a:moveTo>
                  <a:cubicBezTo>
                    <a:pt x="7940" y="15864"/>
                    <a:pt x="7973" y="15887"/>
                    <a:pt x="7973" y="15911"/>
                  </a:cubicBezTo>
                  <a:cubicBezTo>
                    <a:pt x="8006" y="15944"/>
                    <a:pt x="8006" y="16011"/>
                    <a:pt x="7973" y="16044"/>
                  </a:cubicBezTo>
                  <a:cubicBezTo>
                    <a:pt x="7959" y="16073"/>
                    <a:pt x="7945" y="16083"/>
                    <a:pt x="7931" y="16083"/>
                  </a:cubicBezTo>
                  <a:cubicBezTo>
                    <a:pt x="7912" y="16083"/>
                    <a:pt x="7892" y="16064"/>
                    <a:pt x="7873" y="16044"/>
                  </a:cubicBezTo>
                  <a:cubicBezTo>
                    <a:pt x="7840" y="15978"/>
                    <a:pt x="7840" y="15911"/>
                    <a:pt x="7873" y="15878"/>
                  </a:cubicBezTo>
                  <a:cubicBezTo>
                    <a:pt x="7883" y="15868"/>
                    <a:pt x="7895" y="15864"/>
                    <a:pt x="7908" y="15864"/>
                  </a:cubicBezTo>
                  <a:close/>
                  <a:moveTo>
                    <a:pt x="18795" y="15906"/>
                  </a:moveTo>
                  <a:cubicBezTo>
                    <a:pt x="18819" y="15906"/>
                    <a:pt x="18850" y="15931"/>
                    <a:pt x="18881" y="15978"/>
                  </a:cubicBezTo>
                  <a:cubicBezTo>
                    <a:pt x="18914" y="16044"/>
                    <a:pt x="18914" y="16111"/>
                    <a:pt x="18848" y="16111"/>
                  </a:cubicBezTo>
                  <a:cubicBezTo>
                    <a:pt x="18781" y="16111"/>
                    <a:pt x="18747" y="16044"/>
                    <a:pt x="18747" y="16011"/>
                  </a:cubicBezTo>
                  <a:cubicBezTo>
                    <a:pt x="18747" y="15940"/>
                    <a:pt x="18767" y="15906"/>
                    <a:pt x="18795" y="15906"/>
                  </a:cubicBezTo>
                  <a:close/>
                  <a:moveTo>
                    <a:pt x="1729" y="16032"/>
                  </a:moveTo>
                  <a:cubicBezTo>
                    <a:pt x="1783" y="16032"/>
                    <a:pt x="1802" y="16076"/>
                    <a:pt x="1802" y="16178"/>
                  </a:cubicBezTo>
                  <a:cubicBezTo>
                    <a:pt x="1825" y="16315"/>
                    <a:pt x="1785" y="16405"/>
                    <a:pt x="1725" y="16405"/>
                  </a:cubicBezTo>
                  <a:cubicBezTo>
                    <a:pt x="1698" y="16405"/>
                    <a:pt x="1667" y="16386"/>
                    <a:pt x="1635" y="16345"/>
                  </a:cubicBezTo>
                  <a:cubicBezTo>
                    <a:pt x="1569" y="16211"/>
                    <a:pt x="1569" y="16111"/>
                    <a:pt x="1669" y="16044"/>
                  </a:cubicBezTo>
                  <a:cubicBezTo>
                    <a:pt x="1692" y="16037"/>
                    <a:pt x="1712" y="16032"/>
                    <a:pt x="1729" y="16032"/>
                  </a:cubicBezTo>
                  <a:close/>
                  <a:moveTo>
                    <a:pt x="7936" y="16520"/>
                  </a:moveTo>
                  <a:cubicBezTo>
                    <a:pt x="7956" y="16520"/>
                    <a:pt x="7973" y="16528"/>
                    <a:pt x="7973" y="16545"/>
                  </a:cubicBezTo>
                  <a:cubicBezTo>
                    <a:pt x="7973" y="16545"/>
                    <a:pt x="7973" y="16611"/>
                    <a:pt x="7940" y="16645"/>
                  </a:cubicBezTo>
                  <a:cubicBezTo>
                    <a:pt x="7920" y="16684"/>
                    <a:pt x="7901" y="16700"/>
                    <a:pt x="7881" y="16700"/>
                  </a:cubicBezTo>
                  <a:cubicBezTo>
                    <a:pt x="7867" y="16700"/>
                    <a:pt x="7854" y="16692"/>
                    <a:pt x="7840" y="16678"/>
                  </a:cubicBezTo>
                  <a:cubicBezTo>
                    <a:pt x="7840" y="16611"/>
                    <a:pt x="7840" y="16578"/>
                    <a:pt x="7873" y="16545"/>
                  </a:cubicBezTo>
                  <a:cubicBezTo>
                    <a:pt x="7890" y="16528"/>
                    <a:pt x="7915" y="16520"/>
                    <a:pt x="7936" y="16520"/>
                  </a:cubicBezTo>
                  <a:close/>
                  <a:moveTo>
                    <a:pt x="17380" y="15744"/>
                  </a:moveTo>
                  <a:cubicBezTo>
                    <a:pt x="17413" y="15744"/>
                    <a:pt x="17447" y="15811"/>
                    <a:pt x="17447" y="15911"/>
                  </a:cubicBezTo>
                  <a:cubicBezTo>
                    <a:pt x="17447" y="16011"/>
                    <a:pt x="17480" y="16178"/>
                    <a:pt x="17480" y="16278"/>
                  </a:cubicBezTo>
                  <a:cubicBezTo>
                    <a:pt x="17480" y="16378"/>
                    <a:pt x="17513" y="16545"/>
                    <a:pt x="17580" y="16611"/>
                  </a:cubicBezTo>
                  <a:cubicBezTo>
                    <a:pt x="17647" y="16678"/>
                    <a:pt x="17613" y="16778"/>
                    <a:pt x="17547" y="16812"/>
                  </a:cubicBezTo>
                  <a:cubicBezTo>
                    <a:pt x="17504" y="16837"/>
                    <a:pt x="17468" y="16850"/>
                    <a:pt x="17438" y="16850"/>
                  </a:cubicBezTo>
                  <a:cubicBezTo>
                    <a:pt x="17352" y="16850"/>
                    <a:pt x="17322" y="16743"/>
                    <a:pt x="17346" y="16545"/>
                  </a:cubicBezTo>
                  <a:cubicBezTo>
                    <a:pt x="17380" y="16411"/>
                    <a:pt x="17346" y="16245"/>
                    <a:pt x="17313" y="16178"/>
                  </a:cubicBezTo>
                  <a:cubicBezTo>
                    <a:pt x="17246" y="16044"/>
                    <a:pt x="17280" y="15811"/>
                    <a:pt x="17380" y="15744"/>
                  </a:cubicBezTo>
                  <a:close/>
                  <a:moveTo>
                    <a:pt x="5855" y="16787"/>
                  </a:moveTo>
                  <a:cubicBezTo>
                    <a:pt x="5872" y="16787"/>
                    <a:pt x="5888" y="16795"/>
                    <a:pt x="5905" y="16812"/>
                  </a:cubicBezTo>
                  <a:cubicBezTo>
                    <a:pt x="5905" y="16812"/>
                    <a:pt x="5905" y="16878"/>
                    <a:pt x="5872" y="16912"/>
                  </a:cubicBezTo>
                  <a:cubicBezTo>
                    <a:pt x="5852" y="16951"/>
                    <a:pt x="5833" y="16967"/>
                    <a:pt x="5813" y="16967"/>
                  </a:cubicBezTo>
                  <a:cubicBezTo>
                    <a:pt x="5799" y="16967"/>
                    <a:pt x="5785" y="16959"/>
                    <a:pt x="5772" y="16945"/>
                  </a:cubicBezTo>
                  <a:cubicBezTo>
                    <a:pt x="5738" y="16878"/>
                    <a:pt x="5772" y="16845"/>
                    <a:pt x="5805" y="16812"/>
                  </a:cubicBezTo>
                  <a:cubicBezTo>
                    <a:pt x="5822" y="16795"/>
                    <a:pt x="5838" y="16787"/>
                    <a:pt x="5855" y="16787"/>
                  </a:cubicBezTo>
                  <a:close/>
                  <a:moveTo>
                    <a:pt x="18793" y="16666"/>
                  </a:moveTo>
                  <a:cubicBezTo>
                    <a:pt x="18863" y="16666"/>
                    <a:pt x="18889" y="16710"/>
                    <a:pt x="18914" y="16812"/>
                  </a:cubicBezTo>
                  <a:cubicBezTo>
                    <a:pt x="18969" y="16993"/>
                    <a:pt x="18974" y="17076"/>
                    <a:pt x="18929" y="17076"/>
                  </a:cubicBezTo>
                  <a:cubicBezTo>
                    <a:pt x="18892" y="17076"/>
                    <a:pt x="18820" y="17018"/>
                    <a:pt x="18714" y="16912"/>
                  </a:cubicBezTo>
                  <a:cubicBezTo>
                    <a:pt x="18581" y="16778"/>
                    <a:pt x="18581" y="16745"/>
                    <a:pt x="18714" y="16678"/>
                  </a:cubicBezTo>
                  <a:cubicBezTo>
                    <a:pt x="18746" y="16670"/>
                    <a:pt x="18772" y="16666"/>
                    <a:pt x="18793" y="16666"/>
                  </a:cubicBezTo>
                  <a:close/>
                  <a:moveTo>
                    <a:pt x="5519" y="17103"/>
                  </a:moveTo>
                  <a:cubicBezTo>
                    <a:pt x="5537" y="17103"/>
                    <a:pt x="5532" y="17168"/>
                    <a:pt x="5505" y="17279"/>
                  </a:cubicBezTo>
                  <a:cubicBezTo>
                    <a:pt x="5505" y="17412"/>
                    <a:pt x="5438" y="17512"/>
                    <a:pt x="5405" y="17545"/>
                  </a:cubicBezTo>
                  <a:cubicBezTo>
                    <a:pt x="5371" y="17545"/>
                    <a:pt x="5371" y="17479"/>
                    <a:pt x="5405" y="17345"/>
                  </a:cubicBezTo>
                  <a:cubicBezTo>
                    <a:pt x="5438" y="17212"/>
                    <a:pt x="5471" y="17112"/>
                    <a:pt x="5505" y="17112"/>
                  </a:cubicBezTo>
                  <a:cubicBezTo>
                    <a:pt x="5510" y="17106"/>
                    <a:pt x="5515" y="17103"/>
                    <a:pt x="5519" y="17103"/>
                  </a:cubicBezTo>
                  <a:close/>
                  <a:moveTo>
                    <a:pt x="17619" y="17439"/>
                  </a:moveTo>
                  <a:cubicBezTo>
                    <a:pt x="17653" y="17439"/>
                    <a:pt x="17688" y="17461"/>
                    <a:pt x="17713" y="17512"/>
                  </a:cubicBezTo>
                  <a:cubicBezTo>
                    <a:pt x="17747" y="17545"/>
                    <a:pt x="17713" y="17612"/>
                    <a:pt x="17647" y="17646"/>
                  </a:cubicBezTo>
                  <a:cubicBezTo>
                    <a:pt x="17629" y="17654"/>
                    <a:pt x="17613" y="17659"/>
                    <a:pt x="17600" y="17659"/>
                  </a:cubicBezTo>
                  <a:cubicBezTo>
                    <a:pt x="17562" y="17659"/>
                    <a:pt x="17538" y="17628"/>
                    <a:pt x="17513" y="17579"/>
                  </a:cubicBezTo>
                  <a:cubicBezTo>
                    <a:pt x="17513" y="17496"/>
                    <a:pt x="17564" y="17439"/>
                    <a:pt x="17619" y="17439"/>
                  </a:cubicBezTo>
                  <a:close/>
                  <a:moveTo>
                    <a:pt x="15683" y="17400"/>
                  </a:moveTo>
                  <a:cubicBezTo>
                    <a:pt x="15699" y="17400"/>
                    <a:pt x="15720" y="17404"/>
                    <a:pt x="15745" y="17412"/>
                  </a:cubicBezTo>
                  <a:cubicBezTo>
                    <a:pt x="15845" y="17445"/>
                    <a:pt x="15879" y="17479"/>
                    <a:pt x="15812" y="17579"/>
                  </a:cubicBezTo>
                  <a:cubicBezTo>
                    <a:pt x="15783" y="17651"/>
                    <a:pt x="15754" y="17686"/>
                    <a:pt x="15728" y="17686"/>
                  </a:cubicBezTo>
                  <a:cubicBezTo>
                    <a:pt x="15694" y="17686"/>
                    <a:pt x="15664" y="17626"/>
                    <a:pt x="15645" y="17512"/>
                  </a:cubicBezTo>
                  <a:cubicBezTo>
                    <a:pt x="15620" y="17437"/>
                    <a:pt x="15633" y="17400"/>
                    <a:pt x="15683" y="17400"/>
                  </a:cubicBezTo>
                  <a:close/>
                  <a:moveTo>
                    <a:pt x="18781" y="17245"/>
                  </a:moveTo>
                  <a:lnTo>
                    <a:pt x="18781" y="17245"/>
                  </a:lnTo>
                  <a:cubicBezTo>
                    <a:pt x="18814" y="17245"/>
                    <a:pt x="18881" y="17345"/>
                    <a:pt x="18948" y="17445"/>
                  </a:cubicBezTo>
                  <a:cubicBezTo>
                    <a:pt x="19014" y="17579"/>
                    <a:pt x="19014" y="17712"/>
                    <a:pt x="18981" y="17712"/>
                  </a:cubicBezTo>
                  <a:cubicBezTo>
                    <a:pt x="18973" y="17721"/>
                    <a:pt x="18964" y="17725"/>
                    <a:pt x="18956" y="17725"/>
                  </a:cubicBezTo>
                  <a:cubicBezTo>
                    <a:pt x="18933" y="17725"/>
                    <a:pt x="18914" y="17687"/>
                    <a:pt x="18914" y="17612"/>
                  </a:cubicBezTo>
                  <a:cubicBezTo>
                    <a:pt x="18881" y="17545"/>
                    <a:pt x="18848" y="17445"/>
                    <a:pt x="18814" y="17379"/>
                  </a:cubicBezTo>
                  <a:cubicBezTo>
                    <a:pt x="18781" y="17312"/>
                    <a:pt x="18781" y="17279"/>
                    <a:pt x="18781" y="17245"/>
                  </a:cubicBezTo>
                  <a:close/>
                  <a:moveTo>
                    <a:pt x="18714" y="17779"/>
                  </a:moveTo>
                  <a:cubicBezTo>
                    <a:pt x="18747" y="17779"/>
                    <a:pt x="18781" y="17779"/>
                    <a:pt x="18814" y="17846"/>
                  </a:cubicBezTo>
                  <a:cubicBezTo>
                    <a:pt x="18814" y="17879"/>
                    <a:pt x="18814" y="17946"/>
                    <a:pt x="18781" y="17946"/>
                  </a:cubicBezTo>
                  <a:cubicBezTo>
                    <a:pt x="18761" y="17956"/>
                    <a:pt x="18745" y="17960"/>
                    <a:pt x="18731" y="17960"/>
                  </a:cubicBezTo>
                  <a:cubicBezTo>
                    <a:pt x="18697" y="17960"/>
                    <a:pt x="18681" y="17936"/>
                    <a:pt x="18681" y="17912"/>
                  </a:cubicBezTo>
                  <a:cubicBezTo>
                    <a:pt x="18681" y="17846"/>
                    <a:pt x="18714" y="17812"/>
                    <a:pt x="18714" y="17779"/>
                  </a:cubicBezTo>
                  <a:close/>
                  <a:moveTo>
                    <a:pt x="5091" y="17065"/>
                  </a:moveTo>
                  <a:cubicBezTo>
                    <a:pt x="5101" y="17065"/>
                    <a:pt x="5126" y="17082"/>
                    <a:pt x="5171" y="17112"/>
                  </a:cubicBezTo>
                  <a:cubicBezTo>
                    <a:pt x="5204" y="17145"/>
                    <a:pt x="5204" y="17379"/>
                    <a:pt x="5138" y="17579"/>
                  </a:cubicBezTo>
                  <a:cubicBezTo>
                    <a:pt x="5038" y="17812"/>
                    <a:pt x="5004" y="18046"/>
                    <a:pt x="5071" y="18079"/>
                  </a:cubicBezTo>
                  <a:cubicBezTo>
                    <a:pt x="5104" y="18146"/>
                    <a:pt x="5104" y="18213"/>
                    <a:pt x="5071" y="18213"/>
                  </a:cubicBezTo>
                  <a:cubicBezTo>
                    <a:pt x="5043" y="18227"/>
                    <a:pt x="5006" y="18233"/>
                    <a:pt x="4967" y="18233"/>
                  </a:cubicBezTo>
                  <a:cubicBezTo>
                    <a:pt x="4820" y="18233"/>
                    <a:pt x="4623" y="18144"/>
                    <a:pt x="4571" y="18012"/>
                  </a:cubicBezTo>
                  <a:cubicBezTo>
                    <a:pt x="4504" y="17912"/>
                    <a:pt x="4537" y="17846"/>
                    <a:pt x="4904" y="17479"/>
                  </a:cubicBezTo>
                  <a:cubicBezTo>
                    <a:pt x="5004" y="17379"/>
                    <a:pt x="5104" y="17245"/>
                    <a:pt x="5104" y="17145"/>
                  </a:cubicBezTo>
                  <a:cubicBezTo>
                    <a:pt x="5086" y="17090"/>
                    <a:pt x="5078" y="17065"/>
                    <a:pt x="5091" y="17065"/>
                  </a:cubicBezTo>
                  <a:close/>
                  <a:moveTo>
                    <a:pt x="11644" y="12829"/>
                  </a:moveTo>
                  <a:cubicBezTo>
                    <a:pt x="11682" y="12829"/>
                    <a:pt x="11716" y="12833"/>
                    <a:pt x="11742" y="12842"/>
                  </a:cubicBezTo>
                  <a:cubicBezTo>
                    <a:pt x="11909" y="12842"/>
                    <a:pt x="11943" y="12875"/>
                    <a:pt x="11943" y="13076"/>
                  </a:cubicBezTo>
                  <a:cubicBezTo>
                    <a:pt x="11976" y="13209"/>
                    <a:pt x="12009" y="13309"/>
                    <a:pt x="12043" y="13342"/>
                  </a:cubicBezTo>
                  <a:cubicBezTo>
                    <a:pt x="12143" y="13409"/>
                    <a:pt x="12076" y="13709"/>
                    <a:pt x="11809" y="14477"/>
                  </a:cubicBezTo>
                  <a:cubicBezTo>
                    <a:pt x="11676" y="14844"/>
                    <a:pt x="11642" y="15311"/>
                    <a:pt x="11709" y="15544"/>
                  </a:cubicBezTo>
                  <a:cubicBezTo>
                    <a:pt x="11709" y="15577"/>
                    <a:pt x="11742" y="15644"/>
                    <a:pt x="11742" y="15677"/>
                  </a:cubicBezTo>
                  <a:cubicBezTo>
                    <a:pt x="11742" y="15711"/>
                    <a:pt x="11776" y="15744"/>
                    <a:pt x="11809" y="15778"/>
                  </a:cubicBezTo>
                  <a:cubicBezTo>
                    <a:pt x="11809" y="15811"/>
                    <a:pt x="11809" y="15844"/>
                    <a:pt x="11776" y="15878"/>
                  </a:cubicBezTo>
                  <a:cubicBezTo>
                    <a:pt x="11742" y="15911"/>
                    <a:pt x="11742" y="16011"/>
                    <a:pt x="11809" y="16111"/>
                  </a:cubicBezTo>
                  <a:cubicBezTo>
                    <a:pt x="11876" y="16211"/>
                    <a:pt x="11876" y="16345"/>
                    <a:pt x="11809" y="16411"/>
                  </a:cubicBezTo>
                  <a:cubicBezTo>
                    <a:pt x="11676" y="16578"/>
                    <a:pt x="11642" y="16845"/>
                    <a:pt x="11709" y="16878"/>
                  </a:cubicBezTo>
                  <a:cubicBezTo>
                    <a:pt x="11776" y="16912"/>
                    <a:pt x="11709" y="17012"/>
                    <a:pt x="11609" y="17078"/>
                  </a:cubicBezTo>
                  <a:cubicBezTo>
                    <a:pt x="11509" y="17179"/>
                    <a:pt x="11442" y="17345"/>
                    <a:pt x="11476" y="17445"/>
                  </a:cubicBezTo>
                  <a:cubicBezTo>
                    <a:pt x="11509" y="17545"/>
                    <a:pt x="11509" y="17712"/>
                    <a:pt x="11476" y="17812"/>
                  </a:cubicBezTo>
                  <a:cubicBezTo>
                    <a:pt x="11442" y="17912"/>
                    <a:pt x="11409" y="18079"/>
                    <a:pt x="11409" y="18179"/>
                  </a:cubicBezTo>
                  <a:cubicBezTo>
                    <a:pt x="11409" y="18283"/>
                    <a:pt x="11409" y="18336"/>
                    <a:pt x="11384" y="18336"/>
                  </a:cubicBezTo>
                  <a:cubicBezTo>
                    <a:pt x="11370" y="18336"/>
                    <a:pt x="11346" y="18317"/>
                    <a:pt x="11309" y="18279"/>
                  </a:cubicBezTo>
                  <a:cubicBezTo>
                    <a:pt x="11142" y="18179"/>
                    <a:pt x="11142" y="17112"/>
                    <a:pt x="11275" y="17045"/>
                  </a:cubicBezTo>
                  <a:cubicBezTo>
                    <a:pt x="11409" y="16978"/>
                    <a:pt x="11609" y="14343"/>
                    <a:pt x="11509" y="14043"/>
                  </a:cubicBezTo>
                  <a:cubicBezTo>
                    <a:pt x="11476" y="14010"/>
                    <a:pt x="11442" y="13843"/>
                    <a:pt x="11409" y="13709"/>
                  </a:cubicBezTo>
                  <a:cubicBezTo>
                    <a:pt x="11409" y="13576"/>
                    <a:pt x="11342" y="13342"/>
                    <a:pt x="11242" y="13242"/>
                  </a:cubicBezTo>
                  <a:cubicBezTo>
                    <a:pt x="11142" y="13042"/>
                    <a:pt x="11142" y="13009"/>
                    <a:pt x="11342" y="12909"/>
                  </a:cubicBezTo>
                  <a:cubicBezTo>
                    <a:pt x="11415" y="12860"/>
                    <a:pt x="11542" y="12829"/>
                    <a:pt x="11644" y="12829"/>
                  </a:cubicBezTo>
                  <a:close/>
                  <a:moveTo>
                    <a:pt x="17666" y="18337"/>
                  </a:moveTo>
                  <a:cubicBezTo>
                    <a:pt x="17669" y="18337"/>
                    <a:pt x="17674" y="18340"/>
                    <a:pt x="17680" y="18346"/>
                  </a:cubicBezTo>
                  <a:cubicBezTo>
                    <a:pt x="17713" y="18346"/>
                    <a:pt x="17780" y="18446"/>
                    <a:pt x="17847" y="18613"/>
                  </a:cubicBezTo>
                  <a:cubicBezTo>
                    <a:pt x="17880" y="18746"/>
                    <a:pt x="17880" y="18880"/>
                    <a:pt x="17847" y="18880"/>
                  </a:cubicBezTo>
                  <a:cubicBezTo>
                    <a:pt x="17834" y="18892"/>
                    <a:pt x="17822" y="18898"/>
                    <a:pt x="17810" y="18898"/>
                  </a:cubicBezTo>
                  <a:cubicBezTo>
                    <a:pt x="17759" y="18898"/>
                    <a:pt x="17720" y="18794"/>
                    <a:pt x="17747" y="18713"/>
                  </a:cubicBezTo>
                  <a:cubicBezTo>
                    <a:pt x="17780" y="18646"/>
                    <a:pt x="17747" y="18546"/>
                    <a:pt x="17713" y="18479"/>
                  </a:cubicBezTo>
                  <a:cubicBezTo>
                    <a:pt x="17659" y="18397"/>
                    <a:pt x="17649" y="18337"/>
                    <a:pt x="17666" y="18337"/>
                  </a:cubicBezTo>
                  <a:close/>
                  <a:moveTo>
                    <a:pt x="17847" y="19080"/>
                  </a:moveTo>
                  <a:cubicBezTo>
                    <a:pt x="17847" y="19080"/>
                    <a:pt x="17914" y="19080"/>
                    <a:pt x="17947" y="19113"/>
                  </a:cubicBezTo>
                  <a:cubicBezTo>
                    <a:pt x="18014" y="19147"/>
                    <a:pt x="18014" y="19180"/>
                    <a:pt x="17980" y="19213"/>
                  </a:cubicBezTo>
                  <a:cubicBezTo>
                    <a:pt x="17961" y="19223"/>
                    <a:pt x="17944" y="19227"/>
                    <a:pt x="17929" y="19227"/>
                  </a:cubicBezTo>
                  <a:cubicBezTo>
                    <a:pt x="17894" y="19227"/>
                    <a:pt x="17870" y="19204"/>
                    <a:pt x="17847" y="19180"/>
                  </a:cubicBezTo>
                  <a:cubicBezTo>
                    <a:pt x="17847" y="19147"/>
                    <a:pt x="17813" y="19113"/>
                    <a:pt x="17847" y="19080"/>
                  </a:cubicBezTo>
                  <a:close/>
                  <a:moveTo>
                    <a:pt x="11945" y="19500"/>
                  </a:moveTo>
                  <a:cubicBezTo>
                    <a:pt x="11976" y="19500"/>
                    <a:pt x="12009" y="19523"/>
                    <a:pt x="12009" y="19547"/>
                  </a:cubicBezTo>
                  <a:cubicBezTo>
                    <a:pt x="12043" y="19580"/>
                    <a:pt x="12043" y="19647"/>
                    <a:pt x="11976" y="19647"/>
                  </a:cubicBezTo>
                  <a:cubicBezTo>
                    <a:pt x="11959" y="19664"/>
                    <a:pt x="11943" y="19672"/>
                    <a:pt x="11926" y="19672"/>
                  </a:cubicBezTo>
                  <a:cubicBezTo>
                    <a:pt x="11909" y="19672"/>
                    <a:pt x="11893" y="19664"/>
                    <a:pt x="11876" y="19647"/>
                  </a:cubicBezTo>
                  <a:cubicBezTo>
                    <a:pt x="11843" y="19580"/>
                    <a:pt x="11843" y="19547"/>
                    <a:pt x="11909" y="19514"/>
                  </a:cubicBezTo>
                  <a:cubicBezTo>
                    <a:pt x="11919" y="19504"/>
                    <a:pt x="11932" y="19500"/>
                    <a:pt x="11945" y="19500"/>
                  </a:cubicBezTo>
                  <a:close/>
                  <a:moveTo>
                    <a:pt x="18097" y="19364"/>
                  </a:moveTo>
                  <a:cubicBezTo>
                    <a:pt x="18132" y="19364"/>
                    <a:pt x="18163" y="19379"/>
                    <a:pt x="18180" y="19413"/>
                  </a:cubicBezTo>
                  <a:cubicBezTo>
                    <a:pt x="18214" y="19480"/>
                    <a:pt x="18214" y="19547"/>
                    <a:pt x="18180" y="19580"/>
                  </a:cubicBezTo>
                  <a:cubicBezTo>
                    <a:pt x="18147" y="19580"/>
                    <a:pt x="18147" y="19647"/>
                    <a:pt x="18214" y="19714"/>
                  </a:cubicBezTo>
                  <a:cubicBezTo>
                    <a:pt x="18280" y="19747"/>
                    <a:pt x="18280" y="19814"/>
                    <a:pt x="18247" y="19814"/>
                  </a:cubicBezTo>
                  <a:cubicBezTo>
                    <a:pt x="18231" y="19824"/>
                    <a:pt x="18212" y="19829"/>
                    <a:pt x="18189" y="19829"/>
                  </a:cubicBezTo>
                  <a:cubicBezTo>
                    <a:pt x="18070" y="19829"/>
                    <a:pt x="17880" y="19693"/>
                    <a:pt x="17880" y="19580"/>
                  </a:cubicBezTo>
                  <a:cubicBezTo>
                    <a:pt x="17856" y="19481"/>
                    <a:pt x="17995" y="19364"/>
                    <a:pt x="18097" y="19364"/>
                  </a:cubicBezTo>
                  <a:close/>
                  <a:moveTo>
                    <a:pt x="20382" y="19047"/>
                  </a:moveTo>
                  <a:cubicBezTo>
                    <a:pt x="20482" y="19080"/>
                    <a:pt x="20515" y="19113"/>
                    <a:pt x="20482" y="19347"/>
                  </a:cubicBezTo>
                  <a:cubicBezTo>
                    <a:pt x="20415" y="19514"/>
                    <a:pt x="20449" y="19580"/>
                    <a:pt x="20549" y="19580"/>
                  </a:cubicBezTo>
                  <a:cubicBezTo>
                    <a:pt x="20615" y="19580"/>
                    <a:pt x="20615" y="19647"/>
                    <a:pt x="20515" y="19747"/>
                  </a:cubicBezTo>
                  <a:cubicBezTo>
                    <a:pt x="20449" y="19847"/>
                    <a:pt x="20382" y="19914"/>
                    <a:pt x="20349" y="19914"/>
                  </a:cubicBezTo>
                  <a:cubicBezTo>
                    <a:pt x="20349" y="19914"/>
                    <a:pt x="20282" y="19714"/>
                    <a:pt x="20249" y="19480"/>
                  </a:cubicBezTo>
                  <a:cubicBezTo>
                    <a:pt x="20215" y="19113"/>
                    <a:pt x="20249" y="19047"/>
                    <a:pt x="20382" y="19047"/>
                  </a:cubicBezTo>
                  <a:close/>
                  <a:moveTo>
                    <a:pt x="18080" y="20014"/>
                  </a:moveTo>
                  <a:cubicBezTo>
                    <a:pt x="18114" y="20014"/>
                    <a:pt x="18180" y="20047"/>
                    <a:pt x="18214" y="20081"/>
                  </a:cubicBezTo>
                  <a:cubicBezTo>
                    <a:pt x="18280" y="20114"/>
                    <a:pt x="18314" y="20181"/>
                    <a:pt x="18247" y="20214"/>
                  </a:cubicBezTo>
                  <a:cubicBezTo>
                    <a:pt x="18238" y="20223"/>
                    <a:pt x="18227" y="20227"/>
                    <a:pt x="18214" y="20227"/>
                  </a:cubicBezTo>
                  <a:cubicBezTo>
                    <a:pt x="18180" y="20227"/>
                    <a:pt x="18138" y="20196"/>
                    <a:pt x="18114" y="20147"/>
                  </a:cubicBezTo>
                  <a:cubicBezTo>
                    <a:pt x="18080" y="20081"/>
                    <a:pt x="18080" y="20014"/>
                    <a:pt x="18080" y="20014"/>
                  </a:cubicBezTo>
                  <a:close/>
                  <a:moveTo>
                    <a:pt x="16169" y="19542"/>
                  </a:moveTo>
                  <a:cubicBezTo>
                    <a:pt x="16194" y="19542"/>
                    <a:pt x="16212" y="19552"/>
                    <a:pt x="16212" y="19580"/>
                  </a:cubicBezTo>
                  <a:cubicBezTo>
                    <a:pt x="16246" y="19614"/>
                    <a:pt x="16212" y="19680"/>
                    <a:pt x="16179" y="19747"/>
                  </a:cubicBezTo>
                  <a:cubicBezTo>
                    <a:pt x="16112" y="19847"/>
                    <a:pt x="16112" y="19880"/>
                    <a:pt x="16212" y="19880"/>
                  </a:cubicBezTo>
                  <a:cubicBezTo>
                    <a:pt x="16279" y="19880"/>
                    <a:pt x="16312" y="19947"/>
                    <a:pt x="16246" y="20081"/>
                  </a:cubicBezTo>
                  <a:cubicBezTo>
                    <a:pt x="16212" y="20214"/>
                    <a:pt x="16212" y="20347"/>
                    <a:pt x="16246" y="20414"/>
                  </a:cubicBezTo>
                  <a:cubicBezTo>
                    <a:pt x="16279" y="20448"/>
                    <a:pt x="16279" y="20514"/>
                    <a:pt x="16212" y="20548"/>
                  </a:cubicBezTo>
                  <a:cubicBezTo>
                    <a:pt x="16200" y="20556"/>
                    <a:pt x="16187" y="20560"/>
                    <a:pt x="16176" y="20560"/>
                  </a:cubicBezTo>
                  <a:cubicBezTo>
                    <a:pt x="16095" y="20560"/>
                    <a:pt x="16037" y="20363"/>
                    <a:pt x="15979" y="20014"/>
                  </a:cubicBezTo>
                  <a:cubicBezTo>
                    <a:pt x="15945" y="19780"/>
                    <a:pt x="15979" y="19614"/>
                    <a:pt x="16046" y="19580"/>
                  </a:cubicBezTo>
                  <a:cubicBezTo>
                    <a:pt x="16084" y="19561"/>
                    <a:pt x="16134" y="19542"/>
                    <a:pt x="16169" y="19542"/>
                  </a:cubicBezTo>
                  <a:close/>
                  <a:moveTo>
                    <a:pt x="12009" y="20381"/>
                  </a:moveTo>
                  <a:cubicBezTo>
                    <a:pt x="12043" y="20381"/>
                    <a:pt x="12043" y="20448"/>
                    <a:pt x="12043" y="20548"/>
                  </a:cubicBezTo>
                  <a:cubicBezTo>
                    <a:pt x="12022" y="20589"/>
                    <a:pt x="12001" y="20617"/>
                    <a:pt x="11981" y="20617"/>
                  </a:cubicBezTo>
                  <a:cubicBezTo>
                    <a:pt x="11968" y="20617"/>
                    <a:pt x="11955" y="20606"/>
                    <a:pt x="11943" y="20581"/>
                  </a:cubicBezTo>
                  <a:cubicBezTo>
                    <a:pt x="11909" y="20514"/>
                    <a:pt x="11943" y="20381"/>
                    <a:pt x="12009" y="20381"/>
                  </a:cubicBezTo>
                  <a:close/>
                  <a:moveTo>
                    <a:pt x="18347" y="20514"/>
                  </a:moveTo>
                  <a:cubicBezTo>
                    <a:pt x="18414" y="20514"/>
                    <a:pt x="18447" y="20548"/>
                    <a:pt x="18447" y="20581"/>
                  </a:cubicBezTo>
                  <a:cubicBezTo>
                    <a:pt x="18447" y="20648"/>
                    <a:pt x="18414" y="20681"/>
                    <a:pt x="18347" y="20681"/>
                  </a:cubicBezTo>
                  <a:cubicBezTo>
                    <a:pt x="18280" y="20681"/>
                    <a:pt x="18247" y="20648"/>
                    <a:pt x="18247" y="20581"/>
                  </a:cubicBezTo>
                  <a:cubicBezTo>
                    <a:pt x="18247" y="20548"/>
                    <a:pt x="18280" y="20514"/>
                    <a:pt x="18347" y="20514"/>
                  </a:cubicBezTo>
                  <a:close/>
                  <a:moveTo>
                    <a:pt x="16136" y="20701"/>
                  </a:moveTo>
                  <a:cubicBezTo>
                    <a:pt x="16179" y="20701"/>
                    <a:pt x="16212" y="20724"/>
                    <a:pt x="16212" y="20748"/>
                  </a:cubicBezTo>
                  <a:cubicBezTo>
                    <a:pt x="16236" y="20867"/>
                    <a:pt x="16175" y="20969"/>
                    <a:pt x="16114" y="20969"/>
                  </a:cubicBezTo>
                  <a:cubicBezTo>
                    <a:pt x="16089" y="20969"/>
                    <a:pt x="16065" y="20953"/>
                    <a:pt x="16046" y="20915"/>
                  </a:cubicBezTo>
                  <a:cubicBezTo>
                    <a:pt x="16012" y="20848"/>
                    <a:pt x="16012" y="20748"/>
                    <a:pt x="16079" y="20714"/>
                  </a:cubicBezTo>
                  <a:cubicBezTo>
                    <a:pt x="16098" y="20705"/>
                    <a:pt x="16118" y="20701"/>
                    <a:pt x="16136" y="20701"/>
                  </a:cubicBezTo>
                  <a:close/>
                  <a:moveTo>
                    <a:pt x="18914" y="17946"/>
                  </a:moveTo>
                  <a:cubicBezTo>
                    <a:pt x="18948" y="17946"/>
                    <a:pt x="19014" y="18046"/>
                    <a:pt x="19081" y="18213"/>
                  </a:cubicBezTo>
                  <a:cubicBezTo>
                    <a:pt x="19148" y="18346"/>
                    <a:pt x="19181" y="18546"/>
                    <a:pt x="19181" y="18646"/>
                  </a:cubicBezTo>
                  <a:cubicBezTo>
                    <a:pt x="19181" y="18746"/>
                    <a:pt x="19214" y="18913"/>
                    <a:pt x="19281" y="19047"/>
                  </a:cubicBezTo>
                  <a:cubicBezTo>
                    <a:pt x="19381" y="19213"/>
                    <a:pt x="19415" y="19347"/>
                    <a:pt x="19415" y="19380"/>
                  </a:cubicBezTo>
                  <a:cubicBezTo>
                    <a:pt x="19415" y="19447"/>
                    <a:pt x="19415" y="19547"/>
                    <a:pt x="19481" y="19614"/>
                  </a:cubicBezTo>
                  <a:cubicBezTo>
                    <a:pt x="19515" y="19680"/>
                    <a:pt x="19515" y="19747"/>
                    <a:pt x="19448" y="19780"/>
                  </a:cubicBezTo>
                  <a:cubicBezTo>
                    <a:pt x="19415" y="19814"/>
                    <a:pt x="19448" y="19880"/>
                    <a:pt x="19515" y="19947"/>
                  </a:cubicBezTo>
                  <a:cubicBezTo>
                    <a:pt x="19581" y="20047"/>
                    <a:pt x="19581" y="20081"/>
                    <a:pt x="19515" y="20147"/>
                  </a:cubicBezTo>
                  <a:cubicBezTo>
                    <a:pt x="19448" y="20181"/>
                    <a:pt x="19448" y="20214"/>
                    <a:pt x="19581" y="20281"/>
                  </a:cubicBezTo>
                  <a:cubicBezTo>
                    <a:pt x="19782" y="20414"/>
                    <a:pt x="19748" y="20648"/>
                    <a:pt x="19481" y="20881"/>
                  </a:cubicBezTo>
                  <a:cubicBezTo>
                    <a:pt x="19366" y="20997"/>
                    <a:pt x="19269" y="21056"/>
                    <a:pt x="19190" y="21056"/>
                  </a:cubicBezTo>
                  <a:cubicBezTo>
                    <a:pt x="19089" y="21056"/>
                    <a:pt x="19019" y="20955"/>
                    <a:pt x="18981" y="20748"/>
                  </a:cubicBezTo>
                  <a:cubicBezTo>
                    <a:pt x="18814" y="19880"/>
                    <a:pt x="18814" y="19280"/>
                    <a:pt x="18948" y="19280"/>
                  </a:cubicBezTo>
                  <a:cubicBezTo>
                    <a:pt x="19014" y="19247"/>
                    <a:pt x="19014" y="19180"/>
                    <a:pt x="18948" y="19080"/>
                  </a:cubicBezTo>
                  <a:cubicBezTo>
                    <a:pt x="18881" y="18980"/>
                    <a:pt x="18881" y="18880"/>
                    <a:pt x="18914" y="18846"/>
                  </a:cubicBezTo>
                  <a:cubicBezTo>
                    <a:pt x="18948" y="18813"/>
                    <a:pt x="18981" y="18780"/>
                    <a:pt x="18948" y="18746"/>
                  </a:cubicBezTo>
                  <a:cubicBezTo>
                    <a:pt x="18914" y="18746"/>
                    <a:pt x="18914" y="18580"/>
                    <a:pt x="18948" y="18446"/>
                  </a:cubicBezTo>
                  <a:cubicBezTo>
                    <a:pt x="18981" y="18279"/>
                    <a:pt x="18981" y="18113"/>
                    <a:pt x="18948" y="18079"/>
                  </a:cubicBezTo>
                  <a:cubicBezTo>
                    <a:pt x="18914" y="18012"/>
                    <a:pt x="18914" y="17979"/>
                    <a:pt x="18914" y="17946"/>
                  </a:cubicBezTo>
                  <a:close/>
                  <a:moveTo>
                    <a:pt x="16046" y="21382"/>
                  </a:moveTo>
                  <a:cubicBezTo>
                    <a:pt x="16112" y="21382"/>
                    <a:pt x="16146" y="21415"/>
                    <a:pt x="16179" y="21448"/>
                  </a:cubicBezTo>
                  <a:cubicBezTo>
                    <a:pt x="16212" y="21515"/>
                    <a:pt x="16179" y="21548"/>
                    <a:pt x="16146" y="21548"/>
                  </a:cubicBezTo>
                  <a:cubicBezTo>
                    <a:pt x="16079" y="21548"/>
                    <a:pt x="16012" y="21515"/>
                    <a:pt x="15979" y="21448"/>
                  </a:cubicBezTo>
                  <a:cubicBezTo>
                    <a:pt x="15979" y="21415"/>
                    <a:pt x="15979" y="21382"/>
                    <a:pt x="16046" y="21382"/>
                  </a:cubicBezTo>
                  <a:close/>
                  <a:moveTo>
                    <a:pt x="16257" y="21612"/>
                  </a:moveTo>
                  <a:cubicBezTo>
                    <a:pt x="16273" y="21612"/>
                    <a:pt x="16279" y="21661"/>
                    <a:pt x="16279" y="21748"/>
                  </a:cubicBezTo>
                  <a:cubicBezTo>
                    <a:pt x="16279" y="21849"/>
                    <a:pt x="16312" y="21949"/>
                    <a:pt x="16312" y="22015"/>
                  </a:cubicBezTo>
                  <a:cubicBezTo>
                    <a:pt x="16346" y="22049"/>
                    <a:pt x="16346" y="22115"/>
                    <a:pt x="16312" y="22149"/>
                  </a:cubicBezTo>
                  <a:cubicBezTo>
                    <a:pt x="16287" y="22174"/>
                    <a:pt x="16266" y="22185"/>
                    <a:pt x="16251" y="22185"/>
                  </a:cubicBezTo>
                  <a:cubicBezTo>
                    <a:pt x="16225" y="22185"/>
                    <a:pt x="16212" y="22157"/>
                    <a:pt x="16212" y="22115"/>
                  </a:cubicBezTo>
                  <a:cubicBezTo>
                    <a:pt x="16212" y="22049"/>
                    <a:pt x="16212" y="22049"/>
                    <a:pt x="16146" y="22049"/>
                  </a:cubicBezTo>
                  <a:cubicBezTo>
                    <a:pt x="16140" y="22054"/>
                    <a:pt x="16135" y="22057"/>
                    <a:pt x="16131" y="22057"/>
                  </a:cubicBezTo>
                  <a:cubicBezTo>
                    <a:pt x="16113" y="22057"/>
                    <a:pt x="16118" y="21992"/>
                    <a:pt x="16146" y="21882"/>
                  </a:cubicBezTo>
                  <a:cubicBezTo>
                    <a:pt x="16202" y="21694"/>
                    <a:pt x="16237" y="21612"/>
                    <a:pt x="16257" y="21612"/>
                  </a:cubicBezTo>
                  <a:close/>
                  <a:moveTo>
                    <a:pt x="14970" y="15407"/>
                  </a:moveTo>
                  <a:cubicBezTo>
                    <a:pt x="14973" y="15407"/>
                    <a:pt x="14976" y="15408"/>
                    <a:pt x="14978" y="15411"/>
                  </a:cubicBezTo>
                  <a:cubicBezTo>
                    <a:pt x="15011" y="15444"/>
                    <a:pt x="15045" y="15744"/>
                    <a:pt x="15045" y="16111"/>
                  </a:cubicBezTo>
                  <a:cubicBezTo>
                    <a:pt x="15011" y="16745"/>
                    <a:pt x="15078" y="16945"/>
                    <a:pt x="15278" y="16978"/>
                  </a:cubicBezTo>
                  <a:cubicBezTo>
                    <a:pt x="15345" y="17012"/>
                    <a:pt x="15378" y="17078"/>
                    <a:pt x="15345" y="17145"/>
                  </a:cubicBezTo>
                  <a:cubicBezTo>
                    <a:pt x="15345" y="17217"/>
                    <a:pt x="15345" y="17250"/>
                    <a:pt x="15340" y="17250"/>
                  </a:cubicBezTo>
                  <a:cubicBezTo>
                    <a:pt x="15335" y="17250"/>
                    <a:pt x="15327" y="17225"/>
                    <a:pt x="15312" y="17179"/>
                  </a:cubicBezTo>
                  <a:cubicBezTo>
                    <a:pt x="15285" y="17083"/>
                    <a:pt x="15263" y="17038"/>
                    <a:pt x="15247" y="17038"/>
                  </a:cubicBezTo>
                  <a:cubicBezTo>
                    <a:pt x="15223" y="17038"/>
                    <a:pt x="15212" y="17134"/>
                    <a:pt x="15212" y="17312"/>
                  </a:cubicBezTo>
                  <a:cubicBezTo>
                    <a:pt x="15181" y="17591"/>
                    <a:pt x="15352" y="17986"/>
                    <a:pt x="15456" y="17986"/>
                  </a:cubicBezTo>
                  <a:cubicBezTo>
                    <a:pt x="15464" y="17986"/>
                    <a:pt x="15472" y="17984"/>
                    <a:pt x="15478" y="17979"/>
                  </a:cubicBezTo>
                  <a:cubicBezTo>
                    <a:pt x="15488" y="17969"/>
                    <a:pt x="15498" y="17965"/>
                    <a:pt x="15507" y="17965"/>
                  </a:cubicBezTo>
                  <a:cubicBezTo>
                    <a:pt x="15529" y="17965"/>
                    <a:pt x="15545" y="17989"/>
                    <a:pt x="15545" y="18012"/>
                  </a:cubicBezTo>
                  <a:cubicBezTo>
                    <a:pt x="15545" y="18061"/>
                    <a:pt x="15563" y="18092"/>
                    <a:pt x="15586" y="18092"/>
                  </a:cubicBezTo>
                  <a:cubicBezTo>
                    <a:pt x="15594" y="18092"/>
                    <a:pt x="15603" y="18088"/>
                    <a:pt x="15612" y="18079"/>
                  </a:cubicBezTo>
                  <a:cubicBezTo>
                    <a:pt x="15645" y="18046"/>
                    <a:pt x="15679" y="17979"/>
                    <a:pt x="15712" y="17946"/>
                  </a:cubicBezTo>
                  <a:cubicBezTo>
                    <a:pt x="15712" y="17849"/>
                    <a:pt x="15746" y="17797"/>
                    <a:pt x="15794" y="17797"/>
                  </a:cubicBezTo>
                  <a:cubicBezTo>
                    <a:pt x="15829" y="17797"/>
                    <a:pt x="15870" y="17823"/>
                    <a:pt x="15912" y="17879"/>
                  </a:cubicBezTo>
                  <a:cubicBezTo>
                    <a:pt x="15977" y="17976"/>
                    <a:pt x="15665" y="18481"/>
                    <a:pt x="15494" y="18481"/>
                  </a:cubicBezTo>
                  <a:cubicBezTo>
                    <a:pt x="15489" y="18481"/>
                    <a:pt x="15484" y="18480"/>
                    <a:pt x="15478" y="18479"/>
                  </a:cubicBezTo>
                  <a:cubicBezTo>
                    <a:pt x="15312" y="18479"/>
                    <a:pt x="15478" y="18613"/>
                    <a:pt x="15679" y="18680"/>
                  </a:cubicBezTo>
                  <a:cubicBezTo>
                    <a:pt x="15812" y="18680"/>
                    <a:pt x="15879" y="18680"/>
                    <a:pt x="15879" y="18613"/>
                  </a:cubicBezTo>
                  <a:cubicBezTo>
                    <a:pt x="15845" y="18580"/>
                    <a:pt x="15845" y="18513"/>
                    <a:pt x="15879" y="18513"/>
                  </a:cubicBezTo>
                  <a:cubicBezTo>
                    <a:pt x="15883" y="18509"/>
                    <a:pt x="15888" y="18506"/>
                    <a:pt x="15893" y="18506"/>
                  </a:cubicBezTo>
                  <a:cubicBezTo>
                    <a:pt x="15929" y="18506"/>
                    <a:pt x="15987" y="18601"/>
                    <a:pt x="16046" y="18746"/>
                  </a:cubicBezTo>
                  <a:cubicBezTo>
                    <a:pt x="16079" y="18913"/>
                    <a:pt x="16146" y="19047"/>
                    <a:pt x="16179" y="19047"/>
                  </a:cubicBezTo>
                  <a:cubicBezTo>
                    <a:pt x="16212" y="19047"/>
                    <a:pt x="16179" y="19113"/>
                    <a:pt x="16146" y="19180"/>
                  </a:cubicBezTo>
                  <a:cubicBezTo>
                    <a:pt x="16121" y="19217"/>
                    <a:pt x="16100" y="19236"/>
                    <a:pt x="16081" y="19236"/>
                  </a:cubicBezTo>
                  <a:cubicBezTo>
                    <a:pt x="16049" y="19236"/>
                    <a:pt x="16021" y="19184"/>
                    <a:pt x="15979" y="19080"/>
                  </a:cubicBezTo>
                  <a:cubicBezTo>
                    <a:pt x="15945" y="18980"/>
                    <a:pt x="15879" y="18880"/>
                    <a:pt x="15845" y="18880"/>
                  </a:cubicBezTo>
                  <a:cubicBezTo>
                    <a:pt x="15812" y="18846"/>
                    <a:pt x="15745" y="18813"/>
                    <a:pt x="15712" y="18780"/>
                  </a:cubicBezTo>
                  <a:cubicBezTo>
                    <a:pt x="15679" y="18746"/>
                    <a:pt x="15612" y="18713"/>
                    <a:pt x="15545" y="18713"/>
                  </a:cubicBezTo>
                  <a:cubicBezTo>
                    <a:pt x="15512" y="18713"/>
                    <a:pt x="15478" y="18780"/>
                    <a:pt x="15512" y="18813"/>
                  </a:cubicBezTo>
                  <a:cubicBezTo>
                    <a:pt x="15545" y="18880"/>
                    <a:pt x="15579" y="19080"/>
                    <a:pt x="15579" y="19280"/>
                  </a:cubicBezTo>
                  <a:cubicBezTo>
                    <a:pt x="15604" y="19607"/>
                    <a:pt x="15648" y="19763"/>
                    <a:pt x="15697" y="19763"/>
                  </a:cubicBezTo>
                  <a:cubicBezTo>
                    <a:pt x="15712" y="19763"/>
                    <a:pt x="15729" y="19747"/>
                    <a:pt x="15745" y="19714"/>
                  </a:cubicBezTo>
                  <a:cubicBezTo>
                    <a:pt x="15745" y="19708"/>
                    <a:pt x="15746" y="19705"/>
                    <a:pt x="15748" y="19705"/>
                  </a:cubicBezTo>
                  <a:cubicBezTo>
                    <a:pt x="15757" y="19705"/>
                    <a:pt x="15784" y="19770"/>
                    <a:pt x="15812" y="19880"/>
                  </a:cubicBezTo>
                  <a:cubicBezTo>
                    <a:pt x="15845" y="20047"/>
                    <a:pt x="15812" y="20181"/>
                    <a:pt x="15779" y="20214"/>
                  </a:cubicBezTo>
                  <a:cubicBezTo>
                    <a:pt x="15745" y="20247"/>
                    <a:pt x="15712" y="20347"/>
                    <a:pt x="15712" y="20481"/>
                  </a:cubicBezTo>
                  <a:cubicBezTo>
                    <a:pt x="15712" y="20581"/>
                    <a:pt x="15712" y="20748"/>
                    <a:pt x="15712" y="20848"/>
                  </a:cubicBezTo>
                  <a:cubicBezTo>
                    <a:pt x="15712" y="21115"/>
                    <a:pt x="15845" y="21849"/>
                    <a:pt x="15879" y="21882"/>
                  </a:cubicBezTo>
                  <a:cubicBezTo>
                    <a:pt x="15912" y="21882"/>
                    <a:pt x="15912" y="21982"/>
                    <a:pt x="15912" y="22115"/>
                  </a:cubicBezTo>
                  <a:cubicBezTo>
                    <a:pt x="15879" y="22249"/>
                    <a:pt x="15879" y="22382"/>
                    <a:pt x="15945" y="22416"/>
                  </a:cubicBezTo>
                  <a:cubicBezTo>
                    <a:pt x="16079" y="22516"/>
                    <a:pt x="15912" y="22716"/>
                    <a:pt x="15679" y="22716"/>
                  </a:cubicBezTo>
                  <a:cubicBezTo>
                    <a:pt x="15412" y="22716"/>
                    <a:pt x="15345" y="22582"/>
                    <a:pt x="15412" y="21982"/>
                  </a:cubicBezTo>
                  <a:cubicBezTo>
                    <a:pt x="15445" y="21682"/>
                    <a:pt x="15445" y="21281"/>
                    <a:pt x="15445" y="21081"/>
                  </a:cubicBezTo>
                  <a:cubicBezTo>
                    <a:pt x="15412" y="20581"/>
                    <a:pt x="15011" y="19180"/>
                    <a:pt x="14845" y="18946"/>
                  </a:cubicBezTo>
                  <a:cubicBezTo>
                    <a:pt x="14745" y="18846"/>
                    <a:pt x="14711" y="18713"/>
                    <a:pt x="14711" y="18646"/>
                  </a:cubicBezTo>
                  <a:cubicBezTo>
                    <a:pt x="14711" y="18613"/>
                    <a:pt x="14678" y="18379"/>
                    <a:pt x="14611" y="18179"/>
                  </a:cubicBezTo>
                  <a:cubicBezTo>
                    <a:pt x="14578" y="17946"/>
                    <a:pt x="14544" y="17712"/>
                    <a:pt x="14544" y="17612"/>
                  </a:cubicBezTo>
                  <a:cubicBezTo>
                    <a:pt x="14578" y="17512"/>
                    <a:pt x="14544" y="17379"/>
                    <a:pt x="14511" y="17312"/>
                  </a:cubicBezTo>
                  <a:cubicBezTo>
                    <a:pt x="14414" y="17182"/>
                    <a:pt x="14854" y="15407"/>
                    <a:pt x="14970" y="15407"/>
                  </a:cubicBezTo>
                  <a:close/>
                  <a:moveTo>
                    <a:pt x="16343" y="22456"/>
                  </a:moveTo>
                  <a:cubicBezTo>
                    <a:pt x="16367" y="22456"/>
                    <a:pt x="16397" y="22507"/>
                    <a:pt x="16412" y="22616"/>
                  </a:cubicBezTo>
                  <a:cubicBezTo>
                    <a:pt x="16446" y="22682"/>
                    <a:pt x="16412" y="22783"/>
                    <a:pt x="16379" y="22783"/>
                  </a:cubicBezTo>
                  <a:cubicBezTo>
                    <a:pt x="16373" y="22788"/>
                    <a:pt x="16367" y="22791"/>
                    <a:pt x="16362" y="22791"/>
                  </a:cubicBezTo>
                  <a:cubicBezTo>
                    <a:pt x="16335" y="22791"/>
                    <a:pt x="16312" y="22731"/>
                    <a:pt x="16312" y="22649"/>
                  </a:cubicBezTo>
                  <a:cubicBezTo>
                    <a:pt x="16295" y="22524"/>
                    <a:pt x="16315" y="22456"/>
                    <a:pt x="16343" y="22456"/>
                  </a:cubicBezTo>
                  <a:close/>
                  <a:moveTo>
                    <a:pt x="16542" y="22924"/>
                  </a:moveTo>
                  <a:cubicBezTo>
                    <a:pt x="16563" y="22924"/>
                    <a:pt x="16579" y="22933"/>
                    <a:pt x="16579" y="22949"/>
                  </a:cubicBezTo>
                  <a:cubicBezTo>
                    <a:pt x="16613" y="22983"/>
                    <a:pt x="16613" y="23049"/>
                    <a:pt x="16613" y="23049"/>
                  </a:cubicBezTo>
                  <a:cubicBezTo>
                    <a:pt x="16579" y="23049"/>
                    <a:pt x="16513" y="23049"/>
                    <a:pt x="16479" y="23016"/>
                  </a:cubicBezTo>
                  <a:cubicBezTo>
                    <a:pt x="16446" y="22983"/>
                    <a:pt x="16412" y="22949"/>
                    <a:pt x="16479" y="22949"/>
                  </a:cubicBezTo>
                  <a:cubicBezTo>
                    <a:pt x="16496" y="22933"/>
                    <a:pt x="16521" y="22924"/>
                    <a:pt x="16542" y="22924"/>
                  </a:cubicBezTo>
                  <a:close/>
                  <a:moveTo>
                    <a:pt x="16041" y="23225"/>
                  </a:moveTo>
                  <a:cubicBezTo>
                    <a:pt x="16062" y="23225"/>
                    <a:pt x="16079" y="23233"/>
                    <a:pt x="16079" y="23250"/>
                  </a:cubicBezTo>
                  <a:cubicBezTo>
                    <a:pt x="16112" y="23316"/>
                    <a:pt x="16112" y="23350"/>
                    <a:pt x="16079" y="23350"/>
                  </a:cubicBezTo>
                  <a:cubicBezTo>
                    <a:pt x="16079" y="23350"/>
                    <a:pt x="16012" y="23350"/>
                    <a:pt x="15979" y="23316"/>
                  </a:cubicBezTo>
                  <a:cubicBezTo>
                    <a:pt x="15945" y="23316"/>
                    <a:pt x="15912" y="23250"/>
                    <a:pt x="15979" y="23250"/>
                  </a:cubicBezTo>
                  <a:cubicBezTo>
                    <a:pt x="15996" y="23233"/>
                    <a:pt x="16021" y="23225"/>
                    <a:pt x="16041" y="23225"/>
                  </a:cubicBezTo>
                  <a:close/>
                  <a:moveTo>
                    <a:pt x="18581" y="23183"/>
                  </a:moveTo>
                  <a:cubicBezTo>
                    <a:pt x="18647" y="23183"/>
                    <a:pt x="18714" y="23216"/>
                    <a:pt x="18714" y="23250"/>
                  </a:cubicBezTo>
                  <a:cubicBezTo>
                    <a:pt x="18747" y="23316"/>
                    <a:pt x="18714" y="23350"/>
                    <a:pt x="18681" y="23350"/>
                  </a:cubicBezTo>
                  <a:cubicBezTo>
                    <a:pt x="18614" y="23350"/>
                    <a:pt x="18547" y="23316"/>
                    <a:pt x="18547" y="23250"/>
                  </a:cubicBezTo>
                  <a:cubicBezTo>
                    <a:pt x="18514" y="23216"/>
                    <a:pt x="18547" y="23183"/>
                    <a:pt x="18581" y="23183"/>
                  </a:cubicBezTo>
                  <a:close/>
                  <a:moveTo>
                    <a:pt x="37109" y="1"/>
                  </a:moveTo>
                  <a:cubicBezTo>
                    <a:pt x="36893" y="1"/>
                    <a:pt x="36619" y="25"/>
                    <a:pt x="36260" y="66"/>
                  </a:cubicBezTo>
                  <a:cubicBezTo>
                    <a:pt x="35993" y="100"/>
                    <a:pt x="35693" y="133"/>
                    <a:pt x="35526" y="133"/>
                  </a:cubicBezTo>
                  <a:cubicBezTo>
                    <a:pt x="35393" y="133"/>
                    <a:pt x="35159" y="200"/>
                    <a:pt x="35026" y="266"/>
                  </a:cubicBezTo>
                  <a:cubicBezTo>
                    <a:pt x="34892" y="333"/>
                    <a:pt x="34592" y="433"/>
                    <a:pt x="34325" y="533"/>
                  </a:cubicBezTo>
                  <a:cubicBezTo>
                    <a:pt x="33691" y="733"/>
                    <a:pt x="33258" y="1100"/>
                    <a:pt x="32858" y="1667"/>
                  </a:cubicBezTo>
                  <a:cubicBezTo>
                    <a:pt x="32691" y="1968"/>
                    <a:pt x="32391" y="2335"/>
                    <a:pt x="32224" y="2535"/>
                  </a:cubicBezTo>
                  <a:cubicBezTo>
                    <a:pt x="32057" y="2701"/>
                    <a:pt x="31957" y="2868"/>
                    <a:pt x="31957" y="2902"/>
                  </a:cubicBezTo>
                  <a:cubicBezTo>
                    <a:pt x="31957" y="2902"/>
                    <a:pt x="32124" y="2968"/>
                    <a:pt x="32324" y="3002"/>
                  </a:cubicBezTo>
                  <a:cubicBezTo>
                    <a:pt x="32524" y="3068"/>
                    <a:pt x="32624" y="3135"/>
                    <a:pt x="32591" y="3168"/>
                  </a:cubicBezTo>
                  <a:cubicBezTo>
                    <a:pt x="32591" y="3217"/>
                    <a:pt x="32537" y="3248"/>
                    <a:pt x="32482" y="3248"/>
                  </a:cubicBezTo>
                  <a:cubicBezTo>
                    <a:pt x="32462" y="3248"/>
                    <a:pt x="32442" y="3244"/>
                    <a:pt x="32424" y="3235"/>
                  </a:cubicBezTo>
                  <a:cubicBezTo>
                    <a:pt x="32357" y="3235"/>
                    <a:pt x="32290" y="3269"/>
                    <a:pt x="32290" y="3402"/>
                  </a:cubicBezTo>
                  <a:cubicBezTo>
                    <a:pt x="32265" y="3504"/>
                    <a:pt x="32259" y="3547"/>
                    <a:pt x="32213" y="3547"/>
                  </a:cubicBezTo>
                  <a:cubicBezTo>
                    <a:pt x="32199" y="3547"/>
                    <a:pt x="32181" y="3543"/>
                    <a:pt x="32157" y="3535"/>
                  </a:cubicBezTo>
                  <a:cubicBezTo>
                    <a:pt x="32057" y="3502"/>
                    <a:pt x="32057" y="3502"/>
                    <a:pt x="32090" y="3502"/>
                  </a:cubicBezTo>
                  <a:cubicBezTo>
                    <a:pt x="32157" y="3502"/>
                    <a:pt x="32257" y="3235"/>
                    <a:pt x="32190" y="3135"/>
                  </a:cubicBezTo>
                  <a:cubicBezTo>
                    <a:pt x="32190" y="3127"/>
                    <a:pt x="32184" y="3123"/>
                    <a:pt x="32173" y="3123"/>
                  </a:cubicBezTo>
                  <a:cubicBezTo>
                    <a:pt x="32140" y="3123"/>
                    <a:pt x="32065" y="3160"/>
                    <a:pt x="31990" y="3235"/>
                  </a:cubicBezTo>
                  <a:cubicBezTo>
                    <a:pt x="31888" y="3337"/>
                    <a:pt x="31806" y="3381"/>
                    <a:pt x="31728" y="3381"/>
                  </a:cubicBezTo>
                  <a:cubicBezTo>
                    <a:pt x="31704" y="3381"/>
                    <a:pt x="31680" y="3377"/>
                    <a:pt x="31657" y="3369"/>
                  </a:cubicBezTo>
                  <a:cubicBezTo>
                    <a:pt x="31607" y="3352"/>
                    <a:pt x="31557" y="3344"/>
                    <a:pt x="31511" y="3344"/>
                  </a:cubicBezTo>
                  <a:cubicBezTo>
                    <a:pt x="31465" y="3344"/>
                    <a:pt x="31423" y="3352"/>
                    <a:pt x="31390" y="3369"/>
                  </a:cubicBezTo>
                  <a:cubicBezTo>
                    <a:pt x="31380" y="3378"/>
                    <a:pt x="31365" y="3382"/>
                    <a:pt x="31346" y="3382"/>
                  </a:cubicBezTo>
                  <a:cubicBezTo>
                    <a:pt x="31301" y="3382"/>
                    <a:pt x="31237" y="3359"/>
                    <a:pt x="31190" y="3335"/>
                  </a:cubicBezTo>
                  <a:cubicBezTo>
                    <a:pt x="31173" y="3302"/>
                    <a:pt x="31131" y="3285"/>
                    <a:pt x="31085" y="3285"/>
                  </a:cubicBezTo>
                  <a:cubicBezTo>
                    <a:pt x="31040" y="3285"/>
                    <a:pt x="30990" y="3302"/>
                    <a:pt x="30956" y="3335"/>
                  </a:cubicBezTo>
                  <a:cubicBezTo>
                    <a:pt x="30885" y="3359"/>
                    <a:pt x="30831" y="3382"/>
                    <a:pt x="30794" y="3382"/>
                  </a:cubicBezTo>
                  <a:cubicBezTo>
                    <a:pt x="30778" y="3382"/>
                    <a:pt x="30766" y="3378"/>
                    <a:pt x="30756" y="3369"/>
                  </a:cubicBezTo>
                  <a:cubicBezTo>
                    <a:pt x="30742" y="3327"/>
                    <a:pt x="30582" y="3308"/>
                    <a:pt x="30388" y="3308"/>
                  </a:cubicBezTo>
                  <a:cubicBezTo>
                    <a:pt x="30119" y="3308"/>
                    <a:pt x="29786" y="3344"/>
                    <a:pt x="29689" y="3402"/>
                  </a:cubicBezTo>
                  <a:cubicBezTo>
                    <a:pt x="29655" y="3435"/>
                    <a:pt x="29522" y="3435"/>
                    <a:pt x="29455" y="3435"/>
                  </a:cubicBezTo>
                  <a:cubicBezTo>
                    <a:pt x="29444" y="3430"/>
                    <a:pt x="29427" y="3427"/>
                    <a:pt x="29407" y="3427"/>
                  </a:cubicBezTo>
                  <a:cubicBezTo>
                    <a:pt x="29309" y="3427"/>
                    <a:pt x="29121" y="3492"/>
                    <a:pt x="28955" y="3602"/>
                  </a:cubicBezTo>
                  <a:cubicBezTo>
                    <a:pt x="28755" y="3702"/>
                    <a:pt x="28488" y="3802"/>
                    <a:pt x="28321" y="3802"/>
                  </a:cubicBezTo>
                  <a:cubicBezTo>
                    <a:pt x="28021" y="3802"/>
                    <a:pt x="28021" y="3802"/>
                    <a:pt x="27721" y="4203"/>
                  </a:cubicBezTo>
                  <a:cubicBezTo>
                    <a:pt x="27554" y="4436"/>
                    <a:pt x="27454" y="4670"/>
                    <a:pt x="27454" y="4703"/>
                  </a:cubicBezTo>
                  <a:cubicBezTo>
                    <a:pt x="27520" y="4770"/>
                    <a:pt x="27854" y="4936"/>
                    <a:pt x="28221" y="5070"/>
                  </a:cubicBezTo>
                  <a:cubicBezTo>
                    <a:pt x="28655" y="5203"/>
                    <a:pt x="28955" y="5437"/>
                    <a:pt x="28921" y="5604"/>
                  </a:cubicBezTo>
                  <a:cubicBezTo>
                    <a:pt x="28921" y="5620"/>
                    <a:pt x="28905" y="5629"/>
                    <a:pt x="28876" y="5629"/>
                  </a:cubicBezTo>
                  <a:cubicBezTo>
                    <a:pt x="28846" y="5629"/>
                    <a:pt x="28805" y="5620"/>
                    <a:pt x="28755" y="5604"/>
                  </a:cubicBezTo>
                  <a:cubicBezTo>
                    <a:pt x="28721" y="5587"/>
                    <a:pt x="28646" y="5579"/>
                    <a:pt x="28554" y="5579"/>
                  </a:cubicBezTo>
                  <a:cubicBezTo>
                    <a:pt x="28463" y="5579"/>
                    <a:pt x="28354" y="5587"/>
                    <a:pt x="28254" y="5604"/>
                  </a:cubicBezTo>
                  <a:cubicBezTo>
                    <a:pt x="27987" y="5604"/>
                    <a:pt x="27887" y="5637"/>
                    <a:pt x="27854" y="5770"/>
                  </a:cubicBezTo>
                  <a:cubicBezTo>
                    <a:pt x="27787" y="5971"/>
                    <a:pt x="27821" y="6004"/>
                    <a:pt x="28087" y="6104"/>
                  </a:cubicBezTo>
                  <a:cubicBezTo>
                    <a:pt x="28221" y="6137"/>
                    <a:pt x="28354" y="6237"/>
                    <a:pt x="28421" y="6337"/>
                  </a:cubicBezTo>
                  <a:cubicBezTo>
                    <a:pt x="28488" y="6471"/>
                    <a:pt x="28521" y="6538"/>
                    <a:pt x="28521" y="6571"/>
                  </a:cubicBezTo>
                  <a:cubicBezTo>
                    <a:pt x="28517" y="6573"/>
                    <a:pt x="28511" y="6574"/>
                    <a:pt x="28502" y="6574"/>
                  </a:cubicBezTo>
                  <a:cubicBezTo>
                    <a:pt x="28356" y="6574"/>
                    <a:pt x="27577" y="6330"/>
                    <a:pt x="27420" y="6204"/>
                  </a:cubicBezTo>
                  <a:cubicBezTo>
                    <a:pt x="27287" y="6137"/>
                    <a:pt x="26987" y="6104"/>
                    <a:pt x="26753" y="6104"/>
                  </a:cubicBezTo>
                  <a:cubicBezTo>
                    <a:pt x="26353" y="6137"/>
                    <a:pt x="26253" y="6171"/>
                    <a:pt x="26119" y="6337"/>
                  </a:cubicBezTo>
                  <a:cubicBezTo>
                    <a:pt x="26053" y="6438"/>
                    <a:pt x="25953" y="6538"/>
                    <a:pt x="25953" y="6538"/>
                  </a:cubicBezTo>
                  <a:cubicBezTo>
                    <a:pt x="25853" y="6571"/>
                    <a:pt x="25786" y="6638"/>
                    <a:pt x="25853" y="6704"/>
                  </a:cubicBezTo>
                  <a:cubicBezTo>
                    <a:pt x="25900" y="6800"/>
                    <a:pt x="26102" y="6878"/>
                    <a:pt x="26225" y="6878"/>
                  </a:cubicBezTo>
                  <a:cubicBezTo>
                    <a:pt x="26274" y="6878"/>
                    <a:pt x="26310" y="6866"/>
                    <a:pt x="26320" y="6838"/>
                  </a:cubicBezTo>
                  <a:cubicBezTo>
                    <a:pt x="26320" y="6829"/>
                    <a:pt x="26324" y="6825"/>
                    <a:pt x="26331" y="6825"/>
                  </a:cubicBezTo>
                  <a:cubicBezTo>
                    <a:pt x="26353" y="6825"/>
                    <a:pt x="26403" y="6863"/>
                    <a:pt x="26453" y="6938"/>
                  </a:cubicBezTo>
                  <a:cubicBezTo>
                    <a:pt x="26486" y="7038"/>
                    <a:pt x="26853" y="7338"/>
                    <a:pt x="27220" y="7638"/>
                  </a:cubicBezTo>
                  <a:cubicBezTo>
                    <a:pt x="27554" y="7972"/>
                    <a:pt x="27854" y="8239"/>
                    <a:pt x="27821" y="8239"/>
                  </a:cubicBezTo>
                  <a:cubicBezTo>
                    <a:pt x="27811" y="8249"/>
                    <a:pt x="27798" y="8253"/>
                    <a:pt x="27785" y="8253"/>
                  </a:cubicBezTo>
                  <a:cubicBezTo>
                    <a:pt x="27754" y="8253"/>
                    <a:pt x="27721" y="8229"/>
                    <a:pt x="27721" y="8205"/>
                  </a:cubicBezTo>
                  <a:cubicBezTo>
                    <a:pt x="27638" y="8095"/>
                    <a:pt x="27395" y="8030"/>
                    <a:pt x="27029" y="8030"/>
                  </a:cubicBezTo>
                  <a:cubicBezTo>
                    <a:pt x="26953" y="8030"/>
                    <a:pt x="26872" y="8033"/>
                    <a:pt x="26787" y="8039"/>
                  </a:cubicBezTo>
                  <a:cubicBezTo>
                    <a:pt x="26752" y="8041"/>
                    <a:pt x="26718" y="8042"/>
                    <a:pt x="26684" y="8042"/>
                  </a:cubicBezTo>
                  <a:cubicBezTo>
                    <a:pt x="26253" y="8042"/>
                    <a:pt x="25838" y="7850"/>
                    <a:pt x="25652" y="7572"/>
                  </a:cubicBezTo>
                  <a:cubicBezTo>
                    <a:pt x="25563" y="7423"/>
                    <a:pt x="25288" y="7194"/>
                    <a:pt x="25182" y="7194"/>
                  </a:cubicBezTo>
                  <a:cubicBezTo>
                    <a:pt x="25169" y="7194"/>
                    <a:pt x="25159" y="7198"/>
                    <a:pt x="25152" y="7205"/>
                  </a:cubicBezTo>
                  <a:cubicBezTo>
                    <a:pt x="25134" y="7214"/>
                    <a:pt x="25106" y="7218"/>
                    <a:pt x="25072" y="7218"/>
                  </a:cubicBezTo>
                  <a:cubicBezTo>
                    <a:pt x="24857" y="7218"/>
                    <a:pt x="24380" y="7053"/>
                    <a:pt x="24351" y="6938"/>
                  </a:cubicBezTo>
                  <a:cubicBezTo>
                    <a:pt x="24326" y="6863"/>
                    <a:pt x="24264" y="6825"/>
                    <a:pt x="24108" y="6825"/>
                  </a:cubicBezTo>
                  <a:cubicBezTo>
                    <a:pt x="24055" y="6825"/>
                    <a:pt x="23993" y="6829"/>
                    <a:pt x="23918" y="6838"/>
                  </a:cubicBezTo>
                  <a:cubicBezTo>
                    <a:pt x="23284" y="6938"/>
                    <a:pt x="22483" y="7171"/>
                    <a:pt x="22350" y="7338"/>
                  </a:cubicBezTo>
                  <a:cubicBezTo>
                    <a:pt x="22183" y="7572"/>
                    <a:pt x="22117" y="7638"/>
                    <a:pt x="21349" y="8139"/>
                  </a:cubicBezTo>
                  <a:cubicBezTo>
                    <a:pt x="20949" y="8406"/>
                    <a:pt x="20582" y="8672"/>
                    <a:pt x="20582" y="8773"/>
                  </a:cubicBezTo>
                  <a:cubicBezTo>
                    <a:pt x="20549" y="8873"/>
                    <a:pt x="20382" y="8939"/>
                    <a:pt x="20015" y="9106"/>
                  </a:cubicBezTo>
                  <a:cubicBezTo>
                    <a:pt x="19715" y="9206"/>
                    <a:pt x="19448" y="9340"/>
                    <a:pt x="19415" y="9406"/>
                  </a:cubicBezTo>
                  <a:cubicBezTo>
                    <a:pt x="19415" y="9440"/>
                    <a:pt x="19315" y="9473"/>
                    <a:pt x="19248" y="9473"/>
                  </a:cubicBezTo>
                  <a:cubicBezTo>
                    <a:pt x="19241" y="9472"/>
                    <a:pt x="19233" y="9472"/>
                    <a:pt x="19225" y="9472"/>
                  </a:cubicBezTo>
                  <a:cubicBezTo>
                    <a:pt x="18924" y="9472"/>
                    <a:pt x="17918" y="10043"/>
                    <a:pt x="18080" y="10140"/>
                  </a:cubicBezTo>
                  <a:cubicBezTo>
                    <a:pt x="18175" y="10203"/>
                    <a:pt x="17641" y="10476"/>
                    <a:pt x="17443" y="10476"/>
                  </a:cubicBezTo>
                  <a:cubicBezTo>
                    <a:pt x="17432" y="10476"/>
                    <a:pt x="17422" y="10475"/>
                    <a:pt x="17413" y="10474"/>
                  </a:cubicBezTo>
                  <a:cubicBezTo>
                    <a:pt x="17407" y="10472"/>
                    <a:pt x="17399" y="10471"/>
                    <a:pt x="17390" y="10471"/>
                  </a:cubicBezTo>
                  <a:cubicBezTo>
                    <a:pt x="17203" y="10471"/>
                    <a:pt x="16436" y="10782"/>
                    <a:pt x="16246" y="10941"/>
                  </a:cubicBezTo>
                  <a:cubicBezTo>
                    <a:pt x="16212" y="10963"/>
                    <a:pt x="16186" y="10974"/>
                    <a:pt x="16165" y="10974"/>
                  </a:cubicBezTo>
                  <a:cubicBezTo>
                    <a:pt x="16123" y="10974"/>
                    <a:pt x="16101" y="10930"/>
                    <a:pt x="16079" y="10841"/>
                  </a:cubicBezTo>
                  <a:cubicBezTo>
                    <a:pt x="16062" y="10774"/>
                    <a:pt x="16046" y="10741"/>
                    <a:pt x="16016" y="10741"/>
                  </a:cubicBezTo>
                  <a:cubicBezTo>
                    <a:pt x="15987" y="10741"/>
                    <a:pt x="15945" y="10774"/>
                    <a:pt x="15879" y="10841"/>
                  </a:cubicBezTo>
                  <a:cubicBezTo>
                    <a:pt x="15801" y="10899"/>
                    <a:pt x="15757" y="10934"/>
                    <a:pt x="15715" y="10934"/>
                  </a:cubicBezTo>
                  <a:cubicBezTo>
                    <a:pt x="15684" y="10934"/>
                    <a:pt x="15654" y="10916"/>
                    <a:pt x="15612" y="10874"/>
                  </a:cubicBezTo>
                  <a:cubicBezTo>
                    <a:pt x="15580" y="10842"/>
                    <a:pt x="15500" y="10827"/>
                    <a:pt x="15389" y="10827"/>
                  </a:cubicBezTo>
                  <a:cubicBezTo>
                    <a:pt x="15155" y="10827"/>
                    <a:pt x="14784" y="10894"/>
                    <a:pt x="14444" y="11007"/>
                  </a:cubicBezTo>
                  <a:cubicBezTo>
                    <a:pt x="14344" y="11041"/>
                    <a:pt x="13944" y="11174"/>
                    <a:pt x="13610" y="11274"/>
                  </a:cubicBezTo>
                  <a:cubicBezTo>
                    <a:pt x="13277" y="11408"/>
                    <a:pt x="12877" y="11575"/>
                    <a:pt x="12743" y="11641"/>
                  </a:cubicBezTo>
                  <a:cubicBezTo>
                    <a:pt x="12643" y="11716"/>
                    <a:pt x="12543" y="11754"/>
                    <a:pt x="12485" y="11754"/>
                  </a:cubicBezTo>
                  <a:cubicBezTo>
                    <a:pt x="12466" y="11754"/>
                    <a:pt x="12451" y="11750"/>
                    <a:pt x="12443" y="11741"/>
                  </a:cubicBezTo>
                  <a:cubicBezTo>
                    <a:pt x="12433" y="11732"/>
                    <a:pt x="12421" y="11727"/>
                    <a:pt x="12405" y="11727"/>
                  </a:cubicBezTo>
                  <a:cubicBezTo>
                    <a:pt x="12368" y="11727"/>
                    <a:pt x="12314" y="11751"/>
                    <a:pt x="12243" y="11775"/>
                  </a:cubicBezTo>
                  <a:cubicBezTo>
                    <a:pt x="12143" y="11841"/>
                    <a:pt x="11876" y="11908"/>
                    <a:pt x="11642" y="11941"/>
                  </a:cubicBezTo>
                  <a:cubicBezTo>
                    <a:pt x="11275" y="12008"/>
                    <a:pt x="10842" y="12175"/>
                    <a:pt x="10341" y="12442"/>
                  </a:cubicBezTo>
                  <a:cubicBezTo>
                    <a:pt x="10333" y="12451"/>
                    <a:pt x="10321" y="12455"/>
                    <a:pt x="10309" y="12455"/>
                  </a:cubicBezTo>
                  <a:cubicBezTo>
                    <a:pt x="10277" y="12455"/>
                    <a:pt x="10241" y="12424"/>
                    <a:pt x="10241" y="12375"/>
                  </a:cubicBezTo>
                  <a:cubicBezTo>
                    <a:pt x="10214" y="12264"/>
                    <a:pt x="9655" y="12084"/>
                    <a:pt x="9391" y="12084"/>
                  </a:cubicBezTo>
                  <a:cubicBezTo>
                    <a:pt x="9338" y="12084"/>
                    <a:pt x="9297" y="12091"/>
                    <a:pt x="9274" y="12108"/>
                  </a:cubicBezTo>
                  <a:lnTo>
                    <a:pt x="8874" y="12108"/>
                  </a:lnTo>
                  <a:cubicBezTo>
                    <a:pt x="8811" y="12102"/>
                    <a:pt x="8754" y="12098"/>
                    <a:pt x="8695" y="12098"/>
                  </a:cubicBezTo>
                  <a:cubicBezTo>
                    <a:pt x="8441" y="12098"/>
                    <a:pt x="8148" y="12171"/>
                    <a:pt x="7173" y="12442"/>
                  </a:cubicBezTo>
                  <a:cubicBezTo>
                    <a:pt x="6405" y="12642"/>
                    <a:pt x="5138" y="13242"/>
                    <a:pt x="4704" y="13643"/>
                  </a:cubicBezTo>
                  <a:cubicBezTo>
                    <a:pt x="4454" y="13875"/>
                    <a:pt x="4347" y="13973"/>
                    <a:pt x="4246" y="13973"/>
                  </a:cubicBezTo>
                  <a:cubicBezTo>
                    <a:pt x="4158" y="13973"/>
                    <a:pt x="4074" y="13900"/>
                    <a:pt x="3904" y="13776"/>
                  </a:cubicBezTo>
                  <a:cubicBezTo>
                    <a:pt x="3733" y="13662"/>
                    <a:pt x="3584" y="13603"/>
                    <a:pt x="3506" y="13603"/>
                  </a:cubicBezTo>
                  <a:cubicBezTo>
                    <a:pt x="3446" y="13603"/>
                    <a:pt x="3427" y="13637"/>
                    <a:pt x="3470" y="13709"/>
                  </a:cubicBezTo>
                  <a:cubicBezTo>
                    <a:pt x="3503" y="13743"/>
                    <a:pt x="3470" y="13809"/>
                    <a:pt x="3403" y="13809"/>
                  </a:cubicBezTo>
                  <a:cubicBezTo>
                    <a:pt x="3336" y="13809"/>
                    <a:pt x="3270" y="13776"/>
                    <a:pt x="3270" y="13743"/>
                  </a:cubicBezTo>
                  <a:cubicBezTo>
                    <a:pt x="3251" y="13668"/>
                    <a:pt x="3075" y="13624"/>
                    <a:pt x="2888" y="13624"/>
                  </a:cubicBezTo>
                  <a:cubicBezTo>
                    <a:pt x="2742" y="13624"/>
                    <a:pt x="2590" y="13651"/>
                    <a:pt x="2503" y="13709"/>
                  </a:cubicBezTo>
                  <a:cubicBezTo>
                    <a:pt x="2402" y="13743"/>
                    <a:pt x="2236" y="13809"/>
                    <a:pt x="2136" y="13809"/>
                  </a:cubicBezTo>
                  <a:cubicBezTo>
                    <a:pt x="1769" y="13843"/>
                    <a:pt x="1335" y="14043"/>
                    <a:pt x="1035" y="14343"/>
                  </a:cubicBezTo>
                  <a:cubicBezTo>
                    <a:pt x="868" y="14510"/>
                    <a:pt x="635" y="14677"/>
                    <a:pt x="468" y="14743"/>
                  </a:cubicBezTo>
                  <a:cubicBezTo>
                    <a:pt x="234" y="14844"/>
                    <a:pt x="234" y="14844"/>
                    <a:pt x="401" y="15044"/>
                  </a:cubicBezTo>
                  <a:cubicBezTo>
                    <a:pt x="501" y="15144"/>
                    <a:pt x="534" y="15277"/>
                    <a:pt x="534" y="15311"/>
                  </a:cubicBezTo>
                  <a:cubicBezTo>
                    <a:pt x="519" y="15341"/>
                    <a:pt x="504" y="15357"/>
                    <a:pt x="489" y="15357"/>
                  </a:cubicBezTo>
                  <a:cubicBezTo>
                    <a:pt x="471" y="15357"/>
                    <a:pt x="453" y="15332"/>
                    <a:pt x="434" y="15277"/>
                  </a:cubicBezTo>
                  <a:cubicBezTo>
                    <a:pt x="423" y="15185"/>
                    <a:pt x="396" y="15145"/>
                    <a:pt x="366" y="15145"/>
                  </a:cubicBezTo>
                  <a:cubicBezTo>
                    <a:pt x="310" y="15145"/>
                    <a:pt x="246" y="15292"/>
                    <a:pt x="268" y="15511"/>
                  </a:cubicBezTo>
                  <a:cubicBezTo>
                    <a:pt x="268" y="15711"/>
                    <a:pt x="234" y="15878"/>
                    <a:pt x="168" y="15911"/>
                  </a:cubicBezTo>
                  <a:cubicBezTo>
                    <a:pt x="1" y="16011"/>
                    <a:pt x="468" y="16645"/>
                    <a:pt x="701" y="16678"/>
                  </a:cubicBezTo>
                  <a:cubicBezTo>
                    <a:pt x="835" y="16712"/>
                    <a:pt x="901" y="16778"/>
                    <a:pt x="935" y="16945"/>
                  </a:cubicBezTo>
                  <a:cubicBezTo>
                    <a:pt x="1102" y="17379"/>
                    <a:pt x="1335" y="17646"/>
                    <a:pt x="1869" y="17946"/>
                  </a:cubicBezTo>
                  <a:cubicBezTo>
                    <a:pt x="2136" y="18113"/>
                    <a:pt x="2436" y="18246"/>
                    <a:pt x="2536" y="18279"/>
                  </a:cubicBezTo>
                  <a:cubicBezTo>
                    <a:pt x="2603" y="18313"/>
                    <a:pt x="2836" y="18513"/>
                    <a:pt x="3036" y="18713"/>
                  </a:cubicBezTo>
                  <a:cubicBezTo>
                    <a:pt x="3219" y="18926"/>
                    <a:pt x="3402" y="19084"/>
                    <a:pt x="3458" y="19084"/>
                  </a:cubicBezTo>
                  <a:cubicBezTo>
                    <a:pt x="3463" y="19084"/>
                    <a:pt x="3467" y="19083"/>
                    <a:pt x="3470" y="19080"/>
                  </a:cubicBezTo>
                  <a:cubicBezTo>
                    <a:pt x="3476" y="19074"/>
                    <a:pt x="3483" y="19071"/>
                    <a:pt x="3491" y="19071"/>
                  </a:cubicBezTo>
                  <a:cubicBezTo>
                    <a:pt x="3527" y="19071"/>
                    <a:pt x="3582" y="19131"/>
                    <a:pt x="3637" y="19213"/>
                  </a:cubicBezTo>
                  <a:cubicBezTo>
                    <a:pt x="3670" y="19313"/>
                    <a:pt x="3803" y="19413"/>
                    <a:pt x="3904" y="19413"/>
                  </a:cubicBezTo>
                  <a:cubicBezTo>
                    <a:pt x="4037" y="19413"/>
                    <a:pt x="4170" y="19480"/>
                    <a:pt x="4237" y="19547"/>
                  </a:cubicBezTo>
                  <a:cubicBezTo>
                    <a:pt x="4301" y="19610"/>
                    <a:pt x="4377" y="19634"/>
                    <a:pt x="4451" y="19634"/>
                  </a:cubicBezTo>
                  <a:cubicBezTo>
                    <a:pt x="4493" y="19634"/>
                    <a:pt x="4534" y="19626"/>
                    <a:pt x="4571" y="19614"/>
                  </a:cubicBezTo>
                  <a:cubicBezTo>
                    <a:pt x="4607" y="19601"/>
                    <a:pt x="4644" y="19594"/>
                    <a:pt x="4679" y="19594"/>
                  </a:cubicBezTo>
                  <a:cubicBezTo>
                    <a:pt x="4740" y="19594"/>
                    <a:pt x="4795" y="19617"/>
                    <a:pt x="4838" y="19680"/>
                  </a:cubicBezTo>
                  <a:cubicBezTo>
                    <a:pt x="4863" y="19755"/>
                    <a:pt x="4925" y="19793"/>
                    <a:pt x="4969" y="19793"/>
                  </a:cubicBezTo>
                  <a:cubicBezTo>
                    <a:pt x="4983" y="19793"/>
                    <a:pt x="4996" y="19789"/>
                    <a:pt x="5004" y="19780"/>
                  </a:cubicBezTo>
                  <a:cubicBezTo>
                    <a:pt x="5043" y="19741"/>
                    <a:pt x="5094" y="19725"/>
                    <a:pt x="5143" y="19725"/>
                  </a:cubicBezTo>
                  <a:cubicBezTo>
                    <a:pt x="5177" y="19725"/>
                    <a:pt x="5210" y="19733"/>
                    <a:pt x="5238" y="19747"/>
                  </a:cubicBezTo>
                  <a:cubicBezTo>
                    <a:pt x="5260" y="19747"/>
                    <a:pt x="5312" y="19762"/>
                    <a:pt x="5354" y="19762"/>
                  </a:cubicBezTo>
                  <a:cubicBezTo>
                    <a:pt x="5375" y="19762"/>
                    <a:pt x="5394" y="19758"/>
                    <a:pt x="5405" y="19747"/>
                  </a:cubicBezTo>
                  <a:cubicBezTo>
                    <a:pt x="5438" y="19714"/>
                    <a:pt x="5505" y="19680"/>
                    <a:pt x="5571" y="19680"/>
                  </a:cubicBezTo>
                  <a:cubicBezTo>
                    <a:pt x="5576" y="19676"/>
                    <a:pt x="5582" y="19674"/>
                    <a:pt x="5588" y="19674"/>
                  </a:cubicBezTo>
                  <a:cubicBezTo>
                    <a:pt x="5631" y="19674"/>
                    <a:pt x="5714" y="19760"/>
                    <a:pt x="5772" y="19847"/>
                  </a:cubicBezTo>
                  <a:cubicBezTo>
                    <a:pt x="5838" y="19981"/>
                    <a:pt x="5905" y="20047"/>
                    <a:pt x="5972" y="20047"/>
                  </a:cubicBezTo>
                  <a:cubicBezTo>
                    <a:pt x="6005" y="20014"/>
                    <a:pt x="6138" y="19580"/>
                    <a:pt x="6272" y="19047"/>
                  </a:cubicBezTo>
                  <a:cubicBezTo>
                    <a:pt x="6572" y="17846"/>
                    <a:pt x="6839" y="17078"/>
                    <a:pt x="6906" y="17012"/>
                  </a:cubicBezTo>
                  <a:cubicBezTo>
                    <a:pt x="6972" y="16978"/>
                    <a:pt x="7039" y="16878"/>
                    <a:pt x="7072" y="16778"/>
                  </a:cubicBezTo>
                  <a:cubicBezTo>
                    <a:pt x="7100" y="16668"/>
                    <a:pt x="7151" y="16603"/>
                    <a:pt x="7205" y="16603"/>
                  </a:cubicBezTo>
                  <a:cubicBezTo>
                    <a:pt x="7216" y="16603"/>
                    <a:pt x="7228" y="16606"/>
                    <a:pt x="7239" y="16611"/>
                  </a:cubicBezTo>
                  <a:cubicBezTo>
                    <a:pt x="7306" y="16611"/>
                    <a:pt x="7306" y="16745"/>
                    <a:pt x="7273" y="16978"/>
                  </a:cubicBezTo>
                  <a:cubicBezTo>
                    <a:pt x="7206" y="17145"/>
                    <a:pt x="7173" y="17479"/>
                    <a:pt x="7173" y="17679"/>
                  </a:cubicBezTo>
                  <a:cubicBezTo>
                    <a:pt x="7173" y="17912"/>
                    <a:pt x="7106" y="18346"/>
                    <a:pt x="7039" y="18646"/>
                  </a:cubicBezTo>
                  <a:cubicBezTo>
                    <a:pt x="6972" y="18946"/>
                    <a:pt x="6972" y="19313"/>
                    <a:pt x="7006" y="19413"/>
                  </a:cubicBezTo>
                  <a:cubicBezTo>
                    <a:pt x="7039" y="19547"/>
                    <a:pt x="7039" y="19680"/>
                    <a:pt x="7006" y="19680"/>
                  </a:cubicBezTo>
                  <a:cubicBezTo>
                    <a:pt x="6972" y="19714"/>
                    <a:pt x="6972" y="19747"/>
                    <a:pt x="7006" y="19814"/>
                  </a:cubicBezTo>
                  <a:cubicBezTo>
                    <a:pt x="7006" y="19830"/>
                    <a:pt x="7022" y="19839"/>
                    <a:pt x="7047" y="19839"/>
                  </a:cubicBezTo>
                  <a:cubicBezTo>
                    <a:pt x="7072" y="19839"/>
                    <a:pt x="7106" y="19830"/>
                    <a:pt x="7139" y="19814"/>
                  </a:cubicBezTo>
                  <a:cubicBezTo>
                    <a:pt x="7171" y="19793"/>
                    <a:pt x="7196" y="19782"/>
                    <a:pt x="7215" y="19782"/>
                  </a:cubicBezTo>
                  <a:cubicBezTo>
                    <a:pt x="7257" y="19782"/>
                    <a:pt x="7273" y="19833"/>
                    <a:pt x="7273" y="19947"/>
                  </a:cubicBezTo>
                  <a:cubicBezTo>
                    <a:pt x="7273" y="20030"/>
                    <a:pt x="7295" y="20089"/>
                    <a:pt x="7322" y="20089"/>
                  </a:cubicBezTo>
                  <a:cubicBezTo>
                    <a:pt x="7328" y="20089"/>
                    <a:pt x="7333" y="20087"/>
                    <a:pt x="7339" y="20081"/>
                  </a:cubicBezTo>
                  <a:cubicBezTo>
                    <a:pt x="7349" y="20074"/>
                    <a:pt x="7361" y="20071"/>
                    <a:pt x="7375" y="20071"/>
                  </a:cubicBezTo>
                  <a:cubicBezTo>
                    <a:pt x="7508" y="20071"/>
                    <a:pt x="7825" y="20346"/>
                    <a:pt x="8006" y="20648"/>
                  </a:cubicBezTo>
                  <a:cubicBezTo>
                    <a:pt x="8094" y="20793"/>
                    <a:pt x="8206" y="20888"/>
                    <a:pt x="8256" y="20888"/>
                  </a:cubicBezTo>
                  <a:cubicBezTo>
                    <a:pt x="8263" y="20888"/>
                    <a:pt x="8269" y="20885"/>
                    <a:pt x="8273" y="20881"/>
                  </a:cubicBezTo>
                  <a:cubicBezTo>
                    <a:pt x="8307" y="20881"/>
                    <a:pt x="8340" y="20915"/>
                    <a:pt x="8340" y="20981"/>
                  </a:cubicBezTo>
                  <a:cubicBezTo>
                    <a:pt x="8373" y="21048"/>
                    <a:pt x="8440" y="21115"/>
                    <a:pt x="8540" y="21148"/>
                  </a:cubicBezTo>
                  <a:cubicBezTo>
                    <a:pt x="8585" y="21170"/>
                    <a:pt x="8625" y="21181"/>
                    <a:pt x="8666" y="21181"/>
                  </a:cubicBezTo>
                  <a:cubicBezTo>
                    <a:pt x="8748" y="21181"/>
                    <a:pt x="8829" y="21137"/>
                    <a:pt x="8940" y="21048"/>
                  </a:cubicBezTo>
                  <a:cubicBezTo>
                    <a:pt x="9041" y="20948"/>
                    <a:pt x="9174" y="20781"/>
                    <a:pt x="9174" y="20681"/>
                  </a:cubicBezTo>
                  <a:cubicBezTo>
                    <a:pt x="9207" y="20614"/>
                    <a:pt x="9307" y="20448"/>
                    <a:pt x="9374" y="20381"/>
                  </a:cubicBezTo>
                  <a:cubicBezTo>
                    <a:pt x="9458" y="20314"/>
                    <a:pt x="9499" y="20281"/>
                    <a:pt x="9508" y="20281"/>
                  </a:cubicBezTo>
                  <a:lnTo>
                    <a:pt x="9508" y="20281"/>
                  </a:lnTo>
                  <a:cubicBezTo>
                    <a:pt x="9516" y="20281"/>
                    <a:pt x="9491" y="20314"/>
                    <a:pt x="9441" y="20381"/>
                  </a:cubicBezTo>
                  <a:cubicBezTo>
                    <a:pt x="9407" y="20481"/>
                    <a:pt x="9374" y="20614"/>
                    <a:pt x="9341" y="20681"/>
                  </a:cubicBezTo>
                  <a:cubicBezTo>
                    <a:pt x="9341" y="20767"/>
                    <a:pt x="9638" y="20928"/>
                    <a:pt x="9806" y="20928"/>
                  </a:cubicBezTo>
                  <a:cubicBezTo>
                    <a:pt x="9833" y="20928"/>
                    <a:pt x="9856" y="20924"/>
                    <a:pt x="9874" y="20915"/>
                  </a:cubicBezTo>
                  <a:cubicBezTo>
                    <a:pt x="9882" y="20911"/>
                    <a:pt x="9891" y="20909"/>
                    <a:pt x="9900" y="20909"/>
                  </a:cubicBezTo>
                  <a:cubicBezTo>
                    <a:pt x="10045" y="20909"/>
                    <a:pt x="10336" y="21387"/>
                    <a:pt x="10241" y="21482"/>
                  </a:cubicBezTo>
                  <a:cubicBezTo>
                    <a:pt x="10208" y="21548"/>
                    <a:pt x="10208" y="21582"/>
                    <a:pt x="10275" y="21615"/>
                  </a:cubicBezTo>
                  <a:cubicBezTo>
                    <a:pt x="10293" y="21624"/>
                    <a:pt x="10316" y="21628"/>
                    <a:pt x="10341" y="21628"/>
                  </a:cubicBezTo>
                  <a:cubicBezTo>
                    <a:pt x="10502" y="21628"/>
                    <a:pt x="10775" y="21463"/>
                    <a:pt x="10775" y="21348"/>
                  </a:cubicBezTo>
                  <a:cubicBezTo>
                    <a:pt x="10775" y="21281"/>
                    <a:pt x="10842" y="21181"/>
                    <a:pt x="10942" y="21148"/>
                  </a:cubicBezTo>
                  <a:cubicBezTo>
                    <a:pt x="11009" y="21115"/>
                    <a:pt x="11142" y="20848"/>
                    <a:pt x="11209" y="20614"/>
                  </a:cubicBezTo>
                  <a:cubicBezTo>
                    <a:pt x="11269" y="20332"/>
                    <a:pt x="11293" y="20220"/>
                    <a:pt x="11325" y="20220"/>
                  </a:cubicBezTo>
                  <a:cubicBezTo>
                    <a:pt x="11345" y="20220"/>
                    <a:pt x="11369" y="20268"/>
                    <a:pt x="11409" y="20347"/>
                  </a:cubicBezTo>
                  <a:cubicBezTo>
                    <a:pt x="11462" y="20435"/>
                    <a:pt x="11496" y="20477"/>
                    <a:pt x="11521" y="20477"/>
                  </a:cubicBezTo>
                  <a:cubicBezTo>
                    <a:pt x="11544" y="20477"/>
                    <a:pt x="11560" y="20444"/>
                    <a:pt x="11576" y="20381"/>
                  </a:cubicBezTo>
                  <a:cubicBezTo>
                    <a:pt x="11609" y="20314"/>
                    <a:pt x="11626" y="20281"/>
                    <a:pt x="11647" y="20281"/>
                  </a:cubicBezTo>
                  <a:cubicBezTo>
                    <a:pt x="11667" y="20281"/>
                    <a:pt x="11692" y="20314"/>
                    <a:pt x="11742" y="20381"/>
                  </a:cubicBezTo>
                  <a:cubicBezTo>
                    <a:pt x="11851" y="20544"/>
                    <a:pt x="11827" y="20750"/>
                    <a:pt x="11743" y="20750"/>
                  </a:cubicBezTo>
                  <a:cubicBezTo>
                    <a:pt x="11723" y="20750"/>
                    <a:pt x="11701" y="20739"/>
                    <a:pt x="11676" y="20714"/>
                  </a:cubicBezTo>
                  <a:cubicBezTo>
                    <a:pt x="11648" y="20701"/>
                    <a:pt x="11626" y="20692"/>
                    <a:pt x="11608" y="20692"/>
                  </a:cubicBezTo>
                  <a:cubicBezTo>
                    <a:pt x="11581" y="20692"/>
                    <a:pt x="11562" y="20709"/>
                    <a:pt x="11542" y="20748"/>
                  </a:cubicBezTo>
                  <a:cubicBezTo>
                    <a:pt x="11509" y="20781"/>
                    <a:pt x="11609" y="20848"/>
                    <a:pt x="11709" y="20881"/>
                  </a:cubicBezTo>
                  <a:cubicBezTo>
                    <a:pt x="11909" y="20948"/>
                    <a:pt x="11909" y="20948"/>
                    <a:pt x="11809" y="21015"/>
                  </a:cubicBezTo>
                  <a:cubicBezTo>
                    <a:pt x="11709" y="21081"/>
                    <a:pt x="11709" y="21148"/>
                    <a:pt x="11843" y="21348"/>
                  </a:cubicBezTo>
                  <a:cubicBezTo>
                    <a:pt x="11905" y="21452"/>
                    <a:pt x="11942" y="21505"/>
                    <a:pt x="11952" y="21505"/>
                  </a:cubicBezTo>
                  <a:cubicBezTo>
                    <a:pt x="11958" y="21505"/>
                    <a:pt x="11955" y="21486"/>
                    <a:pt x="11943" y="21448"/>
                  </a:cubicBezTo>
                  <a:cubicBezTo>
                    <a:pt x="11909" y="21348"/>
                    <a:pt x="11909" y="21248"/>
                    <a:pt x="11943" y="21215"/>
                  </a:cubicBezTo>
                  <a:cubicBezTo>
                    <a:pt x="11949" y="21211"/>
                    <a:pt x="11956" y="21210"/>
                    <a:pt x="11963" y="21210"/>
                  </a:cubicBezTo>
                  <a:cubicBezTo>
                    <a:pt x="12024" y="21210"/>
                    <a:pt x="12090" y="21339"/>
                    <a:pt x="12209" y="21548"/>
                  </a:cubicBezTo>
                  <a:cubicBezTo>
                    <a:pt x="12310" y="21782"/>
                    <a:pt x="12410" y="21915"/>
                    <a:pt x="12543" y="21982"/>
                  </a:cubicBezTo>
                  <a:cubicBezTo>
                    <a:pt x="12643" y="22015"/>
                    <a:pt x="12777" y="22149"/>
                    <a:pt x="12877" y="22249"/>
                  </a:cubicBezTo>
                  <a:cubicBezTo>
                    <a:pt x="12943" y="22382"/>
                    <a:pt x="13010" y="22449"/>
                    <a:pt x="13077" y="22449"/>
                  </a:cubicBezTo>
                  <a:cubicBezTo>
                    <a:pt x="13110" y="22449"/>
                    <a:pt x="13244" y="22549"/>
                    <a:pt x="13344" y="22649"/>
                  </a:cubicBezTo>
                  <a:cubicBezTo>
                    <a:pt x="13426" y="22731"/>
                    <a:pt x="13508" y="22791"/>
                    <a:pt x="13553" y="22791"/>
                  </a:cubicBezTo>
                  <a:cubicBezTo>
                    <a:pt x="13563" y="22791"/>
                    <a:pt x="13571" y="22788"/>
                    <a:pt x="13577" y="22783"/>
                  </a:cubicBezTo>
                  <a:cubicBezTo>
                    <a:pt x="13582" y="22781"/>
                    <a:pt x="13588" y="22780"/>
                    <a:pt x="13595" y="22780"/>
                  </a:cubicBezTo>
                  <a:cubicBezTo>
                    <a:pt x="13739" y="22780"/>
                    <a:pt x="14344" y="23089"/>
                    <a:pt x="14344" y="23216"/>
                  </a:cubicBezTo>
                  <a:cubicBezTo>
                    <a:pt x="14344" y="23250"/>
                    <a:pt x="14411" y="23283"/>
                    <a:pt x="14478" y="23283"/>
                  </a:cubicBezTo>
                  <a:cubicBezTo>
                    <a:pt x="14578" y="23283"/>
                    <a:pt x="14678" y="23350"/>
                    <a:pt x="14745" y="23416"/>
                  </a:cubicBezTo>
                  <a:cubicBezTo>
                    <a:pt x="14772" y="23499"/>
                    <a:pt x="14845" y="23558"/>
                    <a:pt x="14888" y="23558"/>
                  </a:cubicBezTo>
                  <a:cubicBezTo>
                    <a:pt x="14897" y="23558"/>
                    <a:pt x="14906" y="23556"/>
                    <a:pt x="14911" y="23550"/>
                  </a:cubicBezTo>
                  <a:cubicBezTo>
                    <a:pt x="14945" y="23533"/>
                    <a:pt x="14995" y="23525"/>
                    <a:pt x="15049" y="23525"/>
                  </a:cubicBezTo>
                  <a:cubicBezTo>
                    <a:pt x="15103" y="23525"/>
                    <a:pt x="15162" y="23533"/>
                    <a:pt x="15212" y="23550"/>
                  </a:cubicBezTo>
                  <a:cubicBezTo>
                    <a:pt x="15290" y="23589"/>
                    <a:pt x="15368" y="23605"/>
                    <a:pt x="15433" y="23605"/>
                  </a:cubicBezTo>
                  <a:cubicBezTo>
                    <a:pt x="15478" y="23605"/>
                    <a:pt x="15518" y="23597"/>
                    <a:pt x="15545" y="23583"/>
                  </a:cubicBezTo>
                  <a:cubicBezTo>
                    <a:pt x="15571" y="23558"/>
                    <a:pt x="15596" y="23547"/>
                    <a:pt x="15620" y="23547"/>
                  </a:cubicBezTo>
                  <a:cubicBezTo>
                    <a:pt x="15658" y="23547"/>
                    <a:pt x="15691" y="23575"/>
                    <a:pt x="15712" y="23616"/>
                  </a:cubicBezTo>
                  <a:cubicBezTo>
                    <a:pt x="15729" y="23650"/>
                    <a:pt x="15762" y="23667"/>
                    <a:pt x="15800" y="23667"/>
                  </a:cubicBezTo>
                  <a:cubicBezTo>
                    <a:pt x="15837" y="23667"/>
                    <a:pt x="15879" y="23650"/>
                    <a:pt x="15912" y="23616"/>
                  </a:cubicBezTo>
                  <a:cubicBezTo>
                    <a:pt x="15979" y="23583"/>
                    <a:pt x="16112" y="23583"/>
                    <a:pt x="16146" y="23583"/>
                  </a:cubicBezTo>
                  <a:cubicBezTo>
                    <a:pt x="16165" y="23593"/>
                    <a:pt x="16188" y="23597"/>
                    <a:pt x="16212" y="23597"/>
                  </a:cubicBezTo>
                  <a:cubicBezTo>
                    <a:pt x="16271" y="23597"/>
                    <a:pt x="16342" y="23573"/>
                    <a:pt x="16412" y="23550"/>
                  </a:cubicBezTo>
                  <a:cubicBezTo>
                    <a:pt x="16513" y="23483"/>
                    <a:pt x="16579" y="23383"/>
                    <a:pt x="16579" y="23350"/>
                  </a:cubicBezTo>
                  <a:cubicBezTo>
                    <a:pt x="16579" y="23259"/>
                    <a:pt x="16604" y="23213"/>
                    <a:pt x="16647" y="23213"/>
                  </a:cubicBezTo>
                  <a:cubicBezTo>
                    <a:pt x="16714" y="23213"/>
                    <a:pt x="16824" y="23326"/>
                    <a:pt x="16946" y="23550"/>
                  </a:cubicBezTo>
                  <a:cubicBezTo>
                    <a:pt x="17080" y="23750"/>
                    <a:pt x="17246" y="23950"/>
                    <a:pt x="17280" y="23950"/>
                  </a:cubicBezTo>
                  <a:cubicBezTo>
                    <a:pt x="17480" y="23950"/>
                    <a:pt x="17747" y="23416"/>
                    <a:pt x="17780" y="23083"/>
                  </a:cubicBezTo>
                  <a:cubicBezTo>
                    <a:pt x="17780" y="22828"/>
                    <a:pt x="17796" y="22734"/>
                    <a:pt x="17851" y="22734"/>
                  </a:cubicBezTo>
                  <a:cubicBezTo>
                    <a:pt x="17875" y="22734"/>
                    <a:pt x="17906" y="22752"/>
                    <a:pt x="17947" y="22783"/>
                  </a:cubicBezTo>
                  <a:cubicBezTo>
                    <a:pt x="18047" y="22849"/>
                    <a:pt x="18214" y="23049"/>
                    <a:pt x="18347" y="23216"/>
                  </a:cubicBezTo>
                  <a:lnTo>
                    <a:pt x="18581" y="23550"/>
                  </a:lnTo>
                  <a:lnTo>
                    <a:pt x="18848" y="23383"/>
                  </a:lnTo>
                  <a:cubicBezTo>
                    <a:pt x="19007" y="23269"/>
                    <a:pt x="19104" y="23217"/>
                    <a:pt x="19224" y="23217"/>
                  </a:cubicBezTo>
                  <a:cubicBezTo>
                    <a:pt x="19280" y="23217"/>
                    <a:pt x="19341" y="23228"/>
                    <a:pt x="19415" y="23250"/>
                  </a:cubicBezTo>
                  <a:cubicBezTo>
                    <a:pt x="19486" y="23273"/>
                    <a:pt x="19544" y="23284"/>
                    <a:pt x="19597" y="23284"/>
                  </a:cubicBezTo>
                  <a:cubicBezTo>
                    <a:pt x="19694" y="23284"/>
                    <a:pt x="19774" y="23247"/>
                    <a:pt x="19882" y="23183"/>
                  </a:cubicBezTo>
                  <a:cubicBezTo>
                    <a:pt x="19948" y="23094"/>
                    <a:pt x="20015" y="23064"/>
                    <a:pt x="20062" y="23064"/>
                  </a:cubicBezTo>
                  <a:cubicBezTo>
                    <a:pt x="20085" y="23064"/>
                    <a:pt x="20104" y="23072"/>
                    <a:pt x="20115" y="23083"/>
                  </a:cubicBezTo>
                  <a:cubicBezTo>
                    <a:pt x="20129" y="23110"/>
                    <a:pt x="20148" y="23127"/>
                    <a:pt x="20176" y="23127"/>
                  </a:cubicBezTo>
                  <a:cubicBezTo>
                    <a:pt x="20215" y="23127"/>
                    <a:pt x="20270" y="23094"/>
                    <a:pt x="20349" y="23016"/>
                  </a:cubicBezTo>
                  <a:cubicBezTo>
                    <a:pt x="20424" y="22941"/>
                    <a:pt x="20499" y="22903"/>
                    <a:pt x="20546" y="22903"/>
                  </a:cubicBezTo>
                  <a:cubicBezTo>
                    <a:pt x="20561" y="22903"/>
                    <a:pt x="20574" y="22908"/>
                    <a:pt x="20582" y="22916"/>
                  </a:cubicBezTo>
                  <a:cubicBezTo>
                    <a:pt x="20589" y="22921"/>
                    <a:pt x="20598" y="22923"/>
                    <a:pt x="20611" y="22923"/>
                  </a:cubicBezTo>
                  <a:cubicBezTo>
                    <a:pt x="20859" y="22923"/>
                    <a:pt x="22243" y="22023"/>
                    <a:pt x="22750" y="21515"/>
                  </a:cubicBezTo>
                  <a:cubicBezTo>
                    <a:pt x="23284" y="21015"/>
                    <a:pt x="23551" y="20814"/>
                    <a:pt x="24452" y="20281"/>
                  </a:cubicBezTo>
                  <a:cubicBezTo>
                    <a:pt x="25115" y="19889"/>
                    <a:pt x="25424" y="19742"/>
                    <a:pt x="25576" y="19742"/>
                  </a:cubicBezTo>
                  <a:cubicBezTo>
                    <a:pt x="25592" y="19742"/>
                    <a:pt x="25606" y="19744"/>
                    <a:pt x="25619" y="19747"/>
                  </a:cubicBezTo>
                  <a:cubicBezTo>
                    <a:pt x="25648" y="19757"/>
                    <a:pt x="25681" y="19761"/>
                    <a:pt x="25714" y="19761"/>
                  </a:cubicBezTo>
                  <a:cubicBezTo>
                    <a:pt x="25794" y="19761"/>
                    <a:pt x="25882" y="19737"/>
                    <a:pt x="25953" y="19714"/>
                  </a:cubicBezTo>
                  <a:cubicBezTo>
                    <a:pt x="26099" y="19596"/>
                    <a:pt x="26658" y="19402"/>
                    <a:pt x="26746" y="19402"/>
                  </a:cubicBezTo>
                  <a:cubicBezTo>
                    <a:pt x="26758" y="19402"/>
                    <a:pt x="26761" y="19405"/>
                    <a:pt x="26753" y="19413"/>
                  </a:cubicBezTo>
                  <a:cubicBezTo>
                    <a:pt x="26744" y="19422"/>
                    <a:pt x="26747" y="19427"/>
                    <a:pt x="26761" y="19427"/>
                  </a:cubicBezTo>
                  <a:cubicBezTo>
                    <a:pt x="26799" y="19427"/>
                    <a:pt x="26916" y="19396"/>
                    <a:pt x="27087" y="19347"/>
                  </a:cubicBezTo>
                  <a:cubicBezTo>
                    <a:pt x="27354" y="19280"/>
                    <a:pt x="27554" y="19180"/>
                    <a:pt x="27587" y="19113"/>
                  </a:cubicBezTo>
                  <a:cubicBezTo>
                    <a:pt x="27654" y="19013"/>
                    <a:pt x="27754" y="18980"/>
                    <a:pt x="27887" y="18980"/>
                  </a:cubicBezTo>
                  <a:cubicBezTo>
                    <a:pt x="27923" y="18989"/>
                    <a:pt x="27959" y="18993"/>
                    <a:pt x="27993" y="18993"/>
                  </a:cubicBezTo>
                  <a:cubicBezTo>
                    <a:pt x="28085" y="18993"/>
                    <a:pt x="28163" y="18962"/>
                    <a:pt x="28188" y="18913"/>
                  </a:cubicBezTo>
                  <a:cubicBezTo>
                    <a:pt x="28221" y="18880"/>
                    <a:pt x="28354" y="18880"/>
                    <a:pt x="28454" y="18880"/>
                  </a:cubicBezTo>
                  <a:cubicBezTo>
                    <a:pt x="28510" y="18894"/>
                    <a:pt x="28559" y="18902"/>
                    <a:pt x="28601" y="18902"/>
                  </a:cubicBezTo>
                  <a:cubicBezTo>
                    <a:pt x="28659" y="18902"/>
                    <a:pt x="28702" y="18885"/>
                    <a:pt x="28721" y="18846"/>
                  </a:cubicBezTo>
                  <a:cubicBezTo>
                    <a:pt x="28735" y="18833"/>
                    <a:pt x="28749" y="18824"/>
                    <a:pt x="28763" y="18824"/>
                  </a:cubicBezTo>
                  <a:cubicBezTo>
                    <a:pt x="28782" y="18824"/>
                    <a:pt x="28802" y="18841"/>
                    <a:pt x="28821" y="18880"/>
                  </a:cubicBezTo>
                  <a:cubicBezTo>
                    <a:pt x="28830" y="18889"/>
                    <a:pt x="28839" y="18893"/>
                    <a:pt x="28849" y="18893"/>
                  </a:cubicBezTo>
                  <a:cubicBezTo>
                    <a:pt x="28877" y="18893"/>
                    <a:pt x="28915" y="18862"/>
                    <a:pt x="28988" y="18813"/>
                  </a:cubicBezTo>
                  <a:cubicBezTo>
                    <a:pt x="29025" y="18758"/>
                    <a:pt x="29062" y="18733"/>
                    <a:pt x="29093" y="18733"/>
                  </a:cubicBezTo>
                  <a:cubicBezTo>
                    <a:pt x="29118" y="18733"/>
                    <a:pt x="29140" y="18750"/>
                    <a:pt x="29155" y="18780"/>
                  </a:cubicBezTo>
                  <a:cubicBezTo>
                    <a:pt x="29188" y="18846"/>
                    <a:pt x="29288" y="18880"/>
                    <a:pt x="29355" y="18880"/>
                  </a:cubicBezTo>
                  <a:cubicBezTo>
                    <a:pt x="29722" y="18813"/>
                    <a:pt x="30489" y="18513"/>
                    <a:pt x="30689" y="18346"/>
                  </a:cubicBezTo>
                  <a:cubicBezTo>
                    <a:pt x="30789" y="18279"/>
                    <a:pt x="31023" y="18113"/>
                    <a:pt x="31156" y="18046"/>
                  </a:cubicBezTo>
                  <a:cubicBezTo>
                    <a:pt x="31290" y="17946"/>
                    <a:pt x="31423" y="17846"/>
                    <a:pt x="31423" y="17779"/>
                  </a:cubicBezTo>
                  <a:cubicBezTo>
                    <a:pt x="31423" y="17730"/>
                    <a:pt x="31459" y="17699"/>
                    <a:pt x="31517" y="17699"/>
                  </a:cubicBezTo>
                  <a:cubicBezTo>
                    <a:pt x="31539" y="17699"/>
                    <a:pt x="31563" y="17703"/>
                    <a:pt x="31590" y="17712"/>
                  </a:cubicBezTo>
                  <a:cubicBezTo>
                    <a:pt x="31690" y="17712"/>
                    <a:pt x="31757" y="17679"/>
                    <a:pt x="31857" y="17545"/>
                  </a:cubicBezTo>
                  <a:cubicBezTo>
                    <a:pt x="31924" y="17479"/>
                    <a:pt x="32124" y="17245"/>
                    <a:pt x="32324" y="17112"/>
                  </a:cubicBezTo>
                  <a:cubicBezTo>
                    <a:pt x="32524" y="16945"/>
                    <a:pt x="32791" y="16712"/>
                    <a:pt x="32924" y="16578"/>
                  </a:cubicBezTo>
                  <a:cubicBezTo>
                    <a:pt x="33158" y="16311"/>
                    <a:pt x="33558" y="14777"/>
                    <a:pt x="33458" y="14410"/>
                  </a:cubicBezTo>
                  <a:cubicBezTo>
                    <a:pt x="33437" y="14240"/>
                    <a:pt x="33483" y="14137"/>
                    <a:pt x="33563" y="14137"/>
                  </a:cubicBezTo>
                  <a:cubicBezTo>
                    <a:pt x="33608" y="14137"/>
                    <a:pt x="33664" y="14171"/>
                    <a:pt x="33725" y="14243"/>
                  </a:cubicBezTo>
                  <a:cubicBezTo>
                    <a:pt x="33853" y="14390"/>
                    <a:pt x="33931" y="14466"/>
                    <a:pt x="33981" y="14466"/>
                  </a:cubicBezTo>
                  <a:cubicBezTo>
                    <a:pt x="34022" y="14466"/>
                    <a:pt x="34043" y="14415"/>
                    <a:pt x="34058" y="14310"/>
                  </a:cubicBezTo>
                  <a:cubicBezTo>
                    <a:pt x="34092" y="14176"/>
                    <a:pt x="34025" y="14010"/>
                    <a:pt x="33691" y="13476"/>
                  </a:cubicBezTo>
                  <a:cubicBezTo>
                    <a:pt x="33256" y="12730"/>
                    <a:pt x="33053" y="12505"/>
                    <a:pt x="32892" y="12505"/>
                  </a:cubicBezTo>
                  <a:cubicBezTo>
                    <a:pt x="32880" y="12505"/>
                    <a:pt x="32869" y="12506"/>
                    <a:pt x="32858" y="12509"/>
                  </a:cubicBezTo>
                  <a:cubicBezTo>
                    <a:pt x="32836" y="12512"/>
                    <a:pt x="32817" y="12514"/>
                    <a:pt x="32800" y="12514"/>
                  </a:cubicBezTo>
                  <a:cubicBezTo>
                    <a:pt x="32652" y="12514"/>
                    <a:pt x="32638" y="12394"/>
                    <a:pt x="32757" y="12275"/>
                  </a:cubicBezTo>
                  <a:cubicBezTo>
                    <a:pt x="32858" y="12175"/>
                    <a:pt x="32858" y="12108"/>
                    <a:pt x="32791" y="12075"/>
                  </a:cubicBezTo>
                  <a:cubicBezTo>
                    <a:pt x="32691" y="12008"/>
                    <a:pt x="32691" y="11941"/>
                    <a:pt x="32757" y="11908"/>
                  </a:cubicBezTo>
                  <a:cubicBezTo>
                    <a:pt x="32767" y="11898"/>
                    <a:pt x="32777" y="11894"/>
                    <a:pt x="32786" y="11894"/>
                  </a:cubicBezTo>
                  <a:cubicBezTo>
                    <a:pt x="32808" y="11894"/>
                    <a:pt x="32824" y="11918"/>
                    <a:pt x="32824" y="11941"/>
                  </a:cubicBezTo>
                  <a:cubicBezTo>
                    <a:pt x="32824" y="11975"/>
                    <a:pt x="32891" y="12008"/>
                    <a:pt x="33024" y="12008"/>
                  </a:cubicBezTo>
                  <a:cubicBezTo>
                    <a:pt x="33043" y="12002"/>
                    <a:pt x="33062" y="11999"/>
                    <a:pt x="33082" y="11999"/>
                  </a:cubicBezTo>
                  <a:cubicBezTo>
                    <a:pt x="33171" y="11999"/>
                    <a:pt x="33270" y="12054"/>
                    <a:pt x="33325" y="12108"/>
                  </a:cubicBezTo>
                  <a:cubicBezTo>
                    <a:pt x="33425" y="12275"/>
                    <a:pt x="33892" y="12742"/>
                    <a:pt x="34259" y="13109"/>
                  </a:cubicBezTo>
                  <a:cubicBezTo>
                    <a:pt x="34363" y="13213"/>
                    <a:pt x="34428" y="13265"/>
                    <a:pt x="34503" y="13265"/>
                  </a:cubicBezTo>
                  <a:cubicBezTo>
                    <a:pt x="34548" y="13265"/>
                    <a:pt x="34596" y="13247"/>
                    <a:pt x="34659" y="13209"/>
                  </a:cubicBezTo>
                  <a:cubicBezTo>
                    <a:pt x="34892" y="13076"/>
                    <a:pt x="34959" y="12542"/>
                    <a:pt x="34792" y="12142"/>
                  </a:cubicBezTo>
                  <a:cubicBezTo>
                    <a:pt x="34759" y="12008"/>
                    <a:pt x="34659" y="11741"/>
                    <a:pt x="34592" y="11575"/>
                  </a:cubicBezTo>
                  <a:cubicBezTo>
                    <a:pt x="34525" y="11441"/>
                    <a:pt x="34292" y="10974"/>
                    <a:pt x="34025" y="10607"/>
                  </a:cubicBezTo>
                  <a:lnTo>
                    <a:pt x="33591" y="9907"/>
                  </a:lnTo>
                  <a:lnTo>
                    <a:pt x="33825" y="9940"/>
                  </a:lnTo>
                  <a:cubicBezTo>
                    <a:pt x="33958" y="9973"/>
                    <a:pt x="34025" y="10040"/>
                    <a:pt x="34025" y="10140"/>
                  </a:cubicBezTo>
                  <a:cubicBezTo>
                    <a:pt x="34025" y="10207"/>
                    <a:pt x="34058" y="10274"/>
                    <a:pt x="34092" y="10274"/>
                  </a:cubicBezTo>
                  <a:cubicBezTo>
                    <a:pt x="34125" y="10274"/>
                    <a:pt x="34292" y="10474"/>
                    <a:pt x="34425" y="10707"/>
                  </a:cubicBezTo>
                  <a:cubicBezTo>
                    <a:pt x="34613" y="10965"/>
                    <a:pt x="34801" y="11141"/>
                    <a:pt x="34884" y="11141"/>
                  </a:cubicBezTo>
                  <a:cubicBezTo>
                    <a:pt x="34919" y="11141"/>
                    <a:pt x="34936" y="11110"/>
                    <a:pt x="34926" y="11041"/>
                  </a:cubicBezTo>
                  <a:cubicBezTo>
                    <a:pt x="34904" y="10921"/>
                    <a:pt x="34946" y="10869"/>
                    <a:pt x="35024" y="10869"/>
                  </a:cubicBezTo>
                  <a:cubicBezTo>
                    <a:pt x="35185" y="10869"/>
                    <a:pt x="35501" y="11093"/>
                    <a:pt x="35726" y="11408"/>
                  </a:cubicBezTo>
                  <a:cubicBezTo>
                    <a:pt x="35810" y="11575"/>
                    <a:pt x="35867" y="11651"/>
                    <a:pt x="35923" y="11651"/>
                  </a:cubicBezTo>
                  <a:cubicBezTo>
                    <a:pt x="35957" y="11651"/>
                    <a:pt x="35989" y="11624"/>
                    <a:pt x="36026" y="11575"/>
                  </a:cubicBezTo>
                  <a:cubicBezTo>
                    <a:pt x="36093" y="11508"/>
                    <a:pt x="36160" y="11408"/>
                    <a:pt x="36227" y="11374"/>
                  </a:cubicBezTo>
                  <a:cubicBezTo>
                    <a:pt x="36260" y="11341"/>
                    <a:pt x="36327" y="11141"/>
                    <a:pt x="36360" y="10974"/>
                  </a:cubicBezTo>
                  <a:cubicBezTo>
                    <a:pt x="36389" y="10829"/>
                    <a:pt x="36418" y="10734"/>
                    <a:pt x="36425" y="10734"/>
                  </a:cubicBezTo>
                  <a:cubicBezTo>
                    <a:pt x="36426" y="10734"/>
                    <a:pt x="36427" y="10736"/>
                    <a:pt x="36427" y="10741"/>
                  </a:cubicBezTo>
                  <a:cubicBezTo>
                    <a:pt x="36437" y="10758"/>
                    <a:pt x="36445" y="10766"/>
                    <a:pt x="36451" y="10766"/>
                  </a:cubicBezTo>
                  <a:cubicBezTo>
                    <a:pt x="36499" y="10766"/>
                    <a:pt x="36379" y="10179"/>
                    <a:pt x="36260" y="9940"/>
                  </a:cubicBezTo>
                  <a:cubicBezTo>
                    <a:pt x="36191" y="9780"/>
                    <a:pt x="36185" y="9636"/>
                    <a:pt x="36231" y="9636"/>
                  </a:cubicBezTo>
                  <a:cubicBezTo>
                    <a:pt x="36253" y="9636"/>
                    <a:pt x="36285" y="9666"/>
                    <a:pt x="36327" y="9740"/>
                  </a:cubicBezTo>
                  <a:cubicBezTo>
                    <a:pt x="36345" y="9767"/>
                    <a:pt x="36370" y="9779"/>
                    <a:pt x="36398" y="9779"/>
                  </a:cubicBezTo>
                  <a:cubicBezTo>
                    <a:pt x="36476" y="9779"/>
                    <a:pt x="36578" y="9686"/>
                    <a:pt x="36627" y="9540"/>
                  </a:cubicBezTo>
                  <a:cubicBezTo>
                    <a:pt x="36627" y="9473"/>
                    <a:pt x="36594" y="9340"/>
                    <a:pt x="36560" y="9240"/>
                  </a:cubicBezTo>
                  <a:cubicBezTo>
                    <a:pt x="36493" y="9106"/>
                    <a:pt x="36493" y="8906"/>
                    <a:pt x="36527" y="8739"/>
                  </a:cubicBezTo>
                  <a:cubicBezTo>
                    <a:pt x="36560" y="8506"/>
                    <a:pt x="36560" y="8439"/>
                    <a:pt x="36327" y="8172"/>
                  </a:cubicBezTo>
                  <a:cubicBezTo>
                    <a:pt x="36193" y="8039"/>
                    <a:pt x="35993" y="7839"/>
                    <a:pt x="35860" y="7805"/>
                  </a:cubicBezTo>
                  <a:cubicBezTo>
                    <a:pt x="35593" y="7705"/>
                    <a:pt x="35326" y="7405"/>
                    <a:pt x="35493" y="7405"/>
                  </a:cubicBezTo>
                  <a:cubicBezTo>
                    <a:pt x="35559" y="7405"/>
                    <a:pt x="35593" y="7372"/>
                    <a:pt x="35593" y="7305"/>
                  </a:cubicBezTo>
                  <a:cubicBezTo>
                    <a:pt x="35589" y="7287"/>
                    <a:pt x="35595" y="7279"/>
                    <a:pt x="35609" y="7279"/>
                  </a:cubicBezTo>
                  <a:cubicBezTo>
                    <a:pt x="35726" y="7279"/>
                    <a:pt x="36389" y="7845"/>
                    <a:pt x="36627" y="8172"/>
                  </a:cubicBezTo>
                  <a:cubicBezTo>
                    <a:pt x="36836" y="8441"/>
                    <a:pt x="37099" y="8569"/>
                    <a:pt x="37319" y="8569"/>
                  </a:cubicBezTo>
                  <a:cubicBezTo>
                    <a:pt x="37591" y="8569"/>
                    <a:pt x="37798" y="8374"/>
                    <a:pt x="37761" y="8005"/>
                  </a:cubicBezTo>
                  <a:cubicBezTo>
                    <a:pt x="37761" y="7738"/>
                    <a:pt x="37661" y="7572"/>
                    <a:pt x="37161" y="6871"/>
                  </a:cubicBezTo>
                  <a:cubicBezTo>
                    <a:pt x="36627" y="6104"/>
                    <a:pt x="36527" y="5870"/>
                    <a:pt x="36694" y="5770"/>
                  </a:cubicBezTo>
                  <a:cubicBezTo>
                    <a:pt x="36707" y="5760"/>
                    <a:pt x="36733" y="5755"/>
                    <a:pt x="36768" y="5755"/>
                  </a:cubicBezTo>
                  <a:cubicBezTo>
                    <a:pt x="37073" y="5755"/>
                    <a:pt x="38081" y="6111"/>
                    <a:pt x="37961" y="6171"/>
                  </a:cubicBezTo>
                  <a:cubicBezTo>
                    <a:pt x="37928" y="6204"/>
                    <a:pt x="37961" y="6204"/>
                    <a:pt x="38061" y="6204"/>
                  </a:cubicBezTo>
                  <a:cubicBezTo>
                    <a:pt x="38428" y="6137"/>
                    <a:pt x="38562" y="5637"/>
                    <a:pt x="38361" y="5270"/>
                  </a:cubicBezTo>
                  <a:cubicBezTo>
                    <a:pt x="38253" y="5118"/>
                    <a:pt x="38215" y="5065"/>
                    <a:pt x="38257" y="5065"/>
                  </a:cubicBezTo>
                  <a:cubicBezTo>
                    <a:pt x="38280" y="5065"/>
                    <a:pt x="38325" y="5080"/>
                    <a:pt x="38395" y="5103"/>
                  </a:cubicBezTo>
                  <a:cubicBezTo>
                    <a:pt x="38450" y="5125"/>
                    <a:pt x="38488" y="5137"/>
                    <a:pt x="38513" y="5137"/>
                  </a:cubicBezTo>
                  <a:cubicBezTo>
                    <a:pt x="38565" y="5137"/>
                    <a:pt x="38573" y="5092"/>
                    <a:pt x="38595" y="5003"/>
                  </a:cubicBezTo>
                  <a:cubicBezTo>
                    <a:pt x="38595" y="4957"/>
                    <a:pt x="38595" y="4932"/>
                    <a:pt x="38598" y="4932"/>
                  </a:cubicBezTo>
                  <a:cubicBezTo>
                    <a:pt x="38602" y="4932"/>
                    <a:pt x="38610" y="4965"/>
                    <a:pt x="38628" y="5036"/>
                  </a:cubicBezTo>
                  <a:cubicBezTo>
                    <a:pt x="38662" y="5137"/>
                    <a:pt x="38720" y="5187"/>
                    <a:pt x="38816" y="5187"/>
                  </a:cubicBezTo>
                  <a:cubicBezTo>
                    <a:pt x="38912" y="5187"/>
                    <a:pt x="39045" y="5137"/>
                    <a:pt x="39229" y="5036"/>
                  </a:cubicBezTo>
                  <a:cubicBezTo>
                    <a:pt x="39462" y="4870"/>
                    <a:pt x="39529" y="4770"/>
                    <a:pt x="39662" y="4369"/>
                  </a:cubicBezTo>
                  <a:cubicBezTo>
                    <a:pt x="39762" y="3936"/>
                    <a:pt x="39762" y="3869"/>
                    <a:pt x="39596" y="3669"/>
                  </a:cubicBezTo>
                  <a:cubicBezTo>
                    <a:pt x="39429" y="3469"/>
                    <a:pt x="39429" y="3369"/>
                    <a:pt x="39496" y="3035"/>
                  </a:cubicBezTo>
                  <a:cubicBezTo>
                    <a:pt x="39629" y="2468"/>
                    <a:pt x="39529" y="2168"/>
                    <a:pt x="38962" y="1300"/>
                  </a:cubicBezTo>
                  <a:cubicBezTo>
                    <a:pt x="38528" y="667"/>
                    <a:pt x="38395" y="533"/>
                    <a:pt x="37995" y="300"/>
                  </a:cubicBezTo>
                  <a:cubicBezTo>
                    <a:pt x="37928" y="266"/>
                    <a:pt x="37828" y="200"/>
                    <a:pt x="37761" y="166"/>
                  </a:cubicBezTo>
                  <a:cubicBezTo>
                    <a:pt x="37605" y="49"/>
                    <a:pt x="37414" y="1"/>
                    <a:pt x="371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03" name="Google Shape;1103;p66"/>
          <p:cNvGrpSpPr/>
          <p:nvPr/>
        </p:nvGrpSpPr>
        <p:grpSpPr>
          <a:xfrm rot="-839923">
            <a:off x="666054" y="448248"/>
            <a:ext cx="826826" cy="1229436"/>
            <a:chOff x="628700" y="1778750"/>
            <a:chExt cx="826827" cy="1229437"/>
          </a:xfrm>
        </p:grpSpPr>
        <p:sp>
          <p:nvSpPr>
            <p:cNvPr id="1104" name="Google Shape;1104;p66"/>
            <p:cNvSpPr/>
            <p:nvPr/>
          </p:nvSpPr>
          <p:spPr>
            <a:xfrm>
              <a:off x="628700" y="1778750"/>
              <a:ext cx="826827" cy="1229437"/>
            </a:xfrm>
            <a:custGeom>
              <a:avLst/>
              <a:gdLst/>
              <a:ahLst/>
              <a:cxnLst/>
              <a:rect l="l" t="t" r="r" b="b"/>
              <a:pathLst>
                <a:path w="15345" h="22817" extrusionOk="0">
                  <a:moveTo>
                    <a:pt x="15345" y="0"/>
                  </a:moveTo>
                  <a:lnTo>
                    <a:pt x="0" y="1802"/>
                  </a:lnTo>
                  <a:lnTo>
                    <a:pt x="334" y="4503"/>
                  </a:lnTo>
                  <a:lnTo>
                    <a:pt x="2869" y="6738"/>
                  </a:lnTo>
                  <a:lnTo>
                    <a:pt x="6638" y="22817"/>
                  </a:lnTo>
                  <a:lnTo>
                    <a:pt x="14811" y="21215"/>
                  </a:lnTo>
                  <a:lnTo>
                    <a:pt x="153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66"/>
            <p:cNvSpPr/>
            <p:nvPr/>
          </p:nvSpPr>
          <p:spPr>
            <a:xfrm>
              <a:off x="628700" y="1778750"/>
              <a:ext cx="826827" cy="1229437"/>
            </a:xfrm>
            <a:custGeom>
              <a:avLst/>
              <a:gdLst/>
              <a:ahLst/>
              <a:cxnLst/>
              <a:rect l="l" t="t" r="r" b="b"/>
              <a:pathLst>
                <a:path w="15345" h="22817" fill="none" extrusionOk="0">
                  <a:moveTo>
                    <a:pt x="6638" y="22817"/>
                  </a:moveTo>
                  <a:lnTo>
                    <a:pt x="14811" y="21215"/>
                  </a:lnTo>
                  <a:lnTo>
                    <a:pt x="15345" y="0"/>
                  </a:lnTo>
                  <a:lnTo>
                    <a:pt x="0" y="1802"/>
                  </a:lnTo>
                  <a:lnTo>
                    <a:pt x="334" y="4503"/>
                  </a:lnTo>
                  <a:lnTo>
                    <a:pt x="2869" y="6738"/>
                  </a:lnTo>
                  <a:close/>
                </a:path>
              </a:pathLst>
            </a:custGeom>
            <a:solidFill>
              <a:schemeClr val="dk1"/>
            </a:solidFill>
            <a:ln w="2500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66"/>
            <p:cNvSpPr/>
            <p:nvPr/>
          </p:nvSpPr>
          <p:spPr>
            <a:xfrm>
              <a:off x="707799" y="1820077"/>
              <a:ext cx="693791" cy="1116230"/>
            </a:xfrm>
            <a:custGeom>
              <a:avLst/>
              <a:gdLst/>
              <a:ahLst/>
              <a:cxnLst/>
              <a:rect l="l" t="t" r="r" b="b"/>
              <a:pathLst>
                <a:path w="12876" h="20716" extrusionOk="0">
                  <a:moveTo>
                    <a:pt x="12776" y="0"/>
                  </a:moveTo>
                  <a:lnTo>
                    <a:pt x="8339" y="534"/>
                  </a:lnTo>
                  <a:lnTo>
                    <a:pt x="8439" y="1502"/>
                  </a:lnTo>
                  <a:cubicBezTo>
                    <a:pt x="8603" y="1484"/>
                    <a:pt x="8754" y="1476"/>
                    <a:pt x="8892" y="1476"/>
                  </a:cubicBezTo>
                  <a:cubicBezTo>
                    <a:pt x="9288" y="1476"/>
                    <a:pt x="9584" y="1545"/>
                    <a:pt x="9807" y="1668"/>
                  </a:cubicBezTo>
                  <a:cubicBezTo>
                    <a:pt x="10107" y="1835"/>
                    <a:pt x="10241" y="2102"/>
                    <a:pt x="10141" y="2469"/>
                  </a:cubicBezTo>
                  <a:lnTo>
                    <a:pt x="8506" y="10475"/>
                  </a:lnTo>
                  <a:lnTo>
                    <a:pt x="4837" y="3069"/>
                  </a:lnTo>
                  <a:cubicBezTo>
                    <a:pt x="4670" y="2736"/>
                    <a:pt x="4737" y="2469"/>
                    <a:pt x="5004" y="2235"/>
                  </a:cubicBezTo>
                  <a:cubicBezTo>
                    <a:pt x="5237" y="2002"/>
                    <a:pt x="5671" y="1835"/>
                    <a:pt x="6271" y="1768"/>
                  </a:cubicBezTo>
                  <a:lnTo>
                    <a:pt x="6171" y="801"/>
                  </a:lnTo>
                  <a:lnTo>
                    <a:pt x="0" y="1535"/>
                  </a:lnTo>
                  <a:lnTo>
                    <a:pt x="133" y="2502"/>
                  </a:lnTo>
                  <a:cubicBezTo>
                    <a:pt x="250" y="2484"/>
                    <a:pt x="359" y="2476"/>
                    <a:pt x="461" y="2476"/>
                  </a:cubicBezTo>
                  <a:cubicBezTo>
                    <a:pt x="739" y="2476"/>
                    <a:pt x="963" y="2538"/>
                    <a:pt x="1134" y="2636"/>
                  </a:cubicBezTo>
                  <a:cubicBezTo>
                    <a:pt x="1368" y="2769"/>
                    <a:pt x="1601" y="3036"/>
                    <a:pt x="1835" y="3436"/>
                  </a:cubicBezTo>
                  <a:lnTo>
                    <a:pt x="6538" y="12476"/>
                  </a:lnTo>
                  <a:lnTo>
                    <a:pt x="7305" y="18747"/>
                  </a:lnTo>
                  <a:cubicBezTo>
                    <a:pt x="7239" y="19314"/>
                    <a:pt x="6772" y="19648"/>
                    <a:pt x="5838" y="19748"/>
                  </a:cubicBezTo>
                  <a:lnTo>
                    <a:pt x="5971" y="20715"/>
                  </a:lnTo>
                  <a:lnTo>
                    <a:pt x="12009" y="19981"/>
                  </a:lnTo>
                  <a:lnTo>
                    <a:pt x="11909" y="19014"/>
                  </a:lnTo>
                  <a:cubicBezTo>
                    <a:pt x="11720" y="19036"/>
                    <a:pt x="11549" y="19047"/>
                    <a:pt x="11396" y="19047"/>
                  </a:cubicBezTo>
                  <a:cubicBezTo>
                    <a:pt x="11089" y="19047"/>
                    <a:pt x="10852" y="19003"/>
                    <a:pt x="10674" y="18914"/>
                  </a:cubicBezTo>
                  <a:cubicBezTo>
                    <a:pt x="10407" y="18781"/>
                    <a:pt x="10241" y="18480"/>
                    <a:pt x="10207" y="18080"/>
                  </a:cubicBezTo>
                  <a:lnTo>
                    <a:pt x="10174" y="18080"/>
                  </a:lnTo>
                  <a:lnTo>
                    <a:pt x="9407" y="11709"/>
                  </a:lnTo>
                  <a:lnTo>
                    <a:pt x="11408" y="2335"/>
                  </a:lnTo>
                  <a:cubicBezTo>
                    <a:pt x="11508" y="1835"/>
                    <a:pt x="11675" y="1535"/>
                    <a:pt x="11875" y="1335"/>
                  </a:cubicBezTo>
                  <a:cubicBezTo>
                    <a:pt x="12075" y="1168"/>
                    <a:pt x="12409" y="1035"/>
                    <a:pt x="12876" y="968"/>
                  </a:cubicBezTo>
                  <a:lnTo>
                    <a:pt x="1277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1" name="Google Shape;1131;p66"/>
          <p:cNvGrpSpPr/>
          <p:nvPr/>
        </p:nvGrpSpPr>
        <p:grpSpPr>
          <a:xfrm>
            <a:off x="6157936" y="4332178"/>
            <a:ext cx="1024646" cy="534497"/>
            <a:chOff x="6157936" y="4332178"/>
            <a:chExt cx="1024646" cy="534497"/>
          </a:xfrm>
        </p:grpSpPr>
        <p:sp>
          <p:nvSpPr>
            <p:cNvPr id="1132" name="Google Shape;1132;p66"/>
            <p:cNvSpPr/>
            <p:nvPr/>
          </p:nvSpPr>
          <p:spPr>
            <a:xfrm>
              <a:off x="6157936" y="4332178"/>
              <a:ext cx="596342" cy="534497"/>
            </a:xfrm>
            <a:custGeom>
              <a:avLst/>
              <a:gdLst/>
              <a:ahLst/>
              <a:cxnLst/>
              <a:rect l="l" t="t" r="r" b="b"/>
              <a:pathLst>
                <a:path w="6806" h="6100" extrusionOk="0">
                  <a:moveTo>
                    <a:pt x="3003" y="948"/>
                  </a:moveTo>
                  <a:cubicBezTo>
                    <a:pt x="4070" y="1081"/>
                    <a:pt x="5138" y="1681"/>
                    <a:pt x="5271" y="2916"/>
                  </a:cubicBezTo>
                  <a:cubicBezTo>
                    <a:pt x="5404" y="3950"/>
                    <a:pt x="4470" y="4717"/>
                    <a:pt x="3503" y="4850"/>
                  </a:cubicBezTo>
                  <a:cubicBezTo>
                    <a:pt x="3387" y="4866"/>
                    <a:pt x="3276" y="4874"/>
                    <a:pt x="3170" y="4874"/>
                  </a:cubicBezTo>
                  <a:cubicBezTo>
                    <a:pt x="1063" y="4874"/>
                    <a:pt x="1059" y="1842"/>
                    <a:pt x="2869" y="1048"/>
                  </a:cubicBezTo>
                  <a:cubicBezTo>
                    <a:pt x="2903" y="1014"/>
                    <a:pt x="2969" y="981"/>
                    <a:pt x="3003" y="948"/>
                  </a:cubicBezTo>
                  <a:close/>
                  <a:moveTo>
                    <a:pt x="3420" y="0"/>
                  </a:moveTo>
                  <a:cubicBezTo>
                    <a:pt x="3225" y="0"/>
                    <a:pt x="3029" y="26"/>
                    <a:pt x="2836" y="80"/>
                  </a:cubicBezTo>
                  <a:cubicBezTo>
                    <a:pt x="2763" y="31"/>
                    <a:pt x="2654" y="0"/>
                    <a:pt x="2548" y="0"/>
                  </a:cubicBezTo>
                  <a:cubicBezTo>
                    <a:pt x="2510" y="0"/>
                    <a:pt x="2471" y="5"/>
                    <a:pt x="2436" y="14"/>
                  </a:cubicBezTo>
                  <a:cubicBezTo>
                    <a:pt x="868" y="481"/>
                    <a:pt x="1" y="2248"/>
                    <a:pt x="334" y="3816"/>
                  </a:cubicBezTo>
                  <a:cubicBezTo>
                    <a:pt x="618" y="5235"/>
                    <a:pt x="1844" y="6099"/>
                    <a:pt x="3210" y="6099"/>
                  </a:cubicBezTo>
                  <a:cubicBezTo>
                    <a:pt x="3449" y="6099"/>
                    <a:pt x="3693" y="6073"/>
                    <a:pt x="3937" y="6018"/>
                  </a:cubicBezTo>
                  <a:cubicBezTo>
                    <a:pt x="5538" y="5684"/>
                    <a:pt x="6805" y="4183"/>
                    <a:pt x="6405" y="2515"/>
                  </a:cubicBezTo>
                  <a:cubicBezTo>
                    <a:pt x="6114" y="1232"/>
                    <a:pt x="4777" y="0"/>
                    <a:pt x="34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66"/>
            <p:cNvSpPr/>
            <p:nvPr/>
          </p:nvSpPr>
          <p:spPr>
            <a:xfrm>
              <a:off x="6411175" y="4377302"/>
              <a:ext cx="771406" cy="444246"/>
            </a:xfrm>
            <a:custGeom>
              <a:avLst/>
              <a:gdLst/>
              <a:ahLst/>
              <a:cxnLst/>
              <a:rect l="l" t="t" r="r" b="b"/>
              <a:pathLst>
                <a:path w="8804" h="5070" extrusionOk="0">
                  <a:moveTo>
                    <a:pt x="3471" y="1"/>
                  </a:moveTo>
                  <a:cubicBezTo>
                    <a:pt x="3191" y="1"/>
                    <a:pt x="2911" y="183"/>
                    <a:pt x="2866" y="587"/>
                  </a:cubicBezTo>
                  <a:cubicBezTo>
                    <a:pt x="2833" y="888"/>
                    <a:pt x="2833" y="1221"/>
                    <a:pt x="2833" y="1521"/>
                  </a:cubicBezTo>
                  <a:cubicBezTo>
                    <a:pt x="2099" y="1455"/>
                    <a:pt x="1332" y="1388"/>
                    <a:pt x="598" y="1355"/>
                  </a:cubicBezTo>
                  <a:cubicBezTo>
                    <a:pt x="576" y="1352"/>
                    <a:pt x="556" y="1351"/>
                    <a:pt x="536" y="1351"/>
                  </a:cubicBezTo>
                  <a:cubicBezTo>
                    <a:pt x="0" y="1351"/>
                    <a:pt x="51" y="2191"/>
                    <a:pt x="598" y="2255"/>
                  </a:cubicBezTo>
                  <a:cubicBezTo>
                    <a:pt x="1365" y="2355"/>
                    <a:pt x="2166" y="2455"/>
                    <a:pt x="2933" y="2556"/>
                  </a:cubicBezTo>
                  <a:cubicBezTo>
                    <a:pt x="3066" y="3323"/>
                    <a:pt x="3300" y="4090"/>
                    <a:pt x="3633" y="4824"/>
                  </a:cubicBezTo>
                  <a:cubicBezTo>
                    <a:pt x="3714" y="4997"/>
                    <a:pt x="3866" y="5070"/>
                    <a:pt x="4023" y="5070"/>
                  </a:cubicBezTo>
                  <a:cubicBezTo>
                    <a:pt x="4319" y="5070"/>
                    <a:pt x="4632" y="4806"/>
                    <a:pt x="4501" y="4457"/>
                  </a:cubicBezTo>
                  <a:cubicBezTo>
                    <a:pt x="4267" y="3890"/>
                    <a:pt x="4134" y="3289"/>
                    <a:pt x="4034" y="2689"/>
                  </a:cubicBezTo>
                  <a:lnTo>
                    <a:pt x="4034" y="2689"/>
                  </a:lnTo>
                  <a:cubicBezTo>
                    <a:pt x="5401" y="2889"/>
                    <a:pt x="6735" y="3023"/>
                    <a:pt x="8103" y="3156"/>
                  </a:cubicBezTo>
                  <a:cubicBezTo>
                    <a:pt x="8124" y="3158"/>
                    <a:pt x="8144" y="3159"/>
                    <a:pt x="8163" y="3159"/>
                  </a:cubicBezTo>
                  <a:cubicBezTo>
                    <a:pt x="8803" y="3159"/>
                    <a:pt x="8783" y="2120"/>
                    <a:pt x="8103" y="2055"/>
                  </a:cubicBezTo>
                  <a:cubicBezTo>
                    <a:pt x="6735" y="1855"/>
                    <a:pt x="5368" y="1755"/>
                    <a:pt x="4000" y="1622"/>
                  </a:cubicBezTo>
                  <a:cubicBezTo>
                    <a:pt x="4000" y="1321"/>
                    <a:pt x="4034" y="1054"/>
                    <a:pt x="4067" y="754"/>
                  </a:cubicBezTo>
                  <a:cubicBezTo>
                    <a:pt x="4159" y="276"/>
                    <a:pt x="3815" y="1"/>
                    <a:pt x="3471" y="1"/>
                  </a:cubicBezTo>
                  <a:close/>
                </a:path>
              </a:pathLst>
            </a:custGeom>
            <a:solidFill>
              <a:schemeClr val="dk1">
                <a:alpha val="474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4" name="Google Shape;1134;p66"/>
          <p:cNvGrpSpPr/>
          <p:nvPr/>
        </p:nvGrpSpPr>
        <p:grpSpPr>
          <a:xfrm>
            <a:off x="270425" y="2025514"/>
            <a:ext cx="809784" cy="571629"/>
            <a:chOff x="270425" y="2025514"/>
            <a:chExt cx="809784" cy="571629"/>
          </a:xfrm>
        </p:grpSpPr>
        <p:sp>
          <p:nvSpPr>
            <p:cNvPr id="1135" name="Google Shape;1135;p66"/>
            <p:cNvSpPr/>
            <p:nvPr/>
          </p:nvSpPr>
          <p:spPr>
            <a:xfrm>
              <a:off x="270425" y="2025514"/>
              <a:ext cx="620553" cy="571629"/>
            </a:xfrm>
            <a:custGeom>
              <a:avLst/>
              <a:gdLst/>
              <a:ahLst/>
              <a:cxnLst/>
              <a:rect l="l" t="t" r="r" b="b"/>
              <a:pathLst>
                <a:path w="8140" h="7498" extrusionOk="0">
                  <a:moveTo>
                    <a:pt x="6005" y="1668"/>
                  </a:moveTo>
                  <a:lnTo>
                    <a:pt x="6005" y="1668"/>
                  </a:lnTo>
                  <a:cubicBezTo>
                    <a:pt x="6605" y="2335"/>
                    <a:pt x="6438" y="3402"/>
                    <a:pt x="5938" y="4103"/>
                  </a:cubicBezTo>
                  <a:cubicBezTo>
                    <a:pt x="5571" y="4570"/>
                    <a:pt x="5104" y="4937"/>
                    <a:pt x="4604" y="5237"/>
                  </a:cubicBezTo>
                  <a:cubicBezTo>
                    <a:pt x="4604" y="5237"/>
                    <a:pt x="4604" y="5204"/>
                    <a:pt x="4604" y="5170"/>
                  </a:cubicBezTo>
                  <a:cubicBezTo>
                    <a:pt x="4637" y="5037"/>
                    <a:pt x="4704" y="4904"/>
                    <a:pt x="4737" y="4770"/>
                  </a:cubicBezTo>
                  <a:cubicBezTo>
                    <a:pt x="5338" y="4270"/>
                    <a:pt x="5738" y="3503"/>
                    <a:pt x="5838" y="2702"/>
                  </a:cubicBezTo>
                  <a:cubicBezTo>
                    <a:pt x="5871" y="2435"/>
                    <a:pt x="5771" y="2235"/>
                    <a:pt x="5571" y="2102"/>
                  </a:cubicBezTo>
                  <a:cubicBezTo>
                    <a:pt x="5705" y="1935"/>
                    <a:pt x="5838" y="1801"/>
                    <a:pt x="6005" y="1668"/>
                  </a:cubicBezTo>
                  <a:close/>
                  <a:moveTo>
                    <a:pt x="6022" y="0"/>
                  </a:moveTo>
                  <a:cubicBezTo>
                    <a:pt x="5888" y="0"/>
                    <a:pt x="5755" y="33"/>
                    <a:pt x="5638" y="100"/>
                  </a:cubicBezTo>
                  <a:cubicBezTo>
                    <a:pt x="4904" y="567"/>
                    <a:pt x="4304" y="1168"/>
                    <a:pt x="3870" y="1835"/>
                  </a:cubicBezTo>
                  <a:cubicBezTo>
                    <a:pt x="3278" y="1035"/>
                    <a:pt x="2318" y="473"/>
                    <a:pt x="1247" y="473"/>
                  </a:cubicBezTo>
                  <a:cubicBezTo>
                    <a:pt x="1111" y="473"/>
                    <a:pt x="973" y="482"/>
                    <a:pt x="834" y="500"/>
                  </a:cubicBezTo>
                  <a:cubicBezTo>
                    <a:pt x="334" y="534"/>
                    <a:pt x="1" y="901"/>
                    <a:pt x="134" y="1401"/>
                  </a:cubicBezTo>
                  <a:cubicBezTo>
                    <a:pt x="167" y="1701"/>
                    <a:pt x="234" y="1968"/>
                    <a:pt x="334" y="2235"/>
                  </a:cubicBezTo>
                  <a:cubicBezTo>
                    <a:pt x="201" y="3302"/>
                    <a:pt x="634" y="4437"/>
                    <a:pt x="1568" y="5037"/>
                  </a:cubicBezTo>
                  <a:cubicBezTo>
                    <a:pt x="1902" y="5604"/>
                    <a:pt x="2302" y="6138"/>
                    <a:pt x="2769" y="6638"/>
                  </a:cubicBezTo>
                  <a:cubicBezTo>
                    <a:pt x="2769" y="6671"/>
                    <a:pt x="2736" y="6671"/>
                    <a:pt x="2736" y="6705"/>
                  </a:cubicBezTo>
                  <a:cubicBezTo>
                    <a:pt x="2736" y="7189"/>
                    <a:pt x="3145" y="7498"/>
                    <a:pt x="3561" y="7498"/>
                  </a:cubicBezTo>
                  <a:cubicBezTo>
                    <a:pt x="3689" y="7498"/>
                    <a:pt x="3819" y="7468"/>
                    <a:pt x="3937" y="7405"/>
                  </a:cubicBezTo>
                  <a:cubicBezTo>
                    <a:pt x="5504" y="6605"/>
                    <a:pt x="7239" y="5571"/>
                    <a:pt x="7739" y="3803"/>
                  </a:cubicBezTo>
                  <a:cubicBezTo>
                    <a:pt x="8140" y="2402"/>
                    <a:pt x="7706" y="834"/>
                    <a:pt x="6405" y="100"/>
                  </a:cubicBezTo>
                  <a:cubicBezTo>
                    <a:pt x="6288" y="33"/>
                    <a:pt x="6155" y="0"/>
                    <a:pt x="60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66"/>
            <p:cNvSpPr/>
            <p:nvPr/>
          </p:nvSpPr>
          <p:spPr>
            <a:xfrm>
              <a:off x="459650" y="2064714"/>
              <a:ext cx="620559" cy="493255"/>
            </a:xfrm>
            <a:custGeom>
              <a:avLst/>
              <a:gdLst/>
              <a:ahLst/>
              <a:cxnLst/>
              <a:rect l="l" t="t" r="r" b="b"/>
              <a:pathLst>
                <a:path w="8477" h="6738" extrusionOk="0">
                  <a:moveTo>
                    <a:pt x="3135" y="0"/>
                  </a:moveTo>
                  <a:cubicBezTo>
                    <a:pt x="2788" y="0"/>
                    <a:pt x="2453" y="367"/>
                    <a:pt x="2661" y="782"/>
                  </a:cubicBezTo>
                  <a:cubicBezTo>
                    <a:pt x="3094" y="1583"/>
                    <a:pt x="3495" y="2350"/>
                    <a:pt x="3928" y="3151"/>
                  </a:cubicBezTo>
                  <a:cubicBezTo>
                    <a:pt x="2861" y="3751"/>
                    <a:pt x="1760" y="4218"/>
                    <a:pt x="526" y="4585"/>
                  </a:cubicBezTo>
                  <a:cubicBezTo>
                    <a:pt x="1" y="4739"/>
                    <a:pt x="162" y="5467"/>
                    <a:pt x="640" y="5467"/>
                  </a:cubicBezTo>
                  <a:cubicBezTo>
                    <a:pt x="678" y="5467"/>
                    <a:pt x="718" y="5462"/>
                    <a:pt x="759" y="5452"/>
                  </a:cubicBezTo>
                  <a:cubicBezTo>
                    <a:pt x="2027" y="5152"/>
                    <a:pt x="3295" y="4718"/>
                    <a:pt x="4462" y="4151"/>
                  </a:cubicBezTo>
                  <a:cubicBezTo>
                    <a:pt x="4896" y="4919"/>
                    <a:pt x="5329" y="5686"/>
                    <a:pt x="5763" y="6420"/>
                  </a:cubicBezTo>
                  <a:cubicBezTo>
                    <a:pt x="5906" y="6645"/>
                    <a:pt x="6112" y="6738"/>
                    <a:pt x="6316" y="6738"/>
                  </a:cubicBezTo>
                  <a:cubicBezTo>
                    <a:pt x="6778" y="6738"/>
                    <a:pt x="7231" y="6261"/>
                    <a:pt x="6930" y="5752"/>
                  </a:cubicBezTo>
                  <a:cubicBezTo>
                    <a:pt x="6497" y="4985"/>
                    <a:pt x="6063" y="4251"/>
                    <a:pt x="5596" y="3518"/>
                  </a:cubicBezTo>
                  <a:cubicBezTo>
                    <a:pt x="6463" y="2984"/>
                    <a:pt x="7297" y="2383"/>
                    <a:pt x="8031" y="1683"/>
                  </a:cubicBezTo>
                  <a:cubicBezTo>
                    <a:pt x="8476" y="1238"/>
                    <a:pt x="8038" y="629"/>
                    <a:pt x="7555" y="629"/>
                  </a:cubicBezTo>
                  <a:cubicBezTo>
                    <a:pt x="7422" y="629"/>
                    <a:pt x="7286" y="675"/>
                    <a:pt x="7164" y="782"/>
                  </a:cubicBezTo>
                  <a:cubicBezTo>
                    <a:pt x="6463" y="1416"/>
                    <a:pt x="5730" y="1983"/>
                    <a:pt x="4996" y="2483"/>
                  </a:cubicBezTo>
                  <a:cubicBezTo>
                    <a:pt x="4529" y="1750"/>
                    <a:pt x="4028" y="982"/>
                    <a:pt x="3561" y="249"/>
                  </a:cubicBezTo>
                  <a:cubicBezTo>
                    <a:pt x="3448" y="73"/>
                    <a:pt x="3290" y="0"/>
                    <a:pt x="3135" y="0"/>
                  </a:cubicBezTo>
                  <a:close/>
                </a:path>
              </a:pathLst>
            </a:custGeom>
            <a:solidFill>
              <a:schemeClr val="dk1">
                <a:alpha val="474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7" name="Google Shape;1137;p66"/>
          <p:cNvGrpSpPr/>
          <p:nvPr/>
        </p:nvGrpSpPr>
        <p:grpSpPr>
          <a:xfrm>
            <a:off x="7970911" y="2532339"/>
            <a:ext cx="919745" cy="693489"/>
            <a:chOff x="7970911" y="2532339"/>
            <a:chExt cx="919745" cy="693489"/>
          </a:xfrm>
        </p:grpSpPr>
        <p:sp>
          <p:nvSpPr>
            <p:cNvPr id="1138" name="Google Shape;1138;p66"/>
            <p:cNvSpPr/>
            <p:nvPr/>
          </p:nvSpPr>
          <p:spPr>
            <a:xfrm rot="10800000">
              <a:off x="8357680" y="2532339"/>
              <a:ext cx="532977" cy="534505"/>
            </a:xfrm>
            <a:custGeom>
              <a:avLst/>
              <a:gdLst/>
              <a:ahLst/>
              <a:cxnLst/>
              <a:rect l="l" t="t" r="r" b="b"/>
              <a:pathLst>
                <a:path w="9065" h="9091" extrusionOk="0">
                  <a:moveTo>
                    <a:pt x="7655" y="1"/>
                  </a:moveTo>
                  <a:cubicBezTo>
                    <a:pt x="7636" y="1"/>
                    <a:pt x="7616" y="2"/>
                    <a:pt x="7596" y="3"/>
                  </a:cubicBezTo>
                  <a:cubicBezTo>
                    <a:pt x="6896" y="37"/>
                    <a:pt x="6162" y="137"/>
                    <a:pt x="5428" y="237"/>
                  </a:cubicBezTo>
                  <a:cubicBezTo>
                    <a:pt x="4661" y="303"/>
                    <a:pt x="4294" y="1271"/>
                    <a:pt x="5028" y="1738"/>
                  </a:cubicBezTo>
                  <a:cubicBezTo>
                    <a:pt x="5361" y="1971"/>
                    <a:pt x="5728" y="2205"/>
                    <a:pt x="6062" y="2405"/>
                  </a:cubicBezTo>
                  <a:cubicBezTo>
                    <a:pt x="5653" y="2469"/>
                    <a:pt x="5243" y="2506"/>
                    <a:pt x="4816" y="2506"/>
                  </a:cubicBezTo>
                  <a:cubicBezTo>
                    <a:pt x="4582" y="2506"/>
                    <a:pt x="4342" y="2495"/>
                    <a:pt x="4094" y="2472"/>
                  </a:cubicBezTo>
                  <a:cubicBezTo>
                    <a:pt x="4080" y="2471"/>
                    <a:pt x="4065" y="2470"/>
                    <a:pt x="4051" y="2470"/>
                  </a:cubicBezTo>
                  <a:cubicBezTo>
                    <a:pt x="3543" y="2470"/>
                    <a:pt x="3229" y="3051"/>
                    <a:pt x="3327" y="3506"/>
                  </a:cubicBezTo>
                  <a:cubicBezTo>
                    <a:pt x="3560" y="4473"/>
                    <a:pt x="4227" y="4273"/>
                    <a:pt x="4828" y="4807"/>
                  </a:cubicBezTo>
                  <a:lnTo>
                    <a:pt x="5128" y="4907"/>
                  </a:lnTo>
                  <a:lnTo>
                    <a:pt x="4594" y="5474"/>
                  </a:lnTo>
                  <a:cubicBezTo>
                    <a:pt x="4542" y="5493"/>
                    <a:pt x="4479" y="5501"/>
                    <a:pt x="4409" y="5501"/>
                  </a:cubicBezTo>
                  <a:cubicBezTo>
                    <a:pt x="4116" y="5501"/>
                    <a:pt x="3696" y="5361"/>
                    <a:pt x="3427" y="5307"/>
                  </a:cubicBezTo>
                  <a:cubicBezTo>
                    <a:pt x="3178" y="5279"/>
                    <a:pt x="2946" y="5263"/>
                    <a:pt x="2715" y="5263"/>
                  </a:cubicBezTo>
                  <a:cubicBezTo>
                    <a:pt x="2389" y="5263"/>
                    <a:pt x="2063" y="5296"/>
                    <a:pt x="1692" y="5374"/>
                  </a:cubicBezTo>
                  <a:cubicBezTo>
                    <a:pt x="925" y="5574"/>
                    <a:pt x="1025" y="6608"/>
                    <a:pt x="1692" y="6841"/>
                  </a:cubicBezTo>
                  <a:cubicBezTo>
                    <a:pt x="2726" y="7208"/>
                    <a:pt x="3760" y="7575"/>
                    <a:pt x="4828" y="7942"/>
                  </a:cubicBezTo>
                  <a:cubicBezTo>
                    <a:pt x="3393" y="7942"/>
                    <a:pt x="1992" y="7842"/>
                    <a:pt x="558" y="7742"/>
                  </a:cubicBezTo>
                  <a:cubicBezTo>
                    <a:pt x="548" y="7741"/>
                    <a:pt x="537" y="7741"/>
                    <a:pt x="527" y="7741"/>
                  </a:cubicBezTo>
                  <a:cubicBezTo>
                    <a:pt x="87" y="7741"/>
                    <a:pt x="1" y="8445"/>
                    <a:pt x="425" y="8576"/>
                  </a:cubicBezTo>
                  <a:cubicBezTo>
                    <a:pt x="2081" y="8968"/>
                    <a:pt x="3752" y="9090"/>
                    <a:pt x="5419" y="9090"/>
                  </a:cubicBezTo>
                  <a:cubicBezTo>
                    <a:pt x="6302" y="9090"/>
                    <a:pt x="7185" y="9056"/>
                    <a:pt x="8063" y="9010"/>
                  </a:cubicBezTo>
                  <a:cubicBezTo>
                    <a:pt x="8864" y="8976"/>
                    <a:pt x="8931" y="7976"/>
                    <a:pt x="8263" y="7709"/>
                  </a:cubicBezTo>
                  <a:cubicBezTo>
                    <a:pt x="7463" y="7375"/>
                    <a:pt x="6629" y="7075"/>
                    <a:pt x="5828" y="6775"/>
                  </a:cubicBezTo>
                  <a:cubicBezTo>
                    <a:pt x="6229" y="6608"/>
                    <a:pt x="6596" y="6274"/>
                    <a:pt x="6829" y="5674"/>
                  </a:cubicBezTo>
                  <a:cubicBezTo>
                    <a:pt x="7063" y="5107"/>
                    <a:pt x="6996" y="4540"/>
                    <a:pt x="6629" y="4073"/>
                  </a:cubicBezTo>
                  <a:cubicBezTo>
                    <a:pt x="6596" y="4039"/>
                    <a:pt x="6562" y="4006"/>
                    <a:pt x="6529" y="3973"/>
                  </a:cubicBezTo>
                  <a:cubicBezTo>
                    <a:pt x="7129" y="3873"/>
                    <a:pt x="7696" y="3739"/>
                    <a:pt x="8263" y="3539"/>
                  </a:cubicBezTo>
                  <a:cubicBezTo>
                    <a:pt x="8931" y="3272"/>
                    <a:pt x="9064" y="2438"/>
                    <a:pt x="8464" y="2038"/>
                  </a:cubicBezTo>
                  <a:cubicBezTo>
                    <a:pt x="8230" y="1871"/>
                    <a:pt x="7963" y="1704"/>
                    <a:pt x="7730" y="1571"/>
                  </a:cubicBezTo>
                  <a:cubicBezTo>
                    <a:pt x="7763" y="1538"/>
                    <a:pt x="7796" y="1538"/>
                    <a:pt x="7830" y="1538"/>
                  </a:cubicBezTo>
                  <a:cubicBezTo>
                    <a:pt x="8678" y="1407"/>
                    <a:pt x="8505" y="1"/>
                    <a:pt x="76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66"/>
            <p:cNvSpPr/>
            <p:nvPr/>
          </p:nvSpPr>
          <p:spPr>
            <a:xfrm rot="10800000">
              <a:off x="7970911" y="2700287"/>
              <a:ext cx="568842" cy="421795"/>
            </a:xfrm>
            <a:custGeom>
              <a:avLst/>
              <a:gdLst/>
              <a:ahLst/>
              <a:cxnLst/>
              <a:rect l="l" t="t" r="r" b="b"/>
              <a:pathLst>
                <a:path w="9675" h="7174" extrusionOk="0">
                  <a:moveTo>
                    <a:pt x="6755" y="1"/>
                  </a:moveTo>
                  <a:cubicBezTo>
                    <a:pt x="6653" y="1"/>
                    <a:pt x="6546" y="21"/>
                    <a:pt x="6439" y="66"/>
                  </a:cubicBezTo>
                  <a:cubicBezTo>
                    <a:pt x="5828" y="336"/>
                    <a:pt x="5246" y="460"/>
                    <a:pt x="4662" y="460"/>
                  </a:cubicBezTo>
                  <a:cubicBezTo>
                    <a:pt x="4161" y="460"/>
                    <a:pt x="3660" y="369"/>
                    <a:pt x="3136" y="200"/>
                  </a:cubicBezTo>
                  <a:cubicBezTo>
                    <a:pt x="3047" y="172"/>
                    <a:pt x="2963" y="160"/>
                    <a:pt x="2885" y="160"/>
                  </a:cubicBezTo>
                  <a:cubicBezTo>
                    <a:pt x="2107" y="160"/>
                    <a:pt x="1855" y="1395"/>
                    <a:pt x="2703" y="1668"/>
                  </a:cubicBezTo>
                  <a:cubicBezTo>
                    <a:pt x="2769" y="1701"/>
                    <a:pt x="2836" y="1701"/>
                    <a:pt x="2903" y="1734"/>
                  </a:cubicBezTo>
                  <a:cubicBezTo>
                    <a:pt x="2302" y="1768"/>
                    <a:pt x="1669" y="1768"/>
                    <a:pt x="1035" y="1801"/>
                  </a:cubicBezTo>
                  <a:cubicBezTo>
                    <a:pt x="201" y="1801"/>
                    <a:pt x="1" y="3069"/>
                    <a:pt x="835" y="3302"/>
                  </a:cubicBezTo>
                  <a:cubicBezTo>
                    <a:pt x="2202" y="3702"/>
                    <a:pt x="3570" y="4069"/>
                    <a:pt x="4904" y="4436"/>
                  </a:cubicBezTo>
                  <a:cubicBezTo>
                    <a:pt x="3770" y="4603"/>
                    <a:pt x="2669" y="4770"/>
                    <a:pt x="1535" y="4903"/>
                  </a:cubicBezTo>
                  <a:cubicBezTo>
                    <a:pt x="1068" y="4970"/>
                    <a:pt x="901" y="5504"/>
                    <a:pt x="1002" y="5937"/>
                  </a:cubicBezTo>
                  <a:lnTo>
                    <a:pt x="901" y="5937"/>
                  </a:lnTo>
                  <a:cubicBezTo>
                    <a:pt x="201" y="5937"/>
                    <a:pt x="201" y="7005"/>
                    <a:pt x="901" y="7005"/>
                  </a:cubicBezTo>
                  <a:cubicBezTo>
                    <a:pt x="3003" y="7038"/>
                    <a:pt x="5104" y="7005"/>
                    <a:pt x="7206" y="7171"/>
                  </a:cubicBezTo>
                  <a:cubicBezTo>
                    <a:pt x="7226" y="7173"/>
                    <a:pt x="7245" y="7174"/>
                    <a:pt x="7264" y="7174"/>
                  </a:cubicBezTo>
                  <a:cubicBezTo>
                    <a:pt x="7983" y="7174"/>
                    <a:pt x="8154" y="5967"/>
                    <a:pt x="7406" y="5837"/>
                  </a:cubicBezTo>
                  <a:cubicBezTo>
                    <a:pt x="7206" y="5804"/>
                    <a:pt x="7006" y="5770"/>
                    <a:pt x="6806" y="5737"/>
                  </a:cubicBezTo>
                  <a:cubicBezTo>
                    <a:pt x="7506" y="5637"/>
                    <a:pt x="8173" y="5537"/>
                    <a:pt x="8874" y="5437"/>
                  </a:cubicBezTo>
                  <a:cubicBezTo>
                    <a:pt x="9674" y="5337"/>
                    <a:pt x="9541" y="4169"/>
                    <a:pt x="8874" y="3969"/>
                  </a:cubicBezTo>
                  <a:cubicBezTo>
                    <a:pt x="7940" y="3702"/>
                    <a:pt x="7006" y="3435"/>
                    <a:pt x="6072" y="3169"/>
                  </a:cubicBezTo>
                  <a:cubicBezTo>
                    <a:pt x="6639" y="3169"/>
                    <a:pt x="7206" y="3135"/>
                    <a:pt x="7773" y="3135"/>
                  </a:cubicBezTo>
                  <a:cubicBezTo>
                    <a:pt x="8640" y="3102"/>
                    <a:pt x="8840" y="1868"/>
                    <a:pt x="7973" y="1634"/>
                  </a:cubicBezTo>
                  <a:cubicBezTo>
                    <a:pt x="7740" y="1534"/>
                    <a:pt x="7473" y="1467"/>
                    <a:pt x="7206" y="1401"/>
                  </a:cubicBezTo>
                  <a:cubicBezTo>
                    <a:pt x="7995" y="1021"/>
                    <a:pt x="7478" y="1"/>
                    <a:pt x="6755" y="1"/>
                  </a:cubicBezTo>
                  <a:close/>
                </a:path>
              </a:pathLst>
            </a:custGeom>
            <a:solidFill>
              <a:schemeClr val="dk1">
                <a:alpha val="474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66"/>
            <p:cNvSpPr/>
            <p:nvPr/>
          </p:nvSpPr>
          <p:spPr>
            <a:xfrm>
              <a:off x="8357675" y="2917773"/>
              <a:ext cx="355953" cy="308055"/>
            </a:xfrm>
            <a:custGeom>
              <a:avLst/>
              <a:gdLst/>
              <a:ahLst/>
              <a:cxnLst/>
              <a:rect l="l" t="t" r="r" b="b"/>
              <a:pathLst>
                <a:path w="7907" h="6843" extrusionOk="0">
                  <a:moveTo>
                    <a:pt x="3696" y="1305"/>
                  </a:moveTo>
                  <a:cubicBezTo>
                    <a:pt x="4239" y="1305"/>
                    <a:pt x="4789" y="1501"/>
                    <a:pt x="5171" y="1918"/>
                  </a:cubicBezTo>
                  <a:cubicBezTo>
                    <a:pt x="6072" y="2885"/>
                    <a:pt x="6139" y="4453"/>
                    <a:pt x="4938" y="5220"/>
                  </a:cubicBezTo>
                  <a:cubicBezTo>
                    <a:pt x="4536" y="5461"/>
                    <a:pt x="4058" y="5589"/>
                    <a:pt x="3588" y="5589"/>
                  </a:cubicBezTo>
                  <a:cubicBezTo>
                    <a:pt x="2887" y="5589"/>
                    <a:pt x="2201" y="5305"/>
                    <a:pt x="1802" y="4686"/>
                  </a:cubicBezTo>
                  <a:cubicBezTo>
                    <a:pt x="1669" y="4419"/>
                    <a:pt x="1569" y="4153"/>
                    <a:pt x="1535" y="3852"/>
                  </a:cubicBezTo>
                  <a:cubicBezTo>
                    <a:pt x="1769" y="3786"/>
                    <a:pt x="1969" y="3552"/>
                    <a:pt x="1902" y="3219"/>
                  </a:cubicBezTo>
                  <a:cubicBezTo>
                    <a:pt x="1684" y="1999"/>
                    <a:pt x="2676" y="1305"/>
                    <a:pt x="3696" y="1305"/>
                  </a:cubicBezTo>
                  <a:close/>
                  <a:moveTo>
                    <a:pt x="3852" y="0"/>
                  </a:moveTo>
                  <a:cubicBezTo>
                    <a:pt x="2862" y="0"/>
                    <a:pt x="1881" y="469"/>
                    <a:pt x="1302" y="1217"/>
                  </a:cubicBezTo>
                  <a:cubicBezTo>
                    <a:pt x="201" y="2351"/>
                    <a:pt x="1" y="4319"/>
                    <a:pt x="1035" y="5654"/>
                  </a:cubicBezTo>
                  <a:cubicBezTo>
                    <a:pt x="1675" y="6458"/>
                    <a:pt x="2655" y="6842"/>
                    <a:pt x="3643" y="6842"/>
                  </a:cubicBezTo>
                  <a:cubicBezTo>
                    <a:pt x="4664" y="6842"/>
                    <a:pt x="5694" y="6433"/>
                    <a:pt x="6372" y="5654"/>
                  </a:cubicBezTo>
                  <a:cubicBezTo>
                    <a:pt x="7907" y="3919"/>
                    <a:pt x="6973" y="1084"/>
                    <a:pt x="4971" y="216"/>
                  </a:cubicBezTo>
                  <a:cubicBezTo>
                    <a:pt x="4611" y="69"/>
                    <a:pt x="4231" y="0"/>
                    <a:pt x="38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41" name="Google Shape;1141;p66"/>
          <p:cNvSpPr/>
          <p:nvPr/>
        </p:nvSpPr>
        <p:spPr>
          <a:xfrm>
            <a:off x="1843675" y="445175"/>
            <a:ext cx="5571011" cy="620775"/>
          </a:xfrm>
          <a:custGeom>
            <a:avLst/>
            <a:gdLst/>
            <a:ahLst/>
            <a:cxnLst/>
            <a:rect l="l" t="t" r="r" b="b"/>
            <a:pathLst>
              <a:path w="193808" h="24831" extrusionOk="0">
                <a:moveTo>
                  <a:pt x="322" y="24831"/>
                </a:moveTo>
                <a:lnTo>
                  <a:pt x="193808" y="23864"/>
                </a:lnTo>
                <a:lnTo>
                  <a:pt x="189938" y="0"/>
                </a:lnTo>
                <a:lnTo>
                  <a:pt x="0" y="323"/>
                </a:lnTo>
                <a:close/>
              </a:path>
            </a:pathLst>
          </a:custGeom>
          <a:solidFill>
            <a:srgbClr val="FFFFFF">
              <a:alpha val="48040"/>
            </a:srgbClr>
          </a:solidFill>
          <a:ln>
            <a:noFill/>
          </a:ln>
        </p:spPr>
        <p:txBody>
          <a:bodyPr/>
          <a:lstStyle/>
          <a:p>
            <a:endParaRPr lang="hu-HU"/>
          </a:p>
        </p:txBody>
      </p:sp>
      <p:sp>
        <p:nvSpPr>
          <p:cNvPr id="1142" name="Google Shape;1142;p6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6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err="1"/>
              <a:t>Grace</a:t>
            </a:r>
            <a:r>
              <a:rPr lang="hu-HU"/>
              <a:t> </a:t>
            </a:r>
            <a:r>
              <a:rPr lang="hu-HU" err="1"/>
              <a:t>Hopper</a:t>
            </a:r>
            <a:endParaRPr/>
          </a:p>
        </p:txBody>
      </p:sp>
      <p:sp>
        <p:nvSpPr>
          <p:cNvPr id="1143" name="Google Shape;1143;p66"/>
          <p:cNvSpPr txBox="1">
            <a:spLocks noGrp="1"/>
          </p:cNvSpPr>
          <p:nvPr>
            <p:ph type="subTitle" idx="1"/>
          </p:nvPr>
        </p:nvSpPr>
        <p:spPr>
          <a:xfrm>
            <a:off x="1622952" y="1340785"/>
            <a:ext cx="4144070" cy="30443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50000"/>
              </a:lnSpc>
              <a:buSzPts val="1100"/>
              <a:buNone/>
            </a:pPr>
            <a:r>
              <a:rPr lang="hu-HU" dirty="0"/>
              <a:t>Egyesült Államok Haditengerészetének tisztje, matematikus, a számítástudomány egyik úttörője. Egyike volt a Harvard Mark I számítógép első programozóinak.</a:t>
            </a:r>
          </a:p>
          <a:p>
            <a:pPr marL="0" lvl="0" indent="0">
              <a:lnSpc>
                <a:spcPct val="150000"/>
              </a:lnSpc>
              <a:buSzPts val="1100"/>
              <a:buNone/>
            </a:pPr>
            <a:r>
              <a:rPr lang="hu-HU" dirty="0"/>
              <a:t>Ő írta az első </a:t>
            </a:r>
            <a:r>
              <a:rPr lang="hu-HU" dirty="0" err="1"/>
              <a:t>compilert</a:t>
            </a:r>
            <a:r>
              <a:rPr lang="hu-HU" dirty="0"/>
              <a:t>.</a:t>
            </a:r>
          </a:p>
          <a:p>
            <a:pPr marL="0" lvl="0" indent="0">
              <a:lnSpc>
                <a:spcPct val="150000"/>
              </a:lnSpc>
              <a:buSzPts val="1100"/>
              <a:buNone/>
            </a:pPr>
            <a:r>
              <a:rPr lang="hu-HU" dirty="0"/>
              <a:t>Az egyik első modern programozási nyelv, a COBOL, egyik tervezője is volt.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1144" name="Google Shape;1144;p66">
            <a:hlinkClick r:id="rId3" action="ppaction://hlinksldjump"/>
          </p:cNvPr>
          <p:cNvSpPr/>
          <p:nvPr/>
        </p:nvSpPr>
        <p:spPr>
          <a:xfrm>
            <a:off x="8825155" y="2500037"/>
            <a:ext cx="128263" cy="126003"/>
          </a:xfrm>
          <a:custGeom>
            <a:avLst/>
            <a:gdLst/>
            <a:ahLst/>
            <a:cxnLst/>
            <a:rect l="l" t="t" r="r" b="b"/>
            <a:pathLst>
              <a:path w="212885" h="209134" extrusionOk="0">
                <a:moveTo>
                  <a:pt x="106442" y="0"/>
                </a:moveTo>
                <a:cubicBezTo>
                  <a:pt x="101296" y="0"/>
                  <a:pt x="96467" y="2010"/>
                  <a:pt x="92840" y="5637"/>
                </a:cubicBezTo>
                <a:lnTo>
                  <a:pt x="7574" y="90903"/>
                </a:lnTo>
                <a:cubicBezTo>
                  <a:pt x="7525" y="90928"/>
                  <a:pt x="7501" y="90977"/>
                  <a:pt x="7476" y="91001"/>
                </a:cubicBezTo>
                <a:cubicBezTo>
                  <a:pt x="1" y="98501"/>
                  <a:pt x="25" y="110682"/>
                  <a:pt x="7525" y="118181"/>
                </a:cubicBezTo>
                <a:cubicBezTo>
                  <a:pt x="10932" y="121613"/>
                  <a:pt x="15466" y="123598"/>
                  <a:pt x="20294" y="123794"/>
                </a:cubicBezTo>
                <a:cubicBezTo>
                  <a:pt x="20490" y="123818"/>
                  <a:pt x="20686" y="123818"/>
                  <a:pt x="20882" y="123818"/>
                </a:cubicBezTo>
                <a:lnTo>
                  <a:pt x="24289" y="123818"/>
                </a:lnTo>
                <a:lnTo>
                  <a:pt x="24289" y="186610"/>
                </a:lnTo>
                <a:cubicBezTo>
                  <a:pt x="24289" y="199036"/>
                  <a:pt x="34387" y="209133"/>
                  <a:pt x="46813" y="209133"/>
                </a:cubicBezTo>
                <a:lnTo>
                  <a:pt x="80194" y="209133"/>
                </a:lnTo>
                <a:cubicBezTo>
                  <a:pt x="83576" y="209133"/>
                  <a:pt x="86321" y="206388"/>
                  <a:pt x="86321" y="203006"/>
                </a:cubicBezTo>
                <a:lnTo>
                  <a:pt x="86321" y="153793"/>
                </a:lnTo>
                <a:cubicBezTo>
                  <a:pt x="86321" y="148131"/>
                  <a:pt x="90928" y="143523"/>
                  <a:pt x="96614" y="143523"/>
                </a:cubicBezTo>
                <a:lnTo>
                  <a:pt x="116295" y="143523"/>
                </a:lnTo>
                <a:cubicBezTo>
                  <a:pt x="121956" y="143523"/>
                  <a:pt x="126564" y="148131"/>
                  <a:pt x="126564" y="153793"/>
                </a:cubicBezTo>
                <a:lnTo>
                  <a:pt x="126564" y="203006"/>
                </a:lnTo>
                <a:cubicBezTo>
                  <a:pt x="126564" y="206388"/>
                  <a:pt x="129309" y="209133"/>
                  <a:pt x="132691" y="209133"/>
                </a:cubicBezTo>
                <a:lnTo>
                  <a:pt x="166072" y="209133"/>
                </a:lnTo>
                <a:cubicBezTo>
                  <a:pt x="178498" y="209133"/>
                  <a:pt x="188620" y="199036"/>
                  <a:pt x="188620" y="186610"/>
                </a:cubicBezTo>
                <a:lnTo>
                  <a:pt x="188620" y="123818"/>
                </a:lnTo>
                <a:lnTo>
                  <a:pt x="191757" y="123818"/>
                </a:lnTo>
                <a:cubicBezTo>
                  <a:pt x="196904" y="123818"/>
                  <a:pt x="201733" y="121833"/>
                  <a:pt x="205384" y="118181"/>
                </a:cubicBezTo>
                <a:cubicBezTo>
                  <a:pt x="212884" y="110682"/>
                  <a:pt x="212884" y="98476"/>
                  <a:pt x="205384" y="90977"/>
                </a:cubicBezTo>
                <a:lnTo>
                  <a:pt x="205384" y="90952"/>
                </a:lnTo>
                <a:lnTo>
                  <a:pt x="120069" y="5637"/>
                </a:lnTo>
                <a:cubicBezTo>
                  <a:pt x="116417" y="2010"/>
                  <a:pt x="111589" y="0"/>
                  <a:pt x="106442" y="0"/>
                </a:cubicBez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5" name="Google Shape;1145;p66">
            <a:hlinkClick r:id="" action="ppaction://hlinkshowjump?jump=previousslide"/>
          </p:cNvPr>
          <p:cNvSpPr/>
          <p:nvPr/>
        </p:nvSpPr>
        <p:spPr>
          <a:xfrm rot="-5400000">
            <a:off x="8866829" y="2282123"/>
            <a:ext cx="45000" cy="99900"/>
          </a:xfrm>
          <a:prstGeom prst="chevron">
            <a:avLst>
              <a:gd name="adj" fmla="val 10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6" name="Google Shape;1146;p66">
            <a:hlinkClick r:id="" action="ppaction://hlinkshowjump?jump=nextslide"/>
          </p:cNvPr>
          <p:cNvSpPr/>
          <p:nvPr/>
        </p:nvSpPr>
        <p:spPr>
          <a:xfrm rot="5400000">
            <a:off x="8860413" y="2755177"/>
            <a:ext cx="57600" cy="99900"/>
          </a:xfrm>
          <a:prstGeom prst="chevron">
            <a:avLst>
              <a:gd name="adj" fmla="val 10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26" name="Picture 2" descr="https://upload.wikimedia.org/wikipedia/commons/thumb/a/ad/Commodore_Grace_M._Hopper%2C_USN_%28covered%29.jpg/250px-Commodore_Grace_M._Hopper%2C_USN_%28covered%29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6723" y="1160840"/>
            <a:ext cx="2381250" cy="2981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07" name="Google Shape;1107;p66"/>
          <p:cNvGrpSpPr/>
          <p:nvPr/>
        </p:nvGrpSpPr>
        <p:grpSpPr>
          <a:xfrm rot="854759">
            <a:off x="7563108" y="3149972"/>
            <a:ext cx="1474912" cy="1390796"/>
            <a:chOff x="1606325" y="426575"/>
            <a:chExt cx="1147500" cy="1081975"/>
          </a:xfrm>
        </p:grpSpPr>
        <p:sp>
          <p:nvSpPr>
            <p:cNvPr id="1108" name="Google Shape;1108;p66"/>
            <p:cNvSpPr/>
            <p:nvPr/>
          </p:nvSpPr>
          <p:spPr>
            <a:xfrm>
              <a:off x="2100850" y="4265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66"/>
            <p:cNvSpPr/>
            <p:nvPr/>
          </p:nvSpPr>
          <p:spPr>
            <a:xfrm>
              <a:off x="2101675" y="4265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lnTo>
                    <a:pt x="0" y="1"/>
                  </a:ln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66"/>
            <p:cNvSpPr/>
            <p:nvPr/>
          </p:nvSpPr>
          <p:spPr>
            <a:xfrm>
              <a:off x="1606325" y="890250"/>
              <a:ext cx="35050" cy="57550"/>
            </a:xfrm>
            <a:custGeom>
              <a:avLst/>
              <a:gdLst/>
              <a:ahLst/>
              <a:cxnLst/>
              <a:rect l="l" t="t" r="r" b="b"/>
              <a:pathLst>
                <a:path w="1402" h="2302" extrusionOk="0">
                  <a:moveTo>
                    <a:pt x="567" y="0"/>
                  </a:moveTo>
                  <a:lnTo>
                    <a:pt x="567" y="34"/>
                  </a:lnTo>
                  <a:cubicBezTo>
                    <a:pt x="267" y="301"/>
                    <a:pt x="0" y="768"/>
                    <a:pt x="200" y="1235"/>
                  </a:cubicBezTo>
                  <a:cubicBezTo>
                    <a:pt x="267" y="1401"/>
                    <a:pt x="334" y="1468"/>
                    <a:pt x="467" y="1568"/>
                  </a:cubicBezTo>
                  <a:cubicBezTo>
                    <a:pt x="501" y="1601"/>
                    <a:pt x="501" y="1601"/>
                    <a:pt x="501" y="1601"/>
                  </a:cubicBezTo>
                  <a:cubicBezTo>
                    <a:pt x="801" y="1835"/>
                    <a:pt x="1101" y="2068"/>
                    <a:pt x="1401" y="2302"/>
                  </a:cubicBezTo>
                  <a:cubicBezTo>
                    <a:pt x="1368" y="2235"/>
                    <a:pt x="1335" y="2169"/>
                    <a:pt x="1335" y="2068"/>
                  </a:cubicBezTo>
                  <a:cubicBezTo>
                    <a:pt x="1234" y="1902"/>
                    <a:pt x="1168" y="1735"/>
                    <a:pt x="1101" y="1535"/>
                  </a:cubicBezTo>
                  <a:cubicBezTo>
                    <a:pt x="1001" y="1301"/>
                    <a:pt x="934" y="1068"/>
                    <a:pt x="834" y="834"/>
                  </a:cubicBezTo>
                  <a:cubicBezTo>
                    <a:pt x="767" y="601"/>
                    <a:pt x="701" y="401"/>
                    <a:pt x="634" y="200"/>
                  </a:cubicBezTo>
                  <a:cubicBezTo>
                    <a:pt x="634" y="134"/>
                    <a:pt x="601" y="67"/>
                    <a:pt x="5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66"/>
            <p:cNvSpPr/>
            <p:nvPr/>
          </p:nvSpPr>
          <p:spPr>
            <a:xfrm>
              <a:off x="1623000" y="872725"/>
              <a:ext cx="47550" cy="95925"/>
            </a:xfrm>
            <a:custGeom>
              <a:avLst/>
              <a:gdLst/>
              <a:ahLst/>
              <a:cxnLst/>
              <a:rect l="l" t="t" r="r" b="b"/>
              <a:pathLst>
                <a:path w="1902" h="3837" extrusionOk="0">
                  <a:moveTo>
                    <a:pt x="901" y="1"/>
                  </a:moveTo>
                  <a:cubicBezTo>
                    <a:pt x="834" y="34"/>
                    <a:pt x="768" y="68"/>
                    <a:pt x="701" y="101"/>
                  </a:cubicBezTo>
                  <a:lnTo>
                    <a:pt x="634" y="168"/>
                  </a:lnTo>
                  <a:cubicBezTo>
                    <a:pt x="467" y="268"/>
                    <a:pt x="267" y="401"/>
                    <a:pt x="134" y="535"/>
                  </a:cubicBezTo>
                  <a:cubicBezTo>
                    <a:pt x="67" y="568"/>
                    <a:pt x="34" y="601"/>
                    <a:pt x="0" y="635"/>
                  </a:cubicBezTo>
                  <a:cubicBezTo>
                    <a:pt x="34" y="701"/>
                    <a:pt x="34" y="768"/>
                    <a:pt x="67" y="801"/>
                  </a:cubicBezTo>
                  <a:cubicBezTo>
                    <a:pt x="167" y="1002"/>
                    <a:pt x="234" y="1235"/>
                    <a:pt x="334" y="1435"/>
                  </a:cubicBezTo>
                  <a:lnTo>
                    <a:pt x="567" y="2036"/>
                  </a:lnTo>
                  <a:cubicBezTo>
                    <a:pt x="634" y="2236"/>
                    <a:pt x="734" y="2403"/>
                    <a:pt x="801" y="2603"/>
                  </a:cubicBezTo>
                  <a:cubicBezTo>
                    <a:pt x="834" y="2803"/>
                    <a:pt x="901" y="2970"/>
                    <a:pt x="968" y="3136"/>
                  </a:cubicBezTo>
                  <a:cubicBezTo>
                    <a:pt x="1268" y="3370"/>
                    <a:pt x="1568" y="3603"/>
                    <a:pt x="1902" y="3837"/>
                  </a:cubicBezTo>
                  <a:cubicBezTo>
                    <a:pt x="1868" y="3737"/>
                    <a:pt x="1868" y="3637"/>
                    <a:pt x="1835" y="3537"/>
                  </a:cubicBezTo>
                  <a:cubicBezTo>
                    <a:pt x="1768" y="3236"/>
                    <a:pt x="1735" y="2936"/>
                    <a:pt x="1702" y="2636"/>
                  </a:cubicBezTo>
                  <a:cubicBezTo>
                    <a:pt x="1702" y="2369"/>
                    <a:pt x="1702" y="2069"/>
                    <a:pt x="1668" y="1802"/>
                  </a:cubicBezTo>
                  <a:cubicBezTo>
                    <a:pt x="1635" y="1502"/>
                    <a:pt x="1568" y="1202"/>
                    <a:pt x="1468" y="935"/>
                  </a:cubicBezTo>
                  <a:cubicBezTo>
                    <a:pt x="1368" y="701"/>
                    <a:pt x="1268" y="468"/>
                    <a:pt x="1135" y="268"/>
                  </a:cubicBezTo>
                  <a:cubicBezTo>
                    <a:pt x="1068" y="168"/>
                    <a:pt x="968" y="68"/>
                    <a:pt x="9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66"/>
            <p:cNvSpPr/>
            <p:nvPr/>
          </p:nvSpPr>
          <p:spPr>
            <a:xfrm>
              <a:off x="1994100" y="9578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66"/>
            <p:cNvSpPr/>
            <p:nvPr/>
          </p:nvSpPr>
          <p:spPr>
            <a:xfrm>
              <a:off x="2017450" y="9819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66"/>
            <p:cNvSpPr/>
            <p:nvPr/>
          </p:nvSpPr>
          <p:spPr>
            <a:xfrm>
              <a:off x="1651350" y="641725"/>
              <a:ext cx="1019075" cy="419050"/>
            </a:xfrm>
            <a:custGeom>
              <a:avLst/>
              <a:gdLst/>
              <a:ahLst/>
              <a:cxnLst/>
              <a:rect l="l" t="t" r="r" b="b"/>
              <a:pathLst>
                <a:path w="40763" h="16762" extrusionOk="0">
                  <a:moveTo>
                    <a:pt x="33925" y="11876"/>
                  </a:moveTo>
                  <a:lnTo>
                    <a:pt x="33925" y="11876"/>
                  </a:lnTo>
                  <a:cubicBezTo>
                    <a:pt x="33924" y="11880"/>
                    <a:pt x="33923" y="11885"/>
                    <a:pt x="33922" y="11889"/>
                  </a:cubicBezTo>
                  <a:lnTo>
                    <a:pt x="33922" y="11889"/>
                  </a:lnTo>
                  <a:cubicBezTo>
                    <a:pt x="33925" y="11882"/>
                    <a:pt x="33925" y="11876"/>
                    <a:pt x="33925" y="11876"/>
                  </a:cubicBezTo>
                  <a:close/>
                  <a:moveTo>
                    <a:pt x="4856" y="15772"/>
                  </a:moveTo>
                  <a:cubicBezTo>
                    <a:pt x="4865" y="15785"/>
                    <a:pt x="4871" y="15799"/>
                    <a:pt x="4871" y="15812"/>
                  </a:cubicBezTo>
                  <a:cubicBezTo>
                    <a:pt x="4871" y="15812"/>
                    <a:pt x="4871" y="15812"/>
                    <a:pt x="4871" y="15779"/>
                  </a:cubicBezTo>
                  <a:cubicBezTo>
                    <a:pt x="4866" y="15776"/>
                    <a:pt x="4861" y="15774"/>
                    <a:pt x="4856" y="15772"/>
                  </a:cubicBezTo>
                  <a:close/>
                  <a:moveTo>
                    <a:pt x="9974" y="13410"/>
                  </a:moveTo>
                  <a:lnTo>
                    <a:pt x="9974" y="13410"/>
                  </a:lnTo>
                  <a:cubicBezTo>
                    <a:pt x="10074" y="13711"/>
                    <a:pt x="10208" y="14011"/>
                    <a:pt x="10341" y="14344"/>
                  </a:cubicBezTo>
                  <a:cubicBezTo>
                    <a:pt x="10475" y="14578"/>
                    <a:pt x="10575" y="14845"/>
                    <a:pt x="10708" y="15112"/>
                  </a:cubicBezTo>
                  <a:cubicBezTo>
                    <a:pt x="10875" y="15512"/>
                    <a:pt x="11075" y="15879"/>
                    <a:pt x="11309" y="16246"/>
                  </a:cubicBezTo>
                  <a:cubicBezTo>
                    <a:pt x="11142" y="16079"/>
                    <a:pt x="11008" y="15912"/>
                    <a:pt x="10875" y="15712"/>
                  </a:cubicBezTo>
                  <a:cubicBezTo>
                    <a:pt x="10742" y="15545"/>
                    <a:pt x="10641" y="15379"/>
                    <a:pt x="10541" y="15178"/>
                  </a:cubicBezTo>
                  <a:cubicBezTo>
                    <a:pt x="10408" y="14945"/>
                    <a:pt x="10308" y="14678"/>
                    <a:pt x="10208" y="14378"/>
                  </a:cubicBezTo>
                  <a:cubicBezTo>
                    <a:pt x="10108" y="14078"/>
                    <a:pt x="10041" y="13744"/>
                    <a:pt x="9974" y="13410"/>
                  </a:cubicBezTo>
                  <a:close/>
                  <a:moveTo>
                    <a:pt x="23384" y="1"/>
                  </a:moveTo>
                  <a:cubicBezTo>
                    <a:pt x="22884" y="34"/>
                    <a:pt x="22483" y="68"/>
                    <a:pt x="22116" y="134"/>
                  </a:cubicBezTo>
                  <a:cubicBezTo>
                    <a:pt x="21616" y="201"/>
                    <a:pt x="21082" y="401"/>
                    <a:pt x="20515" y="701"/>
                  </a:cubicBezTo>
                  <a:cubicBezTo>
                    <a:pt x="20382" y="768"/>
                    <a:pt x="20248" y="835"/>
                    <a:pt x="20115" y="935"/>
                  </a:cubicBezTo>
                  <a:cubicBezTo>
                    <a:pt x="20182" y="1068"/>
                    <a:pt x="20248" y="1202"/>
                    <a:pt x="20315" y="1302"/>
                  </a:cubicBezTo>
                  <a:cubicBezTo>
                    <a:pt x="20415" y="1435"/>
                    <a:pt x="20482" y="1602"/>
                    <a:pt x="20582" y="1735"/>
                  </a:cubicBezTo>
                  <a:cubicBezTo>
                    <a:pt x="20582" y="1761"/>
                    <a:pt x="20582" y="1767"/>
                    <a:pt x="20596" y="1783"/>
                  </a:cubicBezTo>
                  <a:lnTo>
                    <a:pt x="20596" y="1783"/>
                  </a:lnTo>
                  <a:cubicBezTo>
                    <a:pt x="20496" y="1732"/>
                    <a:pt x="20439" y="1621"/>
                    <a:pt x="20382" y="1535"/>
                  </a:cubicBezTo>
                  <a:cubicBezTo>
                    <a:pt x="20348" y="1502"/>
                    <a:pt x="20315" y="1435"/>
                    <a:pt x="20282" y="1402"/>
                  </a:cubicBezTo>
                  <a:cubicBezTo>
                    <a:pt x="20182" y="1302"/>
                    <a:pt x="20115" y="1168"/>
                    <a:pt x="20048" y="1035"/>
                  </a:cubicBezTo>
                  <a:cubicBezTo>
                    <a:pt x="20015" y="1035"/>
                    <a:pt x="20015" y="1002"/>
                    <a:pt x="20015" y="1002"/>
                  </a:cubicBezTo>
                  <a:lnTo>
                    <a:pt x="19848" y="1068"/>
                  </a:lnTo>
                  <a:cubicBezTo>
                    <a:pt x="19581" y="1235"/>
                    <a:pt x="19348" y="1435"/>
                    <a:pt x="19114" y="1602"/>
                  </a:cubicBezTo>
                  <a:lnTo>
                    <a:pt x="19081" y="1602"/>
                  </a:lnTo>
                  <a:lnTo>
                    <a:pt x="19114" y="1569"/>
                  </a:lnTo>
                  <a:lnTo>
                    <a:pt x="19047" y="1635"/>
                  </a:lnTo>
                  <a:cubicBezTo>
                    <a:pt x="19081" y="1769"/>
                    <a:pt x="19148" y="1902"/>
                    <a:pt x="19248" y="2036"/>
                  </a:cubicBezTo>
                  <a:lnTo>
                    <a:pt x="19214" y="2036"/>
                  </a:lnTo>
                  <a:cubicBezTo>
                    <a:pt x="19114" y="1936"/>
                    <a:pt x="19047" y="1836"/>
                    <a:pt x="18947" y="1702"/>
                  </a:cubicBezTo>
                  <a:cubicBezTo>
                    <a:pt x="18881" y="1769"/>
                    <a:pt x="18781" y="1802"/>
                    <a:pt x="18714" y="1869"/>
                  </a:cubicBezTo>
                  <a:lnTo>
                    <a:pt x="18681" y="1902"/>
                  </a:lnTo>
                  <a:cubicBezTo>
                    <a:pt x="18380" y="2136"/>
                    <a:pt x="17947" y="2403"/>
                    <a:pt x="17513" y="2603"/>
                  </a:cubicBezTo>
                  <a:cubicBezTo>
                    <a:pt x="17413" y="2636"/>
                    <a:pt x="17313" y="2636"/>
                    <a:pt x="17213" y="2669"/>
                  </a:cubicBezTo>
                  <a:cubicBezTo>
                    <a:pt x="17046" y="2669"/>
                    <a:pt x="16846" y="2669"/>
                    <a:pt x="16646" y="2636"/>
                  </a:cubicBezTo>
                  <a:cubicBezTo>
                    <a:pt x="16512" y="2603"/>
                    <a:pt x="16379" y="2603"/>
                    <a:pt x="16279" y="2569"/>
                  </a:cubicBezTo>
                  <a:cubicBezTo>
                    <a:pt x="16145" y="2536"/>
                    <a:pt x="16012" y="2503"/>
                    <a:pt x="15879" y="2503"/>
                  </a:cubicBezTo>
                  <a:cubicBezTo>
                    <a:pt x="15678" y="2436"/>
                    <a:pt x="15478" y="2403"/>
                    <a:pt x="15278" y="2369"/>
                  </a:cubicBezTo>
                  <a:lnTo>
                    <a:pt x="15278" y="2369"/>
                  </a:lnTo>
                  <a:cubicBezTo>
                    <a:pt x="15311" y="2503"/>
                    <a:pt x="15345" y="2636"/>
                    <a:pt x="15345" y="2770"/>
                  </a:cubicBezTo>
                  <a:cubicBezTo>
                    <a:pt x="15378" y="3003"/>
                    <a:pt x="15412" y="3237"/>
                    <a:pt x="15445" y="3470"/>
                  </a:cubicBezTo>
                  <a:cubicBezTo>
                    <a:pt x="15378" y="3237"/>
                    <a:pt x="15345" y="3003"/>
                    <a:pt x="15311" y="2803"/>
                  </a:cubicBezTo>
                  <a:cubicBezTo>
                    <a:pt x="15278" y="2669"/>
                    <a:pt x="15278" y="2503"/>
                    <a:pt x="15245" y="2369"/>
                  </a:cubicBezTo>
                  <a:cubicBezTo>
                    <a:pt x="15045" y="2336"/>
                    <a:pt x="14844" y="2336"/>
                    <a:pt x="14678" y="2303"/>
                  </a:cubicBezTo>
                  <a:cubicBezTo>
                    <a:pt x="14311" y="2269"/>
                    <a:pt x="14011" y="2236"/>
                    <a:pt x="13744" y="2236"/>
                  </a:cubicBezTo>
                  <a:cubicBezTo>
                    <a:pt x="13277" y="2236"/>
                    <a:pt x="12843" y="2269"/>
                    <a:pt x="12476" y="2303"/>
                  </a:cubicBezTo>
                  <a:cubicBezTo>
                    <a:pt x="12109" y="2336"/>
                    <a:pt x="11776" y="2403"/>
                    <a:pt x="11475" y="2469"/>
                  </a:cubicBezTo>
                  <a:cubicBezTo>
                    <a:pt x="11409" y="2503"/>
                    <a:pt x="11342" y="2503"/>
                    <a:pt x="11275" y="2536"/>
                  </a:cubicBezTo>
                  <a:lnTo>
                    <a:pt x="11375" y="2669"/>
                  </a:lnTo>
                  <a:cubicBezTo>
                    <a:pt x="11442" y="2803"/>
                    <a:pt x="11475" y="2936"/>
                    <a:pt x="11509" y="3070"/>
                  </a:cubicBezTo>
                  <a:cubicBezTo>
                    <a:pt x="11509" y="3136"/>
                    <a:pt x="11509" y="3203"/>
                    <a:pt x="11509" y="3270"/>
                  </a:cubicBezTo>
                  <a:cubicBezTo>
                    <a:pt x="11509" y="3403"/>
                    <a:pt x="11542" y="3503"/>
                    <a:pt x="11542" y="3603"/>
                  </a:cubicBezTo>
                  <a:cubicBezTo>
                    <a:pt x="11542" y="3737"/>
                    <a:pt x="11509" y="3837"/>
                    <a:pt x="11509" y="3937"/>
                  </a:cubicBezTo>
                  <a:cubicBezTo>
                    <a:pt x="11509" y="4070"/>
                    <a:pt x="11509" y="4204"/>
                    <a:pt x="11509" y="4304"/>
                  </a:cubicBezTo>
                  <a:cubicBezTo>
                    <a:pt x="11542" y="4504"/>
                    <a:pt x="11542" y="4704"/>
                    <a:pt x="11575" y="4904"/>
                  </a:cubicBezTo>
                  <a:cubicBezTo>
                    <a:pt x="11575" y="5004"/>
                    <a:pt x="11575" y="5105"/>
                    <a:pt x="11609" y="5205"/>
                  </a:cubicBezTo>
                  <a:cubicBezTo>
                    <a:pt x="11609" y="5271"/>
                    <a:pt x="11609" y="5371"/>
                    <a:pt x="11642" y="5438"/>
                  </a:cubicBezTo>
                  <a:cubicBezTo>
                    <a:pt x="11642" y="5605"/>
                    <a:pt x="11676" y="5772"/>
                    <a:pt x="11709" y="5938"/>
                  </a:cubicBezTo>
                  <a:cubicBezTo>
                    <a:pt x="11809" y="6305"/>
                    <a:pt x="11876" y="6672"/>
                    <a:pt x="11976" y="7039"/>
                  </a:cubicBezTo>
                  <a:cubicBezTo>
                    <a:pt x="11876" y="6906"/>
                    <a:pt x="11809" y="6739"/>
                    <a:pt x="11742" y="6606"/>
                  </a:cubicBezTo>
                  <a:cubicBezTo>
                    <a:pt x="11609" y="6339"/>
                    <a:pt x="11509" y="6039"/>
                    <a:pt x="11409" y="5738"/>
                  </a:cubicBezTo>
                  <a:cubicBezTo>
                    <a:pt x="11375" y="5605"/>
                    <a:pt x="11342" y="5471"/>
                    <a:pt x="11309" y="5305"/>
                  </a:cubicBezTo>
                  <a:cubicBezTo>
                    <a:pt x="11275" y="5238"/>
                    <a:pt x="11275" y="5171"/>
                    <a:pt x="11242" y="5105"/>
                  </a:cubicBezTo>
                  <a:cubicBezTo>
                    <a:pt x="11242" y="5038"/>
                    <a:pt x="11242" y="4971"/>
                    <a:pt x="11209" y="4938"/>
                  </a:cubicBezTo>
                  <a:cubicBezTo>
                    <a:pt x="11175" y="4638"/>
                    <a:pt x="11175" y="4304"/>
                    <a:pt x="11209" y="4004"/>
                  </a:cubicBezTo>
                  <a:cubicBezTo>
                    <a:pt x="11209" y="3870"/>
                    <a:pt x="11242" y="3704"/>
                    <a:pt x="11242" y="3570"/>
                  </a:cubicBezTo>
                  <a:cubicBezTo>
                    <a:pt x="11275" y="3370"/>
                    <a:pt x="11309" y="3203"/>
                    <a:pt x="11309" y="3003"/>
                  </a:cubicBezTo>
                  <a:cubicBezTo>
                    <a:pt x="11275" y="2936"/>
                    <a:pt x="11275" y="2836"/>
                    <a:pt x="11242" y="2770"/>
                  </a:cubicBezTo>
                  <a:cubicBezTo>
                    <a:pt x="11209" y="2703"/>
                    <a:pt x="11175" y="2636"/>
                    <a:pt x="11142" y="2536"/>
                  </a:cubicBezTo>
                  <a:cubicBezTo>
                    <a:pt x="10808" y="2636"/>
                    <a:pt x="10508" y="2770"/>
                    <a:pt x="10241" y="2870"/>
                  </a:cubicBezTo>
                  <a:cubicBezTo>
                    <a:pt x="10108" y="2936"/>
                    <a:pt x="9974" y="3003"/>
                    <a:pt x="9841" y="3070"/>
                  </a:cubicBezTo>
                  <a:cubicBezTo>
                    <a:pt x="9841" y="3103"/>
                    <a:pt x="9841" y="3103"/>
                    <a:pt x="9841" y="3136"/>
                  </a:cubicBezTo>
                  <a:cubicBezTo>
                    <a:pt x="9874" y="3337"/>
                    <a:pt x="9908" y="3537"/>
                    <a:pt x="9941" y="3737"/>
                  </a:cubicBezTo>
                  <a:cubicBezTo>
                    <a:pt x="9941" y="3904"/>
                    <a:pt x="9974" y="4070"/>
                    <a:pt x="9974" y="4237"/>
                  </a:cubicBezTo>
                  <a:cubicBezTo>
                    <a:pt x="10008" y="4404"/>
                    <a:pt x="10008" y="4571"/>
                    <a:pt x="10041" y="4738"/>
                  </a:cubicBezTo>
                  <a:cubicBezTo>
                    <a:pt x="9941" y="4537"/>
                    <a:pt x="9874" y="4304"/>
                    <a:pt x="9808" y="4070"/>
                  </a:cubicBezTo>
                  <a:cubicBezTo>
                    <a:pt x="9774" y="3870"/>
                    <a:pt x="9741" y="3670"/>
                    <a:pt x="9741" y="3470"/>
                  </a:cubicBezTo>
                  <a:cubicBezTo>
                    <a:pt x="9707" y="3370"/>
                    <a:pt x="9707" y="3237"/>
                    <a:pt x="9707" y="3103"/>
                  </a:cubicBezTo>
                  <a:cubicBezTo>
                    <a:pt x="9341" y="3303"/>
                    <a:pt x="8940" y="3570"/>
                    <a:pt x="8507" y="3870"/>
                  </a:cubicBezTo>
                  <a:cubicBezTo>
                    <a:pt x="8273" y="4037"/>
                    <a:pt x="8006" y="4237"/>
                    <a:pt x="7773" y="4404"/>
                  </a:cubicBezTo>
                  <a:lnTo>
                    <a:pt x="7739" y="4437"/>
                  </a:lnTo>
                  <a:cubicBezTo>
                    <a:pt x="7573" y="4537"/>
                    <a:pt x="7406" y="4671"/>
                    <a:pt x="7239" y="4771"/>
                  </a:cubicBezTo>
                  <a:cubicBezTo>
                    <a:pt x="7239" y="4871"/>
                    <a:pt x="7239" y="4971"/>
                    <a:pt x="7239" y="5071"/>
                  </a:cubicBezTo>
                  <a:cubicBezTo>
                    <a:pt x="7272" y="5271"/>
                    <a:pt x="7339" y="5505"/>
                    <a:pt x="7372" y="5705"/>
                  </a:cubicBezTo>
                  <a:cubicBezTo>
                    <a:pt x="7306" y="5538"/>
                    <a:pt x="7239" y="5371"/>
                    <a:pt x="7206" y="5205"/>
                  </a:cubicBezTo>
                  <a:cubicBezTo>
                    <a:pt x="7172" y="5071"/>
                    <a:pt x="7172" y="4904"/>
                    <a:pt x="7172" y="4771"/>
                  </a:cubicBezTo>
                  <a:cubicBezTo>
                    <a:pt x="6905" y="4938"/>
                    <a:pt x="6639" y="5105"/>
                    <a:pt x="6372" y="5271"/>
                  </a:cubicBezTo>
                  <a:lnTo>
                    <a:pt x="6172" y="5371"/>
                  </a:lnTo>
                  <a:cubicBezTo>
                    <a:pt x="5738" y="5605"/>
                    <a:pt x="5338" y="5872"/>
                    <a:pt x="4904" y="6139"/>
                  </a:cubicBezTo>
                  <a:cubicBezTo>
                    <a:pt x="4771" y="6205"/>
                    <a:pt x="4637" y="6305"/>
                    <a:pt x="4470" y="6405"/>
                  </a:cubicBezTo>
                  <a:lnTo>
                    <a:pt x="4170" y="6572"/>
                  </a:lnTo>
                  <a:cubicBezTo>
                    <a:pt x="3703" y="6872"/>
                    <a:pt x="3236" y="7173"/>
                    <a:pt x="2769" y="7440"/>
                  </a:cubicBezTo>
                  <a:cubicBezTo>
                    <a:pt x="2736" y="7440"/>
                    <a:pt x="2702" y="7473"/>
                    <a:pt x="2669" y="7506"/>
                  </a:cubicBezTo>
                  <a:cubicBezTo>
                    <a:pt x="2736" y="7573"/>
                    <a:pt x="2803" y="7673"/>
                    <a:pt x="2869" y="7773"/>
                  </a:cubicBezTo>
                  <a:cubicBezTo>
                    <a:pt x="3069" y="8040"/>
                    <a:pt x="3270" y="8307"/>
                    <a:pt x="3470" y="8574"/>
                  </a:cubicBezTo>
                  <a:cubicBezTo>
                    <a:pt x="3236" y="8340"/>
                    <a:pt x="3003" y="8073"/>
                    <a:pt x="2769" y="7806"/>
                  </a:cubicBezTo>
                  <a:cubicBezTo>
                    <a:pt x="2702" y="7740"/>
                    <a:pt x="2636" y="7640"/>
                    <a:pt x="2569" y="7540"/>
                  </a:cubicBezTo>
                  <a:cubicBezTo>
                    <a:pt x="2469" y="7606"/>
                    <a:pt x="2369" y="7640"/>
                    <a:pt x="2269" y="7706"/>
                  </a:cubicBezTo>
                  <a:cubicBezTo>
                    <a:pt x="1935" y="7873"/>
                    <a:pt x="1602" y="8073"/>
                    <a:pt x="1268" y="8273"/>
                  </a:cubicBezTo>
                  <a:cubicBezTo>
                    <a:pt x="1468" y="8540"/>
                    <a:pt x="1668" y="8807"/>
                    <a:pt x="1835" y="9074"/>
                  </a:cubicBezTo>
                  <a:cubicBezTo>
                    <a:pt x="2069" y="9474"/>
                    <a:pt x="2302" y="9908"/>
                    <a:pt x="2536" y="10342"/>
                  </a:cubicBezTo>
                  <a:cubicBezTo>
                    <a:pt x="2235" y="9975"/>
                    <a:pt x="1935" y="9574"/>
                    <a:pt x="1668" y="9174"/>
                  </a:cubicBezTo>
                  <a:cubicBezTo>
                    <a:pt x="1502" y="8907"/>
                    <a:pt x="1335" y="8607"/>
                    <a:pt x="1168" y="8307"/>
                  </a:cubicBezTo>
                  <a:cubicBezTo>
                    <a:pt x="1101" y="8374"/>
                    <a:pt x="1035" y="8407"/>
                    <a:pt x="968" y="8474"/>
                  </a:cubicBezTo>
                  <a:cubicBezTo>
                    <a:pt x="634" y="8674"/>
                    <a:pt x="301" y="8874"/>
                    <a:pt x="1" y="9074"/>
                  </a:cubicBezTo>
                  <a:cubicBezTo>
                    <a:pt x="234" y="9274"/>
                    <a:pt x="434" y="9474"/>
                    <a:pt x="568" y="9741"/>
                  </a:cubicBezTo>
                  <a:cubicBezTo>
                    <a:pt x="734" y="10008"/>
                    <a:pt x="868" y="10308"/>
                    <a:pt x="968" y="10608"/>
                  </a:cubicBezTo>
                  <a:cubicBezTo>
                    <a:pt x="1035" y="10975"/>
                    <a:pt x="1068" y="11342"/>
                    <a:pt x="1101" y="11743"/>
                  </a:cubicBezTo>
                  <a:cubicBezTo>
                    <a:pt x="1101" y="11976"/>
                    <a:pt x="1135" y="12210"/>
                    <a:pt x="1135" y="12443"/>
                  </a:cubicBezTo>
                  <a:cubicBezTo>
                    <a:pt x="1168" y="12810"/>
                    <a:pt x="1235" y="13144"/>
                    <a:pt x="1335" y="13477"/>
                  </a:cubicBezTo>
                  <a:cubicBezTo>
                    <a:pt x="1635" y="13644"/>
                    <a:pt x="1902" y="13844"/>
                    <a:pt x="2235" y="14044"/>
                  </a:cubicBezTo>
                  <a:cubicBezTo>
                    <a:pt x="2736" y="14378"/>
                    <a:pt x="3236" y="14711"/>
                    <a:pt x="3737" y="15078"/>
                  </a:cubicBezTo>
                  <a:lnTo>
                    <a:pt x="4003" y="15245"/>
                  </a:lnTo>
                  <a:cubicBezTo>
                    <a:pt x="4266" y="15410"/>
                    <a:pt x="4530" y="15606"/>
                    <a:pt x="4856" y="15772"/>
                  </a:cubicBezTo>
                  <a:lnTo>
                    <a:pt x="4856" y="15772"/>
                  </a:lnTo>
                  <a:cubicBezTo>
                    <a:pt x="4844" y="15752"/>
                    <a:pt x="4824" y="15732"/>
                    <a:pt x="4804" y="15712"/>
                  </a:cubicBezTo>
                  <a:cubicBezTo>
                    <a:pt x="4771" y="15645"/>
                    <a:pt x="4704" y="15579"/>
                    <a:pt x="4637" y="15512"/>
                  </a:cubicBezTo>
                  <a:lnTo>
                    <a:pt x="4470" y="15245"/>
                  </a:lnTo>
                  <a:cubicBezTo>
                    <a:pt x="4437" y="15178"/>
                    <a:pt x="4370" y="15112"/>
                    <a:pt x="4337" y="15045"/>
                  </a:cubicBezTo>
                  <a:cubicBezTo>
                    <a:pt x="4304" y="14945"/>
                    <a:pt x="4270" y="14878"/>
                    <a:pt x="4237" y="14811"/>
                  </a:cubicBezTo>
                  <a:cubicBezTo>
                    <a:pt x="4170" y="14745"/>
                    <a:pt x="4170" y="14678"/>
                    <a:pt x="4137" y="14578"/>
                  </a:cubicBezTo>
                  <a:cubicBezTo>
                    <a:pt x="4037" y="14411"/>
                    <a:pt x="3970" y="14244"/>
                    <a:pt x="3903" y="14078"/>
                  </a:cubicBezTo>
                  <a:lnTo>
                    <a:pt x="3903" y="14078"/>
                  </a:lnTo>
                  <a:cubicBezTo>
                    <a:pt x="4037" y="14311"/>
                    <a:pt x="4170" y="14545"/>
                    <a:pt x="4304" y="14778"/>
                  </a:cubicBezTo>
                  <a:cubicBezTo>
                    <a:pt x="4337" y="14845"/>
                    <a:pt x="4404" y="14912"/>
                    <a:pt x="4437" y="14978"/>
                  </a:cubicBezTo>
                  <a:cubicBezTo>
                    <a:pt x="4470" y="15045"/>
                    <a:pt x="4504" y="15078"/>
                    <a:pt x="4537" y="15145"/>
                  </a:cubicBezTo>
                  <a:cubicBezTo>
                    <a:pt x="4604" y="15245"/>
                    <a:pt x="4671" y="15345"/>
                    <a:pt x="4737" y="15445"/>
                  </a:cubicBezTo>
                  <a:cubicBezTo>
                    <a:pt x="4804" y="15512"/>
                    <a:pt x="4871" y="15612"/>
                    <a:pt x="4937" y="15679"/>
                  </a:cubicBezTo>
                  <a:cubicBezTo>
                    <a:pt x="5004" y="15779"/>
                    <a:pt x="5037" y="15879"/>
                    <a:pt x="5138" y="15946"/>
                  </a:cubicBezTo>
                  <a:cubicBezTo>
                    <a:pt x="5404" y="16079"/>
                    <a:pt x="5671" y="16212"/>
                    <a:pt x="5905" y="16279"/>
                  </a:cubicBezTo>
                  <a:cubicBezTo>
                    <a:pt x="6238" y="16413"/>
                    <a:pt x="6572" y="16479"/>
                    <a:pt x="6905" y="16546"/>
                  </a:cubicBezTo>
                  <a:lnTo>
                    <a:pt x="6939" y="16546"/>
                  </a:lnTo>
                  <a:cubicBezTo>
                    <a:pt x="7372" y="16646"/>
                    <a:pt x="7873" y="16746"/>
                    <a:pt x="8373" y="16746"/>
                  </a:cubicBezTo>
                  <a:cubicBezTo>
                    <a:pt x="8440" y="16757"/>
                    <a:pt x="8503" y="16761"/>
                    <a:pt x="8565" y="16761"/>
                  </a:cubicBezTo>
                  <a:cubicBezTo>
                    <a:pt x="8688" y="16761"/>
                    <a:pt x="8807" y="16746"/>
                    <a:pt x="8940" y="16746"/>
                  </a:cubicBezTo>
                  <a:cubicBezTo>
                    <a:pt x="8840" y="16713"/>
                    <a:pt x="8740" y="16679"/>
                    <a:pt x="8640" y="16646"/>
                  </a:cubicBezTo>
                  <a:cubicBezTo>
                    <a:pt x="8306" y="16513"/>
                    <a:pt x="8006" y="16346"/>
                    <a:pt x="7706" y="16079"/>
                  </a:cubicBezTo>
                  <a:cubicBezTo>
                    <a:pt x="7573" y="15946"/>
                    <a:pt x="7406" y="15812"/>
                    <a:pt x="7306" y="15645"/>
                  </a:cubicBezTo>
                  <a:cubicBezTo>
                    <a:pt x="7206" y="15512"/>
                    <a:pt x="7072" y="15379"/>
                    <a:pt x="7006" y="15212"/>
                  </a:cubicBezTo>
                  <a:cubicBezTo>
                    <a:pt x="6905" y="14945"/>
                    <a:pt x="6839" y="14611"/>
                    <a:pt x="6839" y="14311"/>
                  </a:cubicBezTo>
                  <a:cubicBezTo>
                    <a:pt x="6805" y="14178"/>
                    <a:pt x="6805" y="14044"/>
                    <a:pt x="6805" y="13911"/>
                  </a:cubicBezTo>
                  <a:cubicBezTo>
                    <a:pt x="6805" y="13777"/>
                    <a:pt x="6805" y="13644"/>
                    <a:pt x="6839" y="13511"/>
                  </a:cubicBezTo>
                  <a:cubicBezTo>
                    <a:pt x="6839" y="13344"/>
                    <a:pt x="6839" y="13210"/>
                    <a:pt x="6872" y="13077"/>
                  </a:cubicBezTo>
                  <a:cubicBezTo>
                    <a:pt x="6872" y="13144"/>
                    <a:pt x="6905" y="13244"/>
                    <a:pt x="6905" y="13310"/>
                  </a:cubicBezTo>
                  <a:cubicBezTo>
                    <a:pt x="6905" y="13377"/>
                    <a:pt x="6905" y="13444"/>
                    <a:pt x="6905" y="13511"/>
                  </a:cubicBezTo>
                  <a:cubicBezTo>
                    <a:pt x="6972" y="13978"/>
                    <a:pt x="7072" y="14478"/>
                    <a:pt x="7239" y="14912"/>
                  </a:cubicBezTo>
                  <a:cubicBezTo>
                    <a:pt x="7272" y="15045"/>
                    <a:pt x="7339" y="15178"/>
                    <a:pt x="7439" y="15278"/>
                  </a:cubicBezTo>
                  <a:cubicBezTo>
                    <a:pt x="7539" y="15445"/>
                    <a:pt x="7639" y="15579"/>
                    <a:pt x="7773" y="15712"/>
                  </a:cubicBezTo>
                  <a:cubicBezTo>
                    <a:pt x="7906" y="15812"/>
                    <a:pt x="8006" y="15946"/>
                    <a:pt x="8140" y="16079"/>
                  </a:cubicBezTo>
                  <a:cubicBezTo>
                    <a:pt x="8440" y="16279"/>
                    <a:pt x="8740" y="16479"/>
                    <a:pt x="9040" y="16613"/>
                  </a:cubicBezTo>
                  <a:cubicBezTo>
                    <a:pt x="9140" y="16646"/>
                    <a:pt x="9207" y="16679"/>
                    <a:pt x="9274" y="16713"/>
                  </a:cubicBezTo>
                  <a:cubicBezTo>
                    <a:pt x="9441" y="16679"/>
                    <a:pt x="9607" y="16679"/>
                    <a:pt x="9808" y="16646"/>
                  </a:cubicBezTo>
                  <a:lnTo>
                    <a:pt x="9908" y="16613"/>
                  </a:lnTo>
                  <a:cubicBezTo>
                    <a:pt x="10208" y="16579"/>
                    <a:pt x="10508" y="16546"/>
                    <a:pt x="10808" y="16446"/>
                  </a:cubicBezTo>
                  <a:cubicBezTo>
                    <a:pt x="11442" y="16279"/>
                    <a:pt x="12076" y="16012"/>
                    <a:pt x="12876" y="15579"/>
                  </a:cubicBezTo>
                  <a:lnTo>
                    <a:pt x="12910" y="15579"/>
                  </a:lnTo>
                  <a:cubicBezTo>
                    <a:pt x="12843" y="15412"/>
                    <a:pt x="12743" y="15212"/>
                    <a:pt x="12610" y="15078"/>
                  </a:cubicBezTo>
                  <a:cubicBezTo>
                    <a:pt x="12476" y="14878"/>
                    <a:pt x="12309" y="14711"/>
                    <a:pt x="12143" y="14545"/>
                  </a:cubicBezTo>
                  <a:cubicBezTo>
                    <a:pt x="12076" y="14478"/>
                    <a:pt x="11976" y="14411"/>
                    <a:pt x="11909" y="14344"/>
                  </a:cubicBezTo>
                  <a:cubicBezTo>
                    <a:pt x="11742" y="14211"/>
                    <a:pt x="11575" y="14111"/>
                    <a:pt x="11409" y="13978"/>
                  </a:cubicBezTo>
                  <a:cubicBezTo>
                    <a:pt x="11242" y="13877"/>
                    <a:pt x="11075" y="13744"/>
                    <a:pt x="10908" y="13611"/>
                  </a:cubicBezTo>
                  <a:cubicBezTo>
                    <a:pt x="10808" y="13511"/>
                    <a:pt x="10675" y="13444"/>
                    <a:pt x="10575" y="13310"/>
                  </a:cubicBezTo>
                  <a:cubicBezTo>
                    <a:pt x="10408" y="13177"/>
                    <a:pt x="10275" y="13010"/>
                    <a:pt x="10174" y="12843"/>
                  </a:cubicBezTo>
                  <a:cubicBezTo>
                    <a:pt x="9941" y="12476"/>
                    <a:pt x="9774" y="12076"/>
                    <a:pt x="9674" y="11643"/>
                  </a:cubicBezTo>
                  <a:cubicBezTo>
                    <a:pt x="9541" y="11209"/>
                    <a:pt x="9507" y="10775"/>
                    <a:pt x="9507" y="10308"/>
                  </a:cubicBezTo>
                  <a:cubicBezTo>
                    <a:pt x="9507" y="10008"/>
                    <a:pt x="9507" y="9708"/>
                    <a:pt x="9507" y="9408"/>
                  </a:cubicBezTo>
                  <a:lnTo>
                    <a:pt x="9507" y="9207"/>
                  </a:lnTo>
                  <a:cubicBezTo>
                    <a:pt x="9507" y="9107"/>
                    <a:pt x="9507" y="9041"/>
                    <a:pt x="9507" y="8974"/>
                  </a:cubicBezTo>
                  <a:cubicBezTo>
                    <a:pt x="9507" y="8807"/>
                    <a:pt x="9541" y="8640"/>
                    <a:pt x="9574" y="8507"/>
                  </a:cubicBezTo>
                  <a:cubicBezTo>
                    <a:pt x="9574" y="8640"/>
                    <a:pt x="9574" y="8807"/>
                    <a:pt x="9607" y="8974"/>
                  </a:cubicBezTo>
                  <a:cubicBezTo>
                    <a:pt x="9641" y="9341"/>
                    <a:pt x="9707" y="9674"/>
                    <a:pt x="9774" y="10041"/>
                  </a:cubicBezTo>
                  <a:cubicBezTo>
                    <a:pt x="9808" y="10242"/>
                    <a:pt x="9874" y="10442"/>
                    <a:pt x="9908" y="10642"/>
                  </a:cubicBezTo>
                  <a:cubicBezTo>
                    <a:pt x="9974" y="11009"/>
                    <a:pt x="10041" y="11376"/>
                    <a:pt x="10174" y="11743"/>
                  </a:cubicBezTo>
                  <a:cubicBezTo>
                    <a:pt x="10308" y="12076"/>
                    <a:pt x="10475" y="12410"/>
                    <a:pt x="10708" y="12710"/>
                  </a:cubicBezTo>
                  <a:cubicBezTo>
                    <a:pt x="10875" y="12943"/>
                    <a:pt x="11042" y="13110"/>
                    <a:pt x="11242" y="13310"/>
                  </a:cubicBezTo>
                  <a:cubicBezTo>
                    <a:pt x="11342" y="13410"/>
                    <a:pt x="11442" y="13477"/>
                    <a:pt x="11542" y="13577"/>
                  </a:cubicBezTo>
                  <a:cubicBezTo>
                    <a:pt x="11642" y="13677"/>
                    <a:pt x="11742" y="13744"/>
                    <a:pt x="11842" y="13844"/>
                  </a:cubicBezTo>
                  <a:cubicBezTo>
                    <a:pt x="11909" y="13911"/>
                    <a:pt x="12009" y="13978"/>
                    <a:pt x="12076" y="14078"/>
                  </a:cubicBezTo>
                  <a:cubicBezTo>
                    <a:pt x="12376" y="14378"/>
                    <a:pt x="12643" y="14678"/>
                    <a:pt x="12810" y="15078"/>
                  </a:cubicBezTo>
                  <a:cubicBezTo>
                    <a:pt x="12910" y="15212"/>
                    <a:pt x="12943" y="15379"/>
                    <a:pt x="13010" y="15545"/>
                  </a:cubicBezTo>
                  <a:cubicBezTo>
                    <a:pt x="13377" y="15345"/>
                    <a:pt x="13744" y="15112"/>
                    <a:pt x="14077" y="14878"/>
                  </a:cubicBezTo>
                  <a:cubicBezTo>
                    <a:pt x="14244" y="14778"/>
                    <a:pt x="14444" y="14645"/>
                    <a:pt x="14644" y="14545"/>
                  </a:cubicBezTo>
                  <a:cubicBezTo>
                    <a:pt x="14844" y="14411"/>
                    <a:pt x="15078" y="14278"/>
                    <a:pt x="15311" y="14111"/>
                  </a:cubicBezTo>
                  <a:lnTo>
                    <a:pt x="15278" y="14111"/>
                  </a:lnTo>
                  <a:cubicBezTo>
                    <a:pt x="15145" y="14044"/>
                    <a:pt x="15011" y="13978"/>
                    <a:pt x="14878" y="13911"/>
                  </a:cubicBezTo>
                  <a:cubicBezTo>
                    <a:pt x="14811" y="13844"/>
                    <a:pt x="14711" y="13811"/>
                    <a:pt x="14644" y="13744"/>
                  </a:cubicBezTo>
                  <a:cubicBezTo>
                    <a:pt x="14544" y="13677"/>
                    <a:pt x="14444" y="13611"/>
                    <a:pt x="14311" y="13511"/>
                  </a:cubicBezTo>
                  <a:cubicBezTo>
                    <a:pt x="14144" y="13410"/>
                    <a:pt x="14011" y="13277"/>
                    <a:pt x="13844" y="13110"/>
                  </a:cubicBezTo>
                  <a:cubicBezTo>
                    <a:pt x="13710" y="12977"/>
                    <a:pt x="13544" y="12810"/>
                    <a:pt x="13443" y="12643"/>
                  </a:cubicBezTo>
                  <a:cubicBezTo>
                    <a:pt x="13310" y="12476"/>
                    <a:pt x="13210" y="12310"/>
                    <a:pt x="13077" y="12110"/>
                  </a:cubicBezTo>
                  <a:cubicBezTo>
                    <a:pt x="12976" y="11943"/>
                    <a:pt x="12910" y="11743"/>
                    <a:pt x="12810" y="11542"/>
                  </a:cubicBezTo>
                  <a:cubicBezTo>
                    <a:pt x="12676" y="11242"/>
                    <a:pt x="12576" y="10909"/>
                    <a:pt x="12476" y="10608"/>
                  </a:cubicBezTo>
                  <a:cubicBezTo>
                    <a:pt x="12376" y="10308"/>
                    <a:pt x="12243" y="10008"/>
                    <a:pt x="12176" y="9708"/>
                  </a:cubicBezTo>
                  <a:lnTo>
                    <a:pt x="12176" y="9708"/>
                  </a:lnTo>
                  <a:cubicBezTo>
                    <a:pt x="12243" y="9875"/>
                    <a:pt x="12343" y="10041"/>
                    <a:pt x="12409" y="10208"/>
                  </a:cubicBezTo>
                  <a:cubicBezTo>
                    <a:pt x="12543" y="10442"/>
                    <a:pt x="12676" y="10709"/>
                    <a:pt x="12776" y="10975"/>
                  </a:cubicBezTo>
                  <a:cubicBezTo>
                    <a:pt x="12876" y="11176"/>
                    <a:pt x="12976" y="11376"/>
                    <a:pt x="13077" y="11576"/>
                  </a:cubicBezTo>
                  <a:cubicBezTo>
                    <a:pt x="13243" y="11976"/>
                    <a:pt x="13477" y="12310"/>
                    <a:pt x="13710" y="12677"/>
                  </a:cubicBezTo>
                  <a:cubicBezTo>
                    <a:pt x="13844" y="12843"/>
                    <a:pt x="14011" y="13010"/>
                    <a:pt x="14144" y="13177"/>
                  </a:cubicBezTo>
                  <a:cubicBezTo>
                    <a:pt x="14311" y="13344"/>
                    <a:pt x="14478" y="13477"/>
                    <a:pt x="14644" y="13611"/>
                  </a:cubicBezTo>
                  <a:cubicBezTo>
                    <a:pt x="14878" y="13811"/>
                    <a:pt x="15111" y="13978"/>
                    <a:pt x="15345" y="14111"/>
                  </a:cubicBezTo>
                  <a:cubicBezTo>
                    <a:pt x="15678" y="13911"/>
                    <a:pt x="15979" y="13711"/>
                    <a:pt x="16279" y="13511"/>
                  </a:cubicBezTo>
                  <a:lnTo>
                    <a:pt x="16446" y="13410"/>
                  </a:lnTo>
                  <a:cubicBezTo>
                    <a:pt x="16312" y="13310"/>
                    <a:pt x="16179" y="13210"/>
                    <a:pt x="16045" y="13110"/>
                  </a:cubicBezTo>
                  <a:cubicBezTo>
                    <a:pt x="15879" y="12977"/>
                    <a:pt x="15678" y="12877"/>
                    <a:pt x="15512" y="12743"/>
                  </a:cubicBezTo>
                  <a:cubicBezTo>
                    <a:pt x="15211" y="12543"/>
                    <a:pt x="14945" y="12310"/>
                    <a:pt x="14711" y="12076"/>
                  </a:cubicBezTo>
                  <a:cubicBezTo>
                    <a:pt x="14578" y="11943"/>
                    <a:pt x="14478" y="11809"/>
                    <a:pt x="14411" y="11676"/>
                  </a:cubicBezTo>
                  <a:cubicBezTo>
                    <a:pt x="14311" y="11542"/>
                    <a:pt x="14211" y="11409"/>
                    <a:pt x="14111" y="11242"/>
                  </a:cubicBezTo>
                  <a:cubicBezTo>
                    <a:pt x="14044" y="11142"/>
                    <a:pt x="13977" y="11042"/>
                    <a:pt x="13910" y="10942"/>
                  </a:cubicBezTo>
                  <a:cubicBezTo>
                    <a:pt x="13910" y="10875"/>
                    <a:pt x="13877" y="10842"/>
                    <a:pt x="13844" y="10775"/>
                  </a:cubicBezTo>
                  <a:cubicBezTo>
                    <a:pt x="13810" y="10709"/>
                    <a:pt x="13777" y="10642"/>
                    <a:pt x="13744" y="10575"/>
                  </a:cubicBezTo>
                  <a:cubicBezTo>
                    <a:pt x="13677" y="10442"/>
                    <a:pt x="13610" y="10308"/>
                    <a:pt x="13577" y="10175"/>
                  </a:cubicBezTo>
                  <a:cubicBezTo>
                    <a:pt x="13477" y="9941"/>
                    <a:pt x="13377" y="9708"/>
                    <a:pt x="13310" y="9474"/>
                  </a:cubicBezTo>
                  <a:cubicBezTo>
                    <a:pt x="13210" y="9041"/>
                    <a:pt x="13143" y="8607"/>
                    <a:pt x="13110" y="8173"/>
                  </a:cubicBezTo>
                  <a:cubicBezTo>
                    <a:pt x="13110" y="7973"/>
                    <a:pt x="13110" y="7806"/>
                    <a:pt x="13110" y="7640"/>
                  </a:cubicBezTo>
                  <a:cubicBezTo>
                    <a:pt x="13110" y="7506"/>
                    <a:pt x="13143" y="7339"/>
                    <a:pt x="13143" y="7206"/>
                  </a:cubicBezTo>
                  <a:cubicBezTo>
                    <a:pt x="13143" y="6872"/>
                    <a:pt x="13210" y="6572"/>
                    <a:pt x="13277" y="6239"/>
                  </a:cubicBezTo>
                  <a:cubicBezTo>
                    <a:pt x="13277" y="6506"/>
                    <a:pt x="13277" y="6772"/>
                    <a:pt x="13310" y="7073"/>
                  </a:cubicBezTo>
                  <a:cubicBezTo>
                    <a:pt x="13310" y="7306"/>
                    <a:pt x="13343" y="7540"/>
                    <a:pt x="13410" y="7740"/>
                  </a:cubicBezTo>
                  <a:cubicBezTo>
                    <a:pt x="13410" y="7940"/>
                    <a:pt x="13443" y="8107"/>
                    <a:pt x="13477" y="8273"/>
                  </a:cubicBezTo>
                  <a:cubicBezTo>
                    <a:pt x="13544" y="8640"/>
                    <a:pt x="13644" y="8974"/>
                    <a:pt x="13777" y="9308"/>
                  </a:cubicBezTo>
                  <a:cubicBezTo>
                    <a:pt x="13844" y="9508"/>
                    <a:pt x="13944" y="9741"/>
                    <a:pt x="14044" y="9975"/>
                  </a:cubicBezTo>
                  <a:cubicBezTo>
                    <a:pt x="14111" y="10108"/>
                    <a:pt x="14177" y="10242"/>
                    <a:pt x="14244" y="10408"/>
                  </a:cubicBezTo>
                  <a:cubicBezTo>
                    <a:pt x="14311" y="10542"/>
                    <a:pt x="14411" y="10709"/>
                    <a:pt x="14478" y="10842"/>
                  </a:cubicBezTo>
                  <a:cubicBezTo>
                    <a:pt x="14611" y="11142"/>
                    <a:pt x="14778" y="11409"/>
                    <a:pt x="14978" y="11676"/>
                  </a:cubicBezTo>
                  <a:cubicBezTo>
                    <a:pt x="15311" y="12143"/>
                    <a:pt x="15745" y="12510"/>
                    <a:pt x="16179" y="12877"/>
                  </a:cubicBezTo>
                  <a:cubicBezTo>
                    <a:pt x="16245" y="12977"/>
                    <a:pt x="16346" y="13044"/>
                    <a:pt x="16412" y="13110"/>
                  </a:cubicBezTo>
                  <a:lnTo>
                    <a:pt x="16612" y="13310"/>
                  </a:lnTo>
                  <a:lnTo>
                    <a:pt x="16746" y="13210"/>
                  </a:lnTo>
                  <a:cubicBezTo>
                    <a:pt x="17380" y="12810"/>
                    <a:pt x="18013" y="12476"/>
                    <a:pt x="18614" y="12243"/>
                  </a:cubicBezTo>
                  <a:cubicBezTo>
                    <a:pt x="18881" y="12143"/>
                    <a:pt x="19148" y="12076"/>
                    <a:pt x="19448" y="12009"/>
                  </a:cubicBezTo>
                  <a:lnTo>
                    <a:pt x="19514" y="12009"/>
                  </a:lnTo>
                  <a:cubicBezTo>
                    <a:pt x="19314" y="11909"/>
                    <a:pt x="19114" y="11843"/>
                    <a:pt x="18914" y="11743"/>
                  </a:cubicBezTo>
                  <a:cubicBezTo>
                    <a:pt x="18747" y="11643"/>
                    <a:pt x="18580" y="11542"/>
                    <a:pt x="18414" y="11409"/>
                  </a:cubicBezTo>
                  <a:cubicBezTo>
                    <a:pt x="18280" y="11309"/>
                    <a:pt x="18113" y="11209"/>
                    <a:pt x="17980" y="11075"/>
                  </a:cubicBezTo>
                  <a:cubicBezTo>
                    <a:pt x="17780" y="10909"/>
                    <a:pt x="17580" y="10709"/>
                    <a:pt x="17380" y="10508"/>
                  </a:cubicBezTo>
                  <a:cubicBezTo>
                    <a:pt x="17280" y="10408"/>
                    <a:pt x="17179" y="10308"/>
                    <a:pt x="17113" y="10208"/>
                  </a:cubicBezTo>
                  <a:cubicBezTo>
                    <a:pt x="16913" y="9975"/>
                    <a:pt x="16746" y="9775"/>
                    <a:pt x="16546" y="9541"/>
                  </a:cubicBezTo>
                  <a:cubicBezTo>
                    <a:pt x="16179" y="9074"/>
                    <a:pt x="15812" y="8607"/>
                    <a:pt x="15445" y="8140"/>
                  </a:cubicBezTo>
                  <a:lnTo>
                    <a:pt x="15478" y="8140"/>
                  </a:lnTo>
                  <a:cubicBezTo>
                    <a:pt x="15712" y="8407"/>
                    <a:pt x="15945" y="8640"/>
                    <a:pt x="16179" y="8907"/>
                  </a:cubicBezTo>
                  <a:cubicBezTo>
                    <a:pt x="16312" y="9074"/>
                    <a:pt x="16479" y="9241"/>
                    <a:pt x="16646" y="9408"/>
                  </a:cubicBezTo>
                  <a:cubicBezTo>
                    <a:pt x="16813" y="9574"/>
                    <a:pt x="17013" y="9775"/>
                    <a:pt x="17213" y="9975"/>
                  </a:cubicBezTo>
                  <a:cubicBezTo>
                    <a:pt x="17413" y="10175"/>
                    <a:pt x="17613" y="10375"/>
                    <a:pt x="17847" y="10542"/>
                  </a:cubicBezTo>
                  <a:cubicBezTo>
                    <a:pt x="18047" y="10709"/>
                    <a:pt x="18214" y="10842"/>
                    <a:pt x="18447" y="10975"/>
                  </a:cubicBezTo>
                  <a:cubicBezTo>
                    <a:pt x="18614" y="11075"/>
                    <a:pt x="18814" y="11209"/>
                    <a:pt x="19047" y="11309"/>
                  </a:cubicBezTo>
                  <a:cubicBezTo>
                    <a:pt x="19414" y="11442"/>
                    <a:pt x="19781" y="11576"/>
                    <a:pt x="20182" y="11643"/>
                  </a:cubicBezTo>
                  <a:cubicBezTo>
                    <a:pt x="20382" y="11676"/>
                    <a:pt x="20582" y="11743"/>
                    <a:pt x="20749" y="11776"/>
                  </a:cubicBezTo>
                  <a:cubicBezTo>
                    <a:pt x="20849" y="11776"/>
                    <a:pt x="20915" y="11809"/>
                    <a:pt x="20982" y="11809"/>
                  </a:cubicBezTo>
                  <a:lnTo>
                    <a:pt x="22316" y="11809"/>
                  </a:lnTo>
                  <a:cubicBezTo>
                    <a:pt x="22450" y="11843"/>
                    <a:pt x="22617" y="11843"/>
                    <a:pt x="22783" y="11843"/>
                  </a:cubicBezTo>
                  <a:cubicBezTo>
                    <a:pt x="22850" y="11809"/>
                    <a:pt x="22884" y="11743"/>
                    <a:pt x="22950" y="11676"/>
                  </a:cubicBezTo>
                  <a:cubicBezTo>
                    <a:pt x="23084" y="11509"/>
                    <a:pt x="23184" y="11309"/>
                    <a:pt x="23284" y="11109"/>
                  </a:cubicBezTo>
                  <a:cubicBezTo>
                    <a:pt x="23351" y="11009"/>
                    <a:pt x="23384" y="10942"/>
                    <a:pt x="23417" y="10842"/>
                  </a:cubicBezTo>
                  <a:cubicBezTo>
                    <a:pt x="23451" y="10775"/>
                    <a:pt x="23484" y="10709"/>
                    <a:pt x="23517" y="10608"/>
                  </a:cubicBezTo>
                  <a:cubicBezTo>
                    <a:pt x="23551" y="10508"/>
                    <a:pt x="23584" y="10442"/>
                    <a:pt x="23617" y="10342"/>
                  </a:cubicBezTo>
                  <a:cubicBezTo>
                    <a:pt x="23651" y="10275"/>
                    <a:pt x="23651" y="10208"/>
                    <a:pt x="23684" y="10141"/>
                  </a:cubicBezTo>
                  <a:cubicBezTo>
                    <a:pt x="23684" y="10108"/>
                    <a:pt x="23717" y="10075"/>
                    <a:pt x="23717" y="10041"/>
                  </a:cubicBezTo>
                  <a:cubicBezTo>
                    <a:pt x="23751" y="9908"/>
                    <a:pt x="23751" y="9808"/>
                    <a:pt x="23784" y="9674"/>
                  </a:cubicBezTo>
                  <a:cubicBezTo>
                    <a:pt x="23818" y="9574"/>
                    <a:pt x="23818" y="9474"/>
                    <a:pt x="23851" y="9374"/>
                  </a:cubicBezTo>
                  <a:cubicBezTo>
                    <a:pt x="23884" y="9274"/>
                    <a:pt x="23884" y="9174"/>
                    <a:pt x="23918" y="9107"/>
                  </a:cubicBezTo>
                  <a:cubicBezTo>
                    <a:pt x="23951" y="8907"/>
                    <a:pt x="23984" y="8707"/>
                    <a:pt x="24018" y="8540"/>
                  </a:cubicBezTo>
                  <a:cubicBezTo>
                    <a:pt x="24018" y="8440"/>
                    <a:pt x="24051" y="8340"/>
                    <a:pt x="24051" y="8240"/>
                  </a:cubicBezTo>
                  <a:cubicBezTo>
                    <a:pt x="24084" y="8007"/>
                    <a:pt x="24084" y="7773"/>
                    <a:pt x="24084" y="7540"/>
                  </a:cubicBezTo>
                  <a:cubicBezTo>
                    <a:pt x="24084" y="7406"/>
                    <a:pt x="24084" y="7306"/>
                    <a:pt x="24084" y="7206"/>
                  </a:cubicBezTo>
                  <a:cubicBezTo>
                    <a:pt x="24051" y="7106"/>
                    <a:pt x="24051" y="6973"/>
                    <a:pt x="24051" y="6872"/>
                  </a:cubicBezTo>
                  <a:cubicBezTo>
                    <a:pt x="24051" y="6606"/>
                    <a:pt x="24051" y="6339"/>
                    <a:pt x="24051" y="6105"/>
                  </a:cubicBezTo>
                  <a:cubicBezTo>
                    <a:pt x="24084" y="5938"/>
                    <a:pt x="24084" y="5805"/>
                    <a:pt x="24118" y="5672"/>
                  </a:cubicBezTo>
                  <a:cubicBezTo>
                    <a:pt x="24118" y="5605"/>
                    <a:pt x="24151" y="5505"/>
                    <a:pt x="24151" y="5405"/>
                  </a:cubicBezTo>
                  <a:cubicBezTo>
                    <a:pt x="24151" y="5371"/>
                    <a:pt x="24184" y="5305"/>
                    <a:pt x="24184" y="5271"/>
                  </a:cubicBezTo>
                  <a:cubicBezTo>
                    <a:pt x="24251" y="5004"/>
                    <a:pt x="24318" y="4738"/>
                    <a:pt x="24351" y="4471"/>
                  </a:cubicBezTo>
                  <a:cubicBezTo>
                    <a:pt x="24418" y="4204"/>
                    <a:pt x="24518" y="3937"/>
                    <a:pt x="24585" y="3670"/>
                  </a:cubicBezTo>
                  <a:lnTo>
                    <a:pt x="24585" y="3670"/>
                  </a:lnTo>
                  <a:cubicBezTo>
                    <a:pt x="24518" y="4171"/>
                    <a:pt x="24451" y="4671"/>
                    <a:pt x="24418" y="5171"/>
                  </a:cubicBezTo>
                  <a:cubicBezTo>
                    <a:pt x="24418" y="5271"/>
                    <a:pt x="24418" y="5405"/>
                    <a:pt x="24418" y="5505"/>
                  </a:cubicBezTo>
                  <a:cubicBezTo>
                    <a:pt x="24418" y="5605"/>
                    <a:pt x="24418" y="5705"/>
                    <a:pt x="24418" y="5805"/>
                  </a:cubicBezTo>
                  <a:cubicBezTo>
                    <a:pt x="24418" y="5905"/>
                    <a:pt x="24418" y="6005"/>
                    <a:pt x="24418" y="6072"/>
                  </a:cubicBezTo>
                  <a:cubicBezTo>
                    <a:pt x="24418" y="6139"/>
                    <a:pt x="24418" y="6172"/>
                    <a:pt x="24418" y="6205"/>
                  </a:cubicBezTo>
                  <a:lnTo>
                    <a:pt x="24451" y="6539"/>
                  </a:lnTo>
                  <a:cubicBezTo>
                    <a:pt x="24451" y="6772"/>
                    <a:pt x="24485" y="7006"/>
                    <a:pt x="24518" y="7239"/>
                  </a:cubicBezTo>
                  <a:cubicBezTo>
                    <a:pt x="24551" y="7473"/>
                    <a:pt x="24585" y="7706"/>
                    <a:pt x="24585" y="7907"/>
                  </a:cubicBezTo>
                  <a:cubicBezTo>
                    <a:pt x="24585" y="8040"/>
                    <a:pt x="24585" y="8173"/>
                    <a:pt x="24551" y="8307"/>
                  </a:cubicBezTo>
                  <a:cubicBezTo>
                    <a:pt x="24551" y="8407"/>
                    <a:pt x="24551" y="8474"/>
                    <a:pt x="24551" y="8540"/>
                  </a:cubicBezTo>
                  <a:cubicBezTo>
                    <a:pt x="24518" y="8807"/>
                    <a:pt x="24451" y="9074"/>
                    <a:pt x="24385" y="9341"/>
                  </a:cubicBezTo>
                  <a:cubicBezTo>
                    <a:pt x="24385" y="9474"/>
                    <a:pt x="24351" y="9608"/>
                    <a:pt x="24318" y="9741"/>
                  </a:cubicBezTo>
                  <a:cubicBezTo>
                    <a:pt x="24285" y="9875"/>
                    <a:pt x="24251" y="10008"/>
                    <a:pt x="24218" y="10141"/>
                  </a:cubicBezTo>
                  <a:cubicBezTo>
                    <a:pt x="24184" y="10275"/>
                    <a:pt x="24118" y="10375"/>
                    <a:pt x="24084" y="10508"/>
                  </a:cubicBezTo>
                  <a:cubicBezTo>
                    <a:pt x="24051" y="10575"/>
                    <a:pt x="24018" y="10642"/>
                    <a:pt x="23984" y="10742"/>
                  </a:cubicBezTo>
                  <a:cubicBezTo>
                    <a:pt x="23951" y="10775"/>
                    <a:pt x="23951" y="10809"/>
                    <a:pt x="23918" y="10875"/>
                  </a:cubicBezTo>
                  <a:cubicBezTo>
                    <a:pt x="23751" y="11209"/>
                    <a:pt x="23584" y="11576"/>
                    <a:pt x="23317" y="11876"/>
                  </a:cubicBezTo>
                  <a:cubicBezTo>
                    <a:pt x="23617" y="11909"/>
                    <a:pt x="23884" y="11943"/>
                    <a:pt x="24184" y="11976"/>
                  </a:cubicBezTo>
                  <a:cubicBezTo>
                    <a:pt x="24518" y="12043"/>
                    <a:pt x="24852" y="12110"/>
                    <a:pt x="25152" y="12176"/>
                  </a:cubicBezTo>
                  <a:cubicBezTo>
                    <a:pt x="25252" y="11976"/>
                    <a:pt x="25352" y="11743"/>
                    <a:pt x="25452" y="11542"/>
                  </a:cubicBezTo>
                  <a:cubicBezTo>
                    <a:pt x="25519" y="11409"/>
                    <a:pt x="25585" y="11276"/>
                    <a:pt x="25652" y="11142"/>
                  </a:cubicBezTo>
                  <a:cubicBezTo>
                    <a:pt x="25686" y="11009"/>
                    <a:pt x="25752" y="10875"/>
                    <a:pt x="25786" y="10742"/>
                  </a:cubicBezTo>
                  <a:cubicBezTo>
                    <a:pt x="25819" y="10642"/>
                    <a:pt x="25886" y="10542"/>
                    <a:pt x="25919" y="10475"/>
                  </a:cubicBezTo>
                  <a:cubicBezTo>
                    <a:pt x="25952" y="10342"/>
                    <a:pt x="25986" y="10175"/>
                    <a:pt x="26019" y="10041"/>
                  </a:cubicBezTo>
                  <a:cubicBezTo>
                    <a:pt x="26086" y="9775"/>
                    <a:pt x="26186" y="9508"/>
                    <a:pt x="26253" y="9241"/>
                  </a:cubicBezTo>
                  <a:lnTo>
                    <a:pt x="26253" y="9241"/>
                  </a:lnTo>
                  <a:cubicBezTo>
                    <a:pt x="26219" y="9541"/>
                    <a:pt x="26219" y="9808"/>
                    <a:pt x="26186" y="10075"/>
                  </a:cubicBezTo>
                  <a:cubicBezTo>
                    <a:pt x="26153" y="10208"/>
                    <a:pt x="26153" y="10342"/>
                    <a:pt x="26119" y="10475"/>
                  </a:cubicBezTo>
                  <a:cubicBezTo>
                    <a:pt x="26086" y="10575"/>
                    <a:pt x="26052" y="10675"/>
                    <a:pt x="26019" y="10775"/>
                  </a:cubicBezTo>
                  <a:cubicBezTo>
                    <a:pt x="25952" y="10909"/>
                    <a:pt x="25886" y="11042"/>
                    <a:pt x="25852" y="11176"/>
                  </a:cubicBezTo>
                  <a:cubicBezTo>
                    <a:pt x="25786" y="11309"/>
                    <a:pt x="25719" y="11442"/>
                    <a:pt x="25652" y="11542"/>
                  </a:cubicBezTo>
                  <a:cubicBezTo>
                    <a:pt x="25619" y="11643"/>
                    <a:pt x="25552" y="11743"/>
                    <a:pt x="25485" y="11843"/>
                  </a:cubicBezTo>
                  <a:cubicBezTo>
                    <a:pt x="25385" y="11976"/>
                    <a:pt x="25319" y="12076"/>
                    <a:pt x="25219" y="12210"/>
                  </a:cubicBezTo>
                  <a:cubicBezTo>
                    <a:pt x="25519" y="12276"/>
                    <a:pt x="25786" y="12343"/>
                    <a:pt x="26019" y="12410"/>
                  </a:cubicBezTo>
                  <a:cubicBezTo>
                    <a:pt x="26419" y="12510"/>
                    <a:pt x="26853" y="12643"/>
                    <a:pt x="27253" y="12777"/>
                  </a:cubicBezTo>
                  <a:cubicBezTo>
                    <a:pt x="27420" y="12810"/>
                    <a:pt x="27587" y="12877"/>
                    <a:pt x="27754" y="12910"/>
                  </a:cubicBezTo>
                  <a:cubicBezTo>
                    <a:pt x="27854" y="12843"/>
                    <a:pt x="27920" y="12743"/>
                    <a:pt x="27987" y="12677"/>
                  </a:cubicBezTo>
                  <a:cubicBezTo>
                    <a:pt x="28087" y="12510"/>
                    <a:pt x="28221" y="12343"/>
                    <a:pt x="28287" y="12176"/>
                  </a:cubicBezTo>
                  <a:cubicBezTo>
                    <a:pt x="28321" y="12076"/>
                    <a:pt x="28354" y="11976"/>
                    <a:pt x="28387" y="11876"/>
                  </a:cubicBezTo>
                  <a:cubicBezTo>
                    <a:pt x="28421" y="11709"/>
                    <a:pt x="28387" y="11576"/>
                    <a:pt x="28387" y="11442"/>
                  </a:cubicBezTo>
                  <a:cubicBezTo>
                    <a:pt x="28354" y="11075"/>
                    <a:pt x="28321" y="10709"/>
                    <a:pt x="28287" y="10375"/>
                  </a:cubicBezTo>
                  <a:cubicBezTo>
                    <a:pt x="28287" y="10008"/>
                    <a:pt x="28287" y="9674"/>
                    <a:pt x="28321" y="9341"/>
                  </a:cubicBezTo>
                  <a:cubicBezTo>
                    <a:pt x="28354" y="9141"/>
                    <a:pt x="28387" y="8974"/>
                    <a:pt x="28454" y="8774"/>
                  </a:cubicBezTo>
                  <a:cubicBezTo>
                    <a:pt x="28521" y="8607"/>
                    <a:pt x="28588" y="8474"/>
                    <a:pt x="28654" y="8307"/>
                  </a:cubicBezTo>
                  <a:cubicBezTo>
                    <a:pt x="28788" y="8040"/>
                    <a:pt x="28955" y="7806"/>
                    <a:pt x="29155" y="7606"/>
                  </a:cubicBezTo>
                  <a:cubicBezTo>
                    <a:pt x="29221" y="7540"/>
                    <a:pt x="29288" y="7473"/>
                    <a:pt x="29321" y="7406"/>
                  </a:cubicBezTo>
                  <a:cubicBezTo>
                    <a:pt x="29355" y="7373"/>
                    <a:pt x="29388" y="7339"/>
                    <a:pt x="29422" y="7306"/>
                  </a:cubicBezTo>
                  <a:lnTo>
                    <a:pt x="29488" y="7206"/>
                  </a:lnTo>
                  <a:cubicBezTo>
                    <a:pt x="29555" y="7139"/>
                    <a:pt x="29622" y="7073"/>
                    <a:pt x="29688" y="7039"/>
                  </a:cubicBezTo>
                  <a:cubicBezTo>
                    <a:pt x="29889" y="6839"/>
                    <a:pt x="30089" y="6639"/>
                    <a:pt x="30322" y="6472"/>
                  </a:cubicBezTo>
                  <a:lnTo>
                    <a:pt x="30322" y="6472"/>
                  </a:lnTo>
                  <a:cubicBezTo>
                    <a:pt x="30289" y="6506"/>
                    <a:pt x="30255" y="6539"/>
                    <a:pt x="30255" y="6572"/>
                  </a:cubicBezTo>
                  <a:cubicBezTo>
                    <a:pt x="30055" y="6772"/>
                    <a:pt x="29889" y="7006"/>
                    <a:pt x="29722" y="7239"/>
                  </a:cubicBezTo>
                  <a:cubicBezTo>
                    <a:pt x="29655" y="7306"/>
                    <a:pt x="29622" y="7373"/>
                    <a:pt x="29555" y="7440"/>
                  </a:cubicBezTo>
                  <a:cubicBezTo>
                    <a:pt x="29522" y="7506"/>
                    <a:pt x="29488" y="7573"/>
                    <a:pt x="29455" y="7640"/>
                  </a:cubicBezTo>
                  <a:cubicBezTo>
                    <a:pt x="29288" y="7873"/>
                    <a:pt x="29155" y="8107"/>
                    <a:pt x="29021" y="8374"/>
                  </a:cubicBezTo>
                  <a:cubicBezTo>
                    <a:pt x="28921" y="8640"/>
                    <a:pt x="28821" y="8907"/>
                    <a:pt x="28788" y="9207"/>
                  </a:cubicBezTo>
                  <a:cubicBezTo>
                    <a:pt x="28754" y="9408"/>
                    <a:pt x="28721" y="9641"/>
                    <a:pt x="28721" y="9875"/>
                  </a:cubicBezTo>
                  <a:cubicBezTo>
                    <a:pt x="28721" y="9975"/>
                    <a:pt x="28721" y="10108"/>
                    <a:pt x="28721" y="10208"/>
                  </a:cubicBezTo>
                  <a:cubicBezTo>
                    <a:pt x="28721" y="10442"/>
                    <a:pt x="28688" y="10709"/>
                    <a:pt x="28688" y="10942"/>
                  </a:cubicBezTo>
                  <a:cubicBezTo>
                    <a:pt x="28688" y="11042"/>
                    <a:pt x="28688" y="11176"/>
                    <a:pt x="28688" y="11309"/>
                  </a:cubicBezTo>
                  <a:cubicBezTo>
                    <a:pt x="28688" y="11542"/>
                    <a:pt x="28654" y="11809"/>
                    <a:pt x="28554" y="12009"/>
                  </a:cubicBezTo>
                  <a:cubicBezTo>
                    <a:pt x="28488" y="12176"/>
                    <a:pt x="28421" y="12310"/>
                    <a:pt x="28321" y="12443"/>
                  </a:cubicBezTo>
                  <a:cubicBezTo>
                    <a:pt x="28221" y="12543"/>
                    <a:pt x="28121" y="12677"/>
                    <a:pt x="28021" y="12777"/>
                  </a:cubicBezTo>
                  <a:cubicBezTo>
                    <a:pt x="27954" y="12843"/>
                    <a:pt x="27920" y="12877"/>
                    <a:pt x="27854" y="12943"/>
                  </a:cubicBezTo>
                  <a:cubicBezTo>
                    <a:pt x="27920" y="12943"/>
                    <a:pt x="27954" y="12977"/>
                    <a:pt x="28021" y="12977"/>
                  </a:cubicBezTo>
                  <a:cubicBezTo>
                    <a:pt x="28754" y="13210"/>
                    <a:pt x="29555" y="13310"/>
                    <a:pt x="30255" y="13410"/>
                  </a:cubicBezTo>
                  <a:cubicBezTo>
                    <a:pt x="30356" y="13410"/>
                    <a:pt x="30456" y="13444"/>
                    <a:pt x="30522" y="13444"/>
                  </a:cubicBezTo>
                  <a:cubicBezTo>
                    <a:pt x="30622" y="13010"/>
                    <a:pt x="30722" y="12610"/>
                    <a:pt x="30889" y="12210"/>
                  </a:cubicBezTo>
                  <a:cubicBezTo>
                    <a:pt x="31056" y="11809"/>
                    <a:pt x="31223" y="11442"/>
                    <a:pt x="31356" y="11042"/>
                  </a:cubicBezTo>
                  <a:lnTo>
                    <a:pt x="31356" y="11042"/>
                  </a:lnTo>
                  <a:cubicBezTo>
                    <a:pt x="31323" y="11476"/>
                    <a:pt x="31223" y="11876"/>
                    <a:pt x="31089" y="12276"/>
                  </a:cubicBezTo>
                  <a:cubicBezTo>
                    <a:pt x="30989" y="12476"/>
                    <a:pt x="30923" y="12710"/>
                    <a:pt x="30823" y="12910"/>
                  </a:cubicBezTo>
                  <a:cubicBezTo>
                    <a:pt x="30722" y="13077"/>
                    <a:pt x="30656" y="13277"/>
                    <a:pt x="30556" y="13444"/>
                  </a:cubicBezTo>
                  <a:cubicBezTo>
                    <a:pt x="31089" y="13511"/>
                    <a:pt x="31690" y="13544"/>
                    <a:pt x="32357" y="13544"/>
                  </a:cubicBezTo>
                  <a:cubicBezTo>
                    <a:pt x="32657" y="13544"/>
                    <a:pt x="32924" y="13544"/>
                    <a:pt x="33191" y="13511"/>
                  </a:cubicBezTo>
                  <a:cubicBezTo>
                    <a:pt x="33258" y="13444"/>
                    <a:pt x="33291" y="13410"/>
                    <a:pt x="33358" y="13344"/>
                  </a:cubicBezTo>
                  <a:cubicBezTo>
                    <a:pt x="33458" y="13210"/>
                    <a:pt x="33558" y="13044"/>
                    <a:pt x="33625" y="12843"/>
                  </a:cubicBezTo>
                  <a:cubicBezTo>
                    <a:pt x="33691" y="12677"/>
                    <a:pt x="33758" y="12510"/>
                    <a:pt x="33825" y="12343"/>
                  </a:cubicBezTo>
                  <a:cubicBezTo>
                    <a:pt x="33857" y="12181"/>
                    <a:pt x="33890" y="12050"/>
                    <a:pt x="33922" y="11889"/>
                  </a:cubicBezTo>
                  <a:lnTo>
                    <a:pt x="33922" y="11889"/>
                  </a:lnTo>
                  <a:cubicBezTo>
                    <a:pt x="33919" y="11899"/>
                    <a:pt x="33910" y="11909"/>
                    <a:pt x="33891" y="11909"/>
                  </a:cubicBezTo>
                  <a:cubicBezTo>
                    <a:pt x="33958" y="11643"/>
                    <a:pt x="33991" y="11342"/>
                    <a:pt x="34058" y="11075"/>
                  </a:cubicBezTo>
                  <a:cubicBezTo>
                    <a:pt x="34058" y="10942"/>
                    <a:pt x="34092" y="10775"/>
                    <a:pt x="34125" y="10642"/>
                  </a:cubicBezTo>
                  <a:cubicBezTo>
                    <a:pt x="34158" y="10508"/>
                    <a:pt x="34192" y="10375"/>
                    <a:pt x="34258" y="10242"/>
                  </a:cubicBezTo>
                  <a:cubicBezTo>
                    <a:pt x="34258" y="10175"/>
                    <a:pt x="34292" y="10108"/>
                    <a:pt x="34325" y="10041"/>
                  </a:cubicBezTo>
                  <a:cubicBezTo>
                    <a:pt x="34325" y="9975"/>
                    <a:pt x="34358" y="9908"/>
                    <a:pt x="34392" y="9841"/>
                  </a:cubicBezTo>
                  <a:cubicBezTo>
                    <a:pt x="34525" y="9508"/>
                    <a:pt x="34692" y="9207"/>
                    <a:pt x="34925" y="8907"/>
                  </a:cubicBezTo>
                  <a:cubicBezTo>
                    <a:pt x="34959" y="8841"/>
                    <a:pt x="35026" y="8774"/>
                    <a:pt x="35092" y="8707"/>
                  </a:cubicBezTo>
                  <a:cubicBezTo>
                    <a:pt x="35159" y="8640"/>
                    <a:pt x="35259" y="8574"/>
                    <a:pt x="35326" y="8507"/>
                  </a:cubicBezTo>
                  <a:cubicBezTo>
                    <a:pt x="35459" y="8407"/>
                    <a:pt x="35626" y="8307"/>
                    <a:pt x="35759" y="8240"/>
                  </a:cubicBezTo>
                  <a:cubicBezTo>
                    <a:pt x="35893" y="8173"/>
                    <a:pt x="36060" y="8107"/>
                    <a:pt x="36193" y="8040"/>
                  </a:cubicBezTo>
                  <a:lnTo>
                    <a:pt x="36193" y="8040"/>
                  </a:lnTo>
                  <a:lnTo>
                    <a:pt x="36093" y="8107"/>
                  </a:lnTo>
                  <a:cubicBezTo>
                    <a:pt x="35859" y="8307"/>
                    <a:pt x="35593" y="8507"/>
                    <a:pt x="35359" y="8740"/>
                  </a:cubicBezTo>
                  <a:cubicBezTo>
                    <a:pt x="35192" y="8974"/>
                    <a:pt x="35059" y="9207"/>
                    <a:pt x="34959" y="9441"/>
                  </a:cubicBezTo>
                  <a:cubicBezTo>
                    <a:pt x="34825" y="9808"/>
                    <a:pt x="34692" y="10141"/>
                    <a:pt x="34625" y="10508"/>
                  </a:cubicBezTo>
                  <a:cubicBezTo>
                    <a:pt x="34559" y="10775"/>
                    <a:pt x="34492" y="11009"/>
                    <a:pt x="34458" y="11242"/>
                  </a:cubicBezTo>
                  <a:cubicBezTo>
                    <a:pt x="34358" y="11576"/>
                    <a:pt x="34292" y="11876"/>
                    <a:pt x="34192" y="12176"/>
                  </a:cubicBezTo>
                  <a:cubicBezTo>
                    <a:pt x="34092" y="12510"/>
                    <a:pt x="33925" y="12843"/>
                    <a:pt x="33691" y="13144"/>
                  </a:cubicBezTo>
                  <a:cubicBezTo>
                    <a:pt x="33591" y="13244"/>
                    <a:pt x="33491" y="13377"/>
                    <a:pt x="33358" y="13477"/>
                  </a:cubicBezTo>
                  <a:cubicBezTo>
                    <a:pt x="33791" y="13410"/>
                    <a:pt x="34192" y="13344"/>
                    <a:pt x="34592" y="13210"/>
                  </a:cubicBezTo>
                  <a:cubicBezTo>
                    <a:pt x="34992" y="13110"/>
                    <a:pt x="35392" y="12943"/>
                    <a:pt x="35826" y="12777"/>
                  </a:cubicBezTo>
                  <a:cubicBezTo>
                    <a:pt x="36060" y="12677"/>
                    <a:pt x="36326" y="12577"/>
                    <a:pt x="36593" y="12476"/>
                  </a:cubicBezTo>
                  <a:cubicBezTo>
                    <a:pt x="36560" y="12376"/>
                    <a:pt x="36527" y="12276"/>
                    <a:pt x="36527" y="12176"/>
                  </a:cubicBezTo>
                  <a:cubicBezTo>
                    <a:pt x="36493" y="12009"/>
                    <a:pt x="36493" y="11809"/>
                    <a:pt x="36460" y="11643"/>
                  </a:cubicBezTo>
                  <a:cubicBezTo>
                    <a:pt x="36460" y="11409"/>
                    <a:pt x="36460" y="11209"/>
                    <a:pt x="36460" y="10975"/>
                  </a:cubicBezTo>
                  <a:cubicBezTo>
                    <a:pt x="36460" y="10742"/>
                    <a:pt x="36493" y="10508"/>
                    <a:pt x="36527" y="10275"/>
                  </a:cubicBezTo>
                  <a:cubicBezTo>
                    <a:pt x="36560" y="10041"/>
                    <a:pt x="36627" y="9808"/>
                    <a:pt x="36693" y="9574"/>
                  </a:cubicBezTo>
                  <a:lnTo>
                    <a:pt x="36727" y="9574"/>
                  </a:lnTo>
                  <a:cubicBezTo>
                    <a:pt x="36693" y="9808"/>
                    <a:pt x="36660" y="10041"/>
                    <a:pt x="36660" y="10275"/>
                  </a:cubicBezTo>
                  <a:cubicBezTo>
                    <a:pt x="36693" y="10475"/>
                    <a:pt x="36693" y="10709"/>
                    <a:pt x="36693" y="10942"/>
                  </a:cubicBezTo>
                  <a:cubicBezTo>
                    <a:pt x="36693" y="11409"/>
                    <a:pt x="36693" y="11909"/>
                    <a:pt x="36727" y="12410"/>
                  </a:cubicBezTo>
                  <a:lnTo>
                    <a:pt x="36760" y="12410"/>
                  </a:lnTo>
                  <a:cubicBezTo>
                    <a:pt x="37427" y="12110"/>
                    <a:pt x="38094" y="11776"/>
                    <a:pt x="38661" y="11476"/>
                  </a:cubicBezTo>
                  <a:cubicBezTo>
                    <a:pt x="39295" y="11142"/>
                    <a:pt x="39929" y="10709"/>
                    <a:pt x="40630" y="10141"/>
                  </a:cubicBezTo>
                  <a:cubicBezTo>
                    <a:pt x="40663" y="10108"/>
                    <a:pt x="40730" y="10041"/>
                    <a:pt x="40763" y="10008"/>
                  </a:cubicBezTo>
                  <a:cubicBezTo>
                    <a:pt x="40763" y="9975"/>
                    <a:pt x="40730" y="9908"/>
                    <a:pt x="40696" y="9875"/>
                  </a:cubicBezTo>
                  <a:cubicBezTo>
                    <a:pt x="40630" y="9708"/>
                    <a:pt x="40563" y="9574"/>
                    <a:pt x="40529" y="9408"/>
                  </a:cubicBezTo>
                  <a:cubicBezTo>
                    <a:pt x="40329" y="8841"/>
                    <a:pt x="40163" y="8273"/>
                    <a:pt x="40062" y="7673"/>
                  </a:cubicBezTo>
                  <a:cubicBezTo>
                    <a:pt x="40062" y="7506"/>
                    <a:pt x="40029" y="7339"/>
                    <a:pt x="40029" y="7173"/>
                  </a:cubicBezTo>
                  <a:cubicBezTo>
                    <a:pt x="39996" y="7039"/>
                    <a:pt x="39996" y="6906"/>
                    <a:pt x="39996" y="6739"/>
                  </a:cubicBezTo>
                  <a:cubicBezTo>
                    <a:pt x="39962" y="6372"/>
                    <a:pt x="39962" y="6005"/>
                    <a:pt x="39929" y="5638"/>
                  </a:cubicBezTo>
                  <a:cubicBezTo>
                    <a:pt x="39896" y="5505"/>
                    <a:pt x="39896" y="5338"/>
                    <a:pt x="39862" y="5205"/>
                  </a:cubicBezTo>
                  <a:cubicBezTo>
                    <a:pt x="39362" y="5004"/>
                    <a:pt x="38862" y="4838"/>
                    <a:pt x="38395" y="4704"/>
                  </a:cubicBezTo>
                  <a:cubicBezTo>
                    <a:pt x="38128" y="4604"/>
                    <a:pt x="37861" y="4537"/>
                    <a:pt x="37561" y="4437"/>
                  </a:cubicBezTo>
                  <a:lnTo>
                    <a:pt x="37561" y="4437"/>
                  </a:lnTo>
                  <a:cubicBezTo>
                    <a:pt x="37594" y="4537"/>
                    <a:pt x="37627" y="4604"/>
                    <a:pt x="37661" y="4671"/>
                  </a:cubicBezTo>
                  <a:cubicBezTo>
                    <a:pt x="37794" y="5004"/>
                    <a:pt x="37894" y="5371"/>
                    <a:pt x="38028" y="5705"/>
                  </a:cubicBezTo>
                  <a:cubicBezTo>
                    <a:pt x="37794" y="5405"/>
                    <a:pt x="37627" y="5071"/>
                    <a:pt x="37494" y="4738"/>
                  </a:cubicBezTo>
                  <a:cubicBezTo>
                    <a:pt x="37427" y="4604"/>
                    <a:pt x="37394" y="4504"/>
                    <a:pt x="37327" y="4371"/>
                  </a:cubicBezTo>
                  <a:cubicBezTo>
                    <a:pt x="37027" y="4304"/>
                    <a:pt x="36727" y="4204"/>
                    <a:pt x="36427" y="4137"/>
                  </a:cubicBezTo>
                  <a:cubicBezTo>
                    <a:pt x="36160" y="4037"/>
                    <a:pt x="35893" y="3937"/>
                    <a:pt x="35626" y="3837"/>
                  </a:cubicBezTo>
                  <a:lnTo>
                    <a:pt x="35626" y="3837"/>
                  </a:lnTo>
                  <a:cubicBezTo>
                    <a:pt x="35693" y="3970"/>
                    <a:pt x="35726" y="4070"/>
                    <a:pt x="35759" y="4204"/>
                  </a:cubicBezTo>
                  <a:cubicBezTo>
                    <a:pt x="35826" y="4537"/>
                    <a:pt x="35893" y="4871"/>
                    <a:pt x="35960" y="5205"/>
                  </a:cubicBezTo>
                  <a:cubicBezTo>
                    <a:pt x="35826" y="4971"/>
                    <a:pt x="35726" y="4704"/>
                    <a:pt x="35626" y="4437"/>
                  </a:cubicBezTo>
                  <a:cubicBezTo>
                    <a:pt x="35526" y="4204"/>
                    <a:pt x="35426" y="3970"/>
                    <a:pt x="35359" y="3737"/>
                  </a:cubicBezTo>
                  <a:cubicBezTo>
                    <a:pt x="35126" y="3670"/>
                    <a:pt x="34925" y="3570"/>
                    <a:pt x="34725" y="3503"/>
                  </a:cubicBezTo>
                  <a:lnTo>
                    <a:pt x="34425" y="3403"/>
                  </a:lnTo>
                  <a:cubicBezTo>
                    <a:pt x="33958" y="3203"/>
                    <a:pt x="33491" y="3036"/>
                    <a:pt x="33024" y="2870"/>
                  </a:cubicBezTo>
                  <a:lnTo>
                    <a:pt x="33024" y="2870"/>
                  </a:lnTo>
                  <a:cubicBezTo>
                    <a:pt x="33091" y="3003"/>
                    <a:pt x="33091" y="3170"/>
                    <a:pt x="33124" y="3303"/>
                  </a:cubicBezTo>
                  <a:cubicBezTo>
                    <a:pt x="33158" y="3503"/>
                    <a:pt x="33191" y="3737"/>
                    <a:pt x="33191" y="3937"/>
                  </a:cubicBezTo>
                  <a:cubicBezTo>
                    <a:pt x="33057" y="3570"/>
                    <a:pt x="32957" y="3170"/>
                    <a:pt x="32824" y="2803"/>
                  </a:cubicBezTo>
                  <a:cubicBezTo>
                    <a:pt x="32791" y="2770"/>
                    <a:pt x="32791" y="2770"/>
                    <a:pt x="32791" y="2770"/>
                  </a:cubicBezTo>
                  <a:lnTo>
                    <a:pt x="32424" y="2669"/>
                  </a:lnTo>
                  <a:cubicBezTo>
                    <a:pt x="31890" y="2436"/>
                    <a:pt x="31290" y="2202"/>
                    <a:pt x="30522" y="1869"/>
                  </a:cubicBezTo>
                  <a:lnTo>
                    <a:pt x="30422" y="1836"/>
                  </a:lnTo>
                  <a:lnTo>
                    <a:pt x="30422" y="1836"/>
                  </a:lnTo>
                  <a:cubicBezTo>
                    <a:pt x="30456" y="1936"/>
                    <a:pt x="30489" y="2002"/>
                    <a:pt x="30522" y="2102"/>
                  </a:cubicBezTo>
                  <a:cubicBezTo>
                    <a:pt x="30556" y="2202"/>
                    <a:pt x="30589" y="2269"/>
                    <a:pt x="30622" y="2369"/>
                  </a:cubicBezTo>
                  <a:cubicBezTo>
                    <a:pt x="30656" y="2469"/>
                    <a:pt x="30689" y="2536"/>
                    <a:pt x="30722" y="2603"/>
                  </a:cubicBezTo>
                  <a:cubicBezTo>
                    <a:pt x="30823" y="2970"/>
                    <a:pt x="30956" y="3337"/>
                    <a:pt x="31089" y="3704"/>
                  </a:cubicBezTo>
                  <a:cubicBezTo>
                    <a:pt x="31023" y="3570"/>
                    <a:pt x="30923" y="3437"/>
                    <a:pt x="30856" y="3270"/>
                  </a:cubicBezTo>
                  <a:cubicBezTo>
                    <a:pt x="30622" y="2870"/>
                    <a:pt x="30422" y="2403"/>
                    <a:pt x="30289" y="1936"/>
                  </a:cubicBezTo>
                  <a:cubicBezTo>
                    <a:pt x="30255" y="1869"/>
                    <a:pt x="30222" y="1802"/>
                    <a:pt x="30222" y="1735"/>
                  </a:cubicBezTo>
                  <a:cubicBezTo>
                    <a:pt x="29688" y="1502"/>
                    <a:pt x="29155" y="1268"/>
                    <a:pt x="28621" y="1035"/>
                  </a:cubicBezTo>
                  <a:cubicBezTo>
                    <a:pt x="27987" y="768"/>
                    <a:pt x="27353" y="501"/>
                    <a:pt x="26653" y="334"/>
                  </a:cubicBezTo>
                  <a:cubicBezTo>
                    <a:pt x="26586" y="301"/>
                    <a:pt x="26486" y="268"/>
                    <a:pt x="26386" y="268"/>
                  </a:cubicBezTo>
                  <a:cubicBezTo>
                    <a:pt x="26453" y="368"/>
                    <a:pt x="26553" y="468"/>
                    <a:pt x="26620" y="568"/>
                  </a:cubicBezTo>
                  <a:cubicBezTo>
                    <a:pt x="26786" y="835"/>
                    <a:pt x="26920" y="1135"/>
                    <a:pt x="27053" y="1402"/>
                  </a:cubicBezTo>
                  <a:cubicBezTo>
                    <a:pt x="26853" y="1168"/>
                    <a:pt x="26653" y="902"/>
                    <a:pt x="26486" y="635"/>
                  </a:cubicBezTo>
                  <a:cubicBezTo>
                    <a:pt x="26386" y="501"/>
                    <a:pt x="26286" y="368"/>
                    <a:pt x="26219" y="234"/>
                  </a:cubicBezTo>
                  <a:cubicBezTo>
                    <a:pt x="26019" y="201"/>
                    <a:pt x="25852" y="168"/>
                    <a:pt x="25652" y="134"/>
                  </a:cubicBezTo>
                  <a:cubicBezTo>
                    <a:pt x="25219" y="68"/>
                    <a:pt x="24852" y="1"/>
                    <a:pt x="24518" y="1"/>
                  </a:cubicBezTo>
                  <a:cubicBezTo>
                    <a:pt x="24585" y="101"/>
                    <a:pt x="24651" y="168"/>
                    <a:pt x="24752" y="268"/>
                  </a:cubicBezTo>
                  <a:cubicBezTo>
                    <a:pt x="24852" y="401"/>
                    <a:pt x="24918" y="501"/>
                    <a:pt x="25052" y="635"/>
                  </a:cubicBezTo>
                  <a:cubicBezTo>
                    <a:pt x="25152" y="735"/>
                    <a:pt x="25285" y="868"/>
                    <a:pt x="25385" y="968"/>
                  </a:cubicBezTo>
                  <a:cubicBezTo>
                    <a:pt x="25485" y="1068"/>
                    <a:pt x="25619" y="1168"/>
                    <a:pt x="25686" y="1268"/>
                  </a:cubicBezTo>
                  <a:cubicBezTo>
                    <a:pt x="25919" y="1535"/>
                    <a:pt x="26086" y="1836"/>
                    <a:pt x="26253" y="2136"/>
                  </a:cubicBezTo>
                  <a:cubicBezTo>
                    <a:pt x="26319" y="2269"/>
                    <a:pt x="26386" y="2403"/>
                    <a:pt x="26419" y="2536"/>
                  </a:cubicBezTo>
                  <a:cubicBezTo>
                    <a:pt x="26486" y="2736"/>
                    <a:pt x="26553" y="2936"/>
                    <a:pt x="26553" y="3170"/>
                  </a:cubicBezTo>
                  <a:cubicBezTo>
                    <a:pt x="26553" y="3370"/>
                    <a:pt x="26553" y="3537"/>
                    <a:pt x="26486" y="3737"/>
                  </a:cubicBezTo>
                  <a:cubicBezTo>
                    <a:pt x="26453" y="3837"/>
                    <a:pt x="26419" y="3970"/>
                    <a:pt x="26386" y="4070"/>
                  </a:cubicBezTo>
                  <a:cubicBezTo>
                    <a:pt x="26386" y="3870"/>
                    <a:pt x="26419" y="3670"/>
                    <a:pt x="26419" y="3470"/>
                  </a:cubicBezTo>
                  <a:cubicBezTo>
                    <a:pt x="26386" y="3270"/>
                    <a:pt x="26353" y="3103"/>
                    <a:pt x="26286" y="2936"/>
                  </a:cubicBezTo>
                  <a:cubicBezTo>
                    <a:pt x="26119" y="2569"/>
                    <a:pt x="25919" y="2269"/>
                    <a:pt x="25686" y="1936"/>
                  </a:cubicBezTo>
                  <a:cubicBezTo>
                    <a:pt x="25619" y="1836"/>
                    <a:pt x="25552" y="1735"/>
                    <a:pt x="25485" y="1635"/>
                  </a:cubicBezTo>
                  <a:cubicBezTo>
                    <a:pt x="25385" y="1535"/>
                    <a:pt x="25285" y="1435"/>
                    <a:pt x="25185" y="1302"/>
                  </a:cubicBezTo>
                  <a:cubicBezTo>
                    <a:pt x="25118" y="1202"/>
                    <a:pt x="25018" y="1135"/>
                    <a:pt x="24918" y="1002"/>
                  </a:cubicBezTo>
                  <a:cubicBezTo>
                    <a:pt x="24818" y="902"/>
                    <a:pt x="24752" y="801"/>
                    <a:pt x="24685" y="701"/>
                  </a:cubicBezTo>
                  <a:cubicBezTo>
                    <a:pt x="24585" y="568"/>
                    <a:pt x="24518" y="435"/>
                    <a:pt x="24451" y="334"/>
                  </a:cubicBezTo>
                  <a:cubicBezTo>
                    <a:pt x="24418" y="268"/>
                    <a:pt x="24385" y="201"/>
                    <a:pt x="24351" y="134"/>
                  </a:cubicBezTo>
                  <a:cubicBezTo>
                    <a:pt x="24318" y="101"/>
                    <a:pt x="24285" y="34"/>
                    <a:pt x="242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66"/>
            <p:cNvSpPr/>
            <p:nvPr/>
          </p:nvSpPr>
          <p:spPr>
            <a:xfrm>
              <a:off x="1932375" y="710950"/>
              <a:ext cx="875" cy="850"/>
            </a:xfrm>
            <a:custGeom>
              <a:avLst/>
              <a:gdLst/>
              <a:ahLst/>
              <a:cxnLst/>
              <a:rect l="l" t="t" r="r" b="b"/>
              <a:pathLst>
                <a:path w="35" h="34" extrusionOk="0">
                  <a:moveTo>
                    <a:pt x="1" y="1"/>
                  </a:move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1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66"/>
            <p:cNvSpPr/>
            <p:nvPr/>
          </p:nvSpPr>
          <p:spPr>
            <a:xfrm>
              <a:off x="1967400" y="1017825"/>
              <a:ext cx="25" cy="875"/>
            </a:xfrm>
            <a:custGeom>
              <a:avLst/>
              <a:gdLst/>
              <a:ahLst/>
              <a:cxnLst/>
              <a:rect l="l" t="t" r="r" b="b"/>
              <a:pathLst>
                <a:path w="1" h="35" extrusionOk="0"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lnTo>
                    <a:pt x="1" y="34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66"/>
            <p:cNvSpPr/>
            <p:nvPr/>
          </p:nvSpPr>
          <p:spPr>
            <a:xfrm>
              <a:off x="2652900" y="774325"/>
              <a:ext cx="25050" cy="98425"/>
            </a:xfrm>
            <a:custGeom>
              <a:avLst/>
              <a:gdLst/>
              <a:ahLst/>
              <a:cxnLst/>
              <a:rect l="l" t="t" r="r" b="b"/>
              <a:pathLst>
                <a:path w="1002" h="3937" extrusionOk="0">
                  <a:moveTo>
                    <a:pt x="0" y="1"/>
                  </a:moveTo>
                  <a:lnTo>
                    <a:pt x="0" y="1"/>
                  </a:lnTo>
                  <a:cubicBezTo>
                    <a:pt x="34" y="167"/>
                    <a:pt x="101" y="368"/>
                    <a:pt x="134" y="534"/>
                  </a:cubicBezTo>
                  <a:cubicBezTo>
                    <a:pt x="134" y="701"/>
                    <a:pt x="167" y="868"/>
                    <a:pt x="201" y="1068"/>
                  </a:cubicBezTo>
                  <a:cubicBezTo>
                    <a:pt x="234" y="1202"/>
                    <a:pt x="234" y="1335"/>
                    <a:pt x="267" y="1502"/>
                  </a:cubicBezTo>
                  <a:cubicBezTo>
                    <a:pt x="301" y="1635"/>
                    <a:pt x="301" y="1802"/>
                    <a:pt x="334" y="1935"/>
                  </a:cubicBezTo>
                  <a:cubicBezTo>
                    <a:pt x="367" y="2069"/>
                    <a:pt x="401" y="2236"/>
                    <a:pt x="434" y="2369"/>
                  </a:cubicBezTo>
                  <a:cubicBezTo>
                    <a:pt x="467" y="2469"/>
                    <a:pt x="501" y="2603"/>
                    <a:pt x="534" y="2736"/>
                  </a:cubicBezTo>
                  <a:cubicBezTo>
                    <a:pt x="601" y="2869"/>
                    <a:pt x="634" y="3003"/>
                    <a:pt x="701" y="3136"/>
                  </a:cubicBezTo>
                  <a:cubicBezTo>
                    <a:pt x="734" y="3270"/>
                    <a:pt x="801" y="3436"/>
                    <a:pt x="834" y="3570"/>
                  </a:cubicBezTo>
                  <a:cubicBezTo>
                    <a:pt x="901" y="3670"/>
                    <a:pt x="934" y="3803"/>
                    <a:pt x="1001" y="3937"/>
                  </a:cubicBezTo>
                  <a:cubicBezTo>
                    <a:pt x="1001" y="3765"/>
                    <a:pt x="1001" y="3614"/>
                    <a:pt x="1001" y="3436"/>
                  </a:cubicBezTo>
                  <a:cubicBezTo>
                    <a:pt x="1001" y="3103"/>
                    <a:pt x="968" y="2769"/>
                    <a:pt x="968" y="2402"/>
                  </a:cubicBezTo>
                  <a:cubicBezTo>
                    <a:pt x="934" y="2136"/>
                    <a:pt x="934" y="1869"/>
                    <a:pt x="901" y="1602"/>
                  </a:cubicBezTo>
                  <a:cubicBezTo>
                    <a:pt x="901" y="1435"/>
                    <a:pt x="901" y="1268"/>
                    <a:pt x="901" y="1101"/>
                  </a:cubicBezTo>
                  <a:cubicBezTo>
                    <a:pt x="901" y="935"/>
                    <a:pt x="901" y="768"/>
                    <a:pt x="901" y="601"/>
                  </a:cubicBezTo>
                  <a:cubicBezTo>
                    <a:pt x="901" y="534"/>
                    <a:pt x="901" y="501"/>
                    <a:pt x="934" y="434"/>
                  </a:cubicBezTo>
                  <a:cubicBezTo>
                    <a:pt x="734" y="334"/>
                    <a:pt x="534" y="234"/>
                    <a:pt x="367" y="134"/>
                  </a:cubicBezTo>
                  <a:cubicBezTo>
                    <a:pt x="234" y="101"/>
                    <a:pt x="134" y="34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66"/>
            <p:cNvSpPr/>
            <p:nvPr/>
          </p:nvSpPr>
          <p:spPr>
            <a:xfrm>
              <a:off x="2649575" y="7835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66"/>
            <p:cNvSpPr/>
            <p:nvPr/>
          </p:nvSpPr>
          <p:spPr>
            <a:xfrm>
              <a:off x="2681250" y="788500"/>
              <a:ext cx="40900" cy="84250"/>
            </a:xfrm>
            <a:custGeom>
              <a:avLst/>
              <a:gdLst/>
              <a:ahLst/>
              <a:cxnLst/>
              <a:rect l="l" t="t" r="r" b="b"/>
              <a:pathLst>
                <a:path w="1636" h="3370" extrusionOk="0">
                  <a:moveTo>
                    <a:pt x="1" y="1"/>
                  </a:moveTo>
                  <a:lnTo>
                    <a:pt x="34" y="534"/>
                  </a:lnTo>
                  <a:cubicBezTo>
                    <a:pt x="67" y="735"/>
                    <a:pt x="101" y="935"/>
                    <a:pt x="101" y="1135"/>
                  </a:cubicBezTo>
                  <a:cubicBezTo>
                    <a:pt x="167" y="1402"/>
                    <a:pt x="167" y="1669"/>
                    <a:pt x="234" y="1902"/>
                  </a:cubicBezTo>
                  <a:cubicBezTo>
                    <a:pt x="267" y="2169"/>
                    <a:pt x="267" y="2402"/>
                    <a:pt x="301" y="2669"/>
                  </a:cubicBezTo>
                  <a:cubicBezTo>
                    <a:pt x="334" y="2903"/>
                    <a:pt x="334" y="3136"/>
                    <a:pt x="334" y="3370"/>
                  </a:cubicBezTo>
                  <a:cubicBezTo>
                    <a:pt x="368" y="3370"/>
                    <a:pt x="368" y="3370"/>
                    <a:pt x="368" y="3336"/>
                  </a:cubicBezTo>
                  <a:cubicBezTo>
                    <a:pt x="768" y="2903"/>
                    <a:pt x="1101" y="2369"/>
                    <a:pt x="1402" y="1902"/>
                  </a:cubicBezTo>
                  <a:cubicBezTo>
                    <a:pt x="1635" y="1569"/>
                    <a:pt x="1568" y="1068"/>
                    <a:pt x="1302" y="768"/>
                  </a:cubicBezTo>
                  <a:cubicBezTo>
                    <a:pt x="1101" y="568"/>
                    <a:pt x="835" y="468"/>
                    <a:pt x="568" y="468"/>
                  </a:cubicBezTo>
                  <a:cubicBezTo>
                    <a:pt x="534" y="434"/>
                    <a:pt x="534" y="434"/>
                    <a:pt x="501" y="401"/>
                  </a:cubicBezTo>
                  <a:cubicBezTo>
                    <a:pt x="368" y="268"/>
                    <a:pt x="201" y="168"/>
                    <a:pt x="34" y="34"/>
                  </a:cubicBezTo>
                  <a:cubicBezTo>
                    <a:pt x="34" y="34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66"/>
            <p:cNvSpPr/>
            <p:nvPr/>
          </p:nvSpPr>
          <p:spPr>
            <a:xfrm>
              <a:off x="1664700" y="916100"/>
              <a:ext cx="25" cy="1700"/>
            </a:xfrm>
            <a:custGeom>
              <a:avLst/>
              <a:gdLst/>
              <a:ahLst/>
              <a:cxnLst/>
              <a:rect l="l" t="t" r="r" b="b"/>
              <a:pathLst>
                <a:path w="1" h="68" extrusionOk="0">
                  <a:moveTo>
                    <a:pt x="0" y="0"/>
                  </a:moveTo>
                  <a:cubicBezTo>
                    <a:pt x="0" y="34"/>
                    <a:pt x="0" y="34"/>
                    <a:pt x="0" y="67"/>
                  </a:cubicBezTo>
                  <a:lnTo>
                    <a:pt x="0" y="67"/>
                  </a:lnTo>
                  <a:cubicBezTo>
                    <a:pt x="0" y="34"/>
                    <a:pt x="0" y="34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66"/>
            <p:cNvSpPr/>
            <p:nvPr/>
          </p:nvSpPr>
          <p:spPr>
            <a:xfrm>
              <a:off x="1652175" y="1108725"/>
              <a:ext cx="271050" cy="332775"/>
            </a:xfrm>
            <a:custGeom>
              <a:avLst/>
              <a:gdLst/>
              <a:ahLst/>
              <a:cxnLst/>
              <a:rect l="l" t="t" r="r" b="b"/>
              <a:pathLst>
                <a:path w="10842" h="13311" extrusionOk="0">
                  <a:moveTo>
                    <a:pt x="8273" y="1"/>
                  </a:moveTo>
                  <a:cubicBezTo>
                    <a:pt x="7773" y="68"/>
                    <a:pt x="7306" y="134"/>
                    <a:pt x="6872" y="201"/>
                  </a:cubicBezTo>
                  <a:cubicBezTo>
                    <a:pt x="6872" y="468"/>
                    <a:pt x="6872" y="768"/>
                    <a:pt x="6906" y="1035"/>
                  </a:cubicBezTo>
                  <a:cubicBezTo>
                    <a:pt x="6906" y="1235"/>
                    <a:pt x="6939" y="1469"/>
                    <a:pt x="6973" y="1669"/>
                  </a:cubicBezTo>
                  <a:cubicBezTo>
                    <a:pt x="6872" y="1435"/>
                    <a:pt x="6806" y="1168"/>
                    <a:pt x="6739" y="902"/>
                  </a:cubicBezTo>
                  <a:cubicBezTo>
                    <a:pt x="6706" y="701"/>
                    <a:pt x="6672" y="468"/>
                    <a:pt x="6672" y="234"/>
                  </a:cubicBezTo>
                  <a:cubicBezTo>
                    <a:pt x="6339" y="301"/>
                    <a:pt x="6039" y="335"/>
                    <a:pt x="5738" y="401"/>
                  </a:cubicBezTo>
                  <a:lnTo>
                    <a:pt x="5338" y="468"/>
                  </a:lnTo>
                  <a:lnTo>
                    <a:pt x="5205" y="501"/>
                  </a:lnTo>
                  <a:cubicBezTo>
                    <a:pt x="4871" y="568"/>
                    <a:pt x="4537" y="601"/>
                    <a:pt x="4204" y="668"/>
                  </a:cubicBezTo>
                  <a:cubicBezTo>
                    <a:pt x="3937" y="668"/>
                    <a:pt x="3637" y="668"/>
                    <a:pt x="3370" y="701"/>
                  </a:cubicBezTo>
                  <a:cubicBezTo>
                    <a:pt x="3003" y="701"/>
                    <a:pt x="2603" y="701"/>
                    <a:pt x="2236" y="768"/>
                  </a:cubicBezTo>
                  <a:cubicBezTo>
                    <a:pt x="2102" y="768"/>
                    <a:pt x="2002" y="802"/>
                    <a:pt x="1869" y="802"/>
                  </a:cubicBezTo>
                  <a:cubicBezTo>
                    <a:pt x="1702" y="835"/>
                    <a:pt x="1535" y="868"/>
                    <a:pt x="1369" y="868"/>
                  </a:cubicBezTo>
                  <a:cubicBezTo>
                    <a:pt x="1068" y="902"/>
                    <a:pt x="868" y="968"/>
                    <a:pt x="701" y="1035"/>
                  </a:cubicBezTo>
                  <a:cubicBezTo>
                    <a:pt x="662" y="1025"/>
                    <a:pt x="623" y="1021"/>
                    <a:pt x="585" y="1021"/>
                  </a:cubicBezTo>
                  <a:cubicBezTo>
                    <a:pt x="493" y="1021"/>
                    <a:pt x="405" y="1045"/>
                    <a:pt x="334" y="1068"/>
                  </a:cubicBezTo>
                  <a:cubicBezTo>
                    <a:pt x="268" y="1102"/>
                    <a:pt x="234" y="1135"/>
                    <a:pt x="168" y="1168"/>
                  </a:cubicBezTo>
                  <a:cubicBezTo>
                    <a:pt x="101" y="1235"/>
                    <a:pt x="68" y="1335"/>
                    <a:pt x="34" y="1435"/>
                  </a:cubicBezTo>
                  <a:cubicBezTo>
                    <a:pt x="1" y="1602"/>
                    <a:pt x="34" y="1736"/>
                    <a:pt x="68" y="1869"/>
                  </a:cubicBezTo>
                  <a:cubicBezTo>
                    <a:pt x="268" y="2303"/>
                    <a:pt x="501" y="2736"/>
                    <a:pt x="801" y="3237"/>
                  </a:cubicBezTo>
                  <a:cubicBezTo>
                    <a:pt x="1002" y="3537"/>
                    <a:pt x="1202" y="3837"/>
                    <a:pt x="1402" y="4137"/>
                  </a:cubicBezTo>
                  <a:cubicBezTo>
                    <a:pt x="1569" y="4371"/>
                    <a:pt x="1735" y="4638"/>
                    <a:pt x="1902" y="4871"/>
                  </a:cubicBezTo>
                  <a:cubicBezTo>
                    <a:pt x="2102" y="5205"/>
                    <a:pt x="2336" y="5538"/>
                    <a:pt x="2569" y="5905"/>
                  </a:cubicBezTo>
                  <a:cubicBezTo>
                    <a:pt x="2936" y="6439"/>
                    <a:pt x="3370" y="7006"/>
                    <a:pt x="3870" y="7640"/>
                  </a:cubicBezTo>
                  <a:lnTo>
                    <a:pt x="3904" y="7673"/>
                  </a:lnTo>
                  <a:cubicBezTo>
                    <a:pt x="3603" y="7073"/>
                    <a:pt x="3337" y="6439"/>
                    <a:pt x="3170" y="5805"/>
                  </a:cubicBezTo>
                  <a:cubicBezTo>
                    <a:pt x="3103" y="5505"/>
                    <a:pt x="3036" y="5205"/>
                    <a:pt x="3003" y="4938"/>
                  </a:cubicBezTo>
                  <a:cubicBezTo>
                    <a:pt x="3003" y="4638"/>
                    <a:pt x="2970" y="4337"/>
                    <a:pt x="3003" y="4037"/>
                  </a:cubicBezTo>
                  <a:cubicBezTo>
                    <a:pt x="3070" y="3437"/>
                    <a:pt x="3337" y="2903"/>
                    <a:pt x="3570" y="2369"/>
                  </a:cubicBezTo>
                  <a:cubicBezTo>
                    <a:pt x="3637" y="2203"/>
                    <a:pt x="3704" y="2069"/>
                    <a:pt x="3770" y="1902"/>
                  </a:cubicBezTo>
                  <a:cubicBezTo>
                    <a:pt x="3870" y="1702"/>
                    <a:pt x="3937" y="1535"/>
                    <a:pt x="4037" y="1369"/>
                  </a:cubicBezTo>
                  <a:lnTo>
                    <a:pt x="4037" y="1369"/>
                  </a:lnTo>
                  <a:cubicBezTo>
                    <a:pt x="3937" y="1602"/>
                    <a:pt x="3870" y="1869"/>
                    <a:pt x="3770" y="2136"/>
                  </a:cubicBezTo>
                  <a:cubicBezTo>
                    <a:pt x="3704" y="2336"/>
                    <a:pt x="3670" y="2536"/>
                    <a:pt x="3603" y="2736"/>
                  </a:cubicBezTo>
                  <a:cubicBezTo>
                    <a:pt x="3537" y="2903"/>
                    <a:pt x="3470" y="3070"/>
                    <a:pt x="3437" y="3270"/>
                  </a:cubicBezTo>
                  <a:cubicBezTo>
                    <a:pt x="3403" y="3437"/>
                    <a:pt x="3337" y="3604"/>
                    <a:pt x="3337" y="3770"/>
                  </a:cubicBezTo>
                  <a:cubicBezTo>
                    <a:pt x="3270" y="4171"/>
                    <a:pt x="3270" y="4571"/>
                    <a:pt x="3337" y="4971"/>
                  </a:cubicBezTo>
                  <a:cubicBezTo>
                    <a:pt x="3370" y="5405"/>
                    <a:pt x="3437" y="5805"/>
                    <a:pt x="3537" y="6239"/>
                  </a:cubicBezTo>
                  <a:cubicBezTo>
                    <a:pt x="3637" y="6539"/>
                    <a:pt x="3737" y="6873"/>
                    <a:pt x="3837" y="7173"/>
                  </a:cubicBezTo>
                  <a:cubicBezTo>
                    <a:pt x="3904" y="7406"/>
                    <a:pt x="4004" y="7640"/>
                    <a:pt x="4070" y="7873"/>
                  </a:cubicBezTo>
                  <a:cubicBezTo>
                    <a:pt x="4204" y="8040"/>
                    <a:pt x="4371" y="8240"/>
                    <a:pt x="4537" y="8407"/>
                  </a:cubicBezTo>
                  <a:cubicBezTo>
                    <a:pt x="4771" y="8674"/>
                    <a:pt x="5038" y="8907"/>
                    <a:pt x="5305" y="9174"/>
                  </a:cubicBezTo>
                  <a:cubicBezTo>
                    <a:pt x="5872" y="9708"/>
                    <a:pt x="6472" y="10208"/>
                    <a:pt x="7039" y="10642"/>
                  </a:cubicBezTo>
                  <a:cubicBezTo>
                    <a:pt x="7173" y="10742"/>
                    <a:pt x="7306" y="10842"/>
                    <a:pt x="7440" y="10942"/>
                  </a:cubicBezTo>
                  <a:cubicBezTo>
                    <a:pt x="7473" y="11009"/>
                    <a:pt x="7540" y="11076"/>
                    <a:pt x="7606" y="11109"/>
                  </a:cubicBezTo>
                  <a:cubicBezTo>
                    <a:pt x="7606" y="11109"/>
                    <a:pt x="7606" y="11076"/>
                    <a:pt x="7573" y="11076"/>
                  </a:cubicBezTo>
                  <a:cubicBezTo>
                    <a:pt x="7473" y="10975"/>
                    <a:pt x="7373" y="10875"/>
                    <a:pt x="7306" y="10742"/>
                  </a:cubicBezTo>
                  <a:cubicBezTo>
                    <a:pt x="7239" y="10709"/>
                    <a:pt x="7206" y="10642"/>
                    <a:pt x="7139" y="10575"/>
                  </a:cubicBezTo>
                  <a:cubicBezTo>
                    <a:pt x="7106" y="10542"/>
                    <a:pt x="7073" y="10475"/>
                    <a:pt x="7039" y="10442"/>
                  </a:cubicBezTo>
                  <a:cubicBezTo>
                    <a:pt x="6939" y="10308"/>
                    <a:pt x="6872" y="10175"/>
                    <a:pt x="6772" y="10075"/>
                  </a:cubicBezTo>
                  <a:cubicBezTo>
                    <a:pt x="6672" y="9941"/>
                    <a:pt x="6572" y="9775"/>
                    <a:pt x="6506" y="9641"/>
                  </a:cubicBezTo>
                  <a:cubicBezTo>
                    <a:pt x="6405" y="9508"/>
                    <a:pt x="6372" y="9408"/>
                    <a:pt x="6305" y="9274"/>
                  </a:cubicBezTo>
                  <a:cubicBezTo>
                    <a:pt x="6172" y="9041"/>
                    <a:pt x="6039" y="8807"/>
                    <a:pt x="5938" y="8574"/>
                  </a:cubicBezTo>
                  <a:cubicBezTo>
                    <a:pt x="5805" y="8307"/>
                    <a:pt x="5705" y="8007"/>
                    <a:pt x="5638" y="7740"/>
                  </a:cubicBezTo>
                  <a:cubicBezTo>
                    <a:pt x="5605" y="7573"/>
                    <a:pt x="5572" y="7440"/>
                    <a:pt x="5538" y="7306"/>
                  </a:cubicBezTo>
                  <a:cubicBezTo>
                    <a:pt x="5505" y="7173"/>
                    <a:pt x="5471" y="7039"/>
                    <a:pt x="5471" y="6906"/>
                  </a:cubicBezTo>
                  <a:cubicBezTo>
                    <a:pt x="5438" y="6806"/>
                    <a:pt x="5438" y="6706"/>
                    <a:pt x="5438" y="6606"/>
                  </a:cubicBezTo>
                  <a:cubicBezTo>
                    <a:pt x="5438" y="6539"/>
                    <a:pt x="5405" y="6472"/>
                    <a:pt x="5405" y="6406"/>
                  </a:cubicBezTo>
                  <a:cubicBezTo>
                    <a:pt x="5405" y="6239"/>
                    <a:pt x="5405" y="6072"/>
                    <a:pt x="5405" y="5905"/>
                  </a:cubicBezTo>
                  <a:cubicBezTo>
                    <a:pt x="5405" y="5638"/>
                    <a:pt x="5405" y="5371"/>
                    <a:pt x="5405" y="5105"/>
                  </a:cubicBezTo>
                  <a:cubicBezTo>
                    <a:pt x="5438" y="4838"/>
                    <a:pt x="5438" y="4538"/>
                    <a:pt x="5438" y="4271"/>
                  </a:cubicBezTo>
                  <a:cubicBezTo>
                    <a:pt x="5471" y="3670"/>
                    <a:pt x="5471" y="3070"/>
                    <a:pt x="5471" y="2469"/>
                  </a:cubicBezTo>
                  <a:lnTo>
                    <a:pt x="5505" y="2469"/>
                  </a:lnTo>
                  <a:cubicBezTo>
                    <a:pt x="5572" y="3003"/>
                    <a:pt x="5638" y="3570"/>
                    <a:pt x="5705" y="4137"/>
                  </a:cubicBezTo>
                  <a:cubicBezTo>
                    <a:pt x="5772" y="4671"/>
                    <a:pt x="5805" y="5238"/>
                    <a:pt x="5838" y="5772"/>
                  </a:cubicBezTo>
                  <a:cubicBezTo>
                    <a:pt x="5838" y="5872"/>
                    <a:pt x="5872" y="5939"/>
                    <a:pt x="5872" y="6039"/>
                  </a:cubicBezTo>
                  <a:cubicBezTo>
                    <a:pt x="5872" y="6139"/>
                    <a:pt x="5905" y="6239"/>
                    <a:pt x="5905" y="6339"/>
                  </a:cubicBezTo>
                  <a:cubicBezTo>
                    <a:pt x="5938" y="6439"/>
                    <a:pt x="5938" y="6572"/>
                    <a:pt x="5972" y="6672"/>
                  </a:cubicBezTo>
                  <a:cubicBezTo>
                    <a:pt x="5972" y="6739"/>
                    <a:pt x="5972" y="6806"/>
                    <a:pt x="6005" y="6873"/>
                  </a:cubicBezTo>
                  <a:cubicBezTo>
                    <a:pt x="6039" y="7006"/>
                    <a:pt x="6072" y="7139"/>
                    <a:pt x="6105" y="7273"/>
                  </a:cubicBezTo>
                  <a:cubicBezTo>
                    <a:pt x="6105" y="7373"/>
                    <a:pt x="6139" y="7440"/>
                    <a:pt x="6172" y="7540"/>
                  </a:cubicBezTo>
                  <a:cubicBezTo>
                    <a:pt x="6205" y="7706"/>
                    <a:pt x="6272" y="7873"/>
                    <a:pt x="6339" y="8040"/>
                  </a:cubicBezTo>
                  <a:cubicBezTo>
                    <a:pt x="6372" y="8140"/>
                    <a:pt x="6439" y="8274"/>
                    <a:pt x="6472" y="8374"/>
                  </a:cubicBezTo>
                  <a:cubicBezTo>
                    <a:pt x="6539" y="8474"/>
                    <a:pt x="6572" y="8574"/>
                    <a:pt x="6639" y="8674"/>
                  </a:cubicBezTo>
                  <a:cubicBezTo>
                    <a:pt x="6739" y="8907"/>
                    <a:pt x="6839" y="9107"/>
                    <a:pt x="6939" y="9308"/>
                  </a:cubicBezTo>
                  <a:cubicBezTo>
                    <a:pt x="7006" y="9441"/>
                    <a:pt x="7073" y="9541"/>
                    <a:pt x="7106" y="9641"/>
                  </a:cubicBezTo>
                  <a:cubicBezTo>
                    <a:pt x="7173" y="9741"/>
                    <a:pt x="7206" y="9808"/>
                    <a:pt x="7239" y="9875"/>
                  </a:cubicBezTo>
                  <a:cubicBezTo>
                    <a:pt x="7306" y="9975"/>
                    <a:pt x="7373" y="10075"/>
                    <a:pt x="7440" y="10175"/>
                  </a:cubicBezTo>
                  <a:cubicBezTo>
                    <a:pt x="7506" y="10275"/>
                    <a:pt x="7573" y="10375"/>
                    <a:pt x="7640" y="10475"/>
                  </a:cubicBezTo>
                  <a:cubicBezTo>
                    <a:pt x="7940" y="10909"/>
                    <a:pt x="8273" y="11309"/>
                    <a:pt x="8574" y="11743"/>
                  </a:cubicBezTo>
                  <a:cubicBezTo>
                    <a:pt x="8640" y="11809"/>
                    <a:pt x="8707" y="11909"/>
                    <a:pt x="8740" y="11976"/>
                  </a:cubicBezTo>
                  <a:cubicBezTo>
                    <a:pt x="9308" y="12376"/>
                    <a:pt x="9841" y="12743"/>
                    <a:pt x="10375" y="13044"/>
                  </a:cubicBezTo>
                  <a:cubicBezTo>
                    <a:pt x="10542" y="13144"/>
                    <a:pt x="10709" y="13244"/>
                    <a:pt x="10842" y="13310"/>
                  </a:cubicBezTo>
                  <a:cubicBezTo>
                    <a:pt x="10775" y="13177"/>
                    <a:pt x="10709" y="13044"/>
                    <a:pt x="10642" y="12910"/>
                  </a:cubicBezTo>
                  <a:cubicBezTo>
                    <a:pt x="10542" y="12710"/>
                    <a:pt x="10408" y="12477"/>
                    <a:pt x="10308" y="12243"/>
                  </a:cubicBezTo>
                  <a:cubicBezTo>
                    <a:pt x="10208" y="12076"/>
                    <a:pt x="10108" y="11909"/>
                    <a:pt x="10008" y="11709"/>
                  </a:cubicBezTo>
                  <a:cubicBezTo>
                    <a:pt x="9908" y="11543"/>
                    <a:pt x="9808" y="11376"/>
                    <a:pt x="9708" y="11176"/>
                  </a:cubicBezTo>
                  <a:cubicBezTo>
                    <a:pt x="9574" y="11009"/>
                    <a:pt x="9474" y="10809"/>
                    <a:pt x="9374" y="10642"/>
                  </a:cubicBezTo>
                  <a:cubicBezTo>
                    <a:pt x="9341" y="10542"/>
                    <a:pt x="9274" y="10442"/>
                    <a:pt x="9207" y="10308"/>
                  </a:cubicBezTo>
                  <a:cubicBezTo>
                    <a:pt x="9074" y="10041"/>
                    <a:pt x="8941" y="9741"/>
                    <a:pt x="8841" y="9441"/>
                  </a:cubicBezTo>
                  <a:cubicBezTo>
                    <a:pt x="8740" y="9174"/>
                    <a:pt x="8640" y="8874"/>
                    <a:pt x="8574" y="8574"/>
                  </a:cubicBezTo>
                  <a:cubicBezTo>
                    <a:pt x="8540" y="8274"/>
                    <a:pt x="8507" y="7973"/>
                    <a:pt x="8474" y="7673"/>
                  </a:cubicBezTo>
                  <a:cubicBezTo>
                    <a:pt x="8440" y="7340"/>
                    <a:pt x="8440" y="7006"/>
                    <a:pt x="8440" y="6639"/>
                  </a:cubicBezTo>
                  <a:cubicBezTo>
                    <a:pt x="8440" y="6439"/>
                    <a:pt x="8440" y="6239"/>
                    <a:pt x="8440" y="6039"/>
                  </a:cubicBezTo>
                  <a:cubicBezTo>
                    <a:pt x="8440" y="5939"/>
                    <a:pt x="8440" y="5805"/>
                    <a:pt x="8440" y="5705"/>
                  </a:cubicBezTo>
                  <a:cubicBezTo>
                    <a:pt x="8440" y="5605"/>
                    <a:pt x="8440" y="5505"/>
                    <a:pt x="8440" y="5438"/>
                  </a:cubicBezTo>
                  <a:cubicBezTo>
                    <a:pt x="8440" y="5305"/>
                    <a:pt x="8474" y="5171"/>
                    <a:pt x="8474" y="5071"/>
                  </a:cubicBezTo>
                  <a:cubicBezTo>
                    <a:pt x="8474" y="4971"/>
                    <a:pt x="8474" y="4871"/>
                    <a:pt x="8474" y="4771"/>
                  </a:cubicBezTo>
                  <a:lnTo>
                    <a:pt x="8540" y="4104"/>
                  </a:lnTo>
                  <a:cubicBezTo>
                    <a:pt x="8574" y="4004"/>
                    <a:pt x="8574" y="3937"/>
                    <a:pt x="8574" y="3837"/>
                  </a:cubicBezTo>
                  <a:lnTo>
                    <a:pt x="8574" y="3604"/>
                  </a:lnTo>
                  <a:cubicBezTo>
                    <a:pt x="8574" y="3570"/>
                    <a:pt x="8574" y="3537"/>
                    <a:pt x="8574" y="3503"/>
                  </a:cubicBezTo>
                  <a:lnTo>
                    <a:pt x="8574" y="3137"/>
                  </a:lnTo>
                  <a:cubicBezTo>
                    <a:pt x="8574" y="3036"/>
                    <a:pt x="8574" y="2970"/>
                    <a:pt x="8574" y="2870"/>
                  </a:cubicBezTo>
                  <a:cubicBezTo>
                    <a:pt x="8574" y="2670"/>
                    <a:pt x="8540" y="2469"/>
                    <a:pt x="8507" y="2236"/>
                  </a:cubicBezTo>
                  <a:cubicBezTo>
                    <a:pt x="8507" y="2102"/>
                    <a:pt x="8507" y="1969"/>
                    <a:pt x="8474" y="1836"/>
                  </a:cubicBezTo>
                  <a:cubicBezTo>
                    <a:pt x="8474" y="1669"/>
                    <a:pt x="8440" y="1535"/>
                    <a:pt x="8440" y="1369"/>
                  </a:cubicBezTo>
                  <a:cubicBezTo>
                    <a:pt x="8440" y="1235"/>
                    <a:pt x="8407" y="1102"/>
                    <a:pt x="8407" y="935"/>
                  </a:cubicBezTo>
                  <a:cubicBezTo>
                    <a:pt x="8374" y="802"/>
                    <a:pt x="8374" y="668"/>
                    <a:pt x="8340" y="535"/>
                  </a:cubicBezTo>
                  <a:cubicBezTo>
                    <a:pt x="8307" y="368"/>
                    <a:pt x="8307" y="201"/>
                    <a:pt x="82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66"/>
            <p:cNvSpPr/>
            <p:nvPr/>
          </p:nvSpPr>
          <p:spPr>
            <a:xfrm>
              <a:off x="1864825" y="11646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66"/>
            <p:cNvSpPr/>
            <p:nvPr/>
          </p:nvSpPr>
          <p:spPr>
            <a:xfrm>
              <a:off x="1824800" y="1134600"/>
              <a:ext cx="25" cy="0"/>
            </a:xfrm>
            <a:custGeom>
              <a:avLst/>
              <a:gdLst/>
              <a:ahLst/>
              <a:cxnLst/>
              <a:rect l="l" t="t" r="r" b="b"/>
              <a:pathLst>
                <a:path w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66"/>
            <p:cNvSpPr/>
            <p:nvPr/>
          </p:nvSpPr>
          <p:spPr>
            <a:xfrm>
              <a:off x="2034125" y="1168775"/>
              <a:ext cx="850" cy="25"/>
            </a:xfrm>
            <a:custGeom>
              <a:avLst/>
              <a:gdLst/>
              <a:ahLst/>
              <a:cxnLst/>
              <a:rect l="l" t="t" r="r" b="b"/>
              <a:pathLst>
                <a:path w="34" h="1" extrusionOk="0">
                  <a:moveTo>
                    <a:pt x="34" y="1"/>
                  </a:moveTo>
                  <a:cubicBezTo>
                    <a:pt x="34" y="1"/>
                    <a:pt x="34" y="1"/>
                    <a:pt x="34" y="1"/>
                  </a:cubicBezTo>
                  <a:cubicBezTo>
                    <a:pt x="34" y="1"/>
                    <a:pt x="0" y="1"/>
                    <a:pt x="0" y="1"/>
                  </a:cubicBezTo>
                  <a:cubicBezTo>
                    <a:pt x="34" y="1"/>
                    <a:pt x="34" y="1"/>
                    <a:pt x="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66"/>
            <p:cNvSpPr/>
            <p:nvPr/>
          </p:nvSpPr>
          <p:spPr>
            <a:xfrm>
              <a:off x="1986600" y="1128750"/>
              <a:ext cx="25" cy="850"/>
            </a:xfrm>
            <a:custGeom>
              <a:avLst/>
              <a:gdLst/>
              <a:ahLst/>
              <a:cxnLst/>
              <a:rect l="l" t="t" r="r" b="b"/>
              <a:pathLst>
                <a:path w="1" h="34" extrusionOk="0">
                  <a:moveTo>
                    <a:pt x="0" y="34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66"/>
            <p:cNvSpPr/>
            <p:nvPr/>
          </p:nvSpPr>
          <p:spPr>
            <a:xfrm>
              <a:off x="1859825" y="1107900"/>
              <a:ext cx="439525" cy="400650"/>
            </a:xfrm>
            <a:custGeom>
              <a:avLst/>
              <a:gdLst/>
              <a:ahLst/>
              <a:cxnLst/>
              <a:rect l="l" t="t" r="r" b="b"/>
              <a:pathLst>
                <a:path w="17581" h="16026" extrusionOk="0">
                  <a:moveTo>
                    <a:pt x="4504" y="11042"/>
                  </a:moveTo>
                  <a:lnTo>
                    <a:pt x="4504" y="11042"/>
                  </a:lnTo>
                  <a:cubicBezTo>
                    <a:pt x="4537" y="11109"/>
                    <a:pt x="4571" y="11209"/>
                    <a:pt x="4604" y="11309"/>
                  </a:cubicBezTo>
                  <a:cubicBezTo>
                    <a:pt x="4571" y="11242"/>
                    <a:pt x="4537" y="11142"/>
                    <a:pt x="4504" y="11042"/>
                  </a:cubicBezTo>
                  <a:close/>
                  <a:moveTo>
                    <a:pt x="6672" y="8507"/>
                  </a:moveTo>
                  <a:cubicBezTo>
                    <a:pt x="6772" y="8707"/>
                    <a:pt x="6839" y="8907"/>
                    <a:pt x="6972" y="9107"/>
                  </a:cubicBezTo>
                  <a:cubicBezTo>
                    <a:pt x="7006" y="9174"/>
                    <a:pt x="7039" y="9274"/>
                    <a:pt x="7106" y="9341"/>
                  </a:cubicBezTo>
                  <a:cubicBezTo>
                    <a:pt x="7139" y="9441"/>
                    <a:pt x="7206" y="9507"/>
                    <a:pt x="7239" y="9607"/>
                  </a:cubicBezTo>
                  <a:cubicBezTo>
                    <a:pt x="7373" y="9774"/>
                    <a:pt x="7473" y="9941"/>
                    <a:pt x="7573" y="10108"/>
                  </a:cubicBezTo>
                  <a:cubicBezTo>
                    <a:pt x="7706" y="10275"/>
                    <a:pt x="7806" y="10441"/>
                    <a:pt x="7940" y="10608"/>
                  </a:cubicBezTo>
                  <a:cubicBezTo>
                    <a:pt x="7973" y="10675"/>
                    <a:pt x="8040" y="10742"/>
                    <a:pt x="8107" y="10842"/>
                  </a:cubicBezTo>
                  <a:cubicBezTo>
                    <a:pt x="8107" y="10875"/>
                    <a:pt x="8140" y="10908"/>
                    <a:pt x="8173" y="10942"/>
                  </a:cubicBezTo>
                  <a:cubicBezTo>
                    <a:pt x="8240" y="11075"/>
                    <a:pt x="8307" y="11209"/>
                    <a:pt x="8407" y="11342"/>
                  </a:cubicBezTo>
                  <a:cubicBezTo>
                    <a:pt x="8440" y="11442"/>
                    <a:pt x="8507" y="11542"/>
                    <a:pt x="8540" y="11642"/>
                  </a:cubicBezTo>
                  <a:cubicBezTo>
                    <a:pt x="8607" y="11742"/>
                    <a:pt x="8640" y="11842"/>
                    <a:pt x="8674" y="11942"/>
                  </a:cubicBezTo>
                  <a:cubicBezTo>
                    <a:pt x="8807" y="12209"/>
                    <a:pt x="8907" y="12476"/>
                    <a:pt x="9007" y="12743"/>
                  </a:cubicBezTo>
                  <a:cubicBezTo>
                    <a:pt x="9107" y="12943"/>
                    <a:pt x="9174" y="13143"/>
                    <a:pt x="9241" y="13343"/>
                  </a:cubicBezTo>
                  <a:cubicBezTo>
                    <a:pt x="9341" y="13510"/>
                    <a:pt x="9408" y="13710"/>
                    <a:pt x="9508" y="13877"/>
                  </a:cubicBezTo>
                  <a:cubicBezTo>
                    <a:pt x="9574" y="14044"/>
                    <a:pt x="9674" y="14211"/>
                    <a:pt x="9774" y="14344"/>
                  </a:cubicBezTo>
                  <a:cubicBezTo>
                    <a:pt x="10008" y="14644"/>
                    <a:pt x="10275" y="14945"/>
                    <a:pt x="10542" y="15245"/>
                  </a:cubicBezTo>
                  <a:cubicBezTo>
                    <a:pt x="10742" y="15478"/>
                    <a:pt x="10942" y="15712"/>
                    <a:pt x="11142" y="15945"/>
                  </a:cubicBezTo>
                  <a:cubicBezTo>
                    <a:pt x="10875" y="15745"/>
                    <a:pt x="10642" y="15512"/>
                    <a:pt x="10408" y="15312"/>
                  </a:cubicBezTo>
                  <a:cubicBezTo>
                    <a:pt x="10308" y="15211"/>
                    <a:pt x="10175" y="15078"/>
                    <a:pt x="10075" y="14978"/>
                  </a:cubicBezTo>
                  <a:cubicBezTo>
                    <a:pt x="9808" y="14711"/>
                    <a:pt x="9541" y="14444"/>
                    <a:pt x="9307" y="14144"/>
                  </a:cubicBezTo>
                  <a:cubicBezTo>
                    <a:pt x="9041" y="13677"/>
                    <a:pt x="8807" y="13210"/>
                    <a:pt x="8607" y="12710"/>
                  </a:cubicBezTo>
                  <a:cubicBezTo>
                    <a:pt x="8574" y="12610"/>
                    <a:pt x="8507" y="12543"/>
                    <a:pt x="8474" y="12443"/>
                  </a:cubicBezTo>
                  <a:cubicBezTo>
                    <a:pt x="8407" y="12309"/>
                    <a:pt x="8373" y="12176"/>
                    <a:pt x="8307" y="12076"/>
                  </a:cubicBezTo>
                  <a:cubicBezTo>
                    <a:pt x="8240" y="11942"/>
                    <a:pt x="8173" y="11809"/>
                    <a:pt x="8107" y="11642"/>
                  </a:cubicBezTo>
                  <a:cubicBezTo>
                    <a:pt x="8073" y="11542"/>
                    <a:pt x="8007" y="11442"/>
                    <a:pt x="7940" y="11342"/>
                  </a:cubicBezTo>
                  <a:cubicBezTo>
                    <a:pt x="7906" y="11242"/>
                    <a:pt x="7840" y="11142"/>
                    <a:pt x="7806" y="11042"/>
                  </a:cubicBezTo>
                  <a:cubicBezTo>
                    <a:pt x="7706" y="10908"/>
                    <a:pt x="7640" y="10775"/>
                    <a:pt x="7573" y="10642"/>
                  </a:cubicBezTo>
                  <a:cubicBezTo>
                    <a:pt x="7439" y="10441"/>
                    <a:pt x="7339" y="10241"/>
                    <a:pt x="7239" y="10041"/>
                  </a:cubicBezTo>
                  <a:cubicBezTo>
                    <a:pt x="7206" y="9941"/>
                    <a:pt x="7139" y="9874"/>
                    <a:pt x="7106" y="9774"/>
                  </a:cubicBezTo>
                  <a:lnTo>
                    <a:pt x="7073" y="9674"/>
                  </a:lnTo>
                  <a:cubicBezTo>
                    <a:pt x="7006" y="9541"/>
                    <a:pt x="6939" y="9441"/>
                    <a:pt x="6906" y="9307"/>
                  </a:cubicBezTo>
                  <a:cubicBezTo>
                    <a:pt x="6806" y="9040"/>
                    <a:pt x="6739" y="8774"/>
                    <a:pt x="6639" y="8507"/>
                  </a:cubicBezTo>
                  <a:close/>
                  <a:moveTo>
                    <a:pt x="568" y="1"/>
                  </a:moveTo>
                  <a:cubicBezTo>
                    <a:pt x="368" y="34"/>
                    <a:pt x="168" y="34"/>
                    <a:pt x="1" y="67"/>
                  </a:cubicBezTo>
                  <a:cubicBezTo>
                    <a:pt x="1" y="167"/>
                    <a:pt x="34" y="301"/>
                    <a:pt x="68" y="434"/>
                  </a:cubicBezTo>
                  <a:cubicBezTo>
                    <a:pt x="101" y="634"/>
                    <a:pt x="134" y="801"/>
                    <a:pt x="168" y="1001"/>
                  </a:cubicBezTo>
                  <a:cubicBezTo>
                    <a:pt x="201" y="1402"/>
                    <a:pt x="268" y="1835"/>
                    <a:pt x="334" y="2269"/>
                  </a:cubicBezTo>
                  <a:cubicBezTo>
                    <a:pt x="368" y="2469"/>
                    <a:pt x="401" y="2669"/>
                    <a:pt x="434" y="2903"/>
                  </a:cubicBezTo>
                  <a:cubicBezTo>
                    <a:pt x="434" y="3003"/>
                    <a:pt x="468" y="3069"/>
                    <a:pt x="468" y="3170"/>
                  </a:cubicBezTo>
                  <a:lnTo>
                    <a:pt x="468" y="3570"/>
                  </a:lnTo>
                  <a:cubicBezTo>
                    <a:pt x="501" y="3603"/>
                    <a:pt x="468" y="3637"/>
                    <a:pt x="468" y="3637"/>
                  </a:cubicBezTo>
                  <a:lnTo>
                    <a:pt x="468" y="3870"/>
                  </a:lnTo>
                  <a:cubicBezTo>
                    <a:pt x="468" y="3937"/>
                    <a:pt x="468" y="4037"/>
                    <a:pt x="468" y="4137"/>
                  </a:cubicBezTo>
                  <a:cubicBezTo>
                    <a:pt x="468" y="4337"/>
                    <a:pt x="468" y="4571"/>
                    <a:pt x="468" y="4804"/>
                  </a:cubicBezTo>
                  <a:cubicBezTo>
                    <a:pt x="434" y="4904"/>
                    <a:pt x="434" y="5004"/>
                    <a:pt x="434" y="5104"/>
                  </a:cubicBezTo>
                  <a:cubicBezTo>
                    <a:pt x="434" y="5238"/>
                    <a:pt x="434" y="5338"/>
                    <a:pt x="434" y="5471"/>
                  </a:cubicBezTo>
                  <a:cubicBezTo>
                    <a:pt x="434" y="5571"/>
                    <a:pt x="434" y="5671"/>
                    <a:pt x="434" y="5771"/>
                  </a:cubicBezTo>
                  <a:cubicBezTo>
                    <a:pt x="434" y="5871"/>
                    <a:pt x="434" y="5972"/>
                    <a:pt x="434" y="6072"/>
                  </a:cubicBezTo>
                  <a:cubicBezTo>
                    <a:pt x="434" y="6272"/>
                    <a:pt x="434" y="6472"/>
                    <a:pt x="468" y="6705"/>
                  </a:cubicBezTo>
                  <a:cubicBezTo>
                    <a:pt x="468" y="7039"/>
                    <a:pt x="468" y="7339"/>
                    <a:pt x="501" y="7673"/>
                  </a:cubicBezTo>
                  <a:cubicBezTo>
                    <a:pt x="535" y="7940"/>
                    <a:pt x="568" y="8206"/>
                    <a:pt x="635" y="8473"/>
                  </a:cubicBezTo>
                  <a:cubicBezTo>
                    <a:pt x="701" y="8707"/>
                    <a:pt x="768" y="8940"/>
                    <a:pt x="835" y="9174"/>
                  </a:cubicBezTo>
                  <a:cubicBezTo>
                    <a:pt x="1002" y="9607"/>
                    <a:pt x="1202" y="10008"/>
                    <a:pt x="1435" y="10375"/>
                  </a:cubicBezTo>
                  <a:cubicBezTo>
                    <a:pt x="1535" y="10575"/>
                    <a:pt x="1635" y="10742"/>
                    <a:pt x="1735" y="10908"/>
                  </a:cubicBezTo>
                  <a:cubicBezTo>
                    <a:pt x="1835" y="11075"/>
                    <a:pt x="1936" y="11242"/>
                    <a:pt x="2036" y="11409"/>
                  </a:cubicBezTo>
                  <a:cubicBezTo>
                    <a:pt x="2102" y="11542"/>
                    <a:pt x="2202" y="11676"/>
                    <a:pt x="2269" y="11776"/>
                  </a:cubicBezTo>
                  <a:cubicBezTo>
                    <a:pt x="2302" y="11842"/>
                    <a:pt x="2336" y="11909"/>
                    <a:pt x="2369" y="11976"/>
                  </a:cubicBezTo>
                  <a:cubicBezTo>
                    <a:pt x="2569" y="12376"/>
                    <a:pt x="2803" y="12743"/>
                    <a:pt x="3003" y="13143"/>
                  </a:cubicBezTo>
                  <a:cubicBezTo>
                    <a:pt x="3103" y="13343"/>
                    <a:pt x="3236" y="13544"/>
                    <a:pt x="3337" y="13777"/>
                  </a:cubicBezTo>
                  <a:cubicBezTo>
                    <a:pt x="3470" y="13844"/>
                    <a:pt x="3637" y="13911"/>
                    <a:pt x="3804" y="13977"/>
                  </a:cubicBezTo>
                  <a:lnTo>
                    <a:pt x="3937" y="14044"/>
                  </a:lnTo>
                  <a:cubicBezTo>
                    <a:pt x="4037" y="14077"/>
                    <a:pt x="4137" y="14144"/>
                    <a:pt x="4271" y="14211"/>
                  </a:cubicBezTo>
                  <a:cubicBezTo>
                    <a:pt x="4804" y="14444"/>
                    <a:pt x="5371" y="14711"/>
                    <a:pt x="5938" y="14911"/>
                  </a:cubicBezTo>
                  <a:cubicBezTo>
                    <a:pt x="6139" y="14978"/>
                    <a:pt x="6305" y="15045"/>
                    <a:pt x="6505" y="15111"/>
                  </a:cubicBezTo>
                  <a:cubicBezTo>
                    <a:pt x="6472" y="15078"/>
                    <a:pt x="6439" y="15045"/>
                    <a:pt x="6439" y="15011"/>
                  </a:cubicBezTo>
                  <a:cubicBezTo>
                    <a:pt x="6405" y="14978"/>
                    <a:pt x="6372" y="14945"/>
                    <a:pt x="6372" y="14911"/>
                  </a:cubicBezTo>
                  <a:cubicBezTo>
                    <a:pt x="6305" y="14811"/>
                    <a:pt x="6272" y="14744"/>
                    <a:pt x="6205" y="14678"/>
                  </a:cubicBezTo>
                  <a:cubicBezTo>
                    <a:pt x="6105" y="14511"/>
                    <a:pt x="6005" y="14378"/>
                    <a:pt x="5905" y="14244"/>
                  </a:cubicBezTo>
                  <a:cubicBezTo>
                    <a:pt x="5838" y="14144"/>
                    <a:pt x="5772" y="14011"/>
                    <a:pt x="5705" y="13911"/>
                  </a:cubicBezTo>
                  <a:cubicBezTo>
                    <a:pt x="5605" y="13710"/>
                    <a:pt x="5505" y="13544"/>
                    <a:pt x="5405" y="13343"/>
                  </a:cubicBezTo>
                  <a:cubicBezTo>
                    <a:pt x="5205" y="12977"/>
                    <a:pt x="5038" y="12610"/>
                    <a:pt x="4904" y="12209"/>
                  </a:cubicBezTo>
                  <a:cubicBezTo>
                    <a:pt x="4804" y="12009"/>
                    <a:pt x="4738" y="11842"/>
                    <a:pt x="4671" y="11642"/>
                  </a:cubicBezTo>
                  <a:cubicBezTo>
                    <a:pt x="4637" y="11542"/>
                    <a:pt x="4604" y="11442"/>
                    <a:pt x="4604" y="11309"/>
                  </a:cubicBezTo>
                  <a:lnTo>
                    <a:pt x="4604" y="11309"/>
                  </a:lnTo>
                  <a:cubicBezTo>
                    <a:pt x="4637" y="11375"/>
                    <a:pt x="4671" y="11442"/>
                    <a:pt x="4671" y="11542"/>
                  </a:cubicBezTo>
                  <a:cubicBezTo>
                    <a:pt x="4771" y="11776"/>
                    <a:pt x="4871" y="12009"/>
                    <a:pt x="4971" y="12209"/>
                  </a:cubicBezTo>
                  <a:cubicBezTo>
                    <a:pt x="5071" y="12443"/>
                    <a:pt x="5171" y="12676"/>
                    <a:pt x="5305" y="12876"/>
                  </a:cubicBezTo>
                  <a:cubicBezTo>
                    <a:pt x="5405" y="13077"/>
                    <a:pt x="5505" y="13310"/>
                    <a:pt x="5638" y="13510"/>
                  </a:cubicBezTo>
                  <a:cubicBezTo>
                    <a:pt x="5772" y="13710"/>
                    <a:pt x="5905" y="13911"/>
                    <a:pt x="6038" y="14144"/>
                  </a:cubicBezTo>
                  <a:cubicBezTo>
                    <a:pt x="6205" y="14378"/>
                    <a:pt x="6405" y="14611"/>
                    <a:pt x="6572" y="14878"/>
                  </a:cubicBezTo>
                  <a:cubicBezTo>
                    <a:pt x="6672" y="14978"/>
                    <a:pt x="6772" y="15111"/>
                    <a:pt x="6839" y="15211"/>
                  </a:cubicBezTo>
                  <a:cubicBezTo>
                    <a:pt x="7173" y="15312"/>
                    <a:pt x="7540" y="15412"/>
                    <a:pt x="7940" y="15545"/>
                  </a:cubicBezTo>
                  <a:cubicBezTo>
                    <a:pt x="8240" y="15612"/>
                    <a:pt x="8574" y="15712"/>
                    <a:pt x="8941" y="15812"/>
                  </a:cubicBezTo>
                  <a:cubicBezTo>
                    <a:pt x="9441" y="15912"/>
                    <a:pt x="9841" y="15979"/>
                    <a:pt x="10175" y="16012"/>
                  </a:cubicBezTo>
                  <a:cubicBezTo>
                    <a:pt x="10380" y="16022"/>
                    <a:pt x="10588" y="16026"/>
                    <a:pt x="10796" y="16026"/>
                  </a:cubicBezTo>
                  <a:cubicBezTo>
                    <a:pt x="11299" y="16026"/>
                    <a:pt x="11804" y="16002"/>
                    <a:pt x="12276" y="15979"/>
                  </a:cubicBezTo>
                  <a:cubicBezTo>
                    <a:pt x="12443" y="15945"/>
                    <a:pt x="12610" y="15945"/>
                    <a:pt x="12810" y="15912"/>
                  </a:cubicBezTo>
                  <a:cubicBezTo>
                    <a:pt x="12777" y="15879"/>
                    <a:pt x="12777" y="15879"/>
                    <a:pt x="12777" y="15845"/>
                  </a:cubicBezTo>
                  <a:cubicBezTo>
                    <a:pt x="12710" y="15645"/>
                    <a:pt x="12643" y="15478"/>
                    <a:pt x="12576" y="15312"/>
                  </a:cubicBezTo>
                  <a:cubicBezTo>
                    <a:pt x="12543" y="15211"/>
                    <a:pt x="12510" y="15078"/>
                    <a:pt x="12476" y="14978"/>
                  </a:cubicBezTo>
                  <a:cubicBezTo>
                    <a:pt x="12443" y="14845"/>
                    <a:pt x="12376" y="14711"/>
                    <a:pt x="12376" y="14544"/>
                  </a:cubicBezTo>
                  <a:cubicBezTo>
                    <a:pt x="12343" y="14444"/>
                    <a:pt x="12343" y="14311"/>
                    <a:pt x="12343" y="14211"/>
                  </a:cubicBezTo>
                  <a:cubicBezTo>
                    <a:pt x="12343" y="13977"/>
                    <a:pt x="12343" y="13744"/>
                    <a:pt x="12376" y="13510"/>
                  </a:cubicBezTo>
                  <a:cubicBezTo>
                    <a:pt x="12376" y="13277"/>
                    <a:pt x="12410" y="13043"/>
                    <a:pt x="12410" y="12810"/>
                  </a:cubicBezTo>
                  <a:lnTo>
                    <a:pt x="12443" y="12810"/>
                  </a:lnTo>
                  <a:cubicBezTo>
                    <a:pt x="12443" y="13043"/>
                    <a:pt x="12476" y="13277"/>
                    <a:pt x="12476" y="13477"/>
                  </a:cubicBezTo>
                  <a:cubicBezTo>
                    <a:pt x="12510" y="13710"/>
                    <a:pt x="12510" y="13944"/>
                    <a:pt x="12543" y="14177"/>
                  </a:cubicBezTo>
                  <a:cubicBezTo>
                    <a:pt x="12576" y="14444"/>
                    <a:pt x="12610" y="14744"/>
                    <a:pt x="12677" y="15045"/>
                  </a:cubicBezTo>
                  <a:cubicBezTo>
                    <a:pt x="12710" y="15178"/>
                    <a:pt x="12743" y="15312"/>
                    <a:pt x="12777" y="15445"/>
                  </a:cubicBezTo>
                  <a:cubicBezTo>
                    <a:pt x="12810" y="15612"/>
                    <a:pt x="12843" y="15745"/>
                    <a:pt x="12843" y="15912"/>
                  </a:cubicBezTo>
                  <a:cubicBezTo>
                    <a:pt x="13344" y="15879"/>
                    <a:pt x="13877" y="15812"/>
                    <a:pt x="14511" y="15712"/>
                  </a:cubicBezTo>
                  <a:cubicBezTo>
                    <a:pt x="15112" y="15612"/>
                    <a:pt x="15779" y="15445"/>
                    <a:pt x="16513" y="15245"/>
                  </a:cubicBezTo>
                  <a:cubicBezTo>
                    <a:pt x="16746" y="15178"/>
                    <a:pt x="16980" y="15111"/>
                    <a:pt x="17246" y="15011"/>
                  </a:cubicBezTo>
                  <a:cubicBezTo>
                    <a:pt x="17213" y="15011"/>
                    <a:pt x="17213" y="14978"/>
                    <a:pt x="17213" y="14978"/>
                  </a:cubicBezTo>
                  <a:cubicBezTo>
                    <a:pt x="17180" y="14878"/>
                    <a:pt x="17146" y="14811"/>
                    <a:pt x="17113" y="14711"/>
                  </a:cubicBezTo>
                  <a:cubicBezTo>
                    <a:pt x="17046" y="14478"/>
                    <a:pt x="16946" y="14244"/>
                    <a:pt x="16846" y="14011"/>
                  </a:cubicBezTo>
                  <a:cubicBezTo>
                    <a:pt x="16713" y="13577"/>
                    <a:pt x="16579" y="13143"/>
                    <a:pt x="16479" y="12710"/>
                  </a:cubicBezTo>
                  <a:cubicBezTo>
                    <a:pt x="16346" y="12109"/>
                    <a:pt x="16312" y="11542"/>
                    <a:pt x="16346" y="10942"/>
                  </a:cubicBezTo>
                  <a:cubicBezTo>
                    <a:pt x="16346" y="10808"/>
                    <a:pt x="16346" y="10642"/>
                    <a:pt x="16379" y="10508"/>
                  </a:cubicBezTo>
                  <a:cubicBezTo>
                    <a:pt x="16379" y="10375"/>
                    <a:pt x="16379" y="10208"/>
                    <a:pt x="16413" y="10074"/>
                  </a:cubicBezTo>
                  <a:lnTo>
                    <a:pt x="16446" y="9808"/>
                  </a:lnTo>
                  <a:cubicBezTo>
                    <a:pt x="16446" y="9774"/>
                    <a:pt x="16446" y="9741"/>
                    <a:pt x="16446" y="9674"/>
                  </a:cubicBezTo>
                  <a:cubicBezTo>
                    <a:pt x="16446" y="9607"/>
                    <a:pt x="16479" y="9574"/>
                    <a:pt x="16479" y="9507"/>
                  </a:cubicBezTo>
                  <a:cubicBezTo>
                    <a:pt x="16513" y="9374"/>
                    <a:pt x="16513" y="9241"/>
                    <a:pt x="16546" y="9107"/>
                  </a:cubicBezTo>
                  <a:cubicBezTo>
                    <a:pt x="16546" y="9040"/>
                    <a:pt x="16579" y="8974"/>
                    <a:pt x="16579" y="8907"/>
                  </a:cubicBezTo>
                  <a:cubicBezTo>
                    <a:pt x="16613" y="8774"/>
                    <a:pt x="16646" y="8640"/>
                    <a:pt x="16679" y="8507"/>
                  </a:cubicBezTo>
                  <a:cubicBezTo>
                    <a:pt x="16713" y="8440"/>
                    <a:pt x="16746" y="8373"/>
                    <a:pt x="16746" y="8307"/>
                  </a:cubicBezTo>
                  <a:cubicBezTo>
                    <a:pt x="16813" y="8106"/>
                    <a:pt x="16880" y="7906"/>
                    <a:pt x="16946" y="7706"/>
                  </a:cubicBezTo>
                  <a:cubicBezTo>
                    <a:pt x="16980" y="7606"/>
                    <a:pt x="17013" y="7506"/>
                    <a:pt x="17046" y="7439"/>
                  </a:cubicBezTo>
                  <a:cubicBezTo>
                    <a:pt x="17080" y="7306"/>
                    <a:pt x="17113" y="7206"/>
                    <a:pt x="17146" y="7072"/>
                  </a:cubicBezTo>
                  <a:cubicBezTo>
                    <a:pt x="17146" y="7006"/>
                    <a:pt x="17180" y="6939"/>
                    <a:pt x="17213" y="6872"/>
                  </a:cubicBezTo>
                  <a:cubicBezTo>
                    <a:pt x="17246" y="6739"/>
                    <a:pt x="17246" y="6605"/>
                    <a:pt x="17280" y="6472"/>
                  </a:cubicBezTo>
                  <a:cubicBezTo>
                    <a:pt x="17347" y="6272"/>
                    <a:pt x="17347" y="6105"/>
                    <a:pt x="17380" y="5905"/>
                  </a:cubicBezTo>
                  <a:cubicBezTo>
                    <a:pt x="17380" y="5905"/>
                    <a:pt x="17380" y="5938"/>
                    <a:pt x="17380" y="5938"/>
                  </a:cubicBezTo>
                  <a:cubicBezTo>
                    <a:pt x="17413" y="5771"/>
                    <a:pt x="17447" y="5605"/>
                    <a:pt x="17480" y="5471"/>
                  </a:cubicBezTo>
                  <a:cubicBezTo>
                    <a:pt x="17480" y="5238"/>
                    <a:pt x="17513" y="5038"/>
                    <a:pt x="17547" y="4837"/>
                  </a:cubicBezTo>
                  <a:cubicBezTo>
                    <a:pt x="17547" y="4704"/>
                    <a:pt x="17547" y="4571"/>
                    <a:pt x="17580" y="4437"/>
                  </a:cubicBezTo>
                  <a:cubicBezTo>
                    <a:pt x="17580" y="4370"/>
                    <a:pt x="17580" y="4304"/>
                    <a:pt x="17580" y="4237"/>
                  </a:cubicBezTo>
                  <a:cubicBezTo>
                    <a:pt x="17580" y="4170"/>
                    <a:pt x="17580" y="4070"/>
                    <a:pt x="17580" y="4003"/>
                  </a:cubicBezTo>
                  <a:cubicBezTo>
                    <a:pt x="17580" y="3870"/>
                    <a:pt x="17580" y="3703"/>
                    <a:pt x="17547" y="3570"/>
                  </a:cubicBezTo>
                  <a:cubicBezTo>
                    <a:pt x="17513" y="3203"/>
                    <a:pt x="17447" y="2836"/>
                    <a:pt x="17347" y="2469"/>
                  </a:cubicBezTo>
                  <a:lnTo>
                    <a:pt x="17246" y="2035"/>
                  </a:lnTo>
                  <a:cubicBezTo>
                    <a:pt x="17246" y="1969"/>
                    <a:pt x="17213" y="1935"/>
                    <a:pt x="17213" y="1869"/>
                  </a:cubicBezTo>
                  <a:lnTo>
                    <a:pt x="17146" y="1635"/>
                  </a:lnTo>
                  <a:cubicBezTo>
                    <a:pt x="16813" y="1702"/>
                    <a:pt x="16479" y="1802"/>
                    <a:pt x="16179" y="1869"/>
                  </a:cubicBezTo>
                  <a:cubicBezTo>
                    <a:pt x="15312" y="2102"/>
                    <a:pt x="14378" y="2269"/>
                    <a:pt x="13344" y="2369"/>
                  </a:cubicBezTo>
                  <a:cubicBezTo>
                    <a:pt x="12758" y="2418"/>
                    <a:pt x="12243" y="2449"/>
                    <a:pt x="11761" y="2449"/>
                  </a:cubicBezTo>
                  <a:cubicBezTo>
                    <a:pt x="11584" y="2449"/>
                    <a:pt x="11412" y="2445"/>
                    <a:pt x="11242" y="2436"/>
                  </a:cubicBezTo>
                  <a:cubicBezTo>
                    <a:pt x="10975" y="2402"/>
                    <a:pt x="10675" y="2402"/>
                    <a:pt x="10408" y="2369"/>
                  </a:cubicBezTo>
                  <a:lnTo>
                    <a:pt x="10408" y="2369"/>
                  </a:lnTo>
                  <a:cubicBezTo>
                    <a:pt x="10575" y="2736"/>
                    <a:pt x="10742" y="3136"/>
                    <a:pt x="10909" y="3536"/>
                  </a:cubicBezTo>
                  <a:cubicBezTo>
                    <a:pt x="11075" y="4070"/>
                    <a:pt x="11276" y="4604"/>
                    <a:pt x="11442" y="5171"/>
                  </a:cubicBezTo>
                  <a:cubicBezTo>
                    <a:pt x="11242" y="4671"/>
                    <a:pt x="11042" y="4170"/>
                    <a:pt x="10842" y="3670"/>
                  </a:cubicBezTo>
                  <a:cubicBezTo>
                    <a:pt x="10742" y="3403"/>
                    <a:pt x="10642" y="3136"/>
                    <a:pt x="10542" y="2869"/>
                  </a:cubicBezTo>
                  <a:cubicBezTo>
                    <a:pt x="10475" y="2703"/>
                    <a:pt x="10408" y="2536"/>
                    <a:pt x="10375" y="2336"/>
                  </a:cubicBezTo>
                  <a:cubicBezTo>
                    <a:pt x="9908" y="2302"/>
                    <a:pt x="9508" y="2236"/>
                    <a:pt x="9141" y="2202"/>
                  </a:cubicBezTo>
                  <a:cubicBezTo>
                    <a:pt x="8774" y="2135"/>
                    <a:pt x="8307" y="2035"/>
                    <a:pt x="7840" y="1935"/>
                  </a:cubicBezTo>
                  <a:cubicBezTo>
                    <a:pt x="7506" y="1869"/>
                    <a:pt x="7206" y="1735"/>
                    <a:pt x="6839" y="1602"/>
                  </a:cubicBezTo>
                  <a:cubicBezTo>
                    <a:pt x="6839" y="1702"/>
                    <a:pt x="6839" y="1802"/>
                    <a:pt x="6839" y="1902"/>
                  </a:cubicBezTo>
                  <a:cubicBezTo>
                    <a:pt x="6872" y="2102"/>
                    <a:pt x="6906" y="2269"/>
                    <a:pt x="6972" y="2436"/>
                  </a:cubicBezTo>
                  <a:cubicBezTo>
                    <a:pt x="7039" y="2569"/>
                    <a:pt x="7073" y="2703"/>
                    <a:pt x="7139" y="2836"/>
                  </a:cubicBezTo>
                  <a:cubicBezTo>
                    <a:pt x="7206" y="3003"/>
                    <a:pt x="7273" y="3136"/>
                    <a:pt x="7339" y="3270"/>
                  </a:cubicBezTo>
                  <a:lnTo>
                    <a:pt x="7506" y="3670"/>
                  </a:lnTo>
                  <a:cubicBezTo>
                    <a:pt x="7606" y="3870"/>
                    <a:pt x="7706" y="4070"/>
                    <a:pt x="7806" y="4270"/>
                  </a:cubicBezTo>
                  <a:cubicBezTo>
                    <a:pt x="7806" y="4270"/>
                    <a:pt x="7773" y="4237"/>
                    <a:pt x="7773" y="4237"/>
                  </a:cubicBezTo>
                  <a:cubicBezTo>
                    <a:pt x="7740" y="4170"/>
                    <a:pt x="7706" y="4104"/>
                    <a:pt x="7640" y="4037"/>
                  </a:cubicBezTo>
                  <a:cubicBezTo>
                    <a:pt x="7606" y="3970"/>
                    <a:pt x="7573" y="3870"/>
                    <a:pt x="7506" y="3803"/>
                  </a:cubicBezTo>
                  <a:cubicBezTo>
                    <a:pt x="7406" y="3637"/>
                    <a:pt x="7339" y="3470"/>
                    <a:pt x="7239" y="3303"/>
                  </a:cubicBezTo>
                  <a:cubicBezTo>
                    <a:pt x="7173" y="3203"/>
                    <a:pt x="7106" y="3103"/>
                    <a:pt x="7073" y="2969"/>
                  </a:cubicBezTo>
                  <a:cubicBezTo>
                    <a:pt x="7006" y="2869"/>
                    <a:pt x="6972" y="2769"/>
                    <a:pt x="6939" y="2703"/>
                  </a:cubicBezTo>
                  <a:cubicBezTo>
                    <a:pt x="6872" y="2502"/>
                    <a:pt x="6806" y="2302"/>
                    <a:pt x="6772" y="2069"/>
                  </a:cubicBezTo>
                  <a:cubicBezTo>
                    <a:pt x="6739" y="1969"/>
                    <a:pt x="6739" y="1869"/>
                    <a:pt x="6772" y="1769"/>
                  </a:cubicBezTo>
                  <a:cubicBezTo>
                    <a:pt x="6772" y="1702"/>
                    <a:pt x="6772" y="1635"/>
                    <a:pt x="6772" y="1568"/>
                  </a:cubicBezTo>
                  <a:lnTo>
                    <a:pt x="6706" y="1568"/>
                  </a:lnTo>
                  <a:cubicBezTo>
                    <a:pt x="6539" y="1468"/>
                    <a:pt x="6339" y="1368"/>
                    <a:pt x="6172" y="1302"/>
                  </a:cubicBezTo>
                  <a:cubicBezTo>
                    <a:pt x="5805" y="1101"/>
                    <a:pt x="5438" y="935"/>
                    <a:pt x="5071" y="768"/>
                  </a:cubicBezTo>
                  <a:cubicBezTo>
                    <a:pt x="5071" y="801"/>
                    <a:pt x="5071" y="835"/>
                    <a:pt x="5071" y="835"/>
                  </a:cubicBezTo>
                  <a:cubicBezTo>
                    <a:pt x="5104" y="1035"/>
                    <a:pt x="5138" y="1168"/>
                    <a:pt x="5171" y="1335"/>
                  </a:cubicBezTo>
                  <a:cubicBezTo>
                    <a:pt x="5271" y="1602"/>
                    <a:pt x="5438" y="1835"/>
                    <a:pt x="5571" y="2069"/>
                  </a:cubicBezTo>
                  <a:cubicBezTo>
                    <a:pt x="5638" y="2169"/>
                    <a:pt x="5705" y="2302"/>
                    <a:pt x="5772" y="2402"/>
                  </a:cubicBezTo>
                  <a:cubicBezTo>
                    <a:pt x="5838" y="2536"/>
                    <a:pt x="5905" y="2636"/>
                    <a:pt x="5972" y="2769"/>
                  </a:cubicBezTo>
                  <a:cubicBezTo>
                    <a:pt x="6005" y="2803"/>
                    <a:pt x="6005" y="2869"/>
                    <a:pt x="6038" y="2903"/>
                  </a:cubicBezTo>
                  <a:cubicBezTo>
                    <a:pt x="6105" y="3103"/>
                    <a:pt x="6205" y="3303"/>
                    <a:pt x="6272" y="3470"/>
                  </a:cubicBezTo>
                  <a:cubicBezTo>
                    <a:pt x="6339" y="3603"/>
                    <a:pt x="6372" y="3703"/>
                    <a:pt x="6405" y="3837"/>
                  </a:cubicBezTo>
                  <a:cubicBezTo>
                    <a:pt x="6472" y="4003"/>
                    <a:pt x="6539" y="4170"/>
                    <a:pt x="6572" y="4337"/>
                  </a:cubicBezTo>
                  <a:cubicBezTo>
                    <a:pt x="6606" y="4404"/>
                    <a:pt x="6639" y="4470"/>
                    <a:pt x="6639" y="4537"/>
                  </a:cubicBezTo>
                  <a:cubicBezTo>
                    <a:pt x="6672" y="4637"/>
                    <a:pt x="6706" y="4737"/>
                    <a:pt x="6739" y="4837"/>
                  </a:cubicBezTo>
                  <a:cubicBezTo>
                    <a:pt x="6939" y="5471"/>
                    <a:pt x="7106" y="6105"/>
                    <a:pt x="7306" y="6705"/>
                  </a:cubicBezTo>
                  <a:cubicBezTo>
                    <a:pt x="7073" y="6172"/>
                    <a:pt x="6839" y="5605"/>
                    <a:pt x="6639" y="5038"/>
                  </a:cubicBezTo>
                  <a:cubicBezTo>
                    <a:pt x="6539" y="4804"/>
                    <a:pt x="6439" y="4537"/>
                    <a:pt x="6339" y="4270"/>
                  </a:cubicBezTo>
                  <a:cubicBezTo>
                    <a:pt x="6272" y="4104"/>
                    <a:pt x="6205" y="3903"/>
                    <a:pt x="6139" y="3703"/>
                  </a:cubicBezTo>
                  <a:cubicBezTo>
                    <a:pt x="6105" y="3670"/>
                    <a:pt x="6105" y="3637"/>
                    <a:pt x="6072" y="3603"/>
                  </a:cubicBezTo>
                  <a:cubicBezTo>
                    <a:pt x="6038" y="3503"/>
                    <a:pt x="6005" y="3403"/>
                    <a:pt x="5972" y="3336"/>
                  </a:cubicBezTo>
                  <a:cubicBezTo>
                    <a:pt x="5905" y="3236"/>
                    <a:pt x="5872" y="3136"/>
                    <a:pt x="5838" y="3036"/>
                  </a:cubicBezTo>
                  <a:cubicBezTo>
                    <a:pt x="5838" y="3003"/>
                    <a:pt x="5805" y="2969"/>
                    <a:pt x="5805" y="2936"/>
                  </a:cubicBezTo>
                  <a:cubicBezTo>
                    <a:pt x="5705" y="2769"/>
                    <a:pt x="5605" y="2569"/>
                    <a:pt x="5538" y="2402"/>
                  </a:cubicBezTo>
                  <a:cubicBezTo>
                    <a:pt x="5438" y="2236"/>
                    <a:pt x="5371" y="2102"/>
                    <a:pt x="5305" y="1969"/>
                  </a:cubicBezTo>
                  <a:cubicBezTo>
                    <a:pt x="5205" y="1769"/>
                    <a:pt x="5104" y="1568"/>
                    <a:pt x="5038" y="1335"/>
                  </a:cubicBezTo>
                  <a:cubicBezTo>
                    <a:pt x="5004" y="1135"/>
                    <a:pt x="4971" y="935"/>
                    <a:pt x="5004" y="734"/>
                  </a:cubicBezTo>
                  <a:cubicBezTo>
                    <a:pt x="4938" y="734"/>
                    <a:pt x="4838" y="701"/>
                    <a:pt x="4771" y="668"/>
                  </a:cubicBezTo>
                  <a:cubicBezTo>
                    <a:pt x="4504" y="601"/>
                    <a:pt x="4237" y="501"/>
                    <a:pt x="3937" y="434"/>
                  </a:cubicBezTo>
                  <a:cubicBezTo>
                    <a:pt x="3937" y="468"/>
                    <a:pt x="3904" y="501"/>
                    <a:pt x="3904" y="534"/>
                  </a:cubicBezTo>
                  <a:cubicBezTo>
                    <a:pt x="3837" y="768"/>
                    <a:pt x="3770" y="968"/>
                    <a:pt x="3737" y="1201"/>
                  </a:cubicBezTo>
                  <a:cubicBezTo>
                    <a:pt x="3703" y="1368"/>
                    <a:pt x="3703" y="1568"/>
                    <a:pt x="3703" y="1735"/>
                  </a:cubicBezTo>
                  <a:cubicBezTo>
                    <a:pt x="3703" y="1902"/>
                    <a:pt x="3703" y="2069"/>
                    <a:pt x="3737" y="2236"/>
                  </a:cubicBezTo>
                  <a:cubicBezTo>
                    <a:pt x="3737" y="2402"/>
                    <a:pt x="3770" y="2569"/>
                    <a:pt x="3804" y="2703"/>
                  </a:cubicBezTo>
                  <a:cubicBezTo>
                    <a:pt x="3837" y="2903"/>
                    <a:pt x="3870" y="3069"/>
                    <a:pt x="3904" y="3236"/>
                  </a:cubicBezTo>
                  <a:cubicBezTo>
                    <a:pt x="3970" y="3370"/>
                    <a:pt x="4004" y="3503"/>
                    <a:pt x="4037" y="3637"/>
                  </a:cubicBezTo>
                  <a:cubicBezTo>
                    <a:pt x="4137" y="3870"/>
                    <a:pt x="4204" y="4104"/>
                    <a:pt x="4271" y="4337"/>
                  </a:cubicBezTo>
                  <a:cubicBezTo>
                    <a:pt x="4170" y="4137"/>
                    <a:pt x="4037" y="3937"/>
                    <a:pt x="3970" y="3703"/>
                  </a:cubicBezTo>
                  <a:cubicBezTo>
                    <a:pt x="3904" y="3603"/>
                    <a:pt x="3837" y="3470"/>
                    <a:pt x="3770" y="3370"/>
                  </a:cubicBezTo>
                  <a:cubicBezTo>
                    <a:pt x="3737" y="3236"/>
                    <a:pt x="3670" y="3103"/>
                    <a:pt x="3637" y="2969"/>
                  </a:cubicBezTo>
                  <a:cubicBezTo>
                    <a:pt x="3570" y="2803"/>
                    <a:pt x="3537" y="2669"/>
                    <a:pt x="3503" y="2502"/>
                  </a:cubicBezTo>
                  <a:cubicBezTo>
                    <a:pt x="3437" y="2202"/>
                    <a:pt x="3403" y="1869"/>
                    <a:pt x="3437" y="1568"/>
                  </a:cubicBezTo>
                  <a:cubicBezTo>
                    <a:pt x="3470" y="1235"/>
                    <a:pt x="3537" y="935"/>
                    <a:pt x="3670" y="634"/>
                  </a:cubicBezTo>
                  <a:cubicBezTo>
                    <a:pt x="3703" y="568"/>
                    <a:pt x="3737" y="468"/>
                    <a:pt x="3770" y="401"/>
                  </a:cubicBezTo>
                  <a:cubicBezTo>
                    <a:pt x="3403" y="301"/>
                    <a:pt x="3003" y="234"/>
                    <a:pt x="2569" y="167"/>
                  </a:cubicBezTo>
                  <a:cubicBezTo>
                    <a:pt x="2369" y="134"/>
                    <a:pt x="2202" y="101"/>
                    <a:pt x="2002" y="101"/>
                  </a:cubicBezTo>
                  <a:cubicBezTo>
                    <a:pt x="2002" y="134"/>
                    <a:pt x="1969" y="167"/>
                    <a:pt x="1969" y="201"/>
                  </a:cubicBezTo>
                  <a:cubicBezTo>
                    <a:pt x="1902" y="401"/>
                    <a:pt x="1869" y="634"/>
                    <a:pt x="1835" y="835"/>
                  </a:cubicBezTo>
                  <a:cubicBezTo>
                    <a:pt x="1802" y="1001"/>
                    <a:pt x="1769" y="1168"/>
                    <a:pt x="1769" y="1335"/>
                  </a:cubicBezTo>
                  <a:cubicBezTo>
                    <a:pt x="1769" y="1502"/>
                    <a:pt x="1769" y="1635"/>
                    <a:pt x="1802" y="1802"/>
                  </a:cubicBezTo>
                  <a:cubicBezTo>
                    <a:pt x="1802" y="2002"/>
                    <a:pt x="1835" y="2202"/>
                    <a:pt x="1869" y="2402"/>
                  </a:cubicBezTo>
                  <a:cubicBezTo>
                    <a:pt x="1902" y="2536"/>
                    <a:pt x="1936" y="2669"/>
                    <a:pt x="1969" y="2769"/>
                  </a:cubicBezTo>
                  <a:lnTo>
                    <a:pt x="1936" y="2769"/>
                  </a:lnTo>
                  <a:cubicBezTo>
                    <a:pt x="1902" y="2636"/>
                    <a:pt x="1835" y="2502"/>
                    <a:pt x="1802" y="2369"/>
                  </a:cubicBezTo>
                  <a:cubicBezTo>
                    <a:pt x="1769" y="2269"/>
                    <a:pt x="1735" y="2169"/>
                    <a:pt x="1702" y="2069"/>
                  </a:cubicBezTo>
                  <a:cubicBezTo>
                    <a:pt x="1635" y="1902"/>
                    <a:pt x="1602" y="1735"/>
                    <a:pt x="1602" y="1568"/>
                  </a:cubicBezTo>
                  <a:cubicBezTo>
                    <a:pt x="1569" y="1201"/>
                    <a:pt x="1602" y="868"/>
                    <a:pt x="1702" y="534"/>
                  </a:cubicBezTo>
                  <a:cubicBezTo>
                    <a:pt x="1769" y="368"/>
                    <a:pt x="1835" y="234"/>
                    <a:pt x="1902" y="67"/>
                  </a:cubicBezTo>
                  <a:cubicBezTo>
                    <a:pt x="1435" y="34"/>
                    <a:pt x="1002" y="1"/>
                    <a:pt x="5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66"/>
            <p:cNvSpPr/>
            <p:nvPr/>
          </p:nvSpPr>
          <p:spPr>
            <a:xfrm>
              <a:off x="1989100" y="1141250"/>
              <a:ext cx="850" cy="25"/>
            </a:xfrm>
            <a:custGeom>
              <a:avLst/>
              <a:gdLst/>
              <a:ahLst/>
              <a:cxnLst/>
              <a:rect l="l" t="t" r="r" b="b"/>
              <a:pathLst>
                <a:path w="34" h="1" extrusionOk="0">
                  <a:moveTo>
                    <a:pt x="34" y="1"/>
                  </a:moveTo>
                  <a:cubicBezTo>
                    <a:pt x="34" y="1"/>
                    <a:pt x="34" y="1"/>
                    <a:pt x="34" y="1"/>
                  </a:cubicBezTo>
                  <a:cubicBezTo>
                    <a:pt x="34" y="1"/>
                    <a:pt x="0" y="1"/>
                    <a:pt x="0" y="1"/>
                  </a:cubicBezTo>
                  <a:cubicBezTo>
                    <a:pt x="34" y="1"/>
                    <a:pt x="34" y="1"/>
                    <a:pt x="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66"/>
            <p:cNvSpPr/>
            <p:nvPr/>
          </p:nvSpPr>
          <p:spPr>
            <a:xfrm>
              <a:off x="2299325" y="11971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66"/>
            <p:cNvSpPr/>
            <p:nvPr/>
          </p:nvSpPr>
          <p:spPr>
            <a:xfrm>
              <a:off x="2607025" y="1122075"/>
              <a:ext cx="25" cy="850"/>
            </a:xfrm>
            <a:custGeom>
              <a:avLst/>
              <a:gdLst/>
              <a:ahLst/>
              <a:cxnLst/>
              <a:rect l="l" t="t" r="r" b="b"/>
              <a:pathLst>
                <a:path w="1" h="34" extrusionOk="0">
                  <a:moveTo>
                    <a:pt x="1" y="34"/>
                  </a:moveTo>
                  <a:lnTo>
                    <a:pt x="1" y="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66"/>
            <p:cNvSpPr/>
            <p:nvPr/>
          </p:nvSpPr>
          <p:spPr>
            <a:xfrm>
              <a:off x="2280125" y="1002500"/>
              <a:ext cx="473700" cy="476525"/>
            </a:xfrm>
            <a:custGeom>
              <a:avLst/>
              <a:gdLst/>
              <a:ahLst/>
              <a:cxnLst/>
              <a:rect l="l" t="t" r="r" b="b"/>
              <a:pathLst>
                <a:path w="18948" h="19061" extrusionOk="0">
                  <a:moveTo>
                    <a:pt x="9841" y="12056"/>
                  </a:moveTo>
                  <a:lnTo>
                    <a:pt x="9839" y="12069"/>
                  </a:lnTo>
                  <a:lnTo>
                    <a:pt x="9839" y="12069"/>
                  </a:lnTo>
                  <a:cubicBezTo>
                    <a:pt x="9840" y="12065"/>
                    <a:pt x="9841" y="12061"/>
                    <a:pt x="9841" y="12056"/>
                  </a:cubicBezTo>
                  <a:close/>
                  <a:moveTo>
                    <a:pt x="15779" y="0"/>
                  </a:moveTo>
                  <a:cubicBezTo>
                    <a:pt x="15678" y="0"/>
                    <a:pt x="15577" y="5"/>
                    <a:pt x="15479" y="14"/>
                  </a:cubicBezTo>
                  <a:cubicBezTo>
                    <a:pt x="15045" y="47"/>
                    <a:pt x="14611" y="114"/>
                    <a:pt x="14178" y="180"/>
                  </a:cubicBezTo>
                  <a:cubicBezTo>
                    <a:pt x="14211" y="180"/>
                    <a:pt x="14211" y="214"/>
                    <a:pt x="14211" y="214"/>
                  </a:cubicBezTo>
                  <a:cubicBezTo>
                    <a:pt x="14344" y="514"/>
                    <a:pt x="14444" y="781"/>
                    <a:pt x="14578" y="1081"/>
                  </a:cubicBezTo>
                  <a:cubicBezTo>
                    <a:pt x="14611" y="1248"/>
                    <a:pt x="14678" y="1415"/>
                    <a:pt x="14745" y="1581"/>
                  </a:cubicBezTo>
                  <a:cubicBezTo>
                    <a:pt x="14845" y="1848"/>
                    <a:pt x="14911" y="2148"/>
                    <a:pt x="15012" y="2415"/>
                  </a:cubicBezTo>
                  <a:cubicBezTo>
                    <a:pt x="14911" y="2148"/>
                    <a:pt x="14811" y="1882"/>
                    <a:pt x="14678" y="1581"/>
                  </a:cubicBezTo>
                  <a:cubicBezTo>
                    <a:pt x="14645" y="1481"/>
                    <a:pt x="14578" y="1348"/>
                    <a:pt x="14545" y="1214"/>
                  </a:cubicBezTo>
                  <a:cubicBezTo>
                    <a:pt x="14444" y="981"/>
                    <a:pt x="14378" y="747"/>
                    <a:pt x="14278" y="514"/>
                  </a:cubicBezTo>
                  <a:cubicBezTo>
                    <a:pt x="14244" y="414"/>
                    <a:pt x="14178" y="280"/>
                    <a:pt x="14144" y="180"/>
                  </a:cubicBezTo>
                  <a:cubicBezTo>
                    <a:pt x="13911" y="214"/>
                    <a:pt x="13711" y="247"/>
                    <a:pt x="13477" y="280"/>
                  </a:cubicBezTo>
                  <a:lnTo>
                    <a:pt x="13377" y="314"/>
                  </a:lnTo>
                  <a:cubicBezTo>
                    <a:pt x="13010" y="380"/>
                    <a:pt x="12643" y="414"/>
                    <a:pt x="12276" y="447"/>
                  </a:cubicBezTo>
                  <a:cubicBezTo>
                    <a:pt x="12076" y="481"/>
                    <a:pt x="11843" y="514"/>
                    <a:pt x="11609" y="547"/>
                  </a:cubicBezTo>
                  <a:cubicBezTo>
                    <a:pt x="11642" y="614"/>
                    <a:pt x="11676" y="681"/>
                    <a:pt x="11709" y="747"/>
                  </a:cubicBezTo>
                  <a:cubicBezTo>
                    <a:pt x="11776" y="881"/>
                    <a:pt x="11876" y="1014"/>
                    <a:pt x="11943" y="1181"/>
                  </a:cubicBezTo>
                  <a:cubicBezTo>
                    <a:pt x="11976" y="1214"/>
                    <a:pt x="11976" y="1281"/>
                    <a:pt x="12009" y="1348"/>
                  </a:cubicBezTo>
                  <a:cubicBezTo>
                    <a:pt x="12056" y="1442"/>
                    <a:pt x="12087" y="1520"/>
                    <a:pt x="12124" y="1592"/>
                  </a:cubicBezTo>
                  <a:lnTo>
                    <a:pt x="12124" y="1592"/>
                  </a:lnTo>
                  <a:cubicBezTo>
                    <a:pt x="12082" y="1534"/>
                    <a:pt x="12046" y="1469"/>
                    <a:pt x="12009" y="1415"/>
                  </a:cubicBezTo>
                  <a:cubicBezTo>
                    <a:pt x="11976" y="1348"/>
                    <a:pt x="11909" y="1281"/>
                    <a:pt x="11876" y="1214"/>
                  </a:cubicBezTo>
                  <a:cubicBezTo>
                    <a:pt x="11809" y="1081"/>
                    <a:pt x="11709" y="948"/>
                    <a:pt x="11642" y="781"/>
                  </a:cubicBezTo>
                  <a:cubicBezTo>
                    <a:pt x="11609" y="714"/>
                    <a:pt x="11542" y="647"/>
                    <a:pt x="11509" y="581"/>
                  </a:cubicBezTo>
                  <a:lnTo>
                    <a:pt x="11376" y="581"/>
                  </a:lnTo>
                  <a:cubicBezTo>
                    <a:pt x="10875" y="681"/>
                    <a:pt x="10375" y="814"/>
                    <a:pt x="9875" y="948"/>
                  </a:cubicBezTo>
                  <a:cubicBezTo>
                    <a:pt x="9941" y="1048"/>
                    <a:pt x="9975" y="1148"/>
                    <a:pt x="10041" y="1248"/>
                  </a:cubicBezTo>
                  <a:cubicBezTo>
                    <a:pt x="10108" y="1348"/>
                    <a:pt x="10141" y="1448"/>
                    <a:pt x="10208" y="1581"/>
                  </a:cubicBezTo>
                  <a:cubicBezTo>
                    <a:pt x="10308" y="1848"/>
                    <a:pt x="10442" y="2115"/>
                    <a:pt x="10542" y="2382"/>
                  </a:cubicBezTo>
                  <a:cubicBezTo>
                    <a:pt x="10408" y="2115"/>
                    <a:pt x="10275" y="1848"/>
                    <a:pt x="10141" y="1581"/>
                  </a:cubicBezTo>
                  <a:cubicBezTo>
                    <a:pt x="10041" y="1381"/>
                    <a:pt x="9941" y="1181"/>
                    <a:pt x="9841" y="981"/>
                  </a:cubicBezTo>
                  <a:cubicBezTo>
                    <a:pt x="9741" y="1014"/>
                    <a:pt x="9608" y="1048"/>
                    <a:pt x="9474" y="1081"/>
                  </a:cubicBezTo>
                  <a:cubicBezTo>
                    <a:pt x="9141" y="1214"/>
                    <a:pt x="8740" y="1348"/>
                    <a:pt x="8407" y="1481"/>
                  </a:cubicBezTo>
                  <a:cubicBezTo>
                    <a:pt x="8107" y="1615"/>
                    <a:pt x="7840" y="1748"/>
                    <a:pt x="7540" y="1948"/>
                  </a:cubicBezTo>
                  <a:lnTo>
                    <a:pt x="7373" y="2082"/>
                  </a:lnTo>
                  <a:cubicBezTo>
                    <a:pt x="7506" y="2282"/>
                    <a:pt x="7606" y="2482"/>
                    <a:pt x="7740" y="2715"/>
                  </a:cubicBezTo>
                  <a:cubicBezTo>
                    <a:pt x="7873" y="2982"/>
                    <a:pt x="7973" y="3249"/>
                    <a:pt x="8107" y="3483"/>
                  </a:cubicBezTo>
                  <a:cubicBezTo>
                    <a:pt x="7906" y="3249"/>
                    <a:pt x="7773" y="3016"/>
                    <a:pt x="7640" y="2749"/>
                  </a:cubicBezTo>
                  <a:cubicBezTo>
                    <a:pt x="7540" y="2549"/>
                    <a:pt x="7406" y="2315"/>
                    <a:pt x="7339" y="2082"/>
                  </a:cubicBezTo>
                  <a:cubicBezTo>
                    <a:pt x="6972" y="2349"/>
                    <a:pt x="6639" y="2615"/>
                    <a:pt x="6305" y="2849"/>
                  </a:cubicBezTo>
                  <a:cubicBezTo>
                    <a:pt x="6072" y="3049"/>
                    <a:pt x="5772" y="3249"/>
                    <a:pt x="5505" y="3449"/>
                  </a:cubicBezTo>
                  <a:cubicBezTo>
                    <a:pt x="5505" y="3483"/>
                    <a:pt x="5471" y="3483"/>
                    <a:pt x="5438" y="3516"/>
                  </a:cubicBezTo>
                  <a:cubicBezTo>
                    <a:pt x="5471" y="3583"/>
                    <a:pt x="5538" y="3683"/>
                    <a:pt x="5571" y="3750"/>
                  </a:cubicBezTo>
                  <a:cubicBezTo>
                    <a:pt x="5705" y="4050"/>
                    <a:pt x="5838" y="4350"/>
                    <a:pt x="5905" y="4650"/>
                  </a:cubicBezTo>
                  <a:cubicBezTo>
                    <a:pt x="5938" y="4784"/>
                    <a:pt x="5972" y="4917"/>
                    <a:pt x="6005" y="5084"/>
                  </a:cubicBezTo>
                  <a:cubicBezTo>
                    <a:pt x="6105" y="5518"/>
                    <a:pt x="6139" y="5951"/>
                    <a:pt x="6205" y="6418"/>
                  </a:cubicBezTo>
                  <a:lnTo>
                    <a:pt x="6172" y="6418"/>
                  </a:lnTo>
                  <a:cubicBezTo>
                    <a:pt x="6105" y="6118"/>
                    <a:pt x="6005" y="5851"/>
                    <a:pt x="5905" y="5551"/>
                  </a:cubicBezTo>
                  <a:cubicBezTo>
                    <a:pt x="5805" y="5184"/>
                    <a:pt x="5705" y="4817"/>
                    <a:pt x="5571" y="4450"/>
                  </a:cubicBezTo>
                  <a:cubicBezTo>
                    <a:pt x="5471" y="4183"/>
                    <a:pt x="5338" y="3916"/>
                    <a:pt x="5238" y="3650"/>
                  </a:cubicBezTo>
                  <a:cubicBezTo>
                    <a:pt x="4804" y="3916"/>
                    <a:pt x="4337" y="4183"/>
                    <a:pt x="3837" y="4483"/>
                  </a:cubicBezTo>
                  <a:cubicBezTo>
                    <a:pt x="3670" y="4584"/>
                    <a:pt x="3503" y="4650"/>
                    <a:pt x="3337" y="4750"/>
                  </a:cubicBezTo>
                  <a:cubicBezTo>
                    <a:pt x="3337" y="4750"/>
                    <a:pt x="3370" y="4750"/>
                    <a:pt x="3370" y="4784"/>
                  </a:cubicBezTo>
                  <a:cubicBezTo>
                    <a:pt x="3437" y="4984"/>
                    <a:pt x="3537" y="5184"/>
                    <a:pt x="3637" y="5384"/>
                  </a:cubicBezTo>
                  <a:cubicBezTo>
                    <a:pt x="3737" y="5584"/>
                    <a:pt x="3837" y="5751"/>
                    <a:pt x="3937" y="5951"/>
                  </a:cubicBezTo>
                  <a:cubicBezTo>
                    <a:pt x="4037" y="6185"/>
                    <a:pt x="4170" y="6385"/>
                    <a:pt x="4304" y="6618"/>
                  </a:cubicBezTo>
                  <a:cubicBezTo>
                    <a:pt x="4137" y="6418"/>
                    <a:pt x="3970" y="6218"/>
                    <a:pt x="3804" y="6018"/>
                  </a:cubicBezTo>
                  <a:cubicBezTo>
                    <a:pt x="3670" y="5818"/>
                    <a:pt x="3537" y="5651"/>
                    <a:pt x="3437" y="5451"/>
                  </a:cubicBezTo>
                  <a:cubicBezTo>
                    <a:pt x="3337" y="5251"/>
                    <a:pt x="3270" y="5051"/>
                    <a:pt x="3170" y="4884"/>
                  </a:cubicBezTo>
                  <a:cubicBezTo>
                    <a:pt x="3170" y="4850"/>
                    <a:pt x="3170" y="4850"/>
                    <a:pt x="3170" y="4817"/>
                  </a:cubicBezTo>
                  <a:cubicBezTo>
                    <a:pt x="2803" y="5017"/>
                    <a:pt x="2503" y="5151"/>
                    <a:pt x="2169" y="5284"/>
                  </a:cubicBezTo>
                  <a:cubicBezTo>
                    <a:pt x="1802" y="5384"/>
                    <a:pt x="1435" y="5484"/>
                    <a:pt x="1068" y="5584"/>
                  </a:cubicBezTo>
                  <a:lnTo>
                    <a:pt x="868" y="5651"/>
                  </a:lnTo>
                  <a:cubicBezTo>
                    <a:pt x="701" y="5684"/>
                    <a:pt x="535" y="5751"/>
                    <a:pt x="401" y="5784"/>
                  </a:cubicBezTo>
                  <a:lnTo>
                    <a:pt x="368" y="5784"/>
                  </a:lnTo>
                  <a:cubicBezTo>
                    <a:pt x="401" y="5918"/>
                    <a:pt x="434" y="6018"/>
                    <a:pt x="468" y="6118"/>
                  </a:cubicBezTo>
                  <a:cubicBezTo>
                    <a:pt x="535" y="6351"/>
                    <a:pt x="601" y="6618"/>
                    <a:pt x="668" y="6852"/>
                  </a:cubicBezTo>
                  <a:cubicBezTo>
                    <a:pt x="801" y="7319"/>
                    <a:pt x="901" y="7819"/>
                    <a:pt x="901" y="8320"/>
                  </a:cubicBezTo>
                  <a:cubicBezTo>
                    <a:pt x="935" y="8453"/>
                    <a:pt x="935" y="8620"/>
                    <a:pt x="901" y="8787"/>
                  </a:cubicBezTo>
                  <a:cubicBezTo>
                    <a:pt x="901" y="8920"/>
                    <a:pt x="901" y="9020"/>
                    <a:pt x="901" y="9153"/>
                  </a:cubicBezTo>
                  <a:cubicBezTo>
                    <a:pt x="901" y="9254"/>
                    <a:pt x="901" y="9354"/>
                    <a:pt x="868" y="9420"/>
                  </a:cubicBezTo>
                  <a:cubicBezTo>
                    <a:pt x="868" y="9520"/>
                    <a:pt x="868" y="9620"/>
                    <a:pt x="868" y="9687"/>
                  </a:cubicBezTo>
                  <a:lnTo>
                    <a:pt x="801" y="10321"/>
                  </a:lnTo>
                  <a:cubicBezTo>
                    <a:pt x="801" y="10421"/>
                    <a:pt x="768" y="10554"/>
                    <a:pt x="768" y="10655"/>
                  </a:cubicBezTo>
                  <a:cubicBezTo>
                    <a:pt x="735" y="10788"/>
                    <a:pt x="701" y="10888"/>
                    <a:pt x="701" y="11021"/>
                  </a:cubicBezTo>
                  <a:cubicBezTo>
                    <a:pt x="701" y="11088"/>
                    <a:pt x="668" y="11155"/>
                    <a:pt x="668" y="11222"/>
                  </a:cubicBezTo>
                  <a:cubicBezTo>
                    <a:pt x="635" y="11355"/>
                    <a:pt x="601" y="11488"/>
                    <a:pt x="568" y="11622"/>
                  </a:cubicBezTo>
                  <a:cubicBezTo>
                    <a:pt x="501" y="11822"/>
                    <a:pt x="468" y="12022"/>
                    <a:pt x="401" y="12222"/>
                  </a:cubicBezTo>
                  <a:cubicBezTo>
                    <a:pt x="334" y="12422"/>
                    <a:pt x="301" y="12589"/>
                    <a:pt x="234" y="12789"/>
                  </a:cubicBezTo>
                  <a:cubicBezTo>
                    <a:pt x="234" y="12823"/>
                    <a:pt x="234" y="12856"/>
                    <a:pt x="234" y="12856"/>
                  </a:cubicBezTo>
                  <a:cubicBezTo>
                    <a:pt x="234" y="12923"/>
                    <a:pt x="201" y="12990"/>
                    <a:pt x="201" y="13056"/>
                  </a:cubicBezTo>
                  <a:cubicBezTo>
                    <a:pt x="168" y="13156"/>
                    <a:pt x="168" y="13256"/>
                    <a:pt x="134" y="13356"/>
                  </a:cubicBezTo>
                  <a:cubicBezTo>
                    <a:pt x="101" y="13523"/>
                    <a:pt x="101" y="13690"/>
                    <a:pt x="68" y="13857"/>
                  </a:cubicBezTo>
                  <a:cubicBezTo>
                    <a:pt x="68" y="13924"/>
                    <a:pt x="68" y="13990"/>
                    <a:pt x="68" y="14024"/>
                  </a:cubicBezTo>
                  <a:cubicBezTo>
                    <a:pt x="34" y="14090"/>
                    <a:pt x="34" y="14157"/>
                    <a:pt x="34" y="14224"/>
                  </a:cubicBezTo>
                  <a:cubicBezTo>
                    <a:pt x="34" y="14424"/>
                    <a:pt x="1" y="14624"/>
                    <a:pt x="1" y="14824"/>
                  </a:cubicBezTo>
                  <a:cubicBezTo>
                    <a:pt x="1" y="15024"/>
                    <a:pt x="1" y="15191"/>
                    <a:pt x="1" y="15391"/>
                  </a:cubicBezTo>
                  <a:cubicBezTo>
                    <a:pt x="1" y="15591"/>
                    <a:pt x="1" y="15792"/>
                    <a:pt x="34" y="16025"/>
                  </a:cubicBezTo>
                  <a:cubicBezTo>
                    <a:pt x="68" y="16359"/>
                    <a:pt x="134" y="16692"/>
                    <a:pt x="201" y="16992"/>
                  </a:cubicBezTo>
                  <a:cubicBezTo>
                    <a:pt x="301" y="17326"/>
                    <a:pt x="401" y="17660"/>
                    <a:pt x="501" y="17960"/>
                  </a:cubicBezTo>
                  <a:cubicBezTo>
                    <a:pt x="568" y="18093"/>
                    <a:pt x="601" y="18227"/>
                    <a:pt x="668" y="18360"/>
                  </a:cubicBezTo>
                  <a:cubicBezTo>
                    <a:pt x="701" y="18460"/>
                    <a:pt x="735" y="18594"/>
                    <a:pt x="801" y="18694"/>
                  </a:cubicBezTo>
                  <a:cubicBezTo>
                    <a:pt x="835" y="18794"/>
                    <a:pt x="901" y="18927"/>
                    <a:pt x="935" y="19061"/>
                  </a:cubicBezTo>
                  <a:cubicBezTo>
                    <a:pt x="1268" y="18927"/>
                    <a:pt x="1569" y="18827"/>
                    <a:pt x="1869" y="18694"/>
                  </a:cubicBezTo>
                  <a:cubicBezTo>
                    <a:pt x="1869" y="18660"/>
                    <a:pt x="1902" y="18660"/>
                    <a:pt x="1902" y="18660"/>
                  </a:cubicBezTo>
                  <a:lnTo>
                    <a:pt x="1902" y="18627"/>
                  </a:lnTo>
                  <a:cubicBezTo>
                    <a:pt x="1802" y="18360"/>
                    <a:pt x="1735" y="18060"/>
                    <a:pt x="1669" y="17760"/>
                  </a:cubicBezTo>
                  <a:cubicBezTo>
                    <a:pt x="1602" y="17593"/>
                    <a:pt x="1569" y="17426"/>
                    <a:pt x="1535" y="17259"/>
                  </a:cubicBezTo>
                  <a:cubicBezTo>
                    <a:pt x="1502" y="17092"/>
                    <a:pt x="1469" y="16926"/>
                    <a:pt x="1435" y="16759"/>
                  </a:cubicBezTo>
                  <a:cubicBezTo>
                    <a:pt x="1435" y="16692"/>
                    <a:pt x="1435" y="16659"/>
                    <a:pt x="1402" y="16592"/>
                  </a:cubicBezTo>
                  <a:lnTo>
                    <a:pt x="1368" y="16259"/>
                  </a:lnTo>
                  <a:cubicBezTo>
                    <a:pt x="1368" y="16192"/>
                    <a:pt x="1368" y="16158"/>
                    <a:pt x="1368" y="16092"/>
                  </a:cubicBezTo>
                  <a:cubicBezTo>
                    <a:pt x="1368" y="15958"/>
                    <a:pt x="1368" y="15858"/>
                    <a:pt x="1335" y="15725"/>
                  </a:cubicBezTo>
                  <a:cubicBezTo>
                    <a:pt x="1335" y="15691"/>
                    <a:pt x="1335" y="15625"/>
                    <a:pt x="1335" y="15591"/>
                  </a:cubicBezTo>
                  <a:cubicBezTo>
                    <a:pt x="1335" y="15458"/>
                    <a:pt x="1335" y="15358"/>
                    <a:pt x="1368" y="15224"/>
                  </a:cubicBezTo>
                  <a:cubicBezTo>
                    <a:pt x="1368" y="14924"/>
                    <a:pt x="1368" y="14591"/>
                    <a:pt x="1402" y="14257"/>
                  </a:cubicBezTo>
                  <a:cubicBezTo>
                    <a:pt x="1435" y="14090"/>
                    <a:pt x="1435" y="13957"/>
                    <a:pt x="1435" y="13823"/>
                  </a:cubicBezTo>
                  <a:lnTo>
                    <a:pt x="1469" y="13457"/>
                  </a:lnTo>
                  <a:cubicBezTo>
                    <a:pt x="1502" y="13356"/>
                    <a:pt x="1502" y="13290"/>
                    <a:pt x="1502" y="13223"/>
                  </a:cubicBezTo>
                  <a:cubicBezTo>
                    <a:pt x="1535" y="13023"/>
                    <a:pt x="1569" y="12856"/>
                    <a:pt x="1602" y="12689"/>
                  </a:cubicBezTo>
                  <a:cubicBezTo>
                    <a:pt x="1635" y="12589"/>
                    <a:pt x="1635" y="12489"/>
                    <a:pt x="1669" y="12389"/>
                  </a:cubicBezTo>
                  <a:cubicBezTo>
                    <a:pt x="1669" y="12356"/>
                    <a:pt x="1669" y="12322"/>
                    <a:pt x="1669" y="12289"/>
                  </a:cubicBezTo>
                  <a:cubicBezTo>
                    <a:pt x="1769" y="11955"/>
                    <a:pt x="1869" y="11589"/>
                    <a:pt x="1936" y="11255"/>
                  </a:cubicBezTo>
                  <a:cubicBezTo>
                    <a:pt x="2036" y="10921"/>
                    <a:pt x="2136" y="10554"/>
                    <a:pt x="2236" y="10221"/>
                  </a:cubicBezTo>
                  <a:lnTo>
                    <a:pt x="2269" y="10087"/>
                  </a:lnTo>
                  <a:cubicBezTo>
                    <a:pt x="2302" y="9954"/>
                    <a:pt x="2336" y="9854"/>
                    <a:pt x="2369" y="9721"/>
                  </a:cubicBezTo>
                  <a:cubicBezTo>
                    <a:pt x="2403" y="9587"/>
                    <a:pt x="2436" y="9454"/>
                    <a:pt x="2469" y="9320"/>
                  </a:cubicBezTo>
                  <a:cubicBezTo>
                    <a:pt x="2536" y="8953"/>
                    <a:pt x="2636" y="8586"/>
                    <a:pt x="2736" y="8219"/>
                  </a:cubicBezTo>
                  <a:lnTo>
                    <a:pt x="2736" y="8219"/>
                  </a:lnTo>
                  <a:cubicBezTo>
                    <a:pt x="2736" y="8286"/>
                    <a:pt x="2736" y="8320"/>
                    <a:pt x="2703" y="8386"/>
                  </a:cubicBezTo>
                  <a:cubicBezTo>
                    <a:pt x="2669" y="8720"/>
                    <a:pt x="2636" y="9053"/>
                    <a:pt x="2569" y="9420"/>
                  </a:cubicBezTo>
                  <a:cubicBezTo>
                    <a:pt x="2536" y="9587"/>
                    <a:pt x="2536" y="9754"/>
                    <a:pt x="2503" y="9921"/>
                  </a:cubicBezTo>
                  <a:cubicBezTo>
                    <a:pt x="2469" y="10054"/>
                    <a:pt x="2469" y="10188"/>
                    <a:pt x="2436" y="10321"/>
                  </a:cubicBezTo>
                  <a:cubicBezTo>
                    <a:pt x="2369" y="10688"/>
                    <a:pt x="2302" y="11021"/>
                    <a:pt x="2236" y="11355"/>
                  </a:cubicBezTo>
                  <a:cubicBezTo>
                    <a:pt x="2169" y="11722"/>
                    <a:pt x="2102" y="12056"/>
                    <a:pt x="2002" y="12422"/>
                  </a:cubicBezTo>
                  <a:cubicBezTo>
                    <a:pt x="1969" y="12689"/>
                    <a:pt x="1936" y="12990"/>
                    <a:pt x="1869" y="13290"/>
                  </a:cubicBezTo>
                  <a:cubicBezTo>
                    <a:pt x="1835" y="13723"/>
                    <a:pt x="1769" y="14157"/>
                    <a:pt x="1702" y="14591"/>
                  </a:cubicBezTo>
                  <a:cubicBezTo>
                    <a:pt x="1702" y="14691"/>
                    <a:pt x="1702" y="14791"/>
                    <a:pt x="1669" y="14891"/>
                  </a:cubicBezTo>
                  <a:lnTo>
                    <a:pt x="1669" y="15091"/>
                  </a:lnTo>
                  <a:cubicBezTo>
                    <a:pt x="1635" y="15191"/>
                    <a:pt x="1635" y="15291"/>
                    <a:pt x="1635" y="15391"/>
                  </a:cubicBezTo>
                  <a:cubicBezTo>
                    <a:pt x="1635" y="15425"/>
                    <a:pt x="1602" y="15491"/>
                    <a:pt x="1602" y="15558"/>
                  </a:cubicBezTo>
                  <a:cubicBezTo>
                    <a:pt x="1602" y="15591"/>
                    <a:pt x="1602" y="15591"/>
                    <a:pt x="1602" y="15625"/>
                  </a:cubicBezTo>
                  <a:cubicBezTo>
                    <a:pt x="1602" y="15792"/>
                    <a:pt x="1602" y="15958"/>
                    <a:pt x="1569" y="16125"/>
                  </a:cubicBezTo>
                  <a:cubicBezTo>
                    <a:pt x="1569" y="16158"/>
                    <a:pt x="1569" y="16192"/>
                    <a:pt x="1569" y="16225"/>
                  </a:cubicBezTo>
                  <a:cubicBezTo>
                    <a:pt x="1569" y="16259"/>
                    <a:pt x="1602" y="16325"/>
                    <a:pt x="1602" y="16359"/>
                  </a:cubicBezTo>
                  <a:cubicBezTo>
                    <a:pt x="1602" y="16459"/>
                    <a:pt x="1602" y="16525"/>
                    <a:pt x="1602" y="16625"/>
                  </a:cubicBezTo>
                  <a:cubicBezTo>
                    <a:pt x="1602" y="16759"/>
                    <a:pt x="1635" y="16926"/>
                    <a:pt x="1669" y="17092"/>
                  </a:cubicBezTo>
                  <a:cubicBezTo>
                    <a:pt x="1669" y="17126"/>
                    <a:pt x="1669" y="17159"/>
                    <a:pt x="1669" y="17193"/>
                  </a:cubicBezTo>
                  <a:cubicBezTo>
                    <a:pt x="1702" y="17293"/>
                    <a:pt x="1702" y="17393"/>
                    <a:pt x="1735" y="17493"/>
                  </a:cubicBezTo>
                  <a:cubicBezTo>
                    <a:pt x="1735" y="17626"/>
                    <a:pt x="1769" y="17760"/>
                    <a:pt x="1802" y="17926"/>
                  </a:cubicBezTo>
                  <a:cubicBezTo>
                    <a:pt x="1835" y="18160"/>
                    <a:pt x="1869" y="18393"/>
                    <a:pt x="1969" y="18627"/>
                  </a:cubicBezTo>
                  <a:cubicBezTo>
                    <a:pt x="2169" y="18527"/>
                    <a:pt x="2403" y="18393"/>
                    <a:pt x="2603" y="18293"/>
                  </a:cubicBezTo>
                  <a:lnTo>
                    <a:pt x="2769" y="18193"/>
                  </a:lnTo>
                  <a:cubicBezTo>
                    <a:pt x="2836" y="18160"/>
                    <a:pt x="2903" y="18127"/>
                    <a:pt x="3003" y="18060"/>
                  </a:cubicBezTo>
                  <a:cubicBezTo>
                    <a:pt x="3003" y="18060"/>
                    <a:pt x="3036" y="18026"/>
                    <a:pt x="3036" y="17993"/>
                  </a:cubicBezTo>
                  <a:cubicBezTo>
                    <a:pt x="3103" y="17826"/>
                    <a:pt x="3136" y="17660"/>
                    <a:pt x="3170" y="17459"/>
                  </a:cubicBezTo>
                  <a:cubicBezTo>
                    <a:pt x="3236" y="17193"/>
                    <a:pt x="3270" y="16926"/>
                    <a:pt x="3337" y="16625"/>
                  </a:cubicBezTo>
                  <a:cubicBezTo>
                    <a:pt x="3403" y="16425"/>
                    <a:pt x="3437" y="16192"/>
                    <a:pt x="3503" y="15992"/>
                  </a:cubicBezTo>
                  <a:cubicBezTo>
                    <a:pt x="3603" y="15558"/>
                    <a:pt x="3703" y="15124"/>
                    <a:pt x="3837" y="14657"/>
                  </a:cubicBezTo>
                  <a:lnTo>
                    <a:pt x="3837" y="14657"/>
                  </a:lnTo>
                  <a:cubicBezTo>
                    <a:pt x="3804" y="14991"/>
                    <a:pt x="3770" y="15358"/>
                    <a:pt x="3737" y="15691"/>
                  </a:cubicBezTo>
                  <a:cubicBezTo>
                    <a:pt x="3703" y="15892"/>
                    <a:pt x="3670" y="16058"/>
                    <a:pt x="3637" y="16259"/>
                  </a:cubicBezTo>
                  <a:cubicBezTo>
                    <a:pt x="3603" y="16492"/>
                    <a:pt x="3537" y="16726"/>
                    <a:pt x="3503" y="16959"/>
                  </a:cubicBezTo>
                  <a:cubicBezTo>
                    <a:pt x="3470" y="17126"/>
                    <a:pt x="3437" y="17259"/>
                    <a:pt x="3403" y="17426"/>
                  </a:cubicBezTo>
                  <a:cubicBezTo>
                    <a:pt x="3370" y="17593"/>
                    <a:pt x="3303" y="17760"/>
                    <a:pt x="3236" y="17926"/>
                  </a:cubicBezTo>
                  <a:cubicBezTo>
                    <a:pt x="3370" y="17860"/>
                    <a:pt x="3503" y="17793"/>
                    <a:pt x="3637" y="17693"/>
                  </a:cubicBezTo>
                  <a:cubicBezTo>
                    <a:pt x="3770" y="17626"/>
                    <a:pt x="3904" y="17526"/>
                    <a:pt x="4004" y="17459"/>
                  </a:cubicBezTo>
                  <a:cubicBezTo>
                    <a:pt x="4204" y="17359"/>
                    <a:pt x="4371" y="17259"/>
                    <a:pt x="4537" y="17159"/>
                  </a:cubicBezTo>
                  <a:cubicBezTo>
                    <a:pt x="4738" y="17026"/>
                    <a:pt x="4938" y="16892"/>
                    <a:pt x="5104" y="16759"/>
                  </a:cubicBezTo>
                  <a:cubicBezTo>
                    <a:pt x="5138" y="16692"/>
                    <a:pt x="5138" y="16625"/>
                    <a:pt x="5171" y="16525"/>
                  </a:cubicBezTo>
                  <a:lnTo>
                    <a:pt x="5171" y="16559"/>
                  </a:lnTo>
                  <a:cubicBezTo>
                    <a:pt x="5205" y="16292"/>
                    <a:pt x="5238" y="16058"/>
                    <a:pt x="5271" y="15825"/>
                  </a:cubicBezTo>
                  <a:cubicBezTo>
                    <a:pt x="5305" y="15758"/>
                    <a:pt x="5305" y="15691"/>
                    <a:pt x="5305" y="15658"/>
                  </a:cubicBezTo>
                  <a:lnTo>
                    <a:pt x="5405" y="15358"/>
                  </a:lnTo>
                  <a:lnTo>
                    <a:pt x="5438" y="15124"/>
                  </a:lnTo>
                  <a:cubicBezTo>
                    <a:pt x="5471" y="15058"/>
                    <a:pt x="5471" y="15024"/>
                    <a:pt x="5505" y="14991"/>
                  </a:cubicBezTo>
                  <a:cubicBezTo>
                    <a:pt x="5538" y="14858"/>
                    <a:pt x="5571" y="14691"/>
                    <a:pt x="5638" y="14557"/>
                  </a:cubicBezTo>
                  <a:cubicBezTo>
                    <a:pt x="5738" y="14257"/>
                    <a:pt x="5872" y="13957"/>
                    <a:pt x="6005" y="13657"/>
                  </a:cubicBezTo>
                  <a:lnTo>
                    <a:pt x="6005" y="13657"/>
                  </a:lnTo>
                  <a:cubicBezTo>
                    <a:pt x="5905" y="13990"/>
                    <a:pt x="5805" y="14290"/>
                    <a:pt x="5738" y="14591"/>
                  </a:cubicBezTo>
                  <a:cubicBezTo>
                    <a:pt x="5672" y="14724"/>
                    <a:pt x="5638" y="14858"/>
                    <a:pt x="5605" y="14991"/>
                  </a:cubicBezTo>
                  <a:cubicBezTo>
                    <a:pt x="5605" y="15024"/>
                    <a:pt x="5571" y="15091"/>
                    <a:pt x="5571" y="15124"/>
                  </a:cubicBezTo>
                  <a:cubicBezTo>
                    <a:pt x="5538" y="15191"/>
                    <a:pt x="5538" y="15258"/>
                    <a:pt x="5538" y="15325"/>
                  </a:cubicBezTo>
                  <a:cubicBezTo>
                    <a:pt x="5505" y="15425"/>
                    <a:pt x="5471" y="15525"/>
                    <a:pt x="5471" y="15625"/>
                  </a:cubicBezTo>
                  <a:cubicBezTo>
                    <a:pt x="5438" y="15658"/>
                    <a:pt x="5438" y="15691"/>
                    <a:pt x="5438" y="15725"/>
                  </a:cubicBezTo>
                  <a:cubicBezTo>
                    <a:pt x="5405" y="15925"/>
                    <a:pt x="5371" y="16092"/>
                    <a:pt x="5338" y="16259"/>
                  </a:cubicBezTo>
                  <a:cubicBezTo>
                    <a:pt x="5305" y="16392"/>
                    <a:pt x="5271" y="16492"/>
                    <a:pt x="5238" y="16625"/>
                  </a:cubicBezTo>
                  <a:cubicBezTo>
                    <a:pt x="5238" y="16659"/>
                    <a:pt x="5238" y="16659"/>
                    <a:pt x="5238" y="16692"/>
                  </a:cubicBezTo>
                  <a:cubicBezTo>
                    <a:pt x="5338" y="16592"/>
                    <a:pt x="5471" y="16525"/>
                    <a:pt x="5571" y="16459"/>
                  </a:cubicBezTo>
                  <a:cubicBezTo>
                    <a:pt x="6139" y="16025"/>
                    <a:pt x="6639" y="15625"/>
                    <a:pt x="7139" y="15224"/>
                  </a:cubicBezTo>
                  <a:cubicBezTo>
                    <a:pt x="7306" y="15091"/>
                    <a:pt x="7473" y="14958"/>
                    <a:pt x="7640" y="14824"/>
                  </a:cubicBezTo>
                  <a:cubicBezTo>
                    <a:pt x="7973" y="14557"/>
                    <a:pt x="8307" y="14257"/>
                    <a:pt x="8640" y="13990"/>
                  </a:cubicBezTo>
                  <a:cubicBezTo>
                    <a:pt x="8974" y="13657"/>
                    <a:pt x="9341" y="13323"/>
                    <a:pt x="9641" y="13023"/>
                  </a:cubicBezTo>
                  <a:cubicBezTo>
                    <a:pt x="9641" y="12956"/>
                    <a:pt x="9674" y="12923"/>
                    <a:pt x="9674" y="12889"/>
                  </a:cubicBezTo>
                  <a:lnTo>
                    <a:pt x="9774" y="12456"/>
                  </a:lnTo>
                  <a:lnTo>
                    <a:pt x="9839" y="12069"/>
                  </a:lnTo>
                  <a:lnTo>
                    <a:pt x="9839" y="12069"/>
                  </a:lnTo>
                  <a:cubicBezTo>
                    <a:pt x="9831" y="12089"/>
                    <a:pt x="9808" y="12089"/>
                    <a:pt x="9808" y="12089"/>
                  </a:cubicBezTo>
                  <a:cubicBezTo>
                    <a:pt x="9841" y="12022"/>
                    <a:pt x="9841" y="11922"/>
                    <a:pt x="9841" y="11855"/>
                  </a:cubicBezTo>
                  <a:cubicBezTo>
                    <a:pt x="9841" y="11822"/>
                    <a:pt x="9841" y="11755"/>
                    <a:pt x="9841" y="11722"/>
                  </a:cubicBezTo>
                  <a:cubicBezTo>
                    <a:pt x="9841" y="11589"/>
                    <a:pt x="9841" y="11455"/>
                    <a:pt x="9841" y="11355"/>
                  </a:cubicBezTo>
                  <a:cubicBezTo>
                    <a:pt x="9841" y="11222"/>
                    <a:pt x="9841" y="11122"/>
                    <a:pt x="9841" y="10988"/>
                  </a:cubicBezTo>
                  <a:cubicBezTo>
                    <a:pt x="9841" y="10888"/>
                    <a:pt x="9841" y="10788"/>
                    <a:pt x="9841" y="10688"/>
                  </a:cubicBezTo>
                  <a:cubicBezTo>
                    <a:pt x="9808" y="10254"/>
                    <a:pt x="9774" y="9787"/>
                    <a:pt x="9774" y="9354"/>
                  </a:cubicBezTo>
                  <a:cubicBezTo>
                    <a:pt x="9741" y="9120"/>
                    <a:pt x="9741" y="8887"/>
                    <a:pt x="9708" y="8653"/>
                  </a:cubicBezTo>
                  <a:cubicBezTo>
                    <a:pt x="9708" y="8420"/>
                    <a:pt x="9708" y="8219"/>
                    <a:pt x="9708" y="7986"/>
                  </a:cubicBezTo>
                  <a:cubicBezTo>
                    <a:pt x="9708" y="7886"/>
                    <a:pt x="9708" y="7786"/>
                    <a:pt x="9708" y="7686"/>
                  </a:cubicBezTo>
                  <a:cubicBezTo>
                    <a:pt x="9741" y="7552"/>
                    <a:pt x="9741" y="7386"/>
                    <a:pt x="9774" y="7252"/>
                  </a:cubicBezTo>
                  <a:cubicBezTo>
                    <a:pt x="9774" y="7152"/>
                    <a:pt x="9808" y="7052"/>
                    <a:pt x="9808" y="6952"/>
                  </a:cubicBezTo>
                  <a:cubicBezTo>
                    <a:pt x="9841" y="6852"/>
                    <a:pt x="9875" y="6718"/>
                    <a:pt x="9875" y="6585"/>
                  </a:cubicBezTo>
                  <a:cubicBezTo>
                    <a:pt x="9908" y="6485"/>
                    <a:pt x="9941" y="6351"/>
                    <a:pt x="9941" y="6251"/>
                  </a:cubicBezTo>
                  <a:cubicBezTo>
                    <a:pt x="9975" y="6151"/>
                    <a:pt x="10008" y="6085"/>
                    <a:pt x="10008" y="5985"/>
                  </a:cubicBezTo>
                  <a:cubicBezTo>
                    <a:pt x="10075" y="5751"/>
                    <a:pt x="10108" y="5551"/>
                    <a:pt x="10175" y="5317"/>
                  </a:cubicBezTo>
                  <a:cubicBezTo>
                    <a:pt x="10208" y="5184"/>
                    <a:pt x="10241" y="5051"/>
                    <a:pt x="10275" y="4917"/>
                  </a:cubicBezTo>
                  <a:cubicBezTo>
                    <a:pt x="10342" y="4750"/>
                    <a:pt x="10375" y="4617"/>
                    <a:pt x="10442" y="4450"/>
                  </a:cubicBezTo>
                  <a:cubicBezTo>
                    <a:pt x="10508" y="4317"/>
                    <a:pt x="10608" y="4217"/>
                    <a:pt x="10675" y="4083"/>
                  </a:cubicBezTo>
                  <a:cubicBezTo>
                    <a:pt x="10809" y="3916"/>
                    <a:pt x="10975" y="3783"/>
                    <a:pt x="11109" y="3616"/>
                  </a:cubicBezTo>
                  <a:cubicBezTo>
                    <a:pt x="11175" y="3516"/>
                    <a:pt x="11276" y="3416"/>
                    <a:pt x="11376" y="3349"/>
                  </a:cubicBezTo>
                  <a:lnTo>
                    <a:pt x="11376" y="3349"/>
                  </a:lnTo>
                  <a:cubicBezTo>
                    <a:pt x="11276" y="3449"/>
                    <a:pt x="11175" y="3583"/>
                    <a:pt x="11109" y="3716"/>
                  </a:cubicBezTo>
                  <a:cubicBezTo>
                    <a:pt x="10942" y="3950"/>
                    <a:pt x="10775" y="4183"/>
                    <a:pt x="10675" y="4417"/>
                  </a:cubicBezTo>
                  <a:cubicBezTo>
                    <a:pt x="10642" y="4517"/>
                    <a:pt x="10608" y="4617"/>
                    <a:pt x="10575" y="4717"/>
                  </a:cubicBezTo>
                  <a:cubicBezTo>
                    <a:pt x="10542" y="4817"/>
                    <a:pt x="10542" y="4917"/>
                    <a:pt x="10508" y="5051"/>
                  </a:cubicBezTo>
                  <a:cubicBezTo>
                    <a:pt x="10475" y="5284"/>
                    <a:pt x="10442" y="5518"/>
                    <a:pt x="10408" y="5784"/>
                  </a:cubicBezTo>
                  <a:cubicBezTo>
                    <a:pt x="10375" y="6051"/>
                    <a:pt x="10342" y="6285"/>
                    <a:pt x="10308" y="6552"/>
                  </a:cubicBezTo>
                  <a:cubicBezTo>
                    <a:pt x="10275" y="6785"/>
                    <a:pt x="10241" y="6985"/>
                    <a:pt x="10208" y="7185"/>
                  </a:cubicBezTo>
                  <a:cubicBezTo>
                    <a:pt x="10208" y="7219"/>
                    <a:pt x="10208" y="7252"/>
                    <a:pt x="10208" y="7285"/>
                  </a:cubicBezTo>
                  <a:cubicBezTo>
                    <a:pt x="10208" y="7386"/>
                    <a:pt x="10208" y="7452"/>
                    <a:pt x="10208" y="7519"/>
                  </a:cubicBezTo>
                  <a:cubicBezTo>
                    <a:pt x="10208" y="7619"/>
                    <a:pt x="10175" y="7719"/>
                    <a:pt x="10175" y="7786"/>
                  </a:cubicBezTo>
                  <a:cubicBezTo>
                    <a:pt x="10175" y="7953"/>
                    <a:pt x="10175" y="8086"/>
                    <a:pt x="10175" y="8219"/>
                  </a:cubicBezTo>
                  <a:cubicBezTo>
                    <a:pt x="10175" y="8320"/>
                    <a:pt x="10208" y="8453"/>
                    <a:pt x="10208" y="8553"/>
                  </a:cubicBezTo>
                  <a:cubicBezTo>
                    <a:pt x="10208" y="8753"/>
                    <a:pt x="10208" y="8953"/>
                    <a:pt x="10208" y="9153"/>
                  </a:cubicBezTo>
                  <a:cubicBezTo>
                    <a:pt x="10241" y="9620"/>
                    <a:pt x="10241" y="10087"/>
                    <a:pt x="10241" y="10521"/>
                  </a:cubicBezTo>
                  <a:cubicBezTo>
                    <a:pt x="10241" y="10788"/>
                    <a:pt x="10208" y="11021"/>
                    <a:pt x="10208" y="11288"/>
                  </a:cubicBezTo>
                  <a:cubicBezTo>
                    <a:pt x="10208" y="11388"/>
                    <a:pt x="10208" y="11488"/>
                    <a:pt x="10175" y="11589"/>
                  </a:cubicBezTo>
                  <a:cubicBezTo>
                    <a:pt x="10175" y="11655"/>
                    <a:pt x="10175" y="11722"/>
                    <a:pt x="10175" y="11789"/>
                  </a:cubicBezTo>
                  <a:cubicBezTo>
                    <a:pt x="10141" y="11822"/>
                    <a:pt x="10141" y="11889"/>
                    <a:pt x="10141" y="11955"/>
                  </a:cubicBezTo>
                  <a:cubicBezTo>
                    <a:pt x="10108" y="12056"/>
                    <a:pt x="10108" y="12156"/>
                    <a:pt x="10075" y="12256"/>
                  </a:cubicBezTo>
                  <a:cubicBezTo>
                    <a:pt x="10041" y="12356"/>
                    <a:pt x="10041" y="12456"/>
                    <a:pt x="10008" y="12556"/>
                  </a:cubicBezTo>
                  <a:lnTo>
                    <a:pt x="9941" y="12723"/>
                  </a:lnTo>
                  <a:cubicBezTo>
                    <a:pt x="10008" y="12689"/>
                    <a:pt x="10075" y="12623"/>
                    <a:pt x="10141" y="12556"/>
                  </a:cubicBezTo>
                  <a:cubicBezTo>
                    <a:pt x="10342" y="12322"/>
                    <a:pt x="10575" y="12089"/>
                    <a:pt x="10775" y="11889"/>
                  </a:cubicBezTo>
                  <a:lnTo>
                    <a:pt x="10975" y="11689"/>
                  </a:lnTo>
                  <a:lnTo>
                    <a:pt x="11009" y="11655"/>
                  </a:lnTo>
                  <a:lnTo>
                    <a:pt x="11309" y="11388"/>
                  </a:lnTo>
                  <a:cubicBezTo>
                    <a:pt x="11376" y="11288"/>
                    <a:pt x="11476" y="11188"/>
                    <a:pt x="11576" y="11122"/>
                  </a:cubicBezTo>
                  <a:cubicBezTo>
                    <a:pt x="11609" y="11055"/>
                    <a:pt x="11676" y="11021"/>
                    <a:pt x="11709" y="10955"/>
                  </a:cubicBezTo>
                  <a:cubicBezTo>
                    <a:pt x="11943" y="10721"/>
                    <a:pt x="12176" y="10488"/>
                    <a:pt x="12410" y="10221"/>
                  </a:cubicBezTo>
                  <a:cubicBezTo>
                    <a:pt x="12610" y="10021"/>
                    <a:pt x="12810" y="9821"/>
                    <a:pt x="13010" y="9620"/>
                  </a:cubicBezTo>
                  <a:lnTo>
                    <a:pt x="13077" y="9520"/>
                  </a:lnTo>
                  <a:lnTo>
                    <a:pt x="13177" y="9454"/>
                  </a:lnTo>
                  <a:cubicBezTo>
                    <a:pt x="13177" y="9387"/>
                    <a:pt x="13177" y="9320"/>
                    <a:pt x="13177" y="9254"/>
                  </a:cubicBezTo>
                  <a:cubicBezTo>
                    <a:pt x="13177" y="9153"/>
                    <a:pt x="13177" y="9020"/>
                    <a:pt x="13177" y="8920"/>
                  </a:cubicBezTo>
                  <a:cubicBezTo>
                    <a:pt x="13177" y="8820"/>
                    <a:pt x="13177" y="8720"/>
                    <a:pt x="13177" y="8653"/>
                  </a:cubicBezTo>
                  <a:cubicBezTo>
                    <a:pt x="13177" y="8520"/>
                    <a:pt x="13177" y="8386"/>
                    <a:pt x="13144" y="8286"/>
                  </a:cubicBezTo>
                  <a:cubicBezTo>
                    <a:pt x="13144" y="8119"/>
                    <a:pt x="13144" y="7986"/>
                    <a:pt x="13110" y="7819"/>
                  </a:cubicBezTo>
                  <a:cubicBezTo>
                    <a:pt x="13110" y="7819"/>
                    <a:pt x="13110" y="7786"/>
                    <a:pt x="13110" y="7786"/>
                  </a:cubicBezTo>
                  <a:cubicBezTo>
                    <a:pt x="13077" y="7586"/>
                    <a:pt x="13077" y="7386"/>
                    <a:pt x="13043" y="7185"/>
                  </a:cubicBezTo>
                  <a:cubicBezTo>
                    <a:pt x="12977" y="6818"/>
                    <a:pt x="12943" y="6418"/>
                    <a:pt x="12943" y="6051"/>
                  </a:cubicBezTo>
                  <a:cubicBezTo>
                    <a:pt x="12910" y="5784"/>
                    <a:pt x="12910" y="5518"/>
                    <a:pt x="12943" y="5251"/>
                  </a:cubicBezTo>
                  <a:cubicBezTo>
                    <a:pt x="12977" y="5084"/>
                    <a:pt x="13010" y="4917"/>
                    <a:pt x="13043" y="4717"/>
                  </a:cubicBezTo>
                  <a:cubicBezTo>
                    <a:pt x="13110" y="4483"/>
                    <a:pt x="13177" y="4217"/>
                    <a:pt x="13244" y="3950"/>
                  </a:cubicBezTo>
                  <a:lnTo>
                    <a:pt x="13244" y="3950"/>
                  </a:lnTo>
                  <a:cubicBezTo>
                    <a:pt x="13177" y="4217"/>
                    <a:pt x="13144" y="4517"/>
                    <a:pt x="13110" y="4784"/>
                  </a:cubicBezTo>
                  <a:cubicBezTo>
                    <a:pt x="13077" y="5017"/>
                    <a:pt x="13043" y="5217"/>
                    <a:pt x="13043" y="5451"/>
                  </a:cubicBezTo>
                  <a:cubicBezTo>
                    <a:pt x="13043" y="5651"/>
                    <a:pt x="13043" y="5884"/>
                    <a:pt x="13077" y="6118"/>
                  </a:cubicBezTo>
                  <a:lnTo>
                    <a:pt x="13077" y="6085"/>
                  </a:lnTo>
                  <a:cubicBezTo>
                    <a:pt x="13077" y="6251"/>
                    <a:pt x="13110" y="6385"/>
                    <a:pt x="13144" y="6552"/>
                  </a:cubicBezTo>
                  <a:cubicBezTo>
                    <a:pt x="13177" y="6818"/>
                    <a:pt x="13244" y="7085"/>
                    <a:pt x="13277" y="7319"/>
                  </a:cubicBezTo>
                  <a:cubicBezTo>
                    <a:pt x="13310" y="7419"/>
                    <a:pt x="13310" y="7519"/>
                    <a:pt x="13344" y="7619"/>
                  </a:cubicBezTo>
                  <a:cubicBezTo>
                    <a:pt x="13377" y="7686"/>
                    <a:pt x="13377" y="7752"/>
                    <a:pt x="13377" y="7819"/>
                  </a:cubicBezTo>
                  <a:cubicBezTo>
                    <a:pt x="13410" y="7953"/>
                    <a:pt x="13410" y="8086"/>
                    <a:pt x="13444" y="8186"/>
                  </a:cubicBezTo>
                  <a:cubicBezTo>
                    <a:pt x="13444" y="8286"/>
                    <a:pt x="13477" y="8353"/>
                    <a:pt x="13477" y="8420"/>
                  </a:cubicBezTo>
                  <a:cubicBezTo>
                    <a:pt x="13477" y="8653"/>
                    <a:pt x="13510" y="8887"/>
                    <a:pt x="13510" y="9120"/>
                  </a:cubicBezTo>
                  <a:lnTo>
                    <a:pt x="13844" y="8753"/>
                  </a:lnTo>
                  <a:cubicBezTo>
                    <a:pt x="14078" y="8520"/>
                    <a:pt x="14278" y="8320"/>
                    <a:pt x="14444" y="8119"/>
                  </a:cubicBezTo>
                  <a:cubicBezTo>
                    <a:pt x="14645" y="7886"/>
                    <a:pt x="14845" y="7686"/>
                    <a:pt x="15012" y="7486"/>
                  </a:cubicBezTo>
                  <a:cubicBezTo>
                    <a:pt x="15012" y="7419"/>
                    <a:pt x="15012" y="7319"/>
                    <a:pt x="15012" y="7252"/>
                  </a:cubicBezTo>
                  <a:cubicBezTo>
                    <a:pt x="15012" y="7152"/>
                    <a:pt x="15012" y="7085"/>
                    <a:pt x="15012" y="7019"/>
                  </a:cubicBezTo>
                  <a:cubicBezTo>
                    <a:pt x="15012" y="6952"/>
                    <a:pt x="15012" y="6885"/>
                    <a:pt x="15012" y="6818"/>
                  </a:cubicBezTo>
                  <a:cubicBezTo>
                    <a:pt x="15012" y="6752"/>
                    <a:pt x="15012" y="6718"/>
                    <a:pt x="14978" y="6652"/>
                  </a:cubicBezTo>
                  <a:cubicBezTo>
                    <a:pt x="14978" y="6552"/>
                    <a:pt x="14978" y="6485"/>
                    <a:pt x="14978" y="6385"/>
                  </a:cubicBezTo>
                  <a:lnTo>
                    <a:pt x="14978" y="6151"/>
                  </a:lnTo>
                  <a:cubicBezTo>
                    <a:pt x="14978" y="6051"/>
                    <a:pt x="14978" y="5918"/>
                    <a:pt x="15012" y="5818"/>
                  </a:cubicBezTo>
                  <a:cubicBezTo>
                    <a:pt x="15012" y="5584"/>
                    <a:pt x="15045" y="5384"/>
                    <a:pt x="15112" y="5184"/>
                  </a:cubicBezTo>
                  <a:cubicBezTo>
                    <a:pt x="15145" y="5051"/>
                    <a:pt x="15178" y="4950"/>
                    <a:pt x="15245" y="4817"/>
                  </a:cubicBezTo>
                  <a:cubicBezTo>
                    <a:pt x="15312" y="4684"/>
                    <a:pt x="15345" y="4517"/>
                    <a:pt x="15412" y="4383"/>
                  </a:cubicBezTo>
                  <a:cubicBezTo>
                    <a:pt x="15479" y="4250"/>
                    <a:pt x="15512" y="4150"/>
                    <a:pt x="15579" y="4016"/>
                  </a:cubicBezTo>
                  <a:cubicBezTo>
                    <a:pt x="15745" y="3716"/>
                    <a:pt x="15879" y="3416"/>
                    <a:pt x="16012" y="3149"/>
                  </a:cubicBezTo>
                  <a:lnTo>
                    <a:pt x="16012" y="3149"/>
                  </a:lnTo>
                  <a:lnTo>
                    <a:pt x="15912" y="3483"/>
                  </a:lnTo>
                  <a:cubicBezTo>
                    <a:pt x="15812" y="3783"/>
                    <a:pt x="15712" y="4050"/>
                    <a:pt x="15612" y="4317"/>
                  </a:cubicBezTo>
                  <a:cubicBezTo>
                    <a:pt x="15579" y="4383"/>
                    <a:pt x="15545" y="4483"/>
                    <a:pt x="15512" y="4550"/>
                  </a:cubicBezTo>
                  <a:cubicBezTo>
                    <a:pt x="15512" y="4617"/>
                    <a:pt x="15479" y="4684"/>
                    <a:pt x="15445" y="4750"/>
                  </a:cubicBezTo>
                  <a:cubicBezTo>
                    <a:pt x="15445" y="4817"/>
                    <a:pt x="15412" y="4917"/>
                    <a:pt x="15378" y="5017"/>
                  </a:cubicBezTo>
                  <a:cubicBezTo>
                    <a:pt x="15312" y="5184"/>
                    <a:pt x="15278" y="5384"/>
                    <a:pt x="15245" y="5584"/>
                  </a:cubicBezTo>
                  <a:cubicBezTo>
                    <a:pt x="15245" y="5684"/>
                    <a:pt x="15212" y="5751"/>
                    <a:pt x="15212" y="5851"/>
                  </a:cubicBezTo>
                  <a:cubicBezTo>
                    <a:pt x="15212" y="5918"/>
                    <a:pt x="15178" y="5985"/>
                    <a:pt x="15178" y="6051"/>
                  </a:cubicBezTo>
                  <a:lnTo>
                    <a:pt x="15178" y="6285"/>
                  </a:lnTo>
                  <a:cubicBezTo>
                    <a:pt x="15178" y="6418"/>
                    <a:pt x="15178" y="6552"/>
                    <a:pt x="15178" y="6685"/>
                  </a:cubicBezTo>
                  <a:cubicBezTo>
                    <a:pt x="15145" y="6885"/>
                    <a:pt x="15145" y="7119"/>
                    <a:pt x="15145" y="7352"/>
                  </a:cubicBezTo>
                  <a:cubicBezTo>
                    <a:pt x="15378" y="7085"/>
                    <a:pt x="15579" y="6818"/>
                    <a:pt x="15812" y="6585"/>
                  </a:cubicBezTo>
                  <a:cubicBezTo>
                    <a:pt x="15879" y="6485"/>
                    <a:pt x="15946" y="6418"/>
                    <a:pt x="16012" y="6318"/>
                  </a:cubicBezTo>
                  <a:cubicBezTo>
                    <a:pt x="16146" y="6185"/>
                    <a:pt x="16279" y="6018"/>
                    <a:pt x="16413" y="5884"/>
                  </a:cubicBezTo>
                  <a:cubicBezTo>
                    <a:pt x="16579" y="5684"/>
                    <a:pt x="16746" y="5484"/>
                    <a:pt x="16946" y="5284"/>
                  </a:cubicBezTo>
                  <a:lnTo>
                    <a:pt x="17080" y="5117"/>
                  </a:lnTo>
                  <a:cubicBezTo>
                    <a:pt x="17313" y="4850"/>
                    <a:pt x="17613" y="4550"/>
                    <a:pt x="17847" y="4250"/>
                  </a:cubicBezTo>
                  <a:cubicBezTo>
                    <a:pt x="18080" y="3983"/>
                    <a:pt x="18247" y="3716"/>
                    <a:pt x="18414" y="3449"/>
                  </a:cubicBezTo>
                  <a:cubicBezTo>
                    <a:pt x="18647" y="3049"/>
                    <a:pt x="18814" y="2682"/>
                    <a:pt x="18881" y="2349"/>
                  </a:cubicBezTo>
                  <a:cubicBezTo>
                    <a:pt x="18948" y="1982"/>
                    <a:pt x="18914" y="1615"/>
                    <a:pt x="18714" y="1314"/>
                  </a:cubicBezTo>
                  <a:cubicBezTo>
                    <a:pt x="18547" y="1014"/>
                    <a:pt x="18247" y="747"/>
                    <a:pt x="17847" y="481"/>
                  </a:cubicBezTo>
                  <a:cubicBezTo>
                    <a:pt x="17647" y="380"/>
                    <a:pt x="17380" y="280"/>
                    <a:pt x="17146" y="214"/>
                  </a:cubicBezTo>
                  <a:cubicBezTo>
                    <a:pt x="16980" y="147"/>
                    <a:pt x="16779" y="114"/>
                    <a:pt x="16613" y="80"/>
                  </a:cubicBezTo>
                  <a:cubicBezTo>
                    <a:pt x="16344" y="31"/>
                    <a:pt x="16058" y="0"/>
                    <a:pt x="157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7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67"/>
          <p:cNvSpPr/>
          <p:nvPr/>
        </p:nvSpPr>
        <p:spPr>
          <a:xfrm>
            <a:off x="639050" y="1158261"/>
            <a:ext cx="7929900" cy="352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50000"/>
              </a:lnSpc>
            </a:pPr>
            <a:r>
              <a:rPr lang="hu-HU" sz="1600" dirty="0">
                <a:latin typeface="Gloria Hallelujah"/>
                <a:sym typeface="Gloria Hallelujah"/>
              </a:rPr>
              <a:t>Ada </a:t>
            </a:r>
            <a:r>
              <a:rPr lang="hu-HU" sz="1600" dirty="0" err="1">
                <a:latin typeface="Gloria Hallelujah"/>
                <a:sym typeface="Gloria Hallelujah"/>
              </a:rPr>
              <a:t>Lovelace</a:t>
            </a:r>
            <a:r>
              <a:rPr lang="hu-HU" sz="1600" dirty="0">
                <a:latin typeface="Gloria Hallelujah"/>
                <a:sym typeface="Gloria Hallelujah"/>
              </a:rPr>
              <a:t>-t az első programozóként és </a:t>
            </a:r>
          </a:p>
          <a:p>
            <a:pPr lvl="0">
              <a:lnSpc>
                <a:spcPct val="150000"/>
              </a:lnSpc>
            </a:pPr>
            <a:r>
              <a:rPr lang="hu-HU" sz="1600" dirty="0">
                <a:latin typeface="Gloria Hallelujah"/>
                <a:sym typeface="Gloria Hallelujah"/>
              </a:rPr>
              <a:t>Munkáját az első számítástechnikai </a:t>
            </a:r>
          </a:p>
          <a:p>
            <a:pPr lvl="0">
              <a:lnSpc>
                <a:spcPct val="150000"/>
              </a:lnSpc>
            </a:pPr>
            <a:r>
              <a:rPr lang="hu-HU" sz="1600" dirty="0">
                <a:latin typeface="Gloria Hallelujah"/>
                <a:sym typeface="Gloria Hallelujah"/>
              </a:rPr>
              <a:t>publikációként tartja számon a tudomány.</a:t>
            </a:r>
          </a:p>
          <a:p>
            <a:pPr lvl="0">
              <a:lnSpc>
                <a:spcPct val="150000"/>
              </a:lnSpc>
            </a:pPr>
            <a:r>
              <a:rPr lang="hu-HU" sz="1600" dirty="0">
                <a:latin typeface="Gloria Hallelujah"/>
                <a:sym typeface="Gloria Hallelujah"/>
              </a:rPr>
              <a:t>Több korszakalkotó ötletet is megfogalmazott:</a:t>
            </a:r>
          </a:p>
          <a:p>
            <a:pPr marL="285750" lvl="0" indent="-285750">
              <a:lnSpc>
                <a:spcPct val="150000"/>
              </a:lnSpc>
              <a:buFontTx/>
              <a:buChar char="-"/>
            </a:pPr>
            <a:r>
              <a:rPr lang="hu-HU" sz="1600" dirty="0">
                <a:latin typeface="Gloria Hallelujah"/>
                <a:sym typeface="Gloria Hallelujah"/>
              </a:rPr>
              <a:t>a számok bináris tárolásának javaslata</a:t>
            </a:r>
          </a:p>
          <a:p>
            <a:pPr marL="285750" lvl="0" indent="-285750">
              <a:lnSpc>
                <a:spcPct val="150000"/>
              </a:lnSpc>
              <a:buFontTx/>
              <a:buChar char="-"/>
            </a:pPr>
            <a:r>
              <a:rPr lang="hu-HU" sz="1600" dirty="0">
                <a:latin typeface="Gloria Hallelujah"/>
                <a:sym typeface="Gloria Hallelujah"/>
              </a:rPr>
              <a:t>Ismétlődő utasítások használata</a:t>
            </a:r>
          </a:p>
          <a:p>
            <a:pPr marL="285750" lvl="0" indent="-285750">
              <a:lnSpc>
                <a:spcPct val="150000"/>
              </a:lnSpc>
              <a:buFontTx/>
              <a:buChar char="-"/>
            </a:pPr>
            <a:r>
              <a:rPr lang="hu-HU" sz="1600" dirty="0">
                <a:latin typeface="Gloria Hallelujah"/>
                <a:sym typeface="Gloria Hallelujah"/>
              </a:rPr>
              <a:t>A gép használata a számításon túl, akár </a:t>
            </a:r>
          </a:p>
          <a:p>
            <a:pPr lvl="0">
              <a:lnSpc>
                <a:spcPct val="150000"/>
              </a:lnSpc>
            </a:pPr>
            <a:r>
              <a:rPr lang="hu-HU" sz="1600" dirty="0">
                <a:latin typeface="Gloria Hallelujah"/>
                <a:sym typeface="Gloria Hallelujah"/>
              </a:rPr>
              <a:t>zeneszerzésre vagy kép előállításra</a:t>
            </a:r>
            <a:endParaRPr sz="1600" dirty="0">
              <a:latin typeface="Gloria Halleluja"/>
            </a:endParaRPr>
          </a:p>
        </p:txBody>
      </p:sp>
      <p:grpSp>
        <p:nvGrpSpPr>
          <p:cNvPr id="1155" name="Google Shape;1155;p67"/>
          <p:cNvGrpSpPr/>
          <p:nvPr/>
        </p:nvGrpSpPr>
        <p:grpSpPr>
          <a:xfrm rot="19990817">
            <a:off x="3743917" y="4022908"/>
            <a:ext cx="1497220" cy="1199171"/>
            <a:chOff x="3743917" y="4022908"/>
            <a:chExt cx="1497220" cy="1199171"/>
          </a:xfrm>
        </p:grpSpPr>
        <p:sp>
          <p:nvSpPr>
            <p:cNvPr id="1156" name="Google Shape;1156;p67"/>
            <p:cNvSpPr/>
            <p:nvPr/>
          </p:nvSpPr>
          <p:spPr>
            <a:xfrm rot="1916133">
              <a:off x="3810701" y="4549172"/>
              <a:ext cx="1458672" cy="310621"/>
            </a:xfrm>
            <a:custGeom>
              <a:avLst/>
              <a:gdLst/>
              <a:ahLst/>
              <a:cxnLst/>
              <a:rect l="l" t="t" r="r" b="b"/>
              <a:pathLst>
                <a:path w="58343" h="12424" extrusionOk="0">
                  <a:moveTo>
                    <a:pt x="18298" y="0"/>
                  </a:moveTo>
                  <a:cubicBezTo>
                    <a:pt x="18228" y="0"/>
                    <a:pt x="18155" y="5"/>
                    <a:pt x="18080" y="16"/>
                  </a:cubicBezTo>
                  <a:cubicBezTo>
                    <a:pt x="17180" y="116"/>
                    <a:pt x="16713" y="1016"/>
                    <a:pt x="16479" y="1783"/>
                  </a:cubicBezTo>
                  <a:cubicBezTo>
                    <a:pt x="15879" y="3551"/>
                    <a:pt x="15545" y="5453"/>
                    <a:pt x="15212" y="7321"/>
                  </a:cubicBezTo>
                  <a:cubicBezTo>
                    <a:pt x="14544" y="5086"/>
                    <a:pt x="14878" y="1750"/>
                    <a:pt x="11943" y="1550"/>
                  </a:cubicBezTo>
                  <a:cubicBezTo>
                    <a:pt x="11881" y="1545"/>
                    <a:pt x="11821" y="1543"/>
                    <a:pt x="11763" y="1543"/>
                  </a:cubicBezTo>
                  <a:cubicBezTo>
                    <a:pt x="10643" y="1543"/>
                    <a:pt x="10016" y="2430"/>
                    <a:pt x="9541" y="3318"/>
                  </a:cubicBezTo>
                  <a:cubicBezTo>
                    <a:pt x="8674" y="4919"/>
                    <a:pt x="7906" y="6554"/>
                    <a:pt x="7172" y="8188"/>
                  </a:cubicBezTo>
                  <a:cubicBezTo>
                    <a:pt x="6872" y="5953"/>
                    <a:pt x="6339" y="3752"/>
                    <a:pt x="5538" y="1583"/>
                  </a:cubicBezTo>
                  <a:cubicBezTo>
                    <a:pt x="5440" y="1314"/>
                    <a:pt x="5163" y="1081"/>
                    <a:pt x="4864" y="1081"/>
                  </a:cubicBezTo>
                  <a:cubicBezTo>
                    <a:pt x="4755" y="1081"/>
                    <a:pt x="4644" y="1112"/>
                    <a:pt x="4537" y="1183"/>
                  </a:cubicBezTo>
                  <a:cubicBezTo>
                    <a:pt x="1435" y="3485"/>
                    <a:pt x="1" y="7221"/>
                    <a:pt x="868" y="11023"/>
                  </a:cubicBezTo>
                  <a:cubicBezTo>
                    <a:pt x="934" y="11276"/>
                    <a:pt x="1123" y="11386"/>
                    <a:pt x="1318" y="11386"/>
                  </a:cubicBezTo>
                  <a:cubicBezTo>
                    <a:pt x="1610" y="11386"/>
                    <a:pt x="1915" y="11137"/>
                    <a:pt x="1835" y="10757"/>
                  </a:cubicBezTo>
                  <a:cubicBezTo>
                    <a:pt x="1302" y="7788"/>
                    <a:pt x="2302" y="4819"/>
                    <a:pt x="4571" y="2851"/>
                  </a:cubicBezTo>
                  <a:cubicBezTo>
                    <a:pt x="5405" y="5453"/>
                    <a:pt x="5905" y="8055"/>
                    <a:pt x="6005" y="10790"/>
                  </a:cubicBezTo>
                  <a:cubicBezTo>
                    <a:pt x="6026" y="11192"/>
                    <a:pt x="6410" y="11487"/>
                    <a:pt x="6764" y="11487"/>
                  </a:cubicBezTo>
                  <a:cubicBezTo>
                    <a:pt x="6968" y="11487"/>
                    <a:pt x="7163" y="11389"/>
                    <a:pt x="7273" y="11157"/>
                  </a:cubicBezTo>
                  <a:cubicBezTo>
                    <a:pt x="7973" y="9722"/>
                    <a:pt x="8674" y="8288"/>
                    <a:pt x="9341" y="6887"/>
                  </a:cubicBezTo>
                  <a:cubicBezTo>
                    <a:pt x="9797" y="5949"/>
                    <a:pt x="10677" y="3279"/>
                    <a:pt x="11878" y="3279"/>
                  </a:cubicBezTo>
                  <a:cubicBezTo>
                    <a:pt x="12257" y="3279"/>
                    <a:pt x="12669" y="3545"/>
                    <a:pt x="13110" y="4219"/>
                  </a:cubicBezTo>
                  <a:cubicBezTo>
                    <a:pt x="13710" y="5153"/>
                    <a:pt x="13477" y="6620"/>
                    <a:pt x="13710" y="7688"/>
                  </a:cubicBezTo>
                  <a:cubicBezTo>
                    <a:pt x="13911" y="8622"/>
                    <a:pt x="14278" y="9322"/>
                    <a:pt x="15011" y="9989"/>
                  </a:cubicBezTo>
                  <a:cubicBezTo>
                    <a:pt x="15163" y="10116"/>
                    <a:pt x="15363" y="10180"/>
                    <a:pt x="15560" y="10180"/>
                  </a:cubicBezTo>
                  <a:cubicBezTo>
                    <a:pt x="15882" y="10180"/>
                    <a:pt x="16196" y="10008"/>
                    <a:pt x="16279" y="9656"/>
                  </a:cubicBezTo>
                  <a:cubicBezTo>
                    <a:pt x="16613" y="8188"/>
                    <a:pt x="16946" y="6720"/>
                    <a:pt x="17280" y="5219"/>
                  </a:cubicBezTo>
                  <a:cubicBezTo>
                    <a:pt x="17446" y="4552"/>
                    <a:pt x="17580" y="3885"/>
                    <a:pt x="17747" y="3218"/>
                  </a:cubicBezTo>
                  <a:cubicBezTo>
                    <a:pt x="17780" y="2818"/>
                    <a:pt x="17913" y="2451"/>
                    <a:pt x="18047" y="2084"/>
                  </a:cubicBezTo>
                  <a:cubicBezTo>
                    <a:pt x="18064" y="1858"/>
                    <a:pt x="18118" y="1750"/>
                    <a:pt x="18203" y="1750"/>
                  </a:cubicBezTo>
                  <a:cubicBezTo>
                    <a:pt x="18281" y="1750"/>
                    <a:pt x="18386" y="1841"/>
                    <a:pt x="18514" y="2017"/>
                  </a:cubicBezTo>
                  <a:cubicBezTo>
                    <a:pt x="19114" y="2217"/>
                    <a:pt x="20082" y="5119"/>
                    <a:pt x="20382" y="5686"/>
                  </a:cubicBezTo>
                  <a:lnTo>
                    <a:pt x="22583" y="10123"/>
                  </a:lnTo>
                  <a:cubicBezTo>
                    <a:pt x="22716" y="10388"/>
                    <a:pt x="22999" y="10517"/>
                    <a:pt x="23285" y="10517"/>
                  </a:cubicBezTo>
                  <a:cubicBezTo>
                    <a:pt x="23646" y="10517"/>
                    <a:pt x="24010" y="10313"/>
                    <a:pt x="24085" y="9923"/>
                  </a:cubicBezTo>
                  <a:cubicBezTo>
                    <a:pt x="24518" y="7554"/>
                    <a:pt x="25419" y="5453"/>
                    <a:pt x="26820" y="3551"/>
                  </a:cubicBezTo>
                  <a:cubicBezTo>
                    <a:pt x="27654" y="6253"/>
                    <a:pt x="28488" y="8955"/>
                    <a:pt x="29288" y="11657"/>
                  </a:cubicBezTo>
                  <a:cubicBezTo>
                    <a:pt x="29418" y="12062"/>
                    <a:pt x="29724" y="12241"/>
                    <a:pt x="30039" y="12241"/>
                  </a:cubicBezTo>
                  <a:cubicBezTo>
                    <a:pt x="30451" y="12241"/>
                    <a:pt x="30880" y="11934"/>
                    <a:pt x="30956" y="11424"/>
                  </a:cubicBezTo>
                  <a:cubicBezTo>
                    <a:pt x="31290" y="8622"/>
                    <a:pt x="32090" y="5953"/>
                    <a:pt x="33358" y="3451"/>
                  </a:cubicBezTo>
                  <a:cubicBezTo>
                    <a:pt x="34826" y="5686"/>
                    <a:pt x="36093" y="8021"/>
                    <a:pt x="37094" y="10490"/>
                  </a:cubicBezTo>
                  <a:cubicBezTo>
                    <a:pt x="37265" y="10893"/>
                    <a:pt x="37652" y="11102"/>
                    <a:pt x="38018" y="11102"/>
                  </a:cubicBezTo>
                  <a:cubicBezTo>
                    <a:pt x="38438" y="11102"/>
                    <a:pt x="38828" y="10827"/>
                    <a:pt x="38828" y="10256"/>
                  </a:cubicBezTo>
                  <a:cubicBezTo>
                    <a:pt x="38828" y="8955"/>
                    <a:pt x="38995" y="7654"/>
                    <a:pt x="39395" y="6387"/>
                  </a:cubicBezTo>
                  <a:cubicBezTo>
                    <a:pt x="39596" y="5853"/>
                    <a:pt x="39896" y="4752"/>
                    <a:pt x="40329" y="4385"/>
                  </a:cubicBezTo>
                  <a:cubicBezTo>
                    <a:pt x="40546" y="4203"/>
                    <a:pt x="40696" y="4122"/>
                    <a:pt x="40817" y="4122"/>
                  </a:cubicBezTo>
                  <a:cubicBezTo>
                    <a:pt x="41052" y="4122"/>
                    <a:pt x="41178" y="4424"/>
                    <a:pt x="41464" y="4886"/>
                  </a:cubicBezTo>
                  <a:cubicBezTo>
                    <a:pt x="42798" y="6987"/>
                    <a:pt x="43598" y="9622"/>
                    <a:pt x="44633" y="11891"/>
                  </a:cubicBezTo>
                  <a:cubicBezTo>
                    <a:pt x="44771" y="12196"/>
                    <a:pt x="45048" y="12328"/>
                    <a:pt x="45339" y="12328"/>
                  </a:cubicBezTo>
                  <a:cubicBezTo>
                    <a:pt x="45747" y="12328"/>
                    <a:pt x="46183" y="12067"/>
                    <a:pt x="46300" y="11657"/>
                  </a:cubicBezTo>
                  <a:cubicBezTo>
                    <a:pt x="47068" y="8889"/>
                    <a:pt x="48202" y="6253"/>
                    <a:pt x="49669" y="3785"/>
                  </a:cubicBezTo>
                  <a:cubicBezTo>
                    <a:pt x="50937" y="6320"/>
                    <a:pt x="51938" y="8955"/>
                    <a:pt x="52638" y="11757"/>
                  </a:cubicBezTo>
                  <a:cubicBezTo>
                    <a:pt x="52755" y="12191"/>
                    <a:pt x="53147" y="12408"/>
                    <a:pt x="53539" y="12408"/>
                  </a:cubicBezTo>
                  <a:cubicBezTo>
                    <a:pt x="53931" y="12408"/>
                    <a:pt x="54323" y="12191"/>
                    <a:pt x="54440" y="11757"/>
                  </a:cubicBezTo>
                  <a:cubicBezTo>
                    <a:pt x="54907" y="9756"/>
                    <a:pt x="55374" y="7788"/>
                    <a:pt x="55841" y="5820"/>
                  </a:cubicBezTo>
                  <a:cubicBezTo>
                    <a:pt x="56241" y="7588"/>
                    <a:pt x="56274" y="9422"/>
                    <a:pt x="55941" y="11290"/>
                  </a:cubicBezTo>
                  <a:cubicBezTo>
                    <a:pt x="55820" y="11971"/>
                    <a:pt x="56410" y="12424"/>
                    <a:pt x="56944" y="12424"/>
                  </a:cubicBezTo>
                  <a:cubicBezTo>
                    <a:pt x="57298" y="12424"/>
                    <a:pt x="57629" y="12224"/>
                    <a:pt x="57709" y="11757"/>
                  </a:cubicBezTo>
                  <a:cubicBezTo>
                    <a:pt x="58342" y="8388"/>
                    <a:pt x="57942" y="5153"/>
                    <a:pt x="56508" y="2017"/>
                  </a:cubicBezTo>
                  <a:cubicBezTo>
                    <a:pt x="56353" y="1707"/>
                    <a:pt x="56055" y="1570"/>
                    <a:pt x="55750" y="1570"/>
                  </a:cubicBezTo>
                  <a:cubicBezTo>
                    <a:pt x="55333" y="1570"/>
                    <a:pt x="54903" y="1827"/>
                    <a:pt x="54806" y="2250"/>
                  </a:cubicBezTo>
                  <a:cubicBezTo>
                    <a:pt x="54339" y="4152"/>
                    <a:pt x="53906" y="6053"/>
                    <a:pt x="53439" y="7955"/>
                  </a:cubicBezTo>
                  <a:cubicBezTo>
                    <a:pt x="52672" y="5720"/>
                    <a:pt x="51671" y="3585"/>
                    <a:pt x="50503" y="1483"/>
                  </a:cubicBezTo>
                  <a:cubicBezTo>
                    <a:pt x="50341" y="1175"/>
                    <a:pt x="50053" y="1033"/>
                    <a:pt x="49757" y="1033"/>
                  </a:cubicBezTo>
                  <a:cubicBezTo>
                    <a:pt x="49445" y="1033"/>
                    <a:pt x="49124" y="1192"/>
                    <a:pt x="48936" y="1483"/>
                  </a:cubicBezTo>
                  <a:cubicBezTo>
                    <a:pt x="47401" y="3818"/>
                    <a:pt x="46167" y="6287"/>
                    <a:pt x="45266" y="8889"/>
                  </a:cubicBezTo>
                  <a:cubicBezTo>
                    <a:pt x="44633" y="7488"/>
                    <a:pt x="43999" y="6087"/>
                    <a:pt x="43332" y="4686"/>
                  </a:cubicBezTo>
                  <a:cubicBezTo>
                    <a:pt x="42841" y="3540"/>
                    <a:pt x="42382" y="1882"/>
                    <a:pt x="40885" y="1882"/>
                  </a:cubicBezTo>
                  <a:cubicBezTo>
                    <a:pt x="40856" y="1882"/>
                    <a:pt x="40826" y="1882"/>
                    <a:pt x="40796" y="1884"/>
                  </a:cubicBezTo>
                  <a:cubicBezTo>
                    <a:pt x="38828" y="1984"/>
                    <a:pt x="37828" y="4552"/>
                    <a:pt x="37394" y="6920"/>
                  </a:cubicBezTo>
                  <a:cubicBezTo>
                    <a:pt x="36427" y="4986"/>
                    <a:pt x="35293" y="3118"/>
                    <a:pt x="34025" y="1350"/>
                  </a:cubicBezTo>
                  <a:cubicBezTo>
                    <a:pt x="33833" y="1088"/>
                    <a:pt x="33523" y="936"/>
                    <a:pt x="33223" y="936"/>
                  </a:cubicBezTo>
                  <a:cubicBezTo>
                    <a:pt x="32949" y="936"/>
                    <a:pt x="32683" y="1063"/>
                    <a:pt x="32524" y="1350"/>
                  </a:cubicBezTo>
                  <a:cubicBezTo>
                    <a:pt x="31323" y="3451"/>
                    <a:pt x="30489" y="5653"/>
                    <a:pt x="29922" y="7921"/>
                  </a:cubicBezTo>
                  <a:cubicBezTo>
                    <a:pt x="29255" y="5820"/>
                    <a:pt x="28621" y="3718"/>
                    <a:pt x="27954" y="1617"/>
                  </a:cubicBezTo>
                  <a:cubicBezTo>
                    <a:pt x="27846" y="1251"/>
                    <a:pt x="27490" y="1010"/>
                    <a:pt x="27133" y="1010"/>
                  </a:cubicBezTo>
                  <a:cubicBezTo>
                    <a:pt x="26937" y="1010"/>
                    <a:pt x="26740" y="1084"/>
                    <a:pt x="26586" y="1250"/>
                  </a:cubicBezTo>
                  <a:cubicBezTo>
                    <a:pt x="24952" y="3084"/>
                    <a:pt x="23751" y="5086"/>
                    <a:pt x="23050" y="7354"/>
                  </a:cubicBezTo>
                  <a:cubicBezTo>
                    <a:pt x="22250" y="5786"/>
                    <a:pt x="21449" y="4252"/>
                    <a:pt x="20682" y="2684"/>
                  </a:cubicBezTo>
                  <a:cubicBezTo>
                    <a:pt x="20176" y="1703"/>
                    <a:pt x="19609" y="0"/>
                    <a:pt x="182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67"/>
            <p:cNvSpPr/>
            <p:nvPr/>
          </p:nvSpPr>
          <p:spPr>
            <a:xfrm rot="1916133">
              <a:off x="3715681" y="4385194"/>
              <a:ext cx="1458672" cy="310621"/>
            </a:xfrm>
            <a:custGeom>
              <a:avLst/>
              <a:gdLst/>
              <a:ahLst/>
              <a:cxnLst/>
              <a:rect l="l" t="t" r="r" b="b"/>
              <a:pathLst>
                <a:path w="58343" h="12424" extrusionOk="0">
                  <a:moveTo>
                    <a:pt x="18298" y="0"/>
                  </a:moveTo>
                  <a:cubicBezTo>
                    <a:pt x="18228" y="0"/>
                    <a:pt x="18155" y="5"/>
                    <a:pt x="18080" y="16"/>
                  </a:cubicBezTo>
                  <a:cubicBezTo>
                    <a:pt x="17180" y="149"/>
                    <a:pt x="16713" y="1016"/>
                    <a:pt x="16479" y="1783"/>
                  </a:cubicBezTo>
                  <a:cubicBezTo>
                    <a:pt x="15879" y="3551"/>
                    <a:pt x="15545" y="5486"/>
                    <a:pt x="15212" y="7354"/>
                  </a:cubicBezTo>
                  <a:cubicBezTo>
                    <a:pt x="14544" y="5086"/>
                    <a:pt x="14878" y="1750"/>
                    <a:pt x="11943" y="1550"/>
                  </a:cubicBezTo>
                  <a:cubicBezTo>
                    <a:pt x="11899" y="1548"/>
                    <a:pt x="11857" y="1546"/>
                    <a:pt x="11815" y="1546"/>
                  </a:cubicBezTo>
                  <a:cubicBezTo>
                    <a:pt x="10662" y="1546"/>
                    <a:pt x="10024" y="2417"/>
                    <a:pt x="9541" y="3318"/>
                  </a:cubicBezTo>
                  <a:cubicBezTo>
                    <a:pt x="8674" y="4919"/>
                    <a:pt x="7906" y="6554"/>
                    <a:pt x="7172" y="8221"/>
                  </a:cubicBezTo>
                  <a:cubicBezTo>
                    <a:pt x="6872" y="5953"/>
                    <a:pt x="6339" y="3752"/>
                    <a:pt x="5538" y="1583"/>
                  </a:cubicBezTo>
                  <a:cubicBezTo>
                    <a:pt x="5440" y="1314"/>
                    <a:pt x="5163" y="1081"/>
                    <a:pt x="4864" y="1081"/>
                  </a:cubicBezTo>
                  <a:cubicBezTo>
                    <a:pt x="4755" y="1081"/>
                    <a:pt x="4644" y="1112"/>
                    <a:pt x="4537" y="1183"/>
                  </a:cubicBezTo>
                  <a:cubicBezTo>
                    <a:pt x="1435" y="3485"/>
                    <a:pt x="1" y="7254"/>
                    <a:pt x="868" y="11023"/>
                  </a:cubicBezTo>
                  <a:cubicBezTo>
                    <a:pt x="934" y="11276"/>
                    <a:pt x="1123" y="11386"/>
                    <a:pt x="1318" y="11386"/>
                  </a:cubicBezTo>
                  <a:cubicBezTo>
                    <a:pt x="1610" y="11386"/>
                    <a:pt x="1915" y="11137"/>
                    <a:pt x="1835" y="10757"/>
                  </a:cubicBezTo>
                  <a:cubicBezTo>
                    <a:pt x="1302" y="7788"/>
                    <a:pt x="2302" y="4819"/>
                    <a:pt x="4571" y="2851"/>
                  </a:cubicBezTo>
                  <a:cubicBezTo>
                    <a:pt x="5405" y="5453"/>
                    <a:pt x="5905" y="8055"/>
                    <a:pt x="6005" y="10790"/>
                  </a:cubicBezTo>
                  <a:cubicBezTo>
                    <a:pt x="6026" y="11192"/>
                    <a:pt x="6410" y="11487"/>
                    <a:pt x="6764" y="11487"/>
                  </a:cubicBezTo>
                  <a:cubicBezTo>
                    <a:pt x="6968" y="11487"/>
                    <a:pt x="7163" y="11389"/>
                    <a:pt x="7273" y="11157"/>
                  </a:cubicBezTo>
                  <a:cubicBezTo>
                    <a:pt x="7973" y="9723"/>
                    <a:pt x="8674" y="8288"/>
                    <a:pt x="9341" y="6887"/>
                  </a:cubicBezTo>
                  <a:cubicBezTo>
                    <a:pt x="9796" y="5951"/>
                    <a:pt x="10674" y="3307"/>
                    <a:pt x="11872" y="3307"/>
                  </a:cubicBezTo>
                  <a:cubicBezTo>
                    <a:pt x="12253" y="3307"/>
                    <a:pt x="12667" y="3575"/>
                    <a:pt x="13110" y="4252"/>
                  </a:cubicBezTo>
                  <a:cubicBezTo>
                    <a:pt x="13710" y="5153"/>
                    <a:pt x="13477" y="6620"/>
                    <a:pt x="13710" y="7688"/>
                  </a:cubicBezTo>
                  <a:cubicBezTo>
                    <a:pt x="13911" y="8622"/>
                    <a:pt x="14278" y="9356"/>
                    <a:pt x="15011" y="9989"/>
                  </a:cubicBezTo>
                  <a:cubicBezTo>
                    <a:pt x="15163" y="10116"/>
                    <a:pt x="15363" y="10180"/>
                    <a:pt x="15560" y="10180"/>
                  </a:cubicBezTo>
                  <a:cubicBezTo>
                    <a:pt x="15882" y="10180"/>
                    <a:pt x="16196" y="10008"/>
                    <a:pt x="16279" y="9656"/>
                  </a:cubicBezTo>
                  <a:cubicBezTo>
                    <a:pt x="16613" y="8188"/>
                    <a:pt x="16946" y="6720"/>
                    <a:pt x="17280" y="5219"/>
                  </a:cubicBezTo>
                  <a:cubicBezTo>
                    <a:pt x="17446" y="4552"/>
                    <a:pt x="17580" y="3885"/>
                    <a:pt x="17747" y="3218"/>
                  </a:cubicBezTo>
                  <a:cubicBezTo>
                    <a:pt x="17780" y="2818"/>
                    <a:pt x="17913" y="2451"/>
                    <a:pt x="18047" y="2084"/>
                  </a:cubicBezTo>
                  <a:cubicBezTo>
                    <a:pt x="18064" y="1858"/>
                    <a:pt x="18118" y="1750"/>
                    <a:pt x="18203" y="1750"/>
                  </a:cubicBezTo>
                  <a:cubicBezTo>
                    <a:pt x="18281" y="1750"/>
                    <a:pt x="18386" y="1841"/>
                    <a:pt x="18514" y="2017"/>
                  </a:cubicBezTo>
                  <a:cubicBezTo>
                    <a:pt x="19114" y="2217"/>
                    <a:pt x="20082" y="5119"/>
                    <a:pt x="20382" y="5686"/>
                  </a:cubicBezTo>
                  <a:lnTo>
                    <a:pt x="22583" y="10123"/>
                  </a:lnTo>
                  <a:cubicBezTo>
                    <a:pt x="22716" y="10389"/>
                    <a:pt x="22999" y="10517"/>
                    <a:pt x="23285" y="10517"/>
                  </a:cubicBezTo>
                  <a:cubicBezTo>
                    <a:pt x="23646" y="10517"/>
                    <a:pt x="24010" y="10313"/>
                    <a:pt x="24085" y="9923"/>
                  </a:cubicBezTo>
                  <a:cubicBezTo>
                    <a:pt x="24518" y="7554"/>
                    <a:pt x="25419" y="5453"/>
                    <a:pt x="26820" y="3551"/>
                  </a:cubicBezTo>
                  <a:cubicBezTo>
                    <a:pt x="27654" y="6253"/>
                    <a:pt x="28488" y="8955"/>
                    <a:pt x="29288" y="11657"/>
                  </a:cubicBezTo>
                  <a:cubicBezTo>
                    <a:pt x="29418" y="12062"/>
                    <a:pt x="29724" y="12241"/>
                    <a:pt x="30039" y="12241"/>
                  </a:cubicBezTo>
                  <a:cubicBezTo>
                    <a:pt x="30451" y="12241"/>
                    <a:pt x="30880" y="11934"/>
                    <a:pt x="30956" y="11424"/>
                  </a:cubicBezTo>
                  <a:cubicBezTo>
                    <a:pt x="31290" y="8622"/>
                    <a:pt x="32090" y="5953"/>
                    <a:pt x="33358" y="3451"/>
                  </a:cubicBezTo>
                  <a:cubicBezTo>
                    <a:pt x="34826" y="5686"/>
                    <a:pt x="36093" y="8021"/>
                    <a:pt x="37094" y="10490"/>
                  </a:cubicBezTo>
                  <a:cubicBezTo>
                    <a:pt x="37265" y="10893"/>
                    <a:pt x="37652" y="11102"/>
                    <a:pt x="38018" y="11102"/>
                  </a:cubicBezTo>
                  <a:cubicBezTo>
                    <a:pt x="38438" y="11102"/>
                    <a:pt x="38828" y="10827"/>
                    <a:pt x="38828" y="10256"/>
                  </a:cubicBezTo>
                  <a:cubicBezTo>
                    <a:pt x="38828" y="8955"/>
                    <a:pt x="38995" y="7654"/>
                    <a:pt x="39395" y="6387"/>
                  </a:cubicBezTo>
                  <a:cubicBezTo>
                    <a:pt x="39596" y="5853"/>
                    <a:pt x="39896" y="4752"/>
                    <a:pt x="40329" y="4385"/>
                  </a:cubicBezTo>
                  <a:cubicBezTo>
                    <a:pt x="40546" y="4203"/>
                    <a:pt x="40696" y="4122"/>
                    <a:pt x="40817" y="4122"/>
                  </a:cubicBezTo>
                  <a:cubicBezTo>
                    <a:pt x="41052" y="4122"/>
                    <a:pt x="41178" y="4424"/>
                    <a:pt x="41464" y="4886"/>
                  </a:cubicBezTo>
                  <a:cubicBezTo>
                    <a:pt x="42798" y="6987"/>
                    <a:pt x="43598" y="9622"/>
                    <a:pt x="44633" y="11891"/>
                  </a:cubicBezTo>
                  <a:cubicBezTo>
                    <a:pt x="44771" y="12196"/>
                    <a:pt x="45048" y="12328"/>
                    <a:pt x="45339" y="12328"/>
                  </a:cubicBezTo>
                  <a:cubicBezTo>
                    <a:pt x="45747" y="12328"/>
                    <a:pt x="46183" y="12067"/>
                    <a:pt x="46300" y="11657"/>
                  </a:cubicBezTo>
                  <a:cubicBezTo>
                    <a:pt x="47068" y="8889"/>
                    <a:pt x="48202" y="6253"/>
                    <a:pt x="49669" y="3785"/>
                  </a:cubicBezTo>
                  <a:cubicBezTo>
                    <a:pt x="50937" y="6320"/>
                    <a:pt x="51938" y="8955"/>
                    <a:pt x="52638" y="11757"/>
                  </a:cubicBezTo>
                  <a:cubicBezTo>
                    <a:pt x="52755" y="12191"/>
                    <a:pt x="53147" y="12408"/>
                    <a:pt x="53539" y="12408"/>
                  </a:cubicBezTo>
                  <a:cubicBezTo>
                    <a:pt x="53931" y="12408"/>
                    <a:pt x="54323" y="12191"/>
                    <a:pt x="54440" y="11757"/>
                  </a:cubicBezTo>
                  <a:cubicBezTo>
                    <a:pt x="54907" y="9756"/>
                    <a:pt x="55374" y="7788"/>
                    <a:pt x="55841" y="5820"/>
                  </a:cubicBezTo>
                  <a:cubicBezTo>
                    <a:pt x="56241" y="7588"/>
                    <a:pt x="56274" y="9422"/>
                    <a:pt x="55941" y="11290"/>
                  </a:cubicBezTo>
                  <a:cubicBezTo>
                    <a:pt x="55820" y="11971"/>
                    <a:pt x="56410" y="12424"/>
                    <a:pt x="56944" y="12424"/>
                  </a:cubicBezTo>
                  <a:cubicBezTo>
                    <a:pt x="57298" y="12424"/>
                    <a:pt x="57629" y="12224"/>
                    <a:pt x="57709" y="11757"/>
                  </a:cubicBezTo>
                  <a:cubicBezTo>
                    <a:pt x="58342" y="8388"/>
                    <a:pt x="57942" y="5153"/>
                    <a:pt x="56508" y="2017"/>
                  </a:cubicBezTo>
                  <a:cubicBezTo>
                    <a:pt x="56353" y="1707"/>
                    <a:pt x="56055" y="1570"/>
                    <a:pt x="55750" y="1570"/>
                  </a:cubicBezTo>
                  <a:cubicBezTo>
                    <a:pt x="55333" y="1570"/>
                    <a:pt x="54903" y="1827"/>
                    <a:pt x="54806" y="2250"/>
                  </a:cubicBezTo>
                  <a:cubicBezTo>
                    <a:pt x="54339" y="4152"/>
                    <a:pt x="53906" y="6053"/>
                    <a:pt x="53439" y="7955"/>
                  </a:cubicBezTo>
                  <a:cubicBezTo>
                    <a:pt x="52672" y="5720"/>
                    <a:pt x="51671" y="3585"/>
                    <a:pt x="50503" y="1483"/>
                  </a:cubicBezTo>
                  <a:cubicBezTo>
                    <a:pt x="50341" y="1192"/>
                    <a:pt x="50054" y="1058"/>
                    <a:pt x="49759" y="1058"/>
                  </a:cubicBezTo>
                  <a:cubicBezTo>
                    <a:pt x="49446" y="1058"/>
                    <a:pt x="49124" y="1209"/>
                    <a:pt x="48936" y="1483"/>
                  </a:cubicBezTo>
                  <a:cubicBezTo>
                    <a:pt x="47401" y="3818"/>
                    <a:pt x="46167" y="6287"/>
                    <a:pt x="45266" y="8889"/>
                  </a:cubicBezTo>
                  <a:cubicBezTo>
                    <a:pt x="44633" y="7488"/>
                    <a:pt x="43999" y="6087"/>
                    <a:pt x="43332" y="4686"/>
                  </a:cubicBezTo>
                  <a:cubicBezTo>
                    <a:pt x="42841" y="3540"/>
                    <a:pt x="42382" y="1882"/>
                    <a:pt x="40885" y="1882"/>
                  </a:cubicBezTo>
                  <a:cubicBezTo>
                    <a:pt x="40856" y="1882"/>
                    <a:pt x="40826" y="1882"/>
                    <a:pt x="40796" y="1884"/>
                  </a:cubicBezTo>
                  <a:cubicBezTo>
                    <a:pt x="38828" y="1984"/>
                    <a:pt x="37828" y="4552"/>
                    <a:pt x="37394" y="6954"/>
                  </a:cubicBezTo>
                  <a:cubicBezTo>
                    <a:pt x="36427" y="4986"/>
                    <a:pt x="35293" y="3151"/>
                    <a:pt x="34025" y="1350"/>
                  </a:cubicBezTo>
                  <a:cubicBezTo>
                    <a:pt x="33833" y="1088"/>
                    <a:pt x="33523" y="936"/>
                    <a:pt x="33223" y="936"/>
                  </a:cubicBezTo>
                  <a:cubicBezTo>
                    <a:pt x="32949" y="936"/>
                    <a:pt x="32683" y="1063"/>
                    <a:pt x="32524" y="1350"/>
                  </a:cubicBezTo>
                  <a:cubicBezTo>
                    <a:pt x="31323" y="3451"/>
                    <a:pt x="30489" y="5653"/>
                    <a:pt x="29922" y="7955"/>
                  </a:cubicBezTo>
                  <a:cubicBezTo>
                    <a:pt x="29255" y="5820"/>
                    <a:pt x="28621" y="3718"/>
                    <a:pt x="27954" y="1617"/>
                  </a:cubicBezTo>
                  <a:cubicBezTo>
                    <a:pt x="27846" y="1251"/>
                    <a:pt x="27490" y="1010"/>
                    <a:pt x="27133" y="1010"/>
                  </a:cubicBezTo>
                  <a:cubicBezTo>
                    <a:pt x="26937" y="1010"/>
                    <a:pt x="26740" y="1084"/>
                    <a:pt x="26586" y="1250"/>
                  </a:cubicBezTo>
                  <a:cubicBezTo>
                    <a:pt x="24952" y="3084"/>
                    <a:pt x="23751" y="5119"/>
                    <a:pt x="23050" y="7354"/>
                  </a:cubicBezTo>
                  <a:cubicBezTo>
                    <a:pt x="22250" y="5820"/>
                    <a:pt x="21449" y="4252"/>
                    <a:pt x="20682" y="2684"/>
                  </a:cubicBezTo>
                  <a:cubicBezTo>
                    <a:pt x="20176" y="1703"/>
                    <a:pt x="19609" y="0"/>
                    <a:pt x="18298" y="0"/>
                  </a:cubicBezTo>
                  <a:close/>
                </a:path>
              </a:pathLst>
            </a:custGeom>
            <a:solidFill>
              <a:schemeClr val="dk1">
                <a:alpha val="474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8" name="Google Shape;1158;p67"/>
          <p:cNvGrpSpPr/>
          <p:nvPr/>
        </p:nvGrpSpPr>
        <p:grpSpPr>
          <a:xfrm>
            <a:off x="8282275" y="2380875"/>
            <a:ext cx="522388" cy="698798"/>
            <a:chOff x="8282275" y="2380875"/>
            <a:chExt cx="522388" cy="698798"/>
          </a:xfrm>
        </p:grpSpPr>
        <p:sp>
          <p:nvSpPr>
            <p:cNvPr id="1159" name="Google Shape;1159;p67"/>
            <p:cNvSpPr/>
            <p:nvPr/>
          </p:nvSpPr>
          <p:spPr>
            <a:xfrm>
              <a:off x="8383075" y="2380875"/>
              <a:ext cx="421588" cy="683602"/>
            </a:xfrm>
            <a:custGeom>
              <a:avLst/>
              <a:gdLst/>
              <a:ahLst/>
              <a:cxnLst/>
              <a:rect l="l" t="t" r="r" b="b"/>
              <a:pathLst>
                <a:path w="9841" h="7062" extrusionOk="0">
                  <a:moveTo>
                    <a:pt x="6705" y="0"/>
                  </a:moveTo>
                  <a:cubicBezTo>
                    <a:pt x="6004" y="0"/>
                    <a:pt x="5337" y="34"/>
                    <a:pt x="4637" y="34"/>
                  </a:cubicBezTo>
                  <a:cubicBezTo>
                    <a:pt x="3903" y="67"/>
                    <a:pt x="3469" y="1168"/>
                    <a:pt x="4236" y="1501"/>
                  </a:cubicBezTo>
                  <a:cubicBezTo>
                    <a:pt x="4403" y="1601"/>
                    <a:pt x="4570" y="1668"/>
                    <a:pt x="4737" y="1735"/>
                  </a:cubicBezTo>
                  <a:cubicBezTo>
                    <a:pt x="3736" y="1802"/>
                    <a:pt x="2769" y="1868"/>
                    <a:pt x="1768" y="1935"/>
                  </a:cubicBezTo>
                  <a:cubicBezTo>
                    <a:pt x="901" y="2002"/>
                    <a:pt x="667" y="3236"/>
                    <a:pt x="1568" y="3469"/>
                  </a:cubicBezTo>
                  <a:cubicBezTo>
                    <a:pt x="1668" y="3503"/>
                    <a:pt x="1801" y="3536"/>
                    <a:pt x="1901" y="3569"/>
                  </a:cubicBezTo>
                  <a:cubicBezTo>
                    <a:pt x="1635" y="3569"/>
                    <a:pt x="1334" y="3603"/>
                    <a:pt x="1068" y="3603"/>
                  </a:cubicBezTo>
                  <a:cubicBezTo>
                    <a:pt x="267" y="3636"/>
                    <a:pt x="0" y="4904"/>
                    <a:pt x="867" y="5071"/>
                  </a:cubicBezTo>
                  <a:cubicBezTo>
                    <a:pt x="1234" y="5137"/>
                    <a:pt x="1601" y="5204"/>
                    <a:pt x="1968" y="5304"/>
                  </a:cubicBezTo>
                  <a:cubicBezTo>
                    <a:pt x="1434" y="5371"/>
                    <a:pt x="1301" y="6238"/>
                    <a:pt x="1935" y="6438"/>
                  </a:cubicBezTo>
                  <a:cubicBezTo>
                    <a:pt x="3188" y="6862"/>
                    <a:pt x="4460" y="7061"/>
                    <a:pt x="5736" y="7061"/>
                  </a:cubicBezTo>
                  <a:cubicBezTo>
                    <a:pt x="6871" y="7061"/>
                    <a:pt x="8009" y="6903"/>
                    <a:pt x="9140" y="6605"/>
                  </a:cubicBezTo>
                  <a:cubicBezTo>
                    <a:pt x="9807" y="6472"/>
                    <a:pt x="9840" y="5404"/>
                    <a:pt x="9140" y="5237"/>
                  </a:cubicBezTo>
                  <a:cubicBezTo>
                    <a:pt x="8573" y="5137"/>
                    <a:pt x="8006" y="5004"/>
                    <a:pt x="7439" y="4870"/>
                  </a:cubicBezTo>
                  <a:cubicBezTo>
                    <a:pt x="8106" y="4670"/>
                    <a:pt x="8206" y="3603"/>
                    <a:pt x="7439" y="3403"/>
                  </a:cubicBezTo>
                  <a:cubicBezTo>
                    <a:pt x="7172" y="3336"/>
                    <a:pt x="6905" y="3269"/>
                    <a:pt x="6638" y="3203"/>
                  </a:cubicBezTo>
                  <a:lnTo>
                    <a:pt x="7906" y="3136"/>
                  </a:lnTo>
                  <a:cubicBezTo>
                    <a:pt x="8606" y="3069"/>
                    <a:pt x="9073" y="2002"/>
                    <a:pt x="8306" y="1668"/>
                  </a:cubicBezTo>
                  <a:cubicBezTo>
                    <a:pt x="7972" y="1501"/>
                    <a:pt x="7639" y="1335"/>
                    <a:pt x="7272" y="1168"/>
                  </a:cubicBezTo>
                  <a:cubicBezTo>
                    <a:pt x="7572" y="734"/>
                    <a:pt x="7405" y="0"/>
                    <a:pt x="67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67"/>
            <p:cNvSpPr/>
            <p:nvPr/>
          </p:nvSpPr>
          <p:spPr>
            <a:xfrm>
              <a:off x="8282275" y="2769075"/>
              <a:ext cx="241875" cy="310598"/>
            </a:xfrm>
            <a:custGeom>
              <a:avLst/>
              <a:gdLst/>
              <a:ahLst/>
              <a:cxnLst/>
              <a:rect l="l" t="t" r="r" b="b"/>
              <a:pathLst>
                <a:path w="9675" h="7174" extrusionOk="0">
                  <a:moveTo>
                    <a:pt x="6755" y="1"/>
                  </a:moveTo>
                  <a:cubicBezTo>
                    <a:pt x="6653" y="1"/>
                    <a:pt x="6546" y="21"/>
                    <a:pt x="6439" y="66"/>
                  </a:cubicBezTo>
                  <a:cubicBezTo>
                    <a:pt x="5828" y="336"/>
                    <a:pt x="5246" y="460"/>
                    <a:pt x="4662" y="460"/>
                  </a:cubicBezTo>
                  <a:cubicBezTo>
                    <a:pt x="4161" y="460"/>
                    <a:pt x="3660" y="369"/>
                    <a:pt x="3136" y="200"/>
                  </a:cubicBezTo>
                  <a:cubicBezTo>
                    <a:pt x="3047" y="172"/>
                    <a:pt x="2963" y="160"/>
                    <a:pt x="2885" y="160"/>
                  </a:cubicBezTo>
                  <a:cubicBezTo>
                    <a:pt x="2107" y="160"/>
                    <a:pt x="1855" y="1395"/>
                    <a:pt x="2703" y="1668"/>
                  </a:cubicBezTo>
                  <a:cubicBezTo>
                    <a:pt x="2769" y="1701"/>
                    <a:pt x="2836" y="1701"/>
                    <a:pt x="2903" y="1734"/>
                  </a:cubicBezTo>
                  <a:cubicBezTo>
                    <a:pt x="2302" y="1768"/>
                    <a:pt x="1669" y="1768"/>
                    <a:pt x="1035" y="1801"/>
                  </a:cubicBezTo>
                  <a:cubicBezTo>
                    <a:pt x="201" y="1801"/>
                    <a:pt x="1" y="3069"/>
                    <a:pt x="835" y="3302"/>
                  </a:cubicBezTo>
                  <a:cubicBezTo>
                    <a:pt x="2202" y="3702"/>
                    <a:pt x="3570" y="4069"/>
                    <a:pt x="4904" y="4436"/>
                  </a:cubicBezTo>
                  <a:cubicBezTo>
                    <a:pt x="3770" y="4603"/>
                    <a:pt x="2669" y="4770"/>
                    <a:pt x="1535" y="4903"/>
                  </a:cubicBezTo>
                  <a:cubicBezTo>
                    <a:pt x="1068" y="4970"/>
                    <a:pt x="901" y="5504"/>
                    <a:pt x="1002" y="5937"/>
                  </a:cubicBezTo>
                  <a:lnTo>
                    <a:pt x="901" y="5937"/>
                  </a:lnTo>
                  <a:cubicBezTo>
                    <a:pt x="201" y="5937"/>
                    <a:pt x="201" y="7005"/>
                    <a:pt x="901" y="7005"/>
                  </a:cubicBezTo>
                  <a:cubicBezTo>
                    <a:pt x="3003" y="7038"/>
                    <a:pt x="5104" y="7005"/>
                    <a:pt x="7206" y="7171"/>
                  </a:cubicBezTo>
                  <a:cubicBezTo>
                    <a:pt x="7226" y="7173"/>
                    <a:pt x="7245" y="7174"/>
                    <a:pt x="7264" y="7174"/>
                  </a:cubicBezTo>
                  <a:cubicBezTo>
                    <a:pt x="7983" y="7174"/>
                    <a:pt x="8154" y="5967"/>
                    <a:pt x="7406" y="5837"/>
                  </a:cubicBezTo>
                  <a:cubicBezTo>
                    <a:pt x="7206" y="5804"/>
                    <a:pt x="7006" y="5770"/>
                    <a:pt x="6806" y="5737"/>
                  </a:cubicBezTo>
                  <a:cubicBezTo>
                    <a:pt x="7506" y="5637"/>
                    <a:pt x="8173" y="5537"/>
                    <a:pt x="8874" y="5437"/>
                  </a:cubicBezTo>
                  <a:cubicBezTo>
                    <a:pt x="9674" y="5337"/>
                    <a:pt x="9541" y="4169"/>
                    <a:pt x="8874" y="3969"/>
                  </a:cubicBezTo>
                  <a:cubicBezTo>
                    <a:pt x="7940" y="3702"/>
                    <a:pt x="7006" y="3435"/>
                    <a:pt x="6072" y="3169"/>
                  </a:cubicBezTo>
                  <a:cubicBezTo>
                    <a:pt x="6639" y="3169"/>
                    <a:pt x="7206" y="3135"/>
                    <a:pt x="7773" y="3135"/>
                  </a:cubicBezTo>
                  <a:cubicBezTo>
                    <a:pt x="8640" y="3102"/>
                    <a:pt x="8840" y="1868"/>
                    <a:pt x="7973" y="1634"/>
                  </a:cubicBezTo>
                  <a:cubicBezTo>
                    <a:pt x="7740" y="1534"/>
                    <a:pt x="7473" y="1467"/>
                    <a:pt x="7206" y="1401"/>
                  </a:cubicBezTo>
                  <a:cubicBezTo>
                    <a:pt x="7995" y="1021"/>
                    <a:pt x="7478" y="1"/>
                    <a:pt x="6755" y="1"/>
                  </a:cubicBezTo>
                  <a:close/>
                </a:path>
              </a:pathLst>
            </a:custGeom>
            <a:solidFill>
              <a:schemeClr val="dk1">
                <a:alpha val="474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65" name="Google Shape;1165;p67"/>
          <p:cNvSpPr/>
          <p:nvPr/>
        </p:nvSpPr>
        <p:spPr>
          <a:xfrm>
            <a:off x="571317" y="445025"/>
            <a:ext cx="4738606" cy="620775"/>
          </a:xfrm>
          <a:custGeom>
            <a:avLst/>
            <a:gdLst/>
            <a:ahLst/>
            <a:cxnLst/>
            <a:rect l="l" t="t" r="r" b="b"/>
            <a:pathLst>
              <a:path w="193808" h="24831" extrusionOk="0">
                <a:moveTo>
                  <a:pt x="322" y="24831"/>
                </a:moveTo>
                <a:lnTo>
                  <a:pt x="193808" y="23864"/>
                </a:lnTo>
                <a:lnTo>
                  <a:pt x="189938" y="0"/>
                </a:lnTo>
                <a:lnTo>
                  <a:pt x="0" y="323"/>
                </a:lnTo>
                <a:close/>
              </a:path>
            </a:pathLst>
          </a:custGeom>
          <a:solidFill>
            <a:srgbClr val="FFFFFF">
              <a:alpha val="48040"/>
            </a:srgbClr>
          </a:solidFill>
          <a:ln>
            <a:noFill/>
          </a:ln>
        </p:spPr>
        <p:txBody>
          <a:bodyPr/>
          <a:lstStyle/>
          <a:p>
            <a:endParaRPr lang="hu-HU"/>
          </a:p>
        </p:txBody>
      </p:sp>
      <p:sp>
        <p:nvSpPr>
          <p:cNvPr id="1166" name="Google Shape;1166;p67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/>
              <a:t>Ada </a:t>
            </a:r>
            <a:r>
              <a:rPr lang="hu-HU" err="1"/>
              <a:t>Lovelace</a:t>
            </a:r>
            <a:endParaRPr/>
          </a:p>
        </p:txBody>
      </p:sp>
      <p:grpSp>
        <p:nvGrpSpPr>
          <p:cNvPr id="1187" name="Google Shape;1187;p67"/>
          <p:cNvGrpSpPr/>
          <p:nvPr/>
        </p:nvGrpSpPr>
        <p:grpSpPr>
          <a:xfrm rot="3701978">
            <a:off x="5760072" y="179423"/>
            <a:ext cx="1052541" cy="1497340"/>
            <a:chOff x="3199125" y="3058475"/>
            <a:chExt cx="522900" cy="743875"/>
          </a:xfrm>
        </p:grpSpPr>
        <p:sp>
          <p:nvSpPr>
            <p:cNvPr id="1188" name="Google Shape;1188;p67"/>
            <p:cNvSpPr/>
            <p:nvPr/>
          </p:nvSpPr>
          <p:spPr>
            <a:xfrm>
              <a:off x="3199125" y="3058475"/>
              <a:ext cx="494550" cy="743875"/>
            </a:xfrm>
            <a:custGeom>
              <a:avLst/>
              <a:gdLst/>
              <a:ahLst/>
              <a:cxnLst/>
              <a:rect l="l" t="t" r="r" b="b"/>
              <a:pathLst>
                <a:path w="19782" h="29755" extrusionOk="0">
                  <a:moveTo>
                    <a:pt x="834" y="29655"/>
                  </a:moveTo>
                  <a:cubicBezTo>
                    <a:pt x="901" y="29621"/>
                    <a:pt x="934" y="29655"/>
                    <a:pt x="968" y="29588"/>
                  </a:cubicBezTo>
                  <a:cubicBezTo>
                    <a:pt x="1001" y="29488"/>
                    <a:pt x="968" y="29388"/>
                    <a:pt x="968" y="29254"/>
                  </a:cubicBezTo>
                  <a:cubicBezTo>
                    <a:pt x="934" y="28287"/>
                    <a:pt x="901" y="26753"/>
                    <a:pt x="901" y="25752"/>
                  </a:cubicBezTo>
                  <a:cubicBezTo>
                    <a:pt x="801" y="22116"/>
                    <a:pt x="1101" y="18447"/>
                    <a:pt x="2035" y="14977"/>
                  </a:cubicBezTo>
                  <a:cubicBezTo>
                    <a:pt x="2936" y="11575"/>
                    <a:pt x="4470" y="8339"/>
                    <a:pt x="6872" y="5504"/>
                  </a:cubicBezTo>
                  <a:cubicBezTo>
                    <a:pt x="9807" y="2035"/>
                    <a:pt x="12476" y="1434"/>
                    <a:pt x="14611" y="2702"/>
                  </a:cubicBezTo>
                  <a:cubicBezTo>
                    <a:pt x="16012" y="3503"/>
                    <a:pt x="17113" y="5037"/>
                    <a:pt x="17980" y="6972"/>
                  </a:cubicBezTo>
                  <a:cubicBezTo>
                    <a:pt x="18480" y="8073"/>
                    <a:pt x="18914" y="9307"/>
                    <a:pt x="19214" y="10641"/>
                  </a:cubicBezTo>
                  <a:cubicBezTo>
                    <a:pt x="19247" y="10774"/>
                    <a:pt x="19381" y="10875"/>
                    <a:pt x="19514" y="10841"/>
                  </a:cubicBezTo>
                  <a:cubicBezTo>
                    <a:pt x="19681" y="10841"/>
                    <a:pt x="19781" y="10708"/>
                    <a:pt x="19748" y="10541"/>
                  </a:cubicBezTo>
                  <a:cubicBezTo>
                    <a:pt x="19581" y="8740"/>
                    <a:pt x="19214" y="7038"/>
                    <a:pt x="18614" y="5604"/>
                  </a:cubicBezTo>
                  <a:cubicBezTo>
                    <a:pt x="17813" y="3769"/>
                    <a:pt x="16646" y="2368"/>
                    <a:pt x="15278" y="1535"/>
                  </a:cubicBezTo>
                  <a:cubicBezTo>
                    <a:pt x="12743" y="0"/>
                    <a:pt x="9407" y="534"/>
                    <a:pt x="5971" y="4737"/>
                  </a:cubicBezTo>
                  <a:cubicBezTo>
                    <a:pt x="3503" y="7739"/>
                    <a:pt x="1968" y="11141"/>
                    <a:pt x="1068" y="14744"/>
                  </a:cubicBezTo>
                  <a:cubicBezTo>
                    <a:pt x="201" y="18313"/>
                    <a:pt x="0" y="22049"/>
                    <a:pt x="167" y="25785"/>
                  </a:cubicBezTo>
                  <a:cubicBezTo>
                    <a:pt x="234" y="26786"/>
                    <a:pt x="401" y="28287"/>
                    <a:pt x="534" y="29288"/>
                  </a:cubicBezTo>
                  <a:cubicBezTo>
                    <a:pt x="534" y="29421"/>
                    <a:pt x="501" y="29521"/>
                    <a:pt x="567" y="29621"/>
                  </a:cubicBezTo>
                  <a:cubicBezTo>
                    <a:pt x="634" y="29688"/>
                    <a:pt x="634" y="29621"/>
                    <a:pt x="701" y="29688"/>
                  </a:cubicBezTo>
                  <a:cubicBezTo>
                    <a:pt x="701" y="29721"/>
                    <a:pt x="734" y="29755"/>
                    <a:pt x="768" y="29721"/>
                  </a:cubicBezTo>
                  <a:cubicBezTo>
                    <a:pt x="834" y="29721"/>
                    <a:pt x="834" y="29688"/>
                    <a:pt x="834" y="296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67"/>
            <p:cNvSpPr/>
            <p:nvPr/>
          </p:nvSpPr>
          <p:spPr>
            <a:xfrm>
              <a:off x="3601075" y="3214400"/>
              <a:ext cx="120950" cy="169325"/>
            </a:xfrm>
            <a:custGeom>
              <a:avLst/>
              <a:gdLst/>
              <a:ahLst/>
              <a:cxnLst/>
              <a:rect l="l" t="t" r="r" b="b"/>
              <a:pathLst>
                <a:path w="4838" h="6773" extrusionOk="0">
                  <a:moveTo>
                    <a:pt x="3470" y="4371"/>
                  </a:moveTo>
                  <a:cubicBezTo>
                    <a:pt x="3036" y="3804"/>
                    <a:pt x="2369" y="2970"/>
                    <a:pt x="1735" y="2469"/>
                  </a:cubicBezTo>
                  <a:cubicBezTo>
                    <a:pt x="1301" y="2102"/>
                    <a:pt x="901" y="1869"/>
                    <a:pt x="601" y="1836"/>
                  </a:cubicBezTo>
                  <a:cubicBezTo>
                    <a:pt x="1" y="1869"/>
                    <a:pt x="101" y="2369"/>
                    <a:pt x="234" y="2569"/>
                  </a:cubicBezTo>
                  <a:cubicBezTo>
                    <a:pt x="367" y="2770"/>
                    <a:pt x="568" y="3036"/>
                    <a:pt x="801" y="3370"/>
                  </a:cubicBezTo>
                  <a:cubicBezTo>
                    <a:pt x="1535" y="4304"/>
                    <a:pt x="2602" y="5505"/>
                    <a:pt x="2836" y="5805"/>
                  </a:cubicBezTo>
                  <a:cubicBezTo>
                    <a:pt x="3570" y="6772"/>
                    <a:pt x="4170" y="6439"/>
                    <a:pt x="4404" y="6039"/>
                  </a:cubicBezTo>
                  <a:cubicBezTo>
                    <a:pt x="4570" y="5805"/>
                    <a:pt x="4671" y="5071"/>
                    <a:pt x="4737" y="4237"/>
                  </a:cubicBezTo>
                  <a:lnTo>
                    <a:pt x="4804" y="2803"/>
                  </a:lnTo>
                  <a:lnTo>
                    <a:pt x="4837" y="301"/>
                  </a:lnTo>
                  <a:cubicBezTo>
                    <a:pt x="4837" y="168"/>
                    <a:pt x="4737" y="34"/>
                    <a:pt x="4570" y="1"/>
                  </a:cubicBezTo>
                  <a:cubicBezTo>
                    <a:pt x="4437" y="1"/>
                    <a:pt x="4304" y="101"/>
                    <a:pt x="4270" y="268"/>
                  </a:cubicBezTo>
                  <a:lnTo>
                    <a:pt x="3737" y="2669"/>
                  </a:lnTo>
                  <a:lnTo>
                    <a:pt x="3470" y="4070"/>
                  </a:lnTo>
                  <a:cubicBezTo>
                    <a:pt x="3470" y="4171"/>
                    <a:pt x="3470" y="4271"/>
                    <a:pt x="3470" y="43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0" name="Google Shape;1190;p67">
            <a:hlinkClick r:id="rId3" action="ppaction://hlinksldjump"/>
          </p:cNvPr>
          <p:cNvSpPr/>
          <p:nvPr/>
        </p:nvSpPr>
        <p:spPr>
          <a:xfrm>
            <a:off x="8825155" y="2500037"/>
            <a:ext cx="128263" cy="126003"/>
          </a:xfrm>
          <a:custGeom>
            <a:avLst/>
            <a:gdLst/>
            <a:ahLst/>
            <a:cxnLst/>
            <a:rect l="l" t="t" r="r" b="b"/>
            <a:pathLst>
              <a:path w="212885" h="209134" extrusionOk="0">
                <a:moveTo>
                  <a:pt x="106442" y="0"/>
                </a:moveTo>
                <a:cubicBezTo>
                  <a:pt x="101296" y="0"/>
                  <a:pt x="96467" y="2010"/>
                  <a:pt x="92840" y="5637"/>
                </a:cubicBezTo>
                <a:lnTo>
                  <a:pt x="7574" y="90903"/>
                </a:lnTo>
                <a:cubicBezTo>
                  <a:pt x="7525" y="90928"/>
                  <a:pt x="7501" y="90977"/>
                  <a:pt x="7476" y="91001"/>
                </a:cubicBezTo>
                <a:cubicBezTo>
                  <a:pt x="1" y="98501"/>
                  <a:pt x="25" y="110682"/>
                  <a:pt x="7525" y="118181"/>
                </a:cubicBezTo>
                <a:cubicBezTo>
                  <a:pt x="10932" y="121613"/>
                  <a:pt x="15466" y="123598"/>
                  <a:pt x="20294" y="123794"/>
                </a:cubicBezTo>
                <a:cubicBezTo>
                  <a:pt x="20490" y="123818"/>
                  <a:pt x="20686" y="123818"/>
                  <a:pt x="20882" y="123818"/>
                </a:cubicBezTo>
                <a:lnTo>
                  <a:pt x="24289" y="123818"/>
                </a:lnTo>
                <a:lnTo>
                  <a:pt x="24289" y="186610"/>
                </a:lnTo>
                <a:cubicBezTo>
                  <a:pt x="24289" y="199036"/>
                  <a:pt x="34387" y="209133"/>
                  <a:pt x="46813" y="209133"/>
                </a:cubicBezTo>
                <a:lnTo>
                  <a:pt x="80194" y="209133"/>
                </a:lnTo>
                <a:cubicBezTo>
                  <a:pt x="83576" y="209133"/>
                  <a:pt x="86321" y="206388"/>
                  <a:pt x="86321" y="203006"/>
                </a:cubicBezTo>
                <a:lnTo>
                  <a:pt x="86321" y="153793"/>
                </a:lnTo>
                <a:cubicBezTo>
                  <a:pt x="86321" y="148131"/>
                  <a:pt x="90928" y="143523"/>
                  <a:pt x="96614" y="143523"/>
                </a:cubicBezTo>
                <a:lnTo>
                  <a:pt x="116295" y="143523"/>
                </a:lnTo>
                <a:cubicBezTo>
                  <a:pt x="121956" y="143523"/>
                  <a:pt x="126564" y="148131"/>
                  <a:pt x="126564" y="153793"/>
                </a:cubicBezTo>
                <a:lnTo>
                  <a:pt x="126564" y="203006"/>
                </a:lnTo>
                <a:cubicBezTo>
                  <a:pt x="126564" y="206388"/>
                  <a:pt x="129309" y="209133"/>
                  <a:pt x="132691" y="209133"/>
                </a:cubicBezTo>
                <a:lnTo>
                  <a:pt x="166072" y="209133"/>
                </a:lnTo>
                <a:cubicBezTo>
                  <a:pt x="178498" y="209133"/>
                  <a:pt x="188620" y="199036"/>
                  <a:pt x="188620" y="186610"/>
                </a:cubicBezTo>
                <a:lnTo>
                  <a:pt x="188620" y="123818"/>
                </a:lnTo>
                <a:lnTo>
                  <a:pt x="191757" y="123818"/>
                </a:lnTo>
                <a:cubicBezTo>
                  <a:pt x="196904" y="123818"/>
                  <a:pt x="201733" y="121833"/>
                  <a:pt x="205384" y="118181"/>
                </a:cubicBezTo>
                <a:cubicBezTo>
                  <a:pt x="212884" y="110682"/>
                  <a:pt x="212884" y="98476"/>
                  <a:pt x="205384" y="90977"/>
                </a:cubicBezTo>
                <a:lnTo>
                  <a:pt x="205384" y="90952"/>
                </a:lnTo>
                <a:lnTo>
                  <a:pt x="120069" y="5637"/>
                </a:lnTo>
                <a:cubicBezTo>
                  <a:pt x="116417" y="2010"/>
                  <a:pt x="111589" y="0"/>
                  <a:pt x="106442" y="0"/>
                </a:cubicBez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1" name="Google Shape;1191;p67">
            <a:hlinkClick r:id="" action="ppaction://hlinkshowjump?jump=previousslide"/>
          </p:cNvPr>
          <p:cNvSpPr/>
          <p:nvPr/>
        </p:nvSpPr>
        <p:spPr>
          <a:xfrm rot="-5400000">
            <a:off x="8866829" y="2282123"/>
            <a:ext cx="45000" cy="99900"/>
          </a:xfrm>
          <a:prstGeom prst="chevron">
            <a:avLst>
              <a:gd name="adj" fmla="val 10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2" name="Google Shape;1192;p67">
            <a:hlinkClick r:id="" action="ppaction://hlinkshowjump?jump=nextslide"/>
          </p:cNvPr>
          <p:cNvSpPr/>
          <p:nvPr/>
        </p:nvSpPr>
        <p:spPr>
          <a:xfrm rot="5400000">
            <a:off x="8860413" y="2755177"/>
            <a:ext cx="57600" cy="99900"/>
          </a:xfrm>
          <a:prstGeom prst="chevron">
            <a:avLst>
              <a:gd name="adj" fmla="val 10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50" name="Picture 2" descr="Ada Lovelace | National Geographic Kid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4078" y="1357373"/>
            <a:ext cx="2137200" cy="320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52" name="Google Shape;1152;p67"/>
          <p:cNvGrpSpPr/>
          <p:nvPr/>
        </p:nvGrpSpPr>
        <p:grpSpPr>
          <a:xfrm rot="1994698">
            <a:off x="7455530" y="723579"/>
            <a:ext cx="1427314" cy="1378882"/>
            <a:chOff x="4025005" y="-349716"/>
            <a:chExt cx="2082177" cy="2011523"/>
          </a:xfrm>
        </p:grpSpPr>
        <p:sp>
          <p:nvSpPr>
            <p:cNvPr id="1153" name="Google Shape;1153;p67"/>
            <p:cNvSpPr/>
            <p:nvPr/>
          </p:nvSpPr>
          <p:spPr>
            <a:xfrm rot="-9887279">
              <a:off x="4217529" y="464150"/>
              <a:ext cx="1676772" cy="995105"/>
            </a:xfrm>
            <a:custGeom>
              <a:avLst/>
              <a:gdLst/>
              <a:ahLst/>
              <a:cxnLst/>
              <a:rect l="l" t="t" r="r" b="b"/>
              <a:pathLst>
                <a:path w="35960" h="21341" extrusionOk="0">
                  <a:moveTo>
                    <a:pt x="25914" y="478"/>
                  </a:moveTo>
                  <a:cubicBezTo>
                    <a:pt x="25939" y="478"/>
                    <a:pt x="25971" y="519"/>
                    <a:pt x="26019" y="599"/>
                  </a:cubicBezTo>
                  <a:cubicBezTo>
                    <a:pt x="26052" y="699"/>
                    <a:pt x="26019" y="766"/>
                    <a:pt x="25952" y="766"/>
                  </a:cubicBezTo>
                  <a:cubicBezTo>
                    <a:pt x="25937" y="774"/>
                    <a:pt x="25923" y="778"/>
                    <a:pt x="25911" y="778"/>
                  </a:cubicBezTo>
                  <a:cubicBezTo>
                    <a:pt x="25872" y="778"/>
                    <a:pt x="25852" y="734"/>
                    <a:pt x="25852" y="632"/>
                  </a:cubicBezTo>
                  <a:cubicBezTo>
                    <a:pt x="25870" y="528"/>
                    <a:pt x="25887" y="478"/>
                    <a:pt x="25914" y="478"/>
                  </a:cubicBezTo>
                  <a:close/>
                  <a:moveTo>
                    <a:pt x="25719" y="1066"/>
                  </a:moveTo>
                  <a:cubicBezTo>
                    <a:pt x="25786" y="1066"/>
                    <a:pt x="25819" y="1066"/>
                    <a:pt x="25852" y="1133"/>
                  </a:cubicBezTo>
                  <a:cubicBezTo>
                    <a:pt x="25886" y="1199"/>
                    <a:pt x="25919" y="1266"/>
                    <a:pt x="25886" y="1333"/>
                  </a:cubicBezTo>
                  <a:cubicBezTo>
                    <a:pt x="25873" y="1345"/>
                    <a:pt x="25857" y="1353"/>
                    <a:pt x="25839" y="1353"/>
                  </a:cubicBezTo>
                  <a:cubicBezTo>
                    <a:pt x="25808" y="1353"/>
                    <a:pt x="25773" y="1330"/>
                    <a:pt x="25752" y="1266"/>
                  </a:cubicBezTo>
                  <a:cubicBezTo>
                    <a:pt x="25685" y="1199"/>
                    <a:pt x="25685" y="1099"/>
                    <a:pt x="25719" y="1066"/>
                  </a:cubicBezTo>
                  <a:close/>
                  <a:moveTo>
                    <a:pt x="26226" y="1001"/>
                  </a:moveTo>
                  <a:cubicBezTo>
                    <a:pt x="26264" y="1001"/>
                    <a:pt x="26312" y="1044"/>
                    <a:pt x="26386" y="1133"/>
                  </a:cubicBezTo>
                  <a:cubicBezTo>
                    <a:pt x="26573" y="1346"/>
                    <a:pt x="26567" y="1496"/>
                    <a:pt x="26404" y="1496"/>
                  </a:cubicBezTo>
                  <a:cubicBezTo>
                    <a:pt x="26363" y="1496"/>
                    <a:pt x="26313" y="1486"/>
                    <a:pt x="26253" y="1466"/>
                  </a:cubicBezTo>
                  <a:cubicBezTo>
                    <a:pt x="26019" y="1400"/>
                    <a:pt x="26019" y="1400"/>
                    <a:pt x="26086" y="1199"/>
                  </a:cubicBezTo>
                  <a:cubicBezTo>
                    <a:pt x="26142" y="1069"/>
                    <a:pt x="26177" y="1001"/>
                    <a:pt x="26226" y="1001"/>
                  </a:cubicBezTo>
                  <a:close/>
                  <a:moveTo>
                    <a:pt x="26006" y="1611"/>
                  </a:moveTo>
                  <a:cubicBezTo>
                    <a:pt x="26035" y="1611"/>
                    <a:pt x="26066" y="1627"/>
                    <a:pt x="26086" y="1666"/>
                  </a:cubicBezTo>
                  <a:cubicBezTo>
                    <a:pt x="26086" y="1700"/>
                    <a:pt x="26086" y="1733"/>
                    <a:pt x="26052" y="1767"/>
                  </a:cubicBezTo>
                  <a:cubicBezTo>
                    <a:pt x="26043" y="1776"/>
                    <a:pt x="26030" y="1780"/>
                    <a:pt x="26016" y="1780"/>
                  </a:cubicBezTo>
                  <a:cubicBezTo>
                    <a:pt x="25983" y="1780"/>
                    <a:pt x="25943" y="1757"/>
                    <a:pt x="25919" y="1733"/>
                  </a:cubicBezTo>
                  <a:cubicBezTo>
                    <a:pt x="25919" y="1700"/>
                    <a:pt x="25919" y="1633"/>
                    <a:pt x="25952" y="1633"/>
                  </a:cubicBezTo>
                  <a:cubicBezTo>
                    <a:pt x="25966" y="1619"/>
                    <a:pt x="25986" y="1611"/>
                    <a:pt x="26006" y="1611"/>
                  </a:cubicBezTo>
                  <a:close/>
                  <a:moveTo>
                    <a:pt x="26086" y="1833"/>
                  </a:moveTo>
                  <a:cubicBezTo>
                    <a:pt x="26286" y="1833"/>
                    <a:pt x="26286" y="1833"/>
                    <a:pt x="26219" y="2000"/>
                  </a:cubicBezTo>
                  <a:cubicBezTo>
                    <a:pt x="26152" y="2167"/>
                    <a:pt x="26152" y="2167"/>
                    <a:pt x="26319" y="2167"/>
                  </a:cubicBezTo>
                  <a:cubicBezTo>
                    <a:pt x="26332" y="2160"/>
                    <a:pt x="26346" y="2158"/>
                    <a:pt x="26360" y="2158"/>
                  </a:cubicBezTo>
                  <a:cubicBezTo>
                    <a:pt x="26421" y="2158"/>
                    <a:pt x="26486" y="2207"/>
                    <a:pt x="26486" y="2234"/>
                  </a:cubicBezTo>
                  <a:cubicBezTo>
                    <a:pt x="26486" y="2300"/>
                    <a:pt x="26586" y="2367"/>
                    <a:pt x="26653" y="2367"/>
                  </a:cubicBezTo>
                  <a:cubicBezTo>
                    <a:pt x="26689" y="2376"/>
                    <a:pt x="26715" y="2380"/>
                    <a:pt x="26732" y="2380"/>
                  </a:cubicBezTo>
                  <a:cubicBezTo>
                    <a:pt x="26779" y="2380"/>
                    <a:pt x="26759" y="2349"/>
                    <a:pt x="26686" y="2300"/>
                  </a:cubicBezTo>
                  <a:cubicBezTo>
                    <a:pt x="26653" y="2234"/>
                    <a:pt x="26553" y="2133"/>
                    <a:pt x="26486" y="2067"/>
                  </a:cubicBezTo>
                  <a:cubicBezTo>
                    <a:pt x="26386" y="2000"/>
                    <a:pt x="26386" y="1967"/>
                    <a:pt x="26486" y="1900"/>
                  </a:cubicBezTo>
                  <a:cubicBezTo>
                    <a:pt x="26515" y="1881"/>
                    <a:pt x="26541" y="1870"/>
                    <a:pt x="26567" y="1870"/>
                  </a:cubicBezTo>
                  <a:cubicBezTo>
                    <a:pt x="26631" y="1870"/>
                    <a:pt x="26692" y="1935"/>
                    <a:pt x="26786" y="2100"/>
                  </a:cubicBezTo>
                  <a:cubicBezTo>
                    <a:pt x="26886" y="2234"/>
                    <a:pt x="27020" y="2434"/>
                    <a:pt x="27086" y="2534"/>
                  </a:cubicBezTo>
                  <a:cubicBezTo>
                    <a:pt x="27187" y="2634"/>
                    <a:pt x="27220" y="2701"/>
                    <a:pt x="27187" y="2734"/>
                  </a:cubicBezTo>
                  <a:cubicBezTo>
                    <a:pt x="27171" y="2745"/>
                    <a:pt x="27144" y="2749"/>
                    <a:pt x="27109" y="2749"/>
                  </a:cubicBezTo>
                  <a:cubicBezTo>
                    <a:pt x="26928" y="2749"/>
                    <a:pt x="26542" y="2618"/>
                    <a:pt x="26486" y="2534"/>
                  </a:cubicBezTo>
                  <a:cubicBezTo>
                    <a:pt x="26486" y="2467"/>
                    <a:pt x="26353" y="2400"/>
                    <a:pt x="26219" y="2400"/>
                  </a:cubicBezTo>
                  <a:cubicBezTo>
                    <a:pt x="26119" y="2367"/>
                    <a:pt x="25986" y="2300"/>
                    <a:pt x="25986" y="2234"/>
                  </a:cubicBezTo>
                  <a:cubicBezTo>
                    <a:pt x="25886" y="1833"/>
                    <a:pt x="25886" y="1833"/>
                    <a:pt x="26086" y="1833"/>
                  </a:cubicBezTo>
                  <a:close/>
                  <a:moveTo>
                    <a:pt x="14146" y="3020"/>
                  </a:moveTo>
                  <a:cubicBezTo>
                    <a:pt x="14177" y="3020"/>
                    <a:pt x="14211" y="3044"/>
                    <a:pt x="14211" y="3067"/>
                  </a:cubicBezTo>
                  <a:cubicBezTo>
                    <a:pt x="14244" y="3101"/>
                    <a:pt x="14244" y="3168"/>
                    <a:pt x="14211" y="3168"/>
                  </a:cubicBezTo>
                  <a:cubicBezTo>
                    <a:pt x="14177" y="3184"/>
                    <a:pt x="14152" y="3193"/>
                    <a:pt x="14131" y="3193"/>
                  </a:cubicBezTo>
                  <a:cubicBezTo>
                    <a:pt x="14111" y="3193"/>
                    <a:pt x="14094" y="3184"/>
                    <a:pt x="14077" y="3168"/>
                  </a:cubicBezTo>
                  <a:cubicBezTo>
                    <a:pt x="14044" y="3101"/>
                    <a:pt x="14077" y="3067"/>
                    <a:pt x="14111" y="3034"/>
                  </a:cubicBezTo>
                  <a:cubicBezTo>
                    <a:pt x="14120" y="3024"/>
                    <a:pt x="14133" y="3020"/>
                    <a:pt x="14146" y="3020"/>
                  </a:cubicBezTo>
                  <a:close/>
                  <a:moveTo>
                    <a:pt x="14461" y="3226"/>
                  </a:moveTo>
                  <a:cubicBezTo>
                    <a:pt x="14487" y="3226"/>
                    <a:pt x="14505" y="3291"/>
                    <a:pt x="14477" y="3401"/>
                  </a:cubicBezTo>
                  <a:cubicBezTo>
                    <a:pt x="14449" y="3517"/>
                    <a:pt x="14420" y="3608"/>
                    <a:pt x="14391" y="3608"/>
                  </a:cubicBezTo>
                  <a:cubicBezTo>
                    <a:pt x="14386" y="3608"/>
                    <a:pt x="14382" y="3606"/>
                    <a:pt x="14377" y="3601"/>
                  </a:cubicBezTo>
                  <a:cubicBezTo>
                    <a:pt x="14311" y="3601"/>
                    <a:pt x="14344" y="3301"/>
                    <a:pt x="14444" y="3234"/>
                  </a:cubicBezTo>
                  <a:cubicBezTo>
                    <a:pt x="14450" y="3229"/>
                    <a:pt x="14456" y="3226"/>
                    <a:pt x="14461" y="3226"/>
                  </a:cubicBezTo>
                  <a:close/>
                  <a:moveTo>
                    <a:pt x="14578" y="3668"/>
                  </a:moveTo>
                  <a:cubicBezTo>
                    <a:pt x="14611" y="3701"/>
                    <a:pt x="14578" y="3735"/>
                    <a:pt x="14578" y="3801"/>
                  </a:cubicBezTo>
                  <a:cubicBezTo>
                    <a:pt x="14561" y="3818"/>
                    <a:pt x="14544" y="3826"/>
                    <a:pt x="14528" y="3826"/>
                  </a:cubicBezTo>
                  <a:cubicBezTo>
                    <a:pt x="14511" y="3826"/>
                    <a:pt x="14494" y="3818"/>
                    <a:pt x="14477" y="3801"/>
                  </a:cubicBezTo>
                  <a:cubicBezTo>
                    <a:pt x="14444" y="3768"/>
                    <a:pt x="14444" y="3701"/>
                    <a:pt x="14511" y="3668"/>
                  </a:cubicBezTo>
                  <a:close/>
                  <a:moveTo>
                    <a:pt x="31698" y="3779"/>
                  </a:moveTo>
                  <a:cubicBezTo>
                    <a:pt x="31717" y="3779"/>
                    <a:pt x="31737" y="3796"/>
                    <a:pt x="31756" y="3835"/>
                  </a:cubicBezTo>
                  <a:cubicBezTo>
                    <a:pt x="31790" y="3868"/>
                    <a:pt x="31790" y="3901"/>
                    <a:pt x="31756" y="3901"/>
                  </a:cubicBezTo>
                  <a:cubicBezTo>
                    <a:pt x="31756" y="3913"/>
                    <a:pt x="31749" y="3916"/>
                    <a:pt x="31738" y="3916"/>
                  </a:cubicBezTo>
                  <a:cubicBezTo>
                    <a:pt x="31716" y="3916"/>
                    <a:pt x="31679" y="3901"/>
                    <a:pt x="31656" y="3901"/>
                  </a:cubicBezTo>
                  <a:cubicBezTo>
                    <a:pt x="31623" y="3868"/>
                    <a:pt x="31590" y="3835"/>
                    <a:pt x="31656" y="3801"/>
                  </a:cubicBezTo>
                  <a:cubicBezTo>
                    <a:pt x="31670" y="3788"/>
                    <a:pt x="31684" y="3779"/>
                    <a:pt x="31698" y="3779"/>
                  </a:cubicBezTo>
                  <a:close/>
                  <a:moveTo>
                    <a:pt x="19776" y="2975"/>
                  </a:moveTo>
                  <a:cubicBezTo>
                    <a:pt x="19832" y="2975"/>
                    <a:pt x="19956" y="3039"/>
                    <a:pt x="20148" y="3168"/>
                  </a:cubicBezTo>
                  <a:cubicBezTo>
                    <a:pt x="20381" y="3313"/>
                    <a:pt x="20588" y="3407"/>
                    <a:pt x="20659" y="3407"/>
                  </a:cubicBezTo>
                  <a:cubicBezTo>
                    <a:pt x="20670" y="3407"/>
                    <a:pt x="20678" y="3405"/>
                    <a:pt x="20682" y="3401"/>
                  </a:cubicBezTo>
                  <a:cubicBezTo>
                    <a:pt x="20693" y="3395"/>
                    <a:pt x="20706" y="3393"/>
                    <a:pt x="20720" y="3393"/>
                  </a:cubicBezTo>
                  <a:cubicBezTo>
                    <a:pt x="20867" y="3393"/>
                    <a:pt x="21141" y="3711"/>
                    <a:pt x="21416" y="4168"/>
                  </a:cubicBezTo>
                  <a:cubicBezTo>
                    <a:pt x="21573" y="4460"/>
                    <a:pt x="21639" y="4586"/>
                    <a:pt x="21615" y="4586"/>
                  </a:cubicBezTo>
                  <a:cubicBezTo>
                    <a:pt x="21603" y="4586"/>
                    <a:pt x="21570" y="4556"/>
                    <a:pt x="21516" y="4502"/>
                  </a:cubicBezTo>
                  <a:cubicBezTo>
                    <a:pt x="21416" y="4402"/>
                    <a:pt x="21216" y="4302"/>
                    <a:pt x="21082" y="4268"/>
                  </a:cubicBezTo>
                  <a:cubicBezTo>
                    <a:pt x="20949" y="4202"/>
                    <a:pt x="20815" y="4135"/>
                    <a:pt x="20782" y="4068"/>
                  </a:cubicBezTo>
                  <a:cubicBezTo>
                    <a:pt x="20749" y="4001"/>
                    <a:pt x="20682" y="4001"/>
                    <a:pt x="20649" y="4001"/>
                  </a:cubicBezTo>
                  <a:cubicBezTo>
                    <a:pt x="20636" y="4010"/>
                    <a:pt x="20620" y="4014"/>
                    <a:pt x="20603" y="4014"/>
                  </a:cubicBezTo>
                  <a:cubicBezTo>
                    <a:pt x="20481" y="4014"/>
                    <a:pt x="20248" y="3817"/>
                    <a:pt x="20015" y="3468"/>
                  </a:cubicBezTo>
                  <a:cubicBezTo>
                    <a:pt x="19768" y="3139"/>
                    <a:pt x="19686" y="2975"/>
                    <a:pt x="19776" y="2975"/>
                  </a:cubicBezTo>
                  <a:close/>
                  <a:moveTo>
                    <a:pt x="22072" y="4790"/>
                  </a:moveTo>
                  <a:cubicBezTo>
                    <a:pt x="22091" y="4790"/>
                    <a:pt x="22116" y="4794"/>
                    <a:pt x="22150" y="4802"/>
                  </a:cubicBezTo>
                  <a:cubicBezTo>
                    <a:pt x="22250" y="4835"/>
                    <a:pt x="22283" y="4869"/>
                    <a:pt x="22283" y="4935"/>
                  </a:cubicBezTo>
                  <a:cubicBezTo>
                    <a:pt x="22267" y="4998"/>
                    <a:pt x="22214" y="5032"/>
                    <a:pt x="22159" y="5032"/>
                  </a:cubicBezTo>
                  <a:cubicBezTo>
                    <a:pt x="22098" y="5032"/>
                    <a:pt x="22034" y="4990"/>
                    <a:pt x="22016" y="4902"/>
                  </a:cubicBezTo>
                  <a:cubicBezTo>
                    <a:pt x="22016" y="4827"/>
                    <a:pt x="22016" y="4790"/>
                    <a:pt x="22072" y="4790"/>
                  </a:cubicBezTo>
                  <a:close/>
                  <a:moveTo>
                    <a:pt x="12471" y="4593"/>
                  </a:moveTo>
                  <a:cubicBezTo>
                    <a:pt x="12508" y="4593"/>
                    <a:pt x="12504" y="4658"/>
                    <a:pt x="12476" y="4769"/>
                  </a:cubicBezTo>
                  <a:cubicBezTo>
                    <a:pt x="12443" y="4935"/>
                    <a:pt x="12443" y="4969"/>
                    <a:pt x="12609" y="4969"/>
                  </a:cubicBezTo>
                  <a:cubicBezTo>
                    <a:pt x="12810" y="4969"/>
                    <a:pt x="12810" y="5202"/>
                    <a:pt x="12609" y="5236"/>
                  </a:cubicBezTo>
                  <a:cubicBezTo>
                    <a:pt x="12543" y="5236"/>
                    <a:pt x="12543" y="5302"/>
                    <a:pt x="12676" y="5503"/>
                  </a:cubicBezTo>
                  <a:cubicBezTo>
                    <a:pt x="12769" y="5669"/>
                    <a:pt x="12789" y="5764"/>
                    <a:pt x="12755" y="5764"/>
                  </a:cubicBezTo>
                  <a:cubicBezTo>
                    <a:pt x="12728" y="5764"/>
                    <a:pt x="12665" y="5703"/>
                    <a:pt x="12576" y="5569"/>
                  </a:cubicBezTo>
                  <a:lnTo>
                    <a:pt x="12443" y="5369"/>
                  </a:lnTo>
                  <a:lnTo>
                    <a:pt x="12409" y="5603"/>
                  </a:lnTo>
                  <a:lnTo>
                    <a:pt x="12409" y="5836"/>
                  </a:lnTo>
                  <a:lnTo>
                    <a:pt x="12042" y="5803"/>
                  </a:lnTo>
                  <a:cubicBezTo>
                    <a:pt x="11542" y="5736"/>
                    <a:pt x="11242" y="5503"/>
                    <a:pt x="11309" y="5202"/>
                  </a:cubicBezTo>
                  <a:cubicBezTo>
                    <a:pt x="11370" y="5048"/>
                    <a:pt x="11661" y="4865"/>
                    <a:pt x="11836" y="4865"/>
                  </a:cubicBezTo>
                  <a:cubicBezTo>
                    <a:pt x="11850" y="4865"/>
                    <a:pt x="11863" y="4866"/>
                    <a:pt x="11876" y="4869"/>
                  </a:cubicBezTo>
                  <a:cubicBezTo>
                    <a:pt x="11942" y="4902"/>
                    <a:pt x="12042" y="5036"/>
                    <a:pt x="12076" y="5136"/>
                  </a:cubicBezTo>
                  <a:cubicBezTo>
                    <a:pt x="12111" y="5224"/>
                    <a:pt x="12128" y="5265"/>
                    <a:pt x="12140" y="5265"/>
                  </a:cubicBezTo>
                  <a:cubicBezTo>
                    <a:pt x="12152" y="5265"/>
                    <a:pt x="12160" y="5232"/>
                    <a:pt x="12176" y="5169"/>
                  </a:cubicBezTo>
                  <a:cubicBezTo>
                    <a:pt x="12176" y="5069"/>
                    <a:pt x="12109" y="4935"/>
                    <a:pt x="12076" y="4902"/>
                  </a:cubicBezTo>
                  <a:cubicBezTo>
                    <a:pt x="11965" y="4813"/>
                    <a:pt x="12002" y="4754"/>
                    <a:pt x="12098" y="4754"/>
                  </a:cubicBezTo>
                  <a:cubicBezTo>
                    <a:pt x="12146" y="4754"/>
                    <a:pt x="12209" y="4769"/>
                    <a:pt x="12276" y="4802"/>
                  </a:cubicBezTo>
                  <a:cubicBezTo>
                    <a:pt x="12331" y="4816"/>
                    <a:pt x="12369" y="4824"/>
                    <a:pt x="12393" y="4824"/>
                  </a:cubicBezTo>
                  <a:cubicBezTo>
                    <a:pt x="12426" y="4824"/>
                    <a:pt x="12429" y="4808"/>
                    <a:pt x="12409" y="4769"/>
                  </a:cubicBezTo>
                  <a:cubicBezTo>
                    <a:pt x="12376" y="4702"/>
                    <a:pt x="12409" y="4635"/>
                    <a:pt x="12443" y="4602"/>
                  </a:cubicBezTo>
                  <a:cubicBezTo>
                    <a:pt x="12454" y="4596"/>
                    <a:pt x="12464" y="4593"/>
                    <a:pt x="12471" y="4593"/>
                  </a:cubicBezTo>
                  <a:close/>
                  <a:moveTo>
                    <a:pt x="7641" y="6460"/>
                  </a:moveTo>
                  <a:cubicBezTo>
                    <a:pt x="7669" y="6460"/>
                    <a:pt x="7688" y="6495"/>
                    <a:pt x="7673" y="6570"/>
                  </a:cubicBezTo>
                  <a:cubicBezTo>
                    <a:pt x="7673" y="6637"/>
                    <a:pt x="7639" y="6703"/>
                    <a:pt x="7606" y="6737"/>
                  </a:cubicBezTo>
                  <a:cubicBezTo>
                    <a:pt x="7594" y="6743"/>
                    <a:pt x="7584" y="6745"/>
                    <a:pt x="7576" y="6745"/>
                  </a:cubicBezTo>
                  <a:cubicBezTo>
                    <a:pt x="7539" y="6745"/>
                    <a:pt x="7539" y="6686"/>
                    <a:pt x="7539" y="6603"/>
                  </a:cubicBezTo>
                  <a:cubicBezTo>
                    <a:pt x="7558" y="6512"/>
                    <a:pt x="7606" y="6460"/>
                    <a:pt x="7641" y="6460"/>
                  </a:cubicBezTo>
                  <a:close/>
                  <a:moveTo>
                    <a:pt x="32059" y="3921"/>
                  </a:moveTo>
                  <a:cubicBezTo>
                    <a:pt x="32081" y="3921"/>
                    <a:pt x="32104" y="3925"/>
                    <a:pt x="32123" y="3935"/>
                  </a:cubicBezTo>
                  <a:cubicBezTo>
                    <a:pt x="32223" y="3968"/>
                    <a:pt x="32257" y="4035"/>
                    <a:pt x="32223" y="4102"/>
                  </a:cubicBezTo>
                  <a:cubicBezTo>
                    <a:pt x="32200" y="4125"/>
                    <a:pt x="32160" y="4149"/>
                    <a:pt x="32114" y="4149"/>
                  </a:cubicBezTo>
                  <a:cubicBezTo>
                    <a:pt x="32096" y="4149"/>
                    <a:pt x="32076" y="4145"/>
                    <a:pt x="32057" y="4135"/>
                  </a:cubicBezTo>
                  <a:cubicBezTo>
                    <a:pt x="32020" y="4123"/>
                    <a:pt x="31997" y="4115"/>
                    <a:pt x="31982" y="4115"/>
                  </a:cubicBezTo>
                  <a:cubicBezTo>
                    <a:pt x="31957" y="4115"/>
                    <a:pt x="31957" y="4138"/>
                    <a:pt x="31957" y="4202"/>
                  </a:cubicBezTo>
                  <a:cubicBezTo>
                    <a:pt x="31957" y="4277"/>
                    <a:pt x="31975" y="4314"/>
                    <a:pt x="32013" y="4314"/>
                  </a:cubicBezTo>
                  <a:cubicBezTo>
                    <a:pt x="32025" y="4314"/>
                    <a:pt x="32040" y="4310"/>
                    <a:pt x="32057" y="4302"/>
                  </a:cubicBezTo>
                  <a:cubicBezTo>
                    <a:pt x="32090" y="4302"/>
                    <a:pt x="32190" y="4335"/>
                    <a:pt x="32223" y="4402"/>
                  </a:cubicBezTo>
                  <a:cubicBezTo>
                    <a:pt x="32257" y="4452"/>
                    <a:pt x="32274" y="4477"/>
                    <a:pt x="32282" y="4477"/>
                  </a:cubicBezTo>
                  <a:cubicBezTo>
                    <a:pt x="32290" y="4477"/>
                    <a:pt x="32290" y="4452"/>
                    <a:pt x="32290" y="4402"/>
                  </a:cubicBezTo>
                  <a:cubicBezTo>
                    <a:pt x="32290" y="4268"/>
                    <a:pt x="32357" y="4235"/>
                    <a:pt x="32524" y="4235"/>
                  </a:cubicBezTo>
                  <a:cubicBezTo>
                    <a:pt x="32624" y="4235"/>
                    <a:pt x="32690" y="4235"/>
                    <a:pt x="32657" y="4268"/>
                  </a:cubicBezTo>
                  <a:cubicBezTo>
                    <a:pt x="32590" y="4302"/>
                    <a:pt x="32624" y="4368"/>
                    <a:pt x="32757" y="4502"/>
                  </a:cubicBezTo>
                  <a:cubicBezTo>
                    <a:pt x="32924" y="4635"/>
                    <a:pt x="32957" y="4702"/>
                    <a:pt x="32957" y="4902"/>
                  </a:cubicBezTo>
                  <a:cubicBezTo>
                    <a:pt x="32957" y="5059"/>
                    <a:pt x="32978" y="5114"/>
                    <a:pt x="33019" y="5114"/>
                  </a:cubicBezTo>
                  <a:cubicBezTo>
                    <a:pt x="33030" y="5114"/>
                    <a:pt x="33043" y="5109"/>
                    <a:pt x="33057" y="5102"/>
                  </a:cubicBezTo>
                  <a:cubicBezTo>
                    <a:pt x="33065" y="5097"/>
                    <a:pt x="33071" y="5095"/>
                    <a:pt x="33076" y="5095"/>
                  </a:cubicBezTo>
                  <a:cubicBezTo>
                    <a:pt x="33137" y="5095"/>
                    <a:pt x="33014" y="5441"/>
                    <a:pt x="32891" y="5503"/>
                  </a:cubicBezTo>
                  <a:cubicBezTo>
                    <a:pt x="32757" y="5569"/>
                    <a:pt x="32490" y="6336"/>
                    <a:pt x="32557" y="6370"/>
                  </a:cubicBezTo>
                  <a:cubicBezTo>
                    <a:pt x="32624" y="6403"/>
                    <a:pt x="32590" y="6470"/>
                    <a:pt x="32524" y="6503"/>
                  </a:cubicBezTo>
                  <a:cubicBezTo>
                    <a:pt x="32457" y="6537"/>
                    <a:pt x="32357" y="6703"/>
                    <a:pt x="32324" y="6870"/>
                  </a:cubicBezTo>
                  <a:cubicBezTo>
                    <a:pt x="32273" y="7034"/>
                    <a:pt x="32227" y="7117"/>
                    <a:pt x="32187" y="7117"/>
                  </a:cubicBezTo>
                  <a:cubicBezTo>
                    <a:pt x="32119" y="7117"/>
                    <a:pt x="32065" y="6893"/>
                    <a:pt x="32023" y="6437"/>
                  </a:cubicBezTo>
                  <a:cubicBezTo>
                    <a:pt x="31990" y="5736"/>
                    <a:pt x="31756" y="4602"/>
                    <a:pt x="31623" y="4402"/>
                  </a:cubicBezTo>
                  <a:cubicBezTo>
                    <a:pt x="31530" y="4216"/>
                    <a:pt x="31581" y="4031"/>
                    <a:pt x="31721" y="4031"/>
                  </a:cubicBezTo>
                  <a:cubicBezTo>
                    <a:pt x="31732" y="4031"/>
                    <a:pt x="31744" y="4032"/>
                    <a:pt x="31756" y="4035"/>
                  </a:cubicBezTo>
                  <a:cubicBezTo>
                    <a:pt x="31823" y="4035"/>
                    <a:pt x="31923" y="4001"/>
                    <a:pt x="31923" y="3968"/>
                  </a:cubicBezTo>
                  <a:cubicBezTo>
                    <a:pt x="31947" y="3945"/>
                    <a:pt x="32004" y="3921"/>
                    <a:pt x="32059" y="3921"/>
                  </a:cubicBezTo>
                  <a:close/>
                  <a:moveTo>
                    <a:pt x="16079" y="6937"/>
                  </a:moveTo>
                  <a:cubicBezTo>
                    <a:pt x="16112" y="6937"/>
                    <a:pt x="16145" y="6937"/>
                    <a:pt x="16212" y="7004"/>
                  </a:cubicBezTo>
                  <a:cubicBezTo>
                    <a:pt x="16245" y="7070"/>
                    <a:pt x="16245" y="7137"/>
                    <a:pt x="16245" y="7137"/>
                  </a:cubicBezTo>
                  <a:cubicBezTo>
                    <a:pt x="16212" y="7137"/>
                    <a:pt x="16145" y="7104"/>
                    <a:pt x="16112" y="7070"/>
                  </a:cubicBezTo>
                  <a:cubicBezTo>
                    <a:pt x="16045" y="7037"/>
                    <a:pt x="16012" y="6970"/>
                    <a:pt x="16079" y="6937"/>
                  </a:cubicBezTo>
                  <a:close/>
                  <a:moveTo>
                    <a:pt x="28988" y="2687"/>
                  </a:moveTo>
                  <a:cubicBezTo>
                    <a:pt x="29024" y="2687"/>
                    <a:pt x="29072" y="2718"/>
                    <a:pt x="29121" y="2767"/>
                  </a:cubicBezTo>
                  <a:cubicBezTo>
                    <a:pt x="29255" y="2867"/>
                    <a:pt x="29255" y="2967"/>
                    <a:pt x="29155" y="3201"/>
                  </a:cubicBezTo>
                  <a:cubicBezTo>
                    <a:pt x="29041" y="3457"/>
                    <a:pt x="29048" y="3616"/>
                    <a:pt x="29136" y="3616"/>
                  </a:cubicBezTo>
                  <a:cubicBezTo>
                    <a:pt x="29151" y="3616"/>
                    <a:pt x="29168" y="3611"/>
                    <a:pt x="29188" y="3601"/>
                  </a:cubicBezTo>
                  <a:cubicBezTo>
                    <a:pt x="29221" y="3568"/>
                    <a:pt x="29221" y="3501"/>
                    <a:pt x="29221" y="3401"/>
                  </a:cubicBezTo>
                  <a:cubicBezTo>
                    <a:pt x="29183" y="3268"/>
                    <a:pt x="29265" y="3189"/>
                    <a:pt x="29354" y="3189"/>
                  </a:cubicBezTo>
                  <a:cubicBezTo>
                    <a:pt x="29421" y="3189"/>
                    <a:pt x="29493" y="3234"/>
                    <a:pt x="29522" y="3334"/>
                  </a:cubicBezTo>
                  <a:cubicBezTo>
                    <a:pt x="29555" y="3434"/>
                    <a:pt x="29588" y="3534"/>
                    <a:pt x="29555" y="3568"/>
                  </a:cubicBezTo>
                  <a:cubicBezTo>
                    <a:pt x="29522" y="3668"/>
                    <a:pt x="29622" y="4702"/>
                    <a:pt x="29688" y="4869"/>
                  </a:cubicBezTo>
                  <a:cubicBezTo>
                    <a:pt x="29722" y="4935"/>
                    <a:pt x="29755" y="5069"/>
                    <a:pt x="29755" y="5169"/>
                  </a:cubicBezTo>
                  <a:cubicBezTo>
                    <a:pt x="29788" y="5636"/>
                    <a:pt x="29855" y="5836"/>
                    <a:pt x="29955" y="5936"/>
                  </a:cubicBezTo>
                  <a:cubicBezTo>
                    <a:pt x="30055" y="6003"/>
                    <a:pt x="30055" y="6136"/>
                    <a:pt x="29955" y="6270"/>
                  </a:cubicBezTo>
                  <a:cubicBezTo>
                    <a:pt x="29922" y="6403"/>
                    <a:pt x="29888" y="6637"/>
                    <a:pt x="29922" y="6803"/>
                  </a:cubicBezTo>
                  <a:cubicBezTo>
                    <a:pt x="29955" y="6970"/>
                    <a:pt x="29955" y="7137"/>
                    <a:pt x="29888" y="7170"/>
                  </a:cubicBezTo>
                  <a:cubicBezTo>
                    <a:pt x="29875" y="7179"/>
                    <a:pt x="29859" y="7183"/>
                    <a:pt x="29842" y="7183"/>
                  </a:cubicBezTo>
                  <a:cubicBezTo>
                    <a:pt x="29729" y="7183"/>
                    <a:pt x="29550" y="7010"/>
                    <a:pt x="29522" y="6837"/>
                  </a:cubicBezTo>
                  <a:cubicBezTo>
                    <a:pt x="29488" y="6770"/>
                    <a:pt x="29421" y="6570"/>
                    <a:pt x="29355" y="6403"/>
                  </a:cubicBezTo>
                  <a:cubicBezTo>
                    <a:pt x="29288" y="6203"/>
                    <a:pt x="29221" y="6003"/>
                    <a:pt x="29255" y="5903"/>
                  </a:cubicBezTo>
                  <a:cubicBezTo>
                    <a:pt x="29321" y="5603"/>
                    <a:pt x="29188" y="4902"/>
                    <a:pt x="28988" y="4468"/>
                  </a:cubicBezTo>
                  <a:cubicBezTo>
                    <a:pt x="28821" y="4135"/>
                    <a:pt x="28754" y="4035"/>
                    <a:pt x="28588" y="4001"/>
                  </a:cubicBezTo>
                  <a:cubicBezTo>
                    <a:pt x="28487" y="3968"/>
                    <a:pt x="28421" y="3901"/>
                    <a:pt x="28421" y="3868"/>
                  </a:cubicBezTo>
                  <a:cubicBezTo>
                    <a:pt x="28437" y="3851"/>
                    <a:pt x="28454" y="3843"/>
                    <a:pt x="28471" y="3843"/>
                  </a:cubicBezTo>
                  <a:cubicBezTo>
                    <a:pt x="28487" y="3843"/>
                    <a:pt x="28504" y="3851"/>
                    <a:pt x="28521" y="3868"/>
                  </a:cubicBezTo>
                  <a:cubicBezTo>
                    <a:pt x="28532" y="3875"/>
                    <a:pt x="28545" y="3879"/>
                    <a:pt x="28560" y="3879"/>
                  </a:cubicBezTo>
                  <a:cubicBezTo>
                    <a:pt x="28682" y="3879"/>
                    <a:pt x="28914" y="3657"/>
                    <a:pt x="28854" y="3568"/>
                  </a:cubicBezTo>
                  <a:cubicBezTo>
                    <a:pt x="28791" y="3408"/>
                    <a:pt x="28757" y="2730"/>
                    <a:pt x="28842" y="2730"/>
                  </a:cubicBezTo>
                  <a:cubicBezTo>
                    <a:pt x="28846" y="2730"/>
                    <a:pt x="28850" y="2731"/>
                    <a:pt x="28854" y="2734"/>
                  </a:cubicBezTo>
                  <a:cubicBezTo>
                    <a:pt x="28868" y="2748"/>
                    <a:pt x="28882" y="2756"/>
                    <a:pt x="28896" y="2756"/>
                  </a:cubicBezTo>
                  <a:cubicBezTo>
                    <a:pt x="28915" y="2756"/>
                    <a:pt x="28935" y="2740"/>
                    <a:pt x="28954" y="2701"/>
                  </a:cubicBezTo>
                  <a:cubicBezTo>
                    <a:pt x="28963" y="2692"/>
                    <a:pt x="28975" y="2687"/>
                    <a:pt x="28988" y="2687"/>
                  </a:cubicBezTo>
                  <a:close/>
                  <a:moveTo>
                    <a:pt x="30409" y="7182"/>
                  </a:moveTo>
                  <a:cubicBezTo>
                    <a:pt x="30438" y="7182"/>
                    <a:pt x="30469" y="7198"/>
                    <a:pt x="30489" y="7237"/>
                  </a:cubicBezTo>
                  <a:cubicBezTo>
                    <a:pt x="30489" y="7270"/>
                    <a:pt x="30489" y="7304"/>
                    <a:pt x="30489" y="7304"/>
                  </a:cubicBezTo>
                  <a:cubicBezTo>
                    <a:pt x="30478" y="7315"/>
                    <a:pt x="30467" y="7319"/>
                    <a:pt x="30454" y="7319"/>
                  </a:cubicBezTo>
                  <a:cubicBezTo>
                    <a:pt x="30430" y="7319"/>
                    <a:pt x="30400" y="7304"/>
                    <a:pt x="30355" y="7304"/>
                  </a:cubicBezTo>
                  <a:cubicBezTo>
                    <a:pt x="30322" y="7270"/>
                    <a:pt x="30322" y="7237"/>
                    <a:pt x="30355" y="7204"/>
                  </a:cubicBezTo>
                  <a:cubicBezTo>
                    <a:pt x="30369" y="7190"/>
                    <a:pt x="30389" y="7182"/>
                    <a:pt x="30409" y="7182"/>
                  </a:cubicBezTo>
                  <a:close/>
                  <a:moveTo>
                    <a:pt x="26981" y="6783"/>
                  </a:moveTo>
                  <a:cubicBezTo>
                    <a:pt x="27002" y="6783"/>
                    <a:pt x="27026" y="6790"/>
                    <a:pt x="27053" y="6803"/>
                  </a:cubicBezTo>
                  <a:cubicBezTo>
                    <a:pt x="27153" y="6870"/>
                    <a:pt x="27187" y="7237"/>
                    <a:pt x="27120" y="7404"/>
                  </a:cubicBezTo>
                  <a:cubicBezTo>
                    <a:pt x="27086" y="7471"/>
                    <a:pt x="27086" y="7571"/>
                    <a:pt x="27120" y="7637"/>
                  </a:cubicBezTo>
                  <a:cubicBezTo>
                    <a:pt x="27153" y="7671"/>
                    <a:pt x="27153" y="7771"/>
                    <a:pt x="27120" y="7838"/>
                  </a:cubicBezTo>
                  <a:cubicBezTo>
                    <a:pt x="27114" y="7847"/>
                    <a:pt x="27107" y="7851"/>
                    <a:pt x="27099" y="7851"/>
                  </a:cubicBezTo>
                  <a:cubicBezTo>
                    <a:pt x="27023" y="7851"/>
                    <a:pt x="26883" y="7436"/>
                    <a:pt x="26853" y="7104"/>
                  </a:cubicBezTo>
                  <a:cubicBezTo>
                    <a:pt x="26853" y="6890"/>
                    <a:pt x="26896" y="6783"/>
                    <a:pt x="26981" y="6783"/>
                  </a:cubicBezTo>
                  <a:close/>
                  <a:moveTo>
                    <a:pt x="27397" y="8012"/>
                  </a:moveTo>
                  <a:cubicBezTo>
                    <a:pt x="27422" y="8012"/>
                    <a:pt x="27452" y="8020"/>
                    <a:pt x="27487" y="8038"/>
                  </a:cubicBezTo>
                  <a:cubicBezTo>
                    <a:pt x="27553" y="8071"/>
                    <a:pt x="27553" y="8071"/>
                    <a:pt x="27553" y="8104"/>
                  </a:cubicBezTo>
                  <a:cubicBezTo>
                    <a:pt x="27520" y="8104"/>
                    <a:pt x="27487" y="8171"/>
                    <a:pt x="27420" y="8238"/>
                  </a:cubicBezTo>
                  <a:cubicBezTo>
                    <a:pt x="27390" y="8268"/>
                    <a:pt x="27367" y="8284"/>
                    <a:pt x="27350" y="8284"/>
                  </a:cubicBezTo>
                  <a:cubicBezTo>
                    <a:pt x="27330" y="8284"/>
                    <a:pt x="27320" y="8260"/>
                    <a:pt x="27320" y="8204"/>
                  </a:cubicBezTo>
                  <a:cubicBezTo>
                    <a:pt x="27295" y="8081"/>
                    <a:pt x="27326" y="8012"/>
                    <a:pt x="27397" y="8012"/>
                  </a:cubicBezTo>
                  <a:close/>
                  <a:moveTo>
                    <a:pt x="17146" y="8171"/>
                  </a:moveTo>
                  <a:cubicBezTo>
                    <a:pt x="17179" y="8204"/>
                    <a:pt x="17213" y="8271"/>
                    <a:pt x="17246" y="8305"/>
                  </a:cubicBezTo>
                  <a:cubicBezTo>
                    <a:pt x="17246" y="8350"/>
                    <a:pt x="17239" y="8368"/>
                    <a:pt x="17229" y="8368"/>
                  </a:cubicBezTo>
                  <a:cubicBezTo>
                    <a:pt x="17216" y="8368"/>
                    <a:pt x="17198" y="8341"/>
                    <a:pt x="17179" y="8305"/>
                  </a:cubicBezTo>
                  <a:cubicBezTo>
                    <a:pt x="17113" y="8238"/>
                    <a:pt x="17113" y="8171"/>
                    <a:pt x="17146" y="8171"/>
                  </a:cubicBezTo>
                  <a:close/>
                  <a:moveTo>
                    <a:pt x="6476" y="8035"/>
                  </a:moveTo>
                  <a:cubicBezTo>
                    <a:pt x="6495" y="8035"/>
                    <a:pt x="6505" y="8046"/>
                    <a:pt x="6505" y="8071"/>
                  </a:cubicBezTo>
                  <a:cubicBezTo>
                    <a:pt x="6505" y="8104"/>
                    <a:pt x="6472" y="8171"/>
                    <a:pt x="6405" y="8171"/>
                  </a:cubicBezTo>
                  <a:cubicBezTo>
                    <a:pt x="6305" y="8171"/>
                    <a:pt x="6272" y="8238"/>
                    <a:pt x="6338" y="8305"/>
                  </a:cubicBezTo>
                  <a:cubicBezTo>
                    <a:pt x="6372" y="8371"/>
                    <a:pt x="6372" y="8471"/>
                    <a:pt x="6338" y="8505"/>
                  </a:cubicBezTo>
                  <a:cubicBezTo>
                    <a:pt x="6338" y="8523"/>
                    <a:pt x="6331" y="8532"/>
                    <a:pt x="6319" y="8532"/>
                  </a:cubicBezTo>
                  <a:cubicBezTo>
                    <a:pt x="6288" y="8532"/>
                    <a:pt x="6229" y="8477"/>
                    <a:pt x="6205" y="8405"/>
                  </a:cubicBezTo>
                  <a:cubicBezTo>
                    <a:pt x="6105" y="8238"/>
                    <a:pt x="6105" y="8204"/>
                    <a:pt x="6305" y="8104"/>
                  </a:cubicBezTo>
                  <a:cubicBezTo>
                    <a:pt x="6387" y="8063"/>
                    <a:pt x="6444" y="8035"/>
                    <a:pt x="6476" y="8035"/>
                  </a:cubicBezTo>
                  <a:close/>
                  <a:moveTo>
                    <a:pt x="29188" y="7004"/>
                  </a:moveTo>
                  <a:cubicBezTo>
                    <a:pt x="29221" y="7004"/>
                    <a:pt x="29321" y="7104"/>
                    <a:pt x="29421" y="7204"/>
                  </a:cubicBezTo>
                  <a:cubicBezTo>
                    <a:pt x="29555" y="7337"/>
                    <a:pt x="29655" y="7404"/>
                    <a:pt x="29688" y="7404"/>
                  </a:cubicBezTo>
                  <a:cubicBezTo>
                    <a:pt x="29694" y="7400"/>
                    <a:pt x="29700" y="7398"/>
                    <a:pt x="29706" y="7398"/>
                  </a:cubicBezTo>
                  <a:cubicBezTo>
                    <a:pt x="29813" y="7398"/>
                    <a:pt x="30020" y="7913"/>
                    <a:pt x="29989" y="8071"/>
                  </a:cubicBezTo>
                  <a:cubicBezTo>
                    <a:pt x="29989" y="8138"/>
                    <a:pt x="30022" y="8204"/>
                    <a:pt x="30089" y="8271"/>
                  </a:cubicBezTo>
                  <a:cubicBezTo>
                    <a:pt x="30189" y="8338"/>
                    <a:pt x="30155" y="8371"/>
                    <a:pt x="29888" y="8438"/>
                  </a:cubicBezTo>
                  <a:cubicBezTo>
                    <a:pt x="29722" y="8471"/>
                    <a:pt x="29555" y="8571"/>
                    <a:pt x="29555" y="8605"/>
                  </a:cubicBezTo>
                  <a:cubicBezTo>
                    <a:pt x="29534" y="8648"/>
                    <a:pt x="29509" y="8667"/>
                    <a:pt x="29483" y="8667"/>
                  </a:cubicBezTo>
                  <a:cubicBezTo>
                    <a:pt x="29388" y="8667"/>
                    <a:pt x="29274" y="8398"/>
                    <a:pt x="29221" y="8004"/>
                  </a:cubicBezTo>
                  <a:cubicBezTo>
                    <a:pt x="29188" y="7737"/>
                    <a:pt x="29155" y="7437"/>
                    <a:pt x="29088" y="7371"/>
                  </a:cubicBezTo>
                  <a:cubicBezTo>
                    <a:pt x="29021" y="7237"/>
                    <a:pt x="29055" y="7104"/>
                    <a:pt x="29188" y="7004"/>
                  </a:cubicBezTo>
                  <a:close/>
                  <a:moveTo>
                    <a:pt x="14974" y="7537"/>
                  </a:moveTo>
                  <a:cubicBezTo>
                    <a:pt x="15003" y="7537"/>
                    <a:pt x="15011" y="7604"/>
                    <a:pt x="15011" y="7737"/>
                  </a:cubicBezTo>
                  <a:cubicBezTo>
                    <a:pt x="14978" y="7904"/>
                    <a:pt x="15045" y="8004"/>
                    <a:pt x="15145" y="8071"/>
                  </a:cubicBezTo>
                  <a:cubicBezTo>
                    <a:pt x="15345" y="8204"/>
                    <a:pt x="15512" y="8638"/>
                    <a:pt x="15378" y="8738"/>
                  </a:cubicBezTo>
                  <a:cubicBezTo>
                    <a:pt x="15371" y="8742"/>
                    <a:pt x="15364" y="8743"/>
                    <a:pt x="15357" y="8743"/>
                  </a:cubicBezTo>
                  <a:cubicBezTo>
                    <a:pt x="15297" y="8743"/>
                    <a:pt x="15238" y="8624"/>
                    <a:pt x="15178" y="8505"/>
                  </a:cubicBezTo>
                  <a:cubicBezTo>
                    <a:pt x="15126" y="8374"/>
                    <a:pt x="15073" y="8284"/>
                    <a:pt x="15037" y="8284"/>
                  </a:cubicBezTo>
                  <a:cubicBezTo>
                    <a:pt x="15027" y="8284"/>
                    <a:pt x="15018" y="8290"/>
                    <a:pt x="15011" y="8305"/>
                  </a:cubicBezTo>
                  <a:cubicBezTo>
                    <a:pt x="15011" y="8310"/>
                    <a:pt x="15008" y="8313"/>
                    <a:pt x="15003" y="8313"/>
                  </a:cubicBezTo>
                  <a:cubicBezTo>
                    <a:pt x="14978" y="8313"/>
                    <a:pt x="14900" y="8248"/>
                    <a:pt x="14844" y="8138"/>
                  </a:cubicBezTo>
                  <a:cubicBezTo>
                    <a:pt x="14711" y="7971"/>
                    <a:pt x="14711" y="7871"/>
                    <a:pt x="14811" y="7737"/>
                  </a:cubicBezTo>
                  <a:cubicBezTo>
                    <a:pt x="14894" y="7604"/>
                    <a:pt x="14944" y="7537"/>
                    <a:pt x="14974" y="7537"/>
                  </a:cubicBezTo>
                  <a:close/>
                  <a:moveTo>
                    <a:pt x="19214" y="8438"/>
                  </a:moveTo>
                  <a:cubicBezTo>
                    <a:pt x="19248" y="8438"/>
                    <a:pt x="19281" y="8505"/>
                    <a:pt x="19314" y="8571"/>
                  </a:cubicBezTo>
                  <a:cubicBezTo>
                    <a:pt x="19314" y="8680"/>
                    <a:pt x="19270" y="8789"/>
                    <a:pt x="19217" y="8789"/>
                  </a:cubicBezTo>
                  <a:cubicBezTo>
                    <a:pt x="19205" y="8789"/>
                    <a:pt x="19193" y="8784"/>
                    <a:pt x="19181" y="8772"/>
                  </a:cubicBezTo>
                  <a:cubicBezTo>
                    <a:pt x="19114" y="8638"/>
                    <a:pt x="19147" y="8438"/>
                    <a:pt x="19214" y="8438"/>
                  </a:cubicBezTo>
                  <a:close/>
                  <a:moveTo>
                    <a:pt x="27587" y="8738"/>
                  </a:moveTo>
                  <a:cubicBezTo>
                    <a:pt x="27620" y="8738"/>
                    <a:pt x="27654" y="8738"/>
                    <a:pt x="27687" y="8772"/>
                  </a:cubicBezTo>
                  <a:cubicBezTo>
                    <a:pt x="27754" y="8872"/>
                    <a:pt x="27720" y="9105"/>
                    <a:pt x="27654" y="9105"/>
                  </a:cubicBezTo>
                  <a:cubicBezTo>
                    <a:pt x="27553" y="9072"/>
                    <a:pt x="27520" y="8805"/>
                    <a:pt x="27587" y="8738"/>
                  </a:cubicBezTo>
                  <a:close/>
                  <a:moveTo>
                    <a:pt x="15532" y="8880"/>
                  </a:moveTo>
                  <a:cubicBezTo>
                    <a:pt x="15594" y="8880"/>
                    <a:pt x="15671" y="8924"/>
                    <a:pt x="15712" y="9005"/>
                  </a:cubicBezTo>
                  <a:cubicBezTo>
                    <a:pt x="15778" y="9072"/>
                    <a:pt x="15745" y="9172"/>
                    <a:pt x="15712" y="9239"/>
                  </a:cubicBezTo>
                  <a:cubicBezTo>
                    <a:pt x="15684" y="9266"/>
                    <a:pt x="15662" y="9282"/>
                    <a:pt x="15641" y="9282"/>
                  </a:cubicBezTo>
                  <a:cubicBezTo>
                    <a:pt x="15612" y="9282"/>
                    <a:pt x="15584" y="9250"/>
                    <a:pt x="15545" y="9172"/>
                  </a:cubicBezTo>
                  <a:cubicBezTo>
                    <a:pt x="15478" y="9105"/>
                    <a:pt x="15445" y="8972"/>
                    <a:pt x="15445" y="8938"/>
                  </a:cubicBezTo>
                  <a:cubicBezTo>
                    <a:pt x="15458" y="8899"/>
                    <a:pt x="15492" y="8880"/>
                    <a:pt x="15532" y="8880"/>
                  </a:cubicBezTo>
                  <a:close/>
                  <a:moveTo>
                    <a:pt x="19360" y="8938"/>
                  </a:moveTo>
                  <a:cubicBezTo>
                    <a:pt x="19381" y="8938"/>
                    <a:pt x="19414" y="9005"/>
                    <a:pt x="19448" y="9138"/>
                  </a:cubicBezTo>
                  <a:cubicBezTo>
                    <a:pt x="19481" y="9272"/>
                    <a:pt x="19481" y="9372"/>
                    <a:pt x="19448" y="9405"/>
                  </a:cubicBezTo>
                  <a:cubicBezTo>
                    <a:pt x="19430" y="9423"/>
                    <a:pt x="19414" y="9434"/>
                    <a:pt x="19401" y="9434"/>
                  </a:cubicBezTo>
                  <a:cubicBezTo>
                    <a:pt x="19365" y="9434"/>
                    <a:pt x="19348" y="9357"/>
                    <a:pt x="19348" y="9138"/>
                  </a:cubicBezTo>
                  <a:cubicBezTo>
                    <a:pt x="19331" y="9005"/>
                    <a:pt x="19339" y="8938"/>
                    <a:pt x="19360" y="8938"/>
                  </a:cubicBezTo>
                  <a:close/>
                  <a:moveTo>
                    <a:pt x="19903" y="7232"/>
                  </a:moveTo>
                  <a:cubicBezTo>
                    <a:pt x="19977" y="7232"/>
                    <a:pt x="20173" y="7448"/>
                    <a:pt x="20448" y="7838"/>
                  </a:cubicBezTo>
                  <a:cubicBezTo>
                    <a:pt x="20715" y="8204"/>
                    <a:pt x="20949" y="8438"/>
                    <a:pt x="21049" y="8471"/>
                  </a:cubicBezTo>
                  <a:cubicBezTo>
                    <a:pt x="21216" y="8538"/>
                    <a:pt x="21216" y="8538"/>
                    <a:pt x="21116" y="8605"/>
                  </a:cubicBezTo>
                  <a:cubicBezTo>
                    <a:pt x="21049" y="8671"/>
                    <a:pt x="21049" y="8738"/>
                    <a:pt x="21116" y="8872"/>
                  </a:cubicBezTo>
                  <a:cubicBezTo>
                    <a:pt x="21149" y="8972"/>
                    <a:pt x="21182" y="9072"/>
                    <a:pt x="21149" y="9072"/>
                  </a:cubicBezTo>
                  <a:cubicBezTo>
                    <a:pt x="21116" y="9105"/>
                    <a:pt x="21116" y="9172"/>
                    <a:pt x="21149" y="9239"/>
                  </a:cubicBezTo>
                  <a:cubicBezTo>
                    <a:pt x="21182" y="9305"/>
                    <a:pt x="21149" y="9405"/>
                    <a:pt x="21082" y="9472"/>
                  </a:cubicBezTo>
                  <a:cubicBezTo>
                    <a:pt x="20949" y="9605"/>
                    <a:pt x="20982" y="9605"/>
                    <a:pt x="21149" y="9706"/>
                  </a:cubicBezTo>
                  <a:cubicBezTo>
                    <a:pt x="21282" y="9772"/>
                    <a:pt x="21349" y="9839"/>
                    <a:pt x="21316" y="9906"/>
                  </a:cubicBezTo>
                  <a:cubicBezTo>
                    <a:pt x="21316" y="9920"/>
                    <a:pt x="21304" y="9928"/>
                    <a:pt x="21288" y="9928"/>
                  </a:cubicBezTo>
                  <a:cubicBezTo>
                    <a:pt x="21266" y="9928"/>
                    <a:pt x="21235" y="9911"/>
                    <a:pt x="21216" y="9872"/>
                  </a:cubicBezTo>
                  <a:cubicBezTo>
                    <a:pt x="21191" y="9824"/>
                    <a:pt x="21149" y="9793"/>
                    <a:pt x="21115" y="9793"/>
                  </a:cubicBezTo>
                  <a:cubicBezTo>
                    <a:pt x="21102" y="9793"/>
                    <a:pt x="21091" y="9797"/>
                    <a:pt x="21082" y="9806"/>
                  </a:cubicBezTo>
                  <a:cubicBezTo>
                    <a:pt x="21080" y="9807"/>
                    <a:pt x="21078" y="9807"/>
                    <a:pt x="21076" y="9807"/>
                  </a:cubicBezTo>
                  <a:cubicBezTo>
                    <a:pt x="20950" y="9807"/>
                    <a:pt x="20078" y="8026"/>
                    <a:pt x="19881" y="7371"/>
                  </a:cubicBezTo>
                  <a:cubicBezTo>
                    <a:pt x="19860" y="7277"/>
                    <a:pt x="19869" y="7232"/>
                    <a:pt x="19903" y="7232"/>
                  </a:cubicBezTo>
                  <a:close/>
                  <a:moveTo>
                    <a:pt x="27323" y="8431"/>
                  </a:moveTo>
                  <a:cubicBezTo>
                    <a:pt x="27337" y="8431"/>
                    <a:pt x="27391" y="8518"/>
                    <a:pt x="27420" y="8605"/>
                  </a:cubicBezTo>
                  <a:cubicBezTo>
                    <a:pt x="27453" y="8738"/>
                    <a:pt x="27487" y="8838"/>
                    <a:pt x="27453" y="8905"/>
                  </a:cubicBezTo>
                  <a:cubicBezTo>
                    <a:pt x="27420" y="8938"/>
                    <a:pt x="27453" y="9038"/>
                    <a:pt x="27487" y="9105"/>
                  </a:cubicBezTo>
                  <a:cubicBezTo>
                    <a:pt x="27553" y="9205"/>
                    <a:pt x="27553" y="9239"/>
                    <a:pt x="27487" y="9239"/>
                  </a:cubicBezTo>
                  <a:cubicBezTo>
                    <a:pt x="27420" y="9239"/>
                    <a:pt x="27420" y="9272"/>
                    <a:pt x="27420" y="9305"/>
                  </a:cubicBezTo>
                  <a:cubicBezTo>
                    <a:pt x="27487" y="9405"/>
                    <a:pt x="27353" y="9972"/>
                    <a:pt x="27287" y="10006"/>
                  </a:cubicBezTo>
                  <a:cubicBezTo>
                    <a:pt x="27253" y="10026"/>
                    <a:pt x="27223" y="10035"/>
                    <a:pt x="27198" y="10035"/>
                  </a:cubicBezTo>
                  <a:cubicBezTo>
                    <a:pt x="27098" y="10035"/>
                    <a:pt x="27067" y="9892"/>
                    <a:pt x="27120" y="9706"/>
                  </a:cubicBezTo>
                  <a:cubicBezTo>
                    <a:pt x="27187" y="9539"/>
                    <a:pt x="27187" y="9405"/>
                    <a:pt x="27187" y="9372"/>
                  </a:cubicBezTo>
                  <a:cubicBezTo>
                    <a:pt x="27120" y="9305"/>
                    <a:pt x="27253" y="8471"/>
                    <a:pt x="27320" y="8438"/>
                  </a:cubicBezTo>
                  <a:cubicBezTo>
                    <a:pt x="27320" y="8434"/>
                    <a:pt x="27321" y="8431"/>
                    <a:pt x="27323" y="8431"/>
                  </a:cubicBezTo>
                  <a:close/>
                  <a:moveTo>
                    <a:pt x="15813" y="9764"/>
                  </a:moveTo>
                  <a:cubicBezTo>
                    <a:pt x="15836" y="9764"/>
                    <a:pt x="15881" y="9780"/>
                    <a:pt x="15945" y="9806"/>
                  </a:cubicBezTo>
                  <a:cubicBezTo>
                    <a:pt x="16045" y="9872"/>
                    <a:pt x="16179" y="9972"/>
                    <a:pt x="16212" y="10072"/>
                  </a:cubicBezTo>
                  <a:cubicBezTo>
                    <a:pt x="16245" y="10273"/>
                    <a:pt x="16245" y="10273"/>
                    <a:pt x="15979" y="10339"/>
                  </a:cubicBezTo>
                  <a:cubicBezTo>
                    <a:pt x="15812" y="10339"/>
                    <a:pt x="15812" y="10339"/>
                    <a:pt x="15878" y="10239"/>
                  </a:cubicBezTo>
                  <a:cubicBezTo>
                    <a:pt x="15945" y="10139"/>
                    <a:pt x="15945" y="10039"/>
                    <a:pt x="15878" y="9906"/>
                  </a:cubicBezTo>
                  <a:cubicBezTo>
                    <a:pt x="15797" y="9804"/>
                    <a:pt x="15778" y="9764"/>
                    <a:pt x="15813" y="9764"/>
                  </a:cubicBezTo>
                  <a:close/>
                  <a:moveTo>
                    <a:pt x="7842" y="9764"/>
                  </a:moveTo>
                  <a:cubicBezTo>
                    <a:pt x="7869" y="9764"/>
                    <a:pt x="7908" y="9780"/>
                    <a:pt x="7973" y="9806"/>
                  </a:cubicBezTo>
                  <a:cubicBezTo>
                    <a:pt x="8073" y="9839"/>
                    <a:pt x="8173" y="9906"/>
                    <a:pt x="8206" y="9972"/>
                  </a:cubicBezTo>
                  <a:cubicBezTo>
                    <a:pt x="8507" y="10406"/>
                    <a:pt x="8807" y="11006"/>
                    <a:pt x="8807" y="11107"/>
                  </a:cubicBezTo>
                  <a:cubicBezTo>
                    <a:pt x="8801" y="11125"/>
                    <a:pt x="8791" y="11135"/>
                    <a:pt x="8776" y="11135"/>
                  </a:cubicBezTo>
                  <a:cubicBezTo>
                    <a:pt x="8705" y="11135"/>
                    <a:pt x="8507" y="10922"/>
                    <a:pt x="7906" y="10239"/>
                  </a:cubicBezTo>
                  <a:cubicBezTo>
                    <a:pt x="7806" y="10139"/>
                    <a:pt x="7773" y="9972"/>
                    <a:pt x="7773" y="9906"/>
                  </a:cubicBezTo>
                  <a:cubicBezTo>
                    <a:pt x="7793" y="9804"/>
                    <a:pt x="7801" y="9764"/>
                    <a:pt x="7842" y="9764"/>
                  </a:cubicBezTo>
                  <a:close/>
                  <a:moveTo>
                    <a:pt x="5256" y="10998"/>
                  </a:moveTo>
                  <a:cubicBezTo>
                    <a:pt x="5260" y="10998"/>
                    <a:pt x="5265" y="11001"/>
                    <a:pt x="5271" y="11006"/>
                  </a:cubicBezTo>
                  <a:cubicBezTo>
                    <a:pt x="5304" y="11006"/>
                    <a:pt x="5338" y="11073"/>
                    <a:pt x="5371" y="11173"/>
                  </a:cubicBezTo>
                  <a:cubicBezTo>
                    <a:pt x="5371" y="11240"/>
                    <a:pt x="5371" y="11307"/>
                    <a:pt x="5338" y="11307"/>
                  </a:cubicBezTo>
                  <a:cubicBezTo>
                    <a:pt x="5304" y="11273"/>
                    <a:pt x="5271" y="11207"/>
                    <a:pt x="5238" y="11140"/>
                  </a:cubicBezTo>
                  <a:cubicBezTo>
                    <a:pt x="5238" y="11058"/>
                    <a:pt x="5238" y="10998"/>
                    <a:pt x="5256" y="10998"/>
                  </a:cubicBezTo>
                  <a:close/>
                  <a:moveTo>
                    <a:pt x="6802" y="11548"/>
                  </a:moveTo>
                  <a:cubicBezTo>
                    <a:pt x="6890" y="11548"/>
                    <a:pt x="7059" y="11652"/>
                    <a:pt x="7306" y="11874"/>
                  </a:cubicBezTo>
                  <a:cubicBezTo>
                    <a:pt x="7619" y="12156"/>
                    <a:pt x="7961" y="12614"/>
                    <a:pt x="7864" y="12614"/>
                  </a:cubicBezTo>
                  <a:cubicBezTo>
                    <a:pt x="7858" y="12614"/>
                    <a:pt x="7850" y="12612"/>
                    <a:pt x="7839" y="12608"/>
                  </a:cubicBezTo>
                  <a:cubicBezTo>
                    <a:pt x="7773" y="12574"/>
                    <a:pt x="7639" y="12574"/>
                    <a:pt x="7472" y="12574"/>
                  </a:cubicBezTo>
                  <a:cubicBezTo>
                    <a:pt x="7445" y="12580"/>
                    <a:pt x="7419" y="12583"/>
                    <a:pt x="7394" y="12583"/>
                  </a:cubicBezTo>
                  <a:cubicBezTo>
                    <a:pt x="7271" y="12583"/>
                    <a:pt x="7183" y="12513"/>
                    <a:pt x="7072" y="12374"/>
                  </a:cubicBezTo>
                  <a:cubicBezTo>
                    <a:pt x="6736" y="11849"/>
                    <a:pt x="6651" y="11548"/>
                    <a:pt x="6802" y="11548"/>
                  </a:cubicBezTo>
                  <a:close/>
                  <a:moveTo>
                    <a:pt x="2590" y="11682"/>
                  </a:moveTo>
                  <a:cubicBezTo>
                    <a:pt x="2636" y="11682"/>
                    <a:pt x="2702" y="11724"/>
                    <a:pt x="2769" y="11807"/>
                  </a:cubicBezTo>
                  <a:cubicBezTo>
                    <a:pt x="2802" y="11874"/>
                    <a:pt x="2869" y="11974"/>
                    <a:pt x="2903" y="12041"/>
                  </a:cubicBezTo>
                  <a:cubicBezTo>
                    <a:pt x="2903" y="12074"/>
                    <a:pt x="2969" y="12207"/>
                    <a:pt x="3036" y="12307"/>
                  </a:cubicBezTo>
                  <a:cubicBezTo>
                    <a:pt x="3103" y="12407"/>
                    <a:pt x="3136" y="12541"/>
                    <a:pt x="3103" y="12608"/>
                  </a:cubicBezTo>
                  <a:cubicBezTo>
                    <a:pt x="3103" y="12621"/>
                    <a:pt x="3097" y="12630"/>
                    <a:pt x="3090" y="12630"/>
                  </a:cubicBezTo>
                  <a:cubicBezTo>
                    <a:pt x="3081" y="12630"/>
                    <a:pt x="3069" y="12613"/>
                    <a:pt x="3069" y="12574"/>
                  </a:cubicBezTo>
                  <a:cubicBezTo>
                    <a:pt x="3069" y="12541"/>
                    <a:pt x="2936" y="12374"/>
                    <a:pt x="2802" y="12207"/>
                  </a:cubicBezTo>
                  <a:cubicBezTo>
                    <a:pt x="2669" y="12041"/>
                    <a:pt x="2569" y="11874"/>
                    <a:pt x="2536" y="11807"/>
                  </a:cubicBezTo>
                  <a:cubicBezTo>
                    <a:pt x="2519" y="11724"/>
                    <a:pt x="2544" y="11682"/>
                    <a:pt x="2590" y="11682"/>
                  </a:cubicBezTo>
                  <a:close/>
                  <a:moveTo>
                    <a:pt x="10385" y="12540"/>
                  </a:moveTo>
                  <a:cubicBezTo>
                    <a:pt x="10462" y="12540"/>
                    <a:pt x="10587" y="12666"/>
                    <a:pt x="10741" y="12908"/>
                  </a:cubicBezTo>
                  <a:cubicBezTo>
                    <a:pt x="10926" y="13208"/>
                    <a:pt x="10999" y="13381"/>
                    <a:pt x="10949" y="13381"/>
                  </a:cubicBezTo>
                  <a:cubicBezTo>
                    <a:pt x="10927" y="13381"/>
                    <a:pt x="10880" y="13347"/>
                    <a:pt x="10808" y="13275"/>
                  </a:cubicBezTo>
                  <a:cubicBezTo>
                    <a:pt x="10708" y="13175"/>
                    <a:pt x="10608" y="13141"/>
                    <a:pt x="10575" y="13141"/>
                  </a:cubicBezTo>
                  <a:cubicBezTo>
                    <a:pt x="10567" y="13146"/>
                    <a:pt x="10559" y="13149"/>
                    <a:pt x="10551" y="13149"/>
                  </a:cubicBezTo>
                  <a:cubicBezTo>
                    <a:pt x="10450" y="13149"/>
                    <a:pt x="10308" y="12795"/>
                    <a:pt x="10308" y="12641"/>
                  </a:cubicBezTo>
                  <a:cubicBezTo>
                    <a:pt x="10319" y="12573"/>
                    <a:pt x="10346" y="12540"/>
                    <a:pt x="10385" y="12540"/>
                  </a:cubicBezTo>
                  <a:close/>
                  <a:moveTo>
                    <a:pt x="11991" y="12446"/>
                  </a:moveTo>
                  <a:cubicBezTo>
                    <a:pt x="12054" y="12446"/>
                    <a:pt x="12171" y="12522"/>
                    <a:pt x="12343" y="12674"/>
                  </a:cubicBezTo>
                  <a:cubicBezTo>
                    <a:pt x="12609" y="12941"/>
                    <a:pt x="12676" y="13341"/>
                    <a:pt x="12409" y="13575"/>
                  </a:cubicBezTo>
                  <a:cubicBezTo>
                    <a:pt x="12309" y="13642"/>
                    <a:pt x="12209" y="13775"/>
                    <a:pt x="12142" y="13842"/>
                  </a:cubicBezTo>
                  <a:cubicBezTo>
                    <a:pt x="12083" y="13882"/>
                    <a:pt x="12032" y="13901"/>
                    <a:pt x="11993" y="13901"/>
                  </a:cubicBezTo>
                  <a:cubicBezTo>
                    <a:pt x="11900" y="13901"/>
                    <a:pt x="11872" y="13796"/>
                    <a:pt x="11942" y="13608"/>
                  </a:cubicBezTo>
                  <a:cubicBezTo>
                    <a:pt x="12042" y="13375"/>
                    <a:pt x="12042" y="12941"/>
                    <a:pt x="11942" y="12574"/>
                  </a:cubicBezTo>
                  <a:cubicBezTo>
                    <a:pt x="11928" y="12489"/>
                    <a:pt x="11944" y="12446"/>
                    <a:pt x="11991" y="12446"/>
                  </a:cubicBezTo>
                  <a:close/>
                  <a:moveTo>
                    <a:pt x="3436" y="13275"/>
                  </a:moveTo>
                  <a:lnTo>
                    <a:pt x="3703" y="13408"/>
                  </a:lnTo>
                  <a:cubicBezTo>
                    <a:pt x="3837" y="13475"/>
                    <a:pt x="4037" y="13608"/>
                    <a:pt x="4070" y="13708"/>
                  </a:cubicBezTo>
                  <a:cubicBezTo>
                    <a:pt x="4137" y="13775"/>
                    <a:pt x="4137" y="13875"/>
                    <a:pt x="4103" y="13909"/>
                  </a:cubicBezTo>
                  <a:cubicBezTo>
                    <a:pt x="4094" y="13918"/>
                    <a:pt x="4083" y="13922"/>
                    <a:pt x="4071" y="13922"/>
                  </a:cubicBezTo>
                  <a:cubicBezTo>
                    <a:pt x="4037" y="13922"/>
                    <a:pt x="3994" y="13891"/>
                    <a:pt x="3970" y="13842"/>
                  </a:cubicBezTo>
                  <a:cubicBezTo>
                    <a:pt x="3937" y="13775"/>
                    <a:pt x="3870" y="13742"/>
                    <a:pt x="3837" y="13742"/>
                  </a:cubicBezTo>
                  <a:cubicBezTo>
                    <a:pt x="3832" y="13746"/>
                    <a:pt x="3827" y="13748"/>
                    <a:pt x="3820" y="13748"/>
                  </a:cubicBezTo>
                  <a:cubicBezTo>
                    <a:pt x="3777" y="13748"/>
                    <a:pt x="3690" y="13658"/>
                    <a:pt x="3603" y="13542"/>
                  </a:cubicBezTo>
                  <a:lnTo>
                    <a:pt x="3436" y="13275"/>
                  </a:lnTo>
                  <a:close/>
                  <a:moveTo>
                    <a:pt x="8507" y="15209"/>
                  </a:moveTo>
                  <a:cubicBezTo>
                    <a:pt x="8507" y="15243"/>
                    <a:pt x="8507" y="15276"/>
                    <a:pt x="8473" y="15343"/>
                  </a:cubicBezTo>
                  <a:cubicBezTo>
                    <a:pt x="8457" y="15360"/>
                    <a:pt x="8440" y="15368"/>
                    <a:pt x="8423" y="15368"/>
                  </a:cubicBezTo>
                  <a:cubicBezTo>
                    <a:pt x="8406" y="15368"/>
                    <a:pt x="8390" y="15360"/>
                    <a:pt x="8373" y="15343"/>
                  </a:cubicBezTo>
                  <a:cubicBezTo>
                    <a:pt x="8373" y="15310"/>
                    <a:pt x="8373" y="15243"/>
                    <a:pt x="8406" y="15243"/>
                  </a:cubicBezTo>
                  <a:cubicBezTo>
                    <a:pt x="8440" y="15209"/>
                    <a:pt x="8473" y="15209"/>
                    <a:pt x="8507" y="15209"/>
                  </a:cubicBezTo>
                  <a:close/>
                  <a:moveTo>
                    <a:pt x="4473" y="14465"/>
                  </a:moveTo>
                  <a:cubicBezTo>
                    <a:pt x="4494" y="14465"/>
                    <a:pt x="4535" y="14481"/>
                    <a:pt x="4604" y="14509"/>
                  </a:cubicBezTo>
                  <a:cubicBezTo>
                    <a:pt x="4737" y="14576"/>
                    <a:pt x="4804" y="14609"/>
                    <a:pt x="4771" y="14676"/>
                  </a:cubicBezTo>
                  <a:cubicBezTo>
                    <a:pt x="4704" y="14742"/>
                    <a:pt x="4937" y="14909"/>
                    <a:pt x="5204" y="14976"/>
                  </a:cubicBezTo>
                  <a:cubicBezTo>
                    <a:pt x="5304" y="15009"/>
                    <a:pt x="5404" y="15109"/>
                    <a:pt x="5471" y="15310"/>
                  </a:cubicBezTo>
                  <a:cubicBezTo>
                    <a:pt x="5527" y="15449"/>
                    <a:pt x="5582" y="15518"/>
                    <a:pt x="5619" y="15518"/>
                  </a:cubicBezTo>
                  <a:cubicBezTo>
                    <a:pt x="5626" y="15518"/>
                    <a:pt x="5632" y="15515"/>
                    <a:pt x="5638" y="15510"/>
                  </a:cubicBezTo>
                  <a:cubicBezTo>
                    <a:pt x="5648" y="15500"/>
                    <a:pt x="5660" y="15496"/>
                    <a:pt x="5674" y="15496"/>
                  </a:cubicBezTo>
                  <a:cubicBezTo>
                    <a:pt x="5707" y="15496"/>
                    <a:pt x="5748" y="15519"/>
                    <a:pt x="5771" y="15543"/>
                  </a:cubicBezTo>
                  <a:cubicBezTo>
                    <a:pt x="5771" y="15576"/>
                    <a:pt x="5738" y="15643"/>
                    <a:pt x="5638" y="15710"/>
                  </a:cubicBezTo>
                  <a:cubicBezTo>
                    <a:pt x="5591" y="15733"/>
                    <a:pt x="5547" y="15746"/>
                    <a:pt x="5502" y="15746"/>
                  </a:cubicBezTo>
                  <a:cubicBezTo>
                    <a:pt x="5353" y="15746"/>
                    <a:pt x="5201" y="15609"/>
                    <a:pt x="4971" y="15276"/>
                  </a:cubicBezTo>
                  <a:cubicBezTo>
                    <a:pt x="4871" y="15176"/>
                    <a:pt x="4737" y="15009"/>
                    <a:pt x="4637" y="14909"/>
                  </a:cubicBezTo>
                  <a:cubicBezTo>
                    <a:pt x="4570" y="14809"/>
                    <a:pt x="4470" y="14676"/>
                    <a:pt x="4470" y="14576"/>
                  </a:cubicBezTo>
                  <a:cubicBezTo>
                    <a:pt x="4451" y="14498"/>
                    <a:pt x="4443" y="14465"/>
                    <a:pt x="4473" y="14465"/>
                  </a:cubicBezTo>
                  <a:close/>
                  <a:moveTo>
                    <a:pt x="8240" y="15610"/>
                  </a:moveTo>
                  <a:cubicBezTo>
                    <a:pt x="8273" y="15610"/>
                    <a:pt x="8373" y="15643"/>
                    <a:pt x="8473" y="15743"/>
                  </a:cubicBezTo>
                  <a:cubicBezTo>
                    <a:pt x="8599" y="15890"/>
                    <a:pt x="8633" y="15984"/>
                    <a:pt x="8582" y="15984"/>
                  </a:cubicBezTo>
                  <a:cubicBezTo>
                    <a:pt x="8552" y="15984"/>
                    <a:pt x="8493" y="15951"/>
                    <a:pt x="8406" y="15877"/>
                  </a:cubicBezTo>
                  <a:cubicBezTo>
                    <a:pt x="8173" y="15677"/>
                    <a:pt x="8173" y="15677"/>
                    <a:pt x="8240" y="15610"/>
                  </a:cubicBezTo>
                  <a:close/>
                  <a:moveTo>
                    <a:pt x="11509" y="15843"/>
                  </a:moveTo>
                  <a:cubicBezTo>
                    <a:pt x="11575" y="15943"/>
                    <a:pt x="11575" y="16177"/>
                    <a:pt x="11509" y="16177"/>
                  </a:cubicBezTo>
                  <a:cubicBezTo>
                    <a:pt x="11342" y="16144"/>
                    <a:pt x="11275" y="15943"/>
                    <a:pt x="11375" y="15877"/>
                  </a:cubicBezTo>
                  <a:cubicBezTo>
                    <a:pt x="11442" y="15843"/>
                    <a:pt x="11509" y="15843"/>
                    <a:pt x="11509" y="15843"/>
                  </a:cubicBezTo>
                  <a:close/>
                  <a:moveTo>
                    <a:pt x="11675" y="16310"/>
                  </a:moveTo>
                  <a:cubicBezTo>
                    <a:pt x="11742" y="16310"/>
                    <a:pt x="11809" y="16310"/>
                    <a:pt x="11809" y="16344"/>
                  </a:cubicBezTo>
                  <a:cubicBezTo>
                    <a:pt x="11852" y="16408"/>
                    <a:pt x="11826" y="16445"/>
                    <a:pt x="11774" y="16445"/>
                  </a:cubicBezTo>
                  <a:cubicBezTo>
                    <a:pt x="11746" y="16445"/>
                    <a:pt x="11711" y="16434"/>
                    <a:pt x="11675" y="16410"/>
                  </a:cubicBezTo>
                  <a:cubicBezTo>
                    <a:pt x="11609" y="16377"/>
                    <a:pt x="11642" y="16344"/>
                    <a:pt x="11675" y="16310"/>
                  </a:cubicBezTo>
                  <a:close/>
                  <a:moveTo>
                    <a:pt x="5741" y="13954"/>
                  </a:moveTo>
                  <a:cubicBezTo>
                    <a:pt x="5830" y="13954"/>
                    <a:pt x="5934" y="14038"/>
                    <a:pt x="6038" y="14142"/>
                  </a:cubicBezTo>
                  <a:cubicBezTo>
                    <a:pt x="6172" y="14275"/>
                    <a:pt x="6338" y="14409"/>
                    <a:pt x="6372" y="14442"/>
                  </a:cubicBezTo>
                  <a:cubicBezTo>
                    <a:pt x="6438" y="14476"/>
                    <a:pt x="6572" y="14576"/>
                    <a:pt x="6705" y="14709"/>
                  </a:cubicBezTo>
                  <a:cubicBezTo>
                    <a:pt x="6872" y="14909"/>
                    <a:pt x="6872" y="14976"/>
                    <a:pt x="6772" y="14976"/>
                  </a:cubicBezTo>
                  <a:cubicBezTo>
                    <a:pt x="6705" y="15009"/>
                    <a:pt x="6639" y="15043"/>
                    <a:pt x="6639" y="15076"/>
                  </a:cubicBezTo>
                  <a:cubicBezTo>
                    <a:pt x="6639" y="15209"/>
                    <a:pt x="7172" y="15777"/>
                    <a:pt x="7339" y="15843"/>
                  </a:cubicBezTo>
                  <a:cubicBezTo>
                    <a:pt x="7406" y="15877"/>
                    <a:pt x="7439" y="15910"/>
                    <a:pt x="7406" y="15977"/>
                  </a:cubicBezTo>
                  <a:cubicBezTo>
                    <a:pt x="7372" y="16010"/>
                    <a:pt x="7372" y="16077"/>
                    <a:pt x="7439" y="16110"/>
                  </a:cubicBezTo>
                  <a:cubicBezTo>
                    <a:pt x="7472" y="16144"/>
                    <a:pt x="7472" y="16177"/>
                    <a:pt x="7439" y="16210"/>
                  </a:cubicBezTo>
                  <a:cubicBezTo>
                    <a:pt x="7406" y="16244"/>
                    <a:pt x="7406" y="16344"/>
                    <a:pt x="7472" y="16444"/>
                  </a:cubicBezTo>
                  <a:cubicBezTo>
                    <a:pt x="7539" y="16510"/>
                    <a:pt x="7573" y="16611"/>
                    <a:pt x="7539" y="16611"/>
                  </a:cubicBezTo>
                  <a:cubicBezTo>
                    <a:pt x="7489" y="16644"/>
                    <a:pt x="7414" y="16661"/>
                    <a:pt x="7343" y="16661"/>
                  </a:cubicBezTo>
                  <a:cubicBezTo>
                    <a:pt x="7272" y="16661"/>
                    <a:pt x="7206" y="16644"/>
                    <a:pt x="7172" y="16611"/>
                  </a:cubicBezTo>
                  <a:cubicBezTo>
                    <a:pt x="7139" y="16544"/>
                    <a:pt x="7039" y="16444"/>
                    <a:pt x="6905" y="16377"/>
                  </a:cubicBezTo>
                  <a:cubicBezTo>
                    <a:pt x="6772" y="16277"/>
                    <a:pt x="6639" y="16144"/>
                    <a:pt x="6572" y="15977"/>
                  </a:cubicBezTo>
                  <a:cubicBezTo>
                    <a:pt x="6505" y="15843"/>
                    <a:pt x="6438" y="15743"/>
                    <a:pt x="6372" y="15743"/>
                  </a:cubicBezTo>
                  <a:cubicBezTo>
                    <a:pt x="6305" y="15743"/>
                    <a:pt x="6272" y="15677"/>
                    <a:pt x="6272" y="15576"/>
                  </a:cubicBezTo>
                  <a:cubicBezTo>
                    <a:pt x="6238" y="15476"/>
                    <a:pt x="6105" y="15109"/>
                    <a:pt x="5905" y="14709"/>
                  </a:cubicBezTo>
                  <a:cubicBezTo>
                    <a:pt x="5604" y="14109"/>
                    <a:pt x="5571" y="14009"/>
                    <a:pt x="5671" y="13975"/>
                  </a:cubicBezTo>
                  <a:cubicBezTo>
                    <a:pt x="5693" y="13961"/>
                    <a:pt x="5717" y="13954"/>
                    <a:pt x="5741" y="13954"/>
                  </a:cubicBezTo>
                  <a:close/>
                  <a:moveTo>
                    <a:pt x="2836" y="17898"/>
                  </a:moveTo>
                  <a:cubicBezTo>
                    <a:pt x="2899" y="17898"/>
                    <a:pt x="3078" y="18009"/>
                    <a:pt x="3303" y="18212"/>
                  </a:cubicBezTo>
                  <a:cubicBezTo>
                    <a:pt x="3470" y="18378"/>
                    <a:pt x="3570" y="18512"/>
                    <a:pt x="3536" y="18545"/>
                  </a:cubicBezTo>
                  <a:cubicBezTo>
                    <a:pt x="3470" y="18579"/>
                    <a:pt x="3670" y="18745"/>
                    <a:pt x="3970" y="18845"/>
                  </a:cubicBezTo>
                  <a:cubicBezTo>
                    <a:pt x="4103" y="18912"/>
                    <a:pt x="4237" y="19012"/>
                    <a:pt x="4270" y="19079"/>
                  </a:cubicBezTo>
                  <a:cubicBezTo>
                    <a:pt x="4304" y="19146"/>
                    <a:pt x="4470" y="19279"/>
                    <a:pt x="4637" y="19379"/>
                  </a:cubicBezTo>
                  <a:cubicBezTo>
                    <a:pt x="4804" y="19479"/>
                    <a:pt x="4904" y="19613"/>
                    <a:pt x="4904" y="19646"/>
                  </a:cubicBezTo>
                  <a:cubicBezTo>
                    <a:pt x="4894" y="19656"/>
                    <a:pt x="4873" y="19661"/>
                    <a:pt x="4844" y="19661"/>
                  </a:cubicBezTo>
                  <a:cubicBezTo>
                    <a:pt x="4688" y="19661"/>
                    <a:pt x="4296" y="19520"/>
                    <a:pt x="4070" y="19379"/>
                  </a:cubicBezTo>
                  <a:cubicBezTo>
                    <a:pt x="3988" y="19325"/>
                    <a:pt x="3862" y="19270"/>
                    <a:pt x="3764" y="19270"/>
                  </a:cubicBezTo>
                  <a:cubicBezTo>
                    <a:pt x="3742" y="19270"/>
                    <a:pt x="3721" y="19273"/>
                    <a:pt x="3703" y="19279"/>
                  </a:cubicBezTo>
                  <a:cubicBezTo>
                    <a:pt x="3688" y="19282"/>
                    <a:pt x="3673" y="19283"/>
                    <a:pt x="3656" y="19283"/>
                  </a:cubicBezTo>
                  <a:cubicBezTo>
                    <a:pt x="3445" y="19283"/>
                    <a:pt x="3093" y="19095"/>
                    <a:pt x="2969" y="18879"/>
                  </a:cubicBezTo>
                  <a:cubicBezTo>
                    <a:pt x="2936" y="18779"/>
                    <a:pt x="2936" y="18745"/>
                    <a:pt x="3036" y="18712"/>
                  </a:cubicBezTo>
                  <a:cubicBezTo>
                    <a:pt x="3103" y="18712"/>
                    <a:pt x="3136" y="18645"/>
                    <a:pt x="3069" y="18579"/>
                  </a:cubicBezTo>
                  <a:cubicBezTo>
                    <a:pt x="3036" y="18512"/>
                    <a:pt x="3036" y="18412"/>
                    <a:pt x="3103" y="18345"/>
                  </a:cubicBezTo>
                  <a:cubicBezTo>
                    <a:pt x="3136" y="18278"/>
                    <a:pt x="3136" y="18212"/>
                    <a:pt x="3036" y="18145"/>
                  </a:cubicBezTo>
                  <a:cubicBezTo>
                    <a:pt x="2969" y="18112"/>
                    <a:pt x="2869" y="18012"/>
                    <a:pt x="2836" y="17978"/>
                  </a:cubicBezTo>
                  <a:cubicBezTo>
                    <a:pt x="2803" y="17924"/>
                    <a:pt x="2806" y="17898"/>
                    <a:pt x="2836" y="17898"/>
                  </a:cubicBezTo>
                  <a:close/>
                  <a:moveTo>
                    <a:pt x="5308" y="19864"/>
                  </a:moveTo>
                  <a:cubicBezTo>
                    <a:pt x="5365" y="19864"/>
                    <a:pt x="5446" y="19916"/>
                    <a:pt x="5504" y="20013"/>
                  </a:cubicBezTo>
                  <a:cubicBezTo>
                    <a:pt x="5549" y="20102"/>
                    <a:pt x="5564" y="20132"/>
                    <a:pt x="5519" y="20132"/>
                  </a:cubicBezTo>
                  <a:cubicBezTo>
                    <a:pt x="5497" y="20132"/>
                    <a:pt x="5460" y="20124"/>
                    <a:pt x="5404" y="20113"/>
                  </a:cubicBezTo>
                  <a:cubicBezTo>
                    <a:pt x="5304" y="20080"/>
                    <a:pt x="5238" y="20013"/>
                    <a:pt x="5238" y="19946"/>
                  </a:cubicBezTo>
                  <a:cubicBezTo>
                    <a:pt x="5238" y="19891"/>
                    <a:pt x="5267" y="19864"/>
                    <a:pt x="5308" y="19864"/>
                  </a:cubicBezTo>
                  <a:close/>
                  <a:moveTo>
                    <a:pt x="24360" y="0"/>
                  </a:moveTo>
                  <a:cubicBezTo>
                    <a:pt x="24269" y="0"/>
                    <a:pt x="24169" y="12"/>
                    <a:pt x="24051" y="32"/>
                  </a:cubicBezTo>
                  <a:cubicBezTo>
                    <a:pt x="23817" y="99"/>
                    <a:pt x="23551" y="132"/>
                    <a:pt x="23451" y="132"/>
                  </a:cubicBezTo>
                  <a:cubicBezTo>
                    <a:pt x="23217" y="132"/>
                    <a:pt x="22583" y="432"/>
                    <a:pt x="22650" y="499"/>
                  </a:cubicBezTo>
                  <a:cubicBezTo>
                    <a:pt x="22683" y="532"/>
                    <a:pt x="22617" y="599"/>
                    <a:pt x="22483" y="666"/>
                  </a:cubicBezTo>
                  <a:cubicBezTo>
                    <a:pt x="22316" y="699"/>
                    <a:pt x="22283" y="766"/>
                    <a:pt x="22350" y="899"/>
                  </a:cubicBezTo>
                  <a:cubicBezTo>
                    <a:pt x="22380" y="1034"/>
                    <a:pt x="22356" y="1102"/>
                    <a:pt x="22296" y="1102"/>
                  </a:cubicBezTo>
                  <a:cubicBezTo>
                    <a:pt x="22223" y="1102"/>
                    <a:pt x="22096" y="1001"/>
                    <a:pt x="21949" y="799"/>
                  </a:cubicBezTo>
                  <a:cubicBezTo>
                    <a:pt x="21715" y="494"/>
                    <a:pt x="21579" y="371"/>
                    <a:pt x="21311" y="371"/>
                  </a:cubicBezTo>
                  <a:cubicBezTo>
                    <a:pt x="21197" y="371"/>
                    <a:pt x="21060" y="393"/>
                    <a:pt x="20882" y="432"/>
                  </a:cubicBezTo>
                  <a:cubicBezTo>
                    <a:pt x="20807" y="441"/>
                    <a:pt x="20728" y="445"/>
                    <a:pt x="20644" y="445"/>
                  </a:cubicBezTo>
                  <a:cubicBezTo>
                    <a:pt x="20394" y="445"/>
                    <a:pt x="20107" y="407"/>
                    <a:pt x="19781" y="332"/>
                  </a:cubicBezTo>
                  <a:cubicBezTo>
                    <a:pt x="19545" y="285"/>
                    <a:pt x="19293" y="238"/>
                    <a:pt x="19142" y="238"/>
                  </a:cubicBezTo>
                  <a:cubicBezTo>
                    <a:pt x="19079" y="238"/>
                    <a:pt x="19034" y="246"/>
                    <a:pt x="19014" y="265"/>
                  </a:cubicBezTo>
                  <a:cubicBezTo>
                    <a:pt x="18967" y="289"/>
                    <a:pt x="18886" y="313"/>
                    <a:pt x="18820" y="313"/>
                  </a:cubicBezTo>
                  <a:cubicBezTo>
                    <a:pt x="18792" y="313"/>
                    <a:pt x="18767" y="309"/>
                    <a:pt x="18747" y="299"/>
                  </a:cubicBezTo>
                  <a:cubicBezTo>
                    <a:pt x="18740" y="297"/>
                    <a:pt x="18731" y="297"/>
                    <a:pt x="18721" y="297"/>
                  </a:cubicBezTo>
                  <a:cubicBezTo>
                    <a:pt x="18493" y="297"/>
                    <a:pt x="17539" y="640"/>
                    <a:pt x="17380" y="799"/>
                  </a:cubicBezTo>
                  <a:cubicBezTo>
                    <a:pt x="17315" y="864"/>
                    <a:pt x="17250" y="901"/>
                    <a:pt x="17168" y="901"/>
                  </a:cubicBezTo>
                  <a:cubicBezTo>
                    <a:pt x="17122" y="901"/>
                    <a:pt x="17072" y="890"/>
                    <a:pt x="17013" y="866"/>
                  </a:cubicBezTo>
                  <a:cubicBezTo>
                    <a:pt x="16977" y="857"/>
                    <a:pt x="16936" y="853"/>
                    <a:pt x="16893" y="853"/>
                  </a:cubicBezTo>
                  <a:cubicBezTo>
                    <a:pt x="16774" y="853"/>
                    <a:pt x="16634" y="884"/>
                    <a:pt x="16512" y="933"/>
                  </a:cubicBezTo>
                  <a:cubicBezTo>
                    <a:pt x="16394" y="956"/>
                    <a:pt x="16276" y="980"/>
                    <a:pt x="16194" y="980"/>
                  </a:cubicBezTo>
                  <a:cubicBezTo>
                    <a:pt x="16160" y="980"/>
                    <a:pt x="16132" y="976"/>
                    <a:pt x="16112" y="966"/>
                  </a:cubicBezTo>
                  <a:cubicBezTo>
                    <a:pt x="16012" y="966"/>
                    <a:pt x="15912" y="999"/>
                    <a:pt x="15812" y="1066"/>
                  </a:cubicBezTo>
                  <a:cubicBezTo>
                    <a:pt x="15745" y="1133"/>
                    <a:pt x="15578" y="1199"/>
                    <a:pt x="15411" y="1199"/>
                  </a:cubicBezTo>
                  <a:cubicBezTo>
                    <a:pt x="15145" y="1233"/>
                    <a:pt x="15011" y="1333"/>
                    <a:pt x="14911" y="1566"/>
                  </a:cubicBezTo>
                  <a:cubicBezTo>
                    <a:pt x="14844" y="1666"/>
                    <a:pt x="14377" y="1900"/>
                    <a:pt x="14111" y="1900"/>
                  </a:cubicBezTo>
                  <a:cubicBezTo>
                    <a:pt x="13977" y="1933"/>
                    <a:pt x="13944" y="1967"/>
                    <a:pt x="13944" y="2033"/>
                  </a:cubicBezTo>
                  <a:cubicBezTo>
                    <a:pt x="13944" y="2100"/>
                    <a:pt x="13877" y="2133"/>
                    <a:pt x="13810" y="2167"/>
                  </a:cubicBezTo>
                  <a:cubicBezTo>
                    <a:pt x="13610" y="2200"/>
                    <a:pt x="13610" y="2534"/>
                    <a:pt x="13777" y="2901"/>
                  </a:cubicBezTo>
                  <a:cubicBezTo>
                    <a:pt x="13844" y="3101"/>
                    <a:pt x="14144" y="3635"/>
                    <a:pt x="14444" y="4102"/>
                  </a:cubicBezTo>
                  <a:cubicBezTo>
                    <a:pt x="14811" y="4702"/>
                    <a:pt x="14944" y="5036"/>
                    <a:pt x="14978" y="5236"/>
                  </a:cubicBezTo>
                  <a:cubicBezTo>
                    <a:pt x="14978" y="5402"/>
                    <a:pt x="15045" y="5603"/>
                    <a:pt x="15111" y="5669"/>
                  </a:cubicBezTo>
                  <a:cubicBezTo>
                    <a:pt x="15145" y="5736"/>
                    <a:pt x="15411" y="6203"/>
                    <a:pt x="15645" y="6670"/>
                  </a:cubicBezTo>
                  <a:cubicBezTo>
                    <a:pt x="15942" y="7263"/>
                    <a:pt x="16145" y="7560"/>
                    <a:pt x="16233" y="7560"/>
                  </a:cubicBezTo>
                  <a:cubicBezTo>
                    <a:pt x="16273" y="7560"/>
                    <a:pt x="16289" y="7497"/>
                    <a:pt x="16279" y="7371"/>
                  </a:cubicBezTo>
                  <a:cubicBezTo>
                    <a:pt x="16279" y="7308"/>
                    <a:pt x="16286" y="7274"/>
                    <a:pt x="16305" y="7274"/>
                  </a:cubicBezTo>
                  <a:cubicBezTo>
                    <a:pt x="16325" y="7274"/>
                    <a:pt x="16359" y="7316"/>
                    <a:pt x="16412" y="7404"/>
                  </a:cubicBezTo>
                  <a:cubicBezTo>
                    <a:pt x="16512" y="7571"/>
                    <a:pt x="16512" y="7637"/>
                    <a:pt x="16412" y="7637"/>
                  </a:cubicBezTo>
                  <a:cubicBezTo>
                    <a:pt x="16279" y="7671"/>
                    <a:pt x="16279" y="7737"/>
                    <a:pt x="16479" y="8071"/>
                  </a:cubicBezTo>
                  <a:cubicBezTo>
                    <a:pt x="16546" y="8138"/>
                    <a:pt x="16646" y="8405"/>
                    <a:pt x="16779" y="8671"/>
                  </a:cubicBezTo>
                  <a:cubicBezTo>
                    <a:pt x="16879" y="8938"/>
                    <a:pt x="16979" y="9239"/>
                    <a:pt x="17046" y="9339"/>
                  </a:cubicBezTo>
                  <a:cubicBezTo>
                    <a:pt x="17113" y="9539"/>
                    <a:pt x="17113" y="9639"/>
                    <a:pt x="16979" y="9639"/>
                  </a:cubicBezTo>
                  <a:cubicBezTo>
                    <a:pt x="16913" y="9639"/>
                    <a:pt x="16846" y="9572"/>
                    <a:pt x="16846" y="9505"/>
                  </a:cubicBezTo>
                  <a:cubicBezTo>
                    <a:pt x="16879" y="9472"/>
                    <a:pt x="16746" y="9239"/>
                    <a:pt x="16612" y="9005"/>
                  </a:cubicBezTo>
                  <a:cubicBezTo>
                    <a:pt x="16145" y="8271"/>
                    <a:pt x="16045" y="8104"/>
                    <a:pt x="16045" y="7838"/>
                  </a:cubicBezTo>
                  <a:cubicBezTo>
                    <a:pt x="16045" y="7671"/>
                    <a:pt x="15979" y="7537"/>
                    <a:pt x="15778" y="7337"/>
                  </a:cubicBezTo>
                  <a:cubicBezTo>
                    <a:pt x="15612" y="7170"/>
                    <a:pt x="15545" y="7037"/>
                    <a:pt x="15578" y="6937"/>
                  </a:cubicBezTo>
                  <a:cubicBezTo>
                    <a:pt x="15578" y="6870"/>
                    <a:pt x="15545" y="6803"/>
                    <a:pt x="15478" y="6770"/>
                  </a:cubicBezTo>
                  <a:cubicBezTo>
                    <a:pt x="15345" y="6703"/>
                    <a:pt x="15145" y="6403"/>
                    <a:pt x="14311" y="5069"/>
                  </a:cubicBezTo>
                  <a:cubicBezTo>
                    <a:pt x="14010" y="4602"/>
                    <a:pt x="13710" y="4202"/>
                    <a:pt x="13677" y="4168"/>
                  </a:cubicBezTo>
                  <a:cubicBezTo>
                    <a:pt x="13610" y="4168"/>
                    <a:pt x="13577" y="4001"/>
                    <a:pt x="13577" y="3868"/>
                  </a:cubicBezTo>
                  <a:cubicBezTo>
                    <a:pt x="13577" y="3701"/>
                    <a:pt x="13443" y="3368"/>
                    <a:pt x="13343" y="3134"/>
                  </a:cubicBezTo>
                  <a:lnTo>
                    <a:pt x="13110" y="2667"/>
                  </a:lnTo>
                  <a:lnTo>
                    <a:pt x="12676" y="2667"/>
                  </a:lnTo>
                  <a:cubicBezTo>
                    <a:pt x="12644" y="2666"/>
                    <a:pt x="12611" y="2665"/>
                    <a:pt x="12578" y="2665"/>
                  </a:cubicBezTo>
                  <a:cubicBezTo>
                    <a:pt x="11701" y="2665"/>
                    <a:pt x="10727" y="3087"/>
                    <a:pt x="10341" y="3601"/>
                  </a:cubicBezTo>
                  <a:cubicBezTo>
                    <a:pt x="9941" y="4102"/>
                    <a:pt x="8907" y="5202"/>
                    <a:pt x="8707" y="5369"/>
                  </a:cubicBezTo>
                  <a:cubicBezTo>
                    <a:pt x="8006" y="5869"/>
                    <a:pt x="7506" y="6336"/>
                    <a:pt x="7439" y="6537"/>
                  </a:cubicBezTo>
                  <a:cubicBezTo>
                    <a:pt x="7372" y="6703"/>
                    <a:pt x="7206" y="6837"/>
                    <a:pt x="6939" y="7004"/>
                  </a:cubicBezTo>
                  <a:cubicBezTo>
                    <a:pt x="6624" y="7224"/>
                    <a:pt x="6458" y="7473"/>
                    <a:pt x="6636" y="7473"/>
                  </a:cubicBezTo>
                  <a:cubicBezTo>
                    <a:pt x="6646" y="7473"/>
                    <a:pt x="6659" y="7473"/>
                    <a:pt x="6672" y="7471"/>
                  </a:cubicBezTo>
                  <a:cubicBezTo>
                    <a:pt x="6691" y="7461"/>
                    <a:pt x="6711" y="7457"/>
                    <a:pt x="6730" y="7457"/>
                  </a:cubicBezTo>
                  <a:cubicBezTo>
                    <a:pt x="6775" y="7457"/>
                    <a:pt x="6815" y="7480"/>
                    <a:pt x="6839" y="7504"/>
                  </a:cubicBezTo>
                  <a:cubicBezTo>
                    <a:pt x="6872" y="7571"/>
                    <a:pt x="6839" y="7571"/>
                    <a:pt x="6739" y="7571"/>
                  </a:cubicBezTo>
                  <a:cubicBezTo>
                    <a:pt x="6709" y="7561"/>
                    <a:pt x="6680" y="7556"/>
                    <a:pt x="6651" y="7556"/>
                  </a:cubicBezTo>
                  <a:cubicBezTo>
                    <a:pt x="6480" y="7556"/>
                    <a:pt x="6309" y="7719"/>
                    <a:pt x="6138" y="8004"/>
                  </a:cubicBezTo>
                  <a:cubicBezTo>
                    <a:pt x="6005" y="8204"/>
                    <a:pt x="6005" y="8338"/>
                    <a:pt x="6071" y="8405"/>
                  </a:cubicBezTo>
                  <a:cubicBezTo>
                    <a:pt x="6138" y="8471"/>
                    <a:pt x="6138" y="8538"/>
                    <a:pt x="6038" y="8605"/>
                  </a:cubicBezTo>
                  <a:cubicBezTo>
                    <a:pt x="5705" y="8872"/>
                    <a:pt x="4804" y="9706"/>
                    <a:pt x="4670" y="9906"/>
                  </a:cubicBezTo>
                  <a:cubicBezTo>
                    <a:pt x="4527" y="10097"/>
                    <a:pt x="4504" y="10254"/>
                    <a:pt x="4575" y="10254"/>
                  </a:cubicBezTo>
                  <a:cubicBezTo>
                    <a:pt x="4604" y="10254"/>
                    <a:pt x="4647" y="10229"/>
                    <a:pt x="4704" y="10173"/>
                  </a:cubicBezTo>
                  <a:cubicBezTo>
                    <a:pt x="4753" y="10111"/>
                    <a:pt x="4793" y="10082"/>
                    <a:pt x="4820" y="10082"/>
                  </a:cubicBezTo>
                  <a:cubicBezTo>
                    <a:pt x="4868" y="10082"/>
                    <a:pt x="4880" y="10170"/>
                    <a:pt x="4837" y="10339"/>
                  </a:cubicBezTo>
                  <a:cubicBezTo>
                    <a:pt x="4810" y="10450"/>
                    <a:pt x="4828" y="10515"/>
                    <a:pt x="4854" y="10515"/>
                  </a:cubicBezTo>
                  <a:cubicBezTo>
                    <a:pt x="4859" y="10515"/>
                    <a:pt x="4865" y="10512"/>
                    <a:pt x="4871" y="10506"/>
                  </a:cubicBezTo>
                  <a:cubicBezTo>
                    <a:pt x="4888" y="10497"/>
                    <a:pt x="4906" y="10493"/>
                    <a:pt x="4924" y="10493"/>
                  </a:cubicBezTo>
                  <a:cubicBezTo>
                    <a:pt x="4971" y="10493"/>
                    <a:pt x="5013" y="10524"/>
                    <a:pt x="5037" y="10573"/>
                  </a:cubicBezTo>
                  <a:cubicBezTo>
                    <a:pt x="5082" y="10662"/>
                    <a:pt x="5037" y="10736"/>
                    <a:pt x="4983" y="10736"/>
                  </a:cubicBezTo>
                  <a:cubicBezTo>
                    <a:pt x="4956" y="10736"/>
                    <a:pt x="4926" y="10717"/>
                    <a:pt x="4904" y="10673"/>
                  </a:cubicBezTo>
                  <a:cubicBezTo>
                    <a:pt x="4895" y="10654"/>
                    <a:pt x="4885" y="10646"/>
                    <a:pt x="4877" y="10646"/>
                  </a:cubicBezTo>
                  <a:cubicBezTo>
                    <a:pt x="4855" y="10646"/>
                    <a:pt x="4837" y="10701"/>
                    <a:pt x="4837" y="10773"/>
                  </a:cubicBezTo>
                  <a:cubicBezTo>
                    <a:pt x="4837" y="10906"/>
                    <a:pt x="4871" y="10940"/>
                    <a:pt x="4937" y="10940"/>
                  </a:cubicBezTo>
                  <a:cubicBezTo>
                    <a:pt x="4948" y="10934"/>
                    <a:pt x="4959" y="10931"/>
                    <a:pt x="4968" y="10931"/>
                  </a:cubicBezTo>
                  <a:cubicBezTo>
                    <a:pt x="5015" y="10931"/>
                    <a:pt x="5043" y="11001"/>
                    <a:pt x="5071" y="11140"/>
                  </a:cubicBezTo>
                  <a:cubicBezTo>
                    <a:pt x="5104" y="11273"/>
                    <a:pt x="5137" y="11373"/>
                    <a:pt x="5204" y="11407"/>
                  </a:cubicBezTo>
                  <a:cubicBezTo>
                    <a:pt x="5271" y="11440"/>
                    <a:pt x="5238" y="11440"/>
                    <a:pt x="5171" y="11440"/>
                  </a:cubicBezTo>
                  <a:cubicBezTo>
                    <a:pt x="5104" y="11440"/>
                    <a:pt x="5104" y="11507"/>
                    <a:pt x="5137" y="11574"/>
                  </a:cubicBezTo>
                  <a:cubicBezTo>
                    <a:pt x="5154" y="11607"/>
                    <a:pt x="5188" y="11624"/>
                    <a:pt x="5229" y="11624"/>
                  </a:cubicBezTo>
                  <a:cubicBezTo>
                    <a:pt x="5271" y="11624"/>
                    <a:pt x="5321" y="11607"/>
                    <a:pt x="5371" y="11574"/>
                  </a:cubicBezTo>
                  <a:cubicBezTo>
                    <a:pt x="5434" y="11542"/>
                    <a:pt x="5483" y="11524"/>
                    <a:pt x="5523" y="11524"/>
                  </a:cubicBezTo>
                  <a:cubicBezTo>
                    <a:pt x="5610" y="11524"/>
                    <a:pt x="5648" y="11611"/>
                    <a:pt x="5671" y="11840"/>
                  </a:cubicBezTo>
                  <a:cubicBezTo>
                    <a:pt x="5694" y="11954"/>
                    <a:pt x="5717" y="12006"/>
                    <a:pt x="5740" y="12006"/>
                  </a:cubicBezTo>
                  <a:cubicBezTo>
                    <a:pt x="5750" y="12006"/>
                    <a:pt x="5761" y="11995"/>
                    <a:pt x="5771" y="11974"/>
                  </a:cubicBezTo>
                  <a:cubicBezTo>
                    <a:pt x="5782" y="11952"/>
                    <a:pt x="5794" y="11940"/>
                    <a:pt x="5803" y="11940"/>
                  </a:cubicBezTo>
                  <a:cubicBezTo>
                    <a:pt x="5823" y="11940"/>
                    <a:pt x="5838" y="11985"/>
                    <a:pt x="5838" y="12074"/>
                  </a:cubicBezTo>
                  <a:cubicBezTo>
                    <a:pt x="5838" y="12174"/>
                    <a:pt x="5871" y="12241"/>
                    <a:pt x="5905" y="12241"/>
                  </a:cubicBezTo>
                  <a:cubicBezTo>
                    <a:pt x="5915" y="12236"/>
                    <a:pt x="5925" y="12233"/>
                    <a:pt x="5937" y="12233"/>
                  </a:cubicBezTo>
                  <a:cubicBezTo>
                    <a:pt x="6077" y="12233"/>
                    <a:pt x="6305" y="12594"/>
                    <a:pt x="6305" y="12841"/>
                  </a:cubicBezTo>
                  <a:cubicBezTo>
                    <a:pt x="6326" y="13026"/>
                    <a:pt x="6346" y="13122"/>
                    <a:pt x="6374" y="13122"/>
                  </a:cubicBezTo>
                  <a:cubicBezTo>
                    <a:pt x="6392" y="13122"/>
                    <a:pt x="6413" y="13085"/>
                    <a:pt x="6438" y="13008"/>
                  </a:cubicBezTo>
                  <a:cubicBezTo>
                    <a:pt x="6452" y="12941"/>
                    <a:pt x="6487" y="12911"/>
                    <a:pt x="6522" y="12911"/>
                  </a:cubicBezTo>
                  <a:cubicBezTo>
                    <a:pt x="6574" y="12911"/>
                    <a:pt x="6625" y="12975"/>
                    <a:pt x="6605" y="13075"/>
                  </a:cubicBezTo>
                  <a:cubicBezTo>
                    <a:pt x="6605" y="13175"/>
                    <a:pt x="6672" y="13241"/>
                    <a:pt x="6705" y="13275"/>
                  </a:cubicBezTo>
                  <a:cubicBezTo>
                    <a:pt x="6772" y="13341"/>
                    <a:pt x="6772" y="13375"/>
                    <a:pt x="6739" y="13408"/>
                  </a:cubicBezTo>
                  <a:cubicBezTo>
                    <a:pt x="6721" y="13417"/>
                    <a:pt x="6705" y="13421"/>
                    <a:pt x="6692" y="13421"/>
                  </a:cubicBezTo>
                  <a:cubicBezTo>
                    <a:pt x="6654" y="13421"/>
                    <a:pt x="6630" y="13390"/>
                    <a:pt x="6605" y="13341"/>
                  </a:cubicBezTo>
                  <a:cubicBezTo>
                    <a:pt x="6582" y="13318"/>
                    <a:pt x="6525" y="13294"/>
                    <a:pt x="6470" y="13294"/>
                  </a:cubicBezTo>
                  <a:cubicBezTo>
                    <a:pt x="6447" y="13294"/>
                    <a:pt x="6425" y="13298"/>
                    <a:pt x="6405" y="13308"/>
                  </a:cubicBezTo>
                  <a:cubicBezTo>
                    <a:pt x="6381" y="13332"/>
                    <a:pt x="6358" y="13343"/>
                    <a:pt x="6337" y="13343"/>
                  </a:cubicBezTo>
                  <a:cubicBezTo>
                    <a:pt x="6299" y="13343"/>
                    <a:pt x="6272" y="13306"/>
                    <a:pt x="6272" y="13241"/>
                  </a:cubicBezTo>
                  <a:cubicBezTo>
                    <a:pt x="6272" y="13141"/>
                    <a:pt x="6172" y="13075"/>
                    <a:pt x="6038" y="13041"/>
                  </a:cubicBezTo>
                  <a:cubicBezTo>
                    <a:pt x="5938" y="13008"/>
                    <a:pt x="5838" y="12941"/>
                    <a:pt x="5871" y="12874"/>
                  </a:cubicBezTo>
                  <a:cubicBezTo>
                    <a:pt x="5871" y="12808"/>
                    <a:pt x="5805" y="12741"/>
                    <a:pt x="5705" y="12674"/>
                  </a:cubicBezTo>
                  <a:cubicBezTo>
                    <a:pt x="5538" y="12574"/>
                    <a:pt x="5304" y="12374"/>
                    <a:pt x="5338" y="12341"/>
                  </a:cubicBezTo>
                  <a:cubicBezTo>
                    <a:pt x="5338" y="12341"/>
                    <a:pt x="5238" y="12307"/>
                    <a:pt x="5104" y="12241"/>
                  </a:cubicBezTo>
                  <a:cubicBezTo>
                    <a:pt x="4937" y="12174"/>
                    <a:pt x="4804" y="11974"/>
                    <a:pt x="4570" y="11574"/>
                  </a:cubicBezTo>
                  <a:cubicBezTo>
                    <a:pt x="4337" y="11207"/>
                    <a:pt x="4170" y="11006"/>
                    <a:pt x="4037" y="10973"/>
                  </a:cubicBezTo>
                  <a:cubicBezTo>
                    <a:pt x="3937" y="10940"/>
                    <a:pt x="3803" y="10806"/>
                    <a:pt x="3736" y="10706"/>
                  </a:cubicBezTo>
                  <a:cubicBezTo>
                    <a:pt x="3712" y="10657"/>
                    <a:pt x="3670" y="10626"/>
                    <a:pt x="3636" y="10626"/>
                  </a:cubicBezTo>
                  <a:cubicBezTo>
                    <a:pt x="3623" y="10626"/>
                    <a:pt x="3612" y="10631"/>
                    <a:pt x="3603" y="10640"/>
                  </a:cubicBezTo>
                  <a:cubicBezTo>
                    <a:pt x="3579" y="10663"/>
                    <a:pt x="3556" y="10687"/>
                    <a:pt x="3520" y="10687"/>
                  </a:cubicBezTo>
                  <a:cubicBezTo>
                    <a:pt x="3506" y="10687"/>
                    <a:pt x="3489" y="10683"/>
                    <a:pt x="3470" y="10673"/>
                  </a:cubicBezTo>
                  <a:cubicBezTo>
                    <a:pt x="3460" y="10663"/>
                    <a:pt x="3447" y="10659"/>
                    <a:pt x="3433" y="10659"/>
                  </a:cubicBezTo>
                  <a:cubicBezTo>
                    <a:pt x="3400" y="10659"/>
                    <a:pt x="3360" y="10683"/>
                    <a:pt x="3336" y="10706"/>
                  </a:cubicBezTo>
                  <a:cubicBezTo>
                    <a:pt x="3336" y="10740"/>
                    <a:pt x="3169" y="10773"/>
                    <a:pt x="2969" y="10773"/>
                  </a:cubicBezTo>
                  <a:cubicBezTo>
                    <a:pt x="2235" y="10773"/>
                    <a:pt x="1668" y="11373"/>
                    <a:pt x="1868" y="11940"/>
                  </a:cubicBezTo>
                  <a:cubicBezTo>
                    <a:pt x="1935" y="12107"/>
                    <a:pt x="2069" y="12274"/>
                    <a:pt x="2135" y="12307"/>
                  </a:cubicBezTo>
                  <a:cubicBezTo>
                    <a:pt x="2201" y="12347"/>
                    <a:pt x="2241" y="12366"/>
                    <a:pt x="2259" y="12366"/>
                  </a:cubicBezTo>
                  <a:cubicBezTo>
                    <a:pt x="2287" y="12366"/>
                    <a:pt x="2263" y="12322"/>
                    <a:pt x="2202" y="12241"/>
                  </a:cubicBezTo>
                  <a:cubicBezTo>
                    <a:pt x="2135" y="12107"/>
                    <a:pt x="2135" y="12041"/>
                    <a:pt x="2269" y="11974"/>
                  </a:cubicBezTo>
                  <a:cubicBezTo>
                    <a:pt x="2309" y="11951"/>
                    <a:pt x="2348" y="11941"/>
                    <a:pt x="2383" y="11941"/>
                  </a:cubicBezTo>
                  <a:cubicBezTo>
                    <a:pt x="2549" y="11941"/>
                    <a:pt x="2634" y="12170"/>
                    <a:pt x="2469" y="12307"/>
                  </a:cubicBezTo>
                  <a:cubicBezTo>
                    <a:pt x="2402" y="12374"/>
                    <a:pt x="2335" y="12474"/>
                    <a:pt x="2369" y="12508"/>
                  </a:cubicBezTo>
                  <a:cubicBezTo>
                    <a:pt x="2378" y="12517"/>
                    <a:pt x="2389" y="12521"/>
                    <a:pt x="2402" y="12521"/>
                  </a:cubicBezTo>
                  <a:cubicBezTo>
                    <a:pt x="2438" y="12521"/>
                    <a:pt x="2487" y="12490"/>
                    <a:pt x="2536" y="12441"/>
                  </a:cubicBezTo>
                  <a:cubicBezTo>
                    <a:pt x="2579" y="12397"/>
                    <a:pt x="2610" y="12373"/>
                    <a:pt x="2640" y="12373"/>
                  </a:cubicBezTo>
                  <a:cubicBezTo>
                    <a:pt x="2678" y="12373"/>
                    <a:pt x="2713" y="12414"/>
                    <a:pt x="2769" y="12508"/>
                  </a:cubicBezTo>
                  <a:cubicBezTo>
                    <a:pt x="2836" y="12608"/>
                    <a:pt x="3003" y="12741"/>
                    <a:pt x="3136" y="12774"/>
                  </a:cubicBezTo>
                  <a:cubicBezTo>
                    <a:pt x="3269" y="12808"/>
                    <a:pt x="3370" y="12874"/>
                    <a:pt x="3303" y="12908"/>
                  </a:cubicBezTo>
                  <a:cubicBezTo>
                    <a:pt x="3269" y="12941"/>
                    <a:pt x="3269" y="13008"/>
                    <a:pt x="3303" y="13075"/>
                  </a:cubicBezTo>
                  <a:cubicBezTo>
                    <a:pt x="3336" y="13141"/>
                    <a:pt x="3336" y="13208"/>
                    <a:pt x="3303" y="13208"/>
                  </a:cubicBezTo>
                  <a:cubicBezTo>
                    <a:pt x="3269" y="13241"/>
                    <a:pt x="3236" y="13308"/>
                    <a:pt x="3269" y="13375"/>
                  </a:cubicBezTo>
                  <a:cubicBezTo>
                    <a:pt x="3286" y="13425"/>
                    <a:pt x="3269" y="13450"/>
                    <a:pt x="3219" y="13450"/>
                  </a:cubicBezTo>
                  <a:cubicBezTo>
                    <a:pt x="3169" y="13450"/>
                    <a:pt x="3086" y="13425"/>
                    <a:pt x="2969" y="13375"/>
                  </a:cubicBezTo>
                  <a:cubicBezTo>
                    <a:pt x="2816" y="13291"/>
                    <a:pt x="2615" y="13254"/>
                    <a:pt x="2436" y="13254"/>
                  </a:cubicBezTo>
                  <a:cubicBezTo>
                    <a:pt x="2188" y="13254"/>
                    <a:pt x="1983" y="13325"/>
                    <a:pt x="2002" y="13442"/>
                  </a:cubicBezTo>
                  <a:cubicBezTo>
                    <a:pt x="2002" y="13481"/>
                    <a:pt x="1990" y="13497"/>
                    <a:pt x="1968" y="13497"/>
                  </a:cubicBezTo>
                  <a:cubicBezTo>
                    <a:pt x="1951" y="13497"/>
                    <a:pt x="1929" y="13489"/>
                    <a:pt x="1902" y="13475"/>
                  </a:cubicBezTo>
                  <a:cubicBezTo>
                    <a:pt x="1884" y="13466"/>
                    <a:pt x="1864" y="13462"/>
                    <a:pt x="1843" y="13462"/>
                  </a:cubicBezTo>
                  <a:cubicBezTo>
                    <a:pt x="1786" y="13462"/>
                    <a:pt x="1726" y="13493"/>
                    <a:pt x="1702" y="13542"/>
                  </a:cubicBezTo>
                  <a:cubicBezTo>
                    <a:pt x="1602" y="13675"/>
                    <a:pt x="1635" y="13842"/>
                    <a:pt x="1835" y="14242"/>
                  </a:cubicBezTo>
                  <a:cubicBezTo>
                    <a:pt x="1935" y="14509"/>
                    <a:pt x="1902" y="14542"/>
                    <a:pt x="1335" y="14742"/>
                  </a:cubicBezTo>
                  <a:cubicBezTo>
                    <a:pt x="1068" y="14843"/>
                    <a:pt x="1035" y="14843"/>
                    <a:pt x="1168" y="14943"/>
                  </a:cubicBezTo>
                  <a:cubicBezTo>
                    <a:pt x="1231" y="15006"/>
                    <a:pt x="1255" y="15029"/>
                    <a:pt x="1229" y="15029"/>
                  </a:cubicBezTo>
                  <a:cubicBezTo>
                    <a:pt x="1214" y="15029"/>
                    <a:pt x="1183" y="15022"/>
                    <a:pt x="1135" y="15009"/>
                  </a:cubicBezTo>
                  <a:cubicBezTo>
                    <a:pt x="1035" y="15009"/>
                    <a:pt x="901" y="15043"/>
                    <a:pt x="801" y="15109"/>
                  </a:cubicBezTo>
                  <a:cubicBezTo>
                    <a:pt x="668" y="15176"/>
                    <a:pt x="668" y="15243"/>
                    <a:pt x="734" y="15443"/>
                  </a:cubicBezTo>
                  <a:cubicBezTo>
                    <a:pt x="768" y="15576"/>
                    <a:pt x="801" y="15677"/>
                    <a:pt x="768" y="15710"/>
                  </a:cubicBezTo>
                  <a:cubicBezTo>
                    <a:pt x="734" y="15710"/>
                    <a:pt x="801" y="15910"/>
                    <a:pt x="934" y="16110"/>
                  </a:cubicBezTo>
                  <a:cubicBezTo>
                    <a:pt x="1102" y="16445"/>
                    <a:pt x="1153" y="16594"/>
                    <a:pt x="1067" y="16594"/>
                  </a:cubicBezTo>
                  <a:cubicBezTo>
                    <a:pt x="1050" y="16594"/>
                    <a:pt x="1028" y="16588"/>
                    <a:pt x="1001" y="16577"/>
                  </a:cubicBezTo>
                  <a:cubicBezTo>
                    <a:pt x="985" y="16571"/>
                    <a:pt x="967" y="16568"/>
                    <a:pt x="946" y="16568"/>
                  </a:cubicBezTo>
                  <a:cubicBezTo>
                    <a:pt x="754" y="16568"/>
                    <a:pt x="391" y="16833"/>
                    <a:pt x="301" y="17044"/>
                  </a:cubicBezTo>
                  <a:cubicBezTo>
                    <a:pt x="201" y="17278"/>
                    <a:pt x="234" y="17344"/>
                    <a:pt x="534" y="17878"/>
                  </a:cubicBezTo>
                  <a:cubicBezTo>
                    <a:pt x="701" y="18178"/>
                    <a:pt x="868" y="18512"/>
                    <a:pt x="901" y="18579"/>
                  </a:cubicBezTo>
                  <a:cubicBezTo>
                    <a:pt x="934" y="18645"/>
                    <a:pt x="934" y="18712"/>
                    <a:pt x="901" y="18745"/>
                  </a:cubicBezTo>
                  <a:cubicBezTo>
                    <a:pt x="834" y="18779"/>
                    <a:pt x="768" y="18912"/>
                    <a:pt x="768" y="19012"/>
                  </a:cubicBezTo>
                  <a:cubicBezTo>
                    <a:pt x="734" y="19179"/>
                    <a:pt x="668" y="19246"/>
                    <a:pt x="401" y="19346"/>
                  </a:cubicBezTo>
                  <a:cubicBezTo>
                    <a:pt x="34" y="19446"/>
                    <a:pt x="0" y="19513"/>
                    <a:pt x="267" y="19613"/>
                  </a:cubicBezTo>
                  <a:cubicBezTo>
                    <a:pt x="367" y="19679"/>
                    <a:pt x="401" y="19746"/>
                    <a:pt x="334" y="19746"/>
                  </a:cubicBezTo>
                  <a:cubicBezTo>
                    <a:pt x="234" y="19813"/>
                    <a:pt x="367" y="20013"/>
                    <a:pt x="534" y="20013"/>
                  </a:cubicBezTo>
                  <a:cubicBezTo>
                    <a:pt x="801" y="20013"/>
                    <a:pt x="1001" y="20146"/>
                    <a:pt x="1235" y="20513"/>
                  </a:cubicBezTo>
                  <a:cubicBezTo>
                    <a:pt x="1429" y="20781"/>
                    <a:pt x="1535" y="20889"/>
                    <a:pt x="1682" y="20889"/>
                  </a:cubicBezTo>
                  <a:cubicBezTo>
                    <a:pt x="1736" y="20889"/>
                    <a:pt x="1796" y="20874"/>
                    <a:pt x="1868" y="20847"/>
                  </a:cubicBezTo>
                  <a:cubicBezTo>
                    <a:pt x="2084" y="20782"/>
                    <a:pt x="2230" y="20745"/>
                    <a:pt x="2315" y="20745"/>
                  </a:cubicBezTo>
                  <a:cubicBezTo>
                    <a:pt x="2362" y="20745"/>
                    <a:pt x="2390" y="20757"/>
                    <a:pt x="2402" y="20780"/>
                  </a:cubicBezTo>
                  <a:cubicBezTo>
                    <a:pt x="2436" y="20814"/>
                    <a:pt x="2569" y="20880"/>
                    <a:pt x="2702" y="20914"/>
                  </a:cubicBezTo>
                  <a:cubicBezTo>
                    <a:pt x="2836" y="20947"/>
                    <a:pt x="3003" y="21014"/>
                    <a:pt x="3036" y="21080"/>
                  </a:cubicBezTo>
                  <a:cubicBezTo>
                    <a:pt x="3152" y="21242"/>
                    <a:pt x="3332" y="21340"/>
                    <a:pt x="3487" y="21340"/>
                  </a:cubicBezTo>
                  <a:cubicBezTo>
                    <a:pt x="3555" y="21340"/>
                    <a:pt x="3619" y="21321"/>
                    <a:pt x="3670" y="21281"/>
                  </a:cubicBezTo>
                  <a:cubicBezTo>
                    <a:pt x="3725" y="21225"/>
                    <a:pt x="3770" y="21201"/>
                    <a:pt x="3805" y="21201"/>
                  </a:cubicBezTo>
                  <a:cubicBezTo>
                    <a:pt x="3833" y="21201"/>
                    <a:pt x="3855" y="21217"/>
                    <a:pt x="3870" y="21247"/>
                  </a:cubicBezTo>
                  <a:cubicBezTo>
                    <a:pt x="3903" y="21281"/>
                    <a:pt x="3937" y="21314"/>
                    <a:pt x="3970" y="21314"/>
                  </a:cubicBezTo>
                  <a:cubicBezTo>
                    <a:pt x="4003" y="21281"/>
                    <a:pt x="4137" y="21247"/>
                    <a:pt x="4237" y="21180"/>
                  </a:cubicBezTo>
                  <a:cubicBezTo>
                    <a:pt x="4370" y="21147"/>
                    <a:pt x="4470" y="21014"/>
                    <a:pt x="4537" y="20814"/>
                  </a:cubicBezTo>
                  <a:cubicBezTo>
                    <a:pt x="4637" y="20547"/>
                    <a:pt x="4670" y="20547"/>
                    <a:pt x="4937" y="20513"/>
                  </a:cubicBezTo>
                  <a:cubicBezTo>
                    <a:pt x="5071" y="20513"/>
                    <a:pt x="5204" y="20547"/>
                    <a:pt x="5204" y="20613"/>
                  </a:cubicBezTo>
                  <a:cubicBezTo>
                    <a:pt x="5225" y="20655"/>
                    <a:pt x="5245" y="20683"/>
                    <a:pt x="5282" y="20683"/>
                  </a:cubicBezTo>
                  <a:cubicBezTo>
                    <a:pt x="5304" y="20683"/>
                    <a:pt x="5333" y="20672"/>
                    <a:pt x="5371" y="20647"/>
                  </a:cubicBezTo>
                  <a:cubicBezTo>
                    <a:pt x="5404" y="20630"/>
                    <a:pt x="5454" y="20622"/>
                    <a:pt x="5509" y="20622"/>
                  </a:cubicBezTo>
                  <a:cubicBezTo>
                    <a:pt x="5563" y="20622"/>
                    <a:pt x="5621" y="20630"/>
                    <a:pt x="5671" y="20647"/>
                  </a:cubicBezTo>
                  <a:cubicBezTo>
                    <a:pt x="5705" y="20663"/>
                    <a:pt x="5771" y="20672"/>
                    <a:pt x="5850" y="20672"/>
                  </a:cubicBezTo>
                  <a:cubicBezTo>
                    <a:pt x="5930" y="20672"/>
                    <a:pt x="6021" y="20663"/>
                    <a:pt x="6105" y="20647"/>
                  </a:cubicBezTo>
                  <a:cubicBezTo>
                    <a:pt x="6272" y="20647"/>
                    <a:pt x="6438" y="20647"/>
                    <a:pt x="6438" y="20713"/>
                  </a:cubicBezTo>
                  <a:cubicBezTo>
                    <a:pt x="6462" y="20772"/>
                    <a:pt x="6498" y="20798"/>
                    <a:pt x="6537" y="20798"/>
                  </a:cubicBezTo>
                  <a:cubicBezTo>
                    <a:pt x="6610" y="20798"/>
                    <a:pt x="6695" y="20710"/>
                    <a:pt x="6739" y="20580"/>
                  </a:cubicBezTo>
                  <a:cubicBezTo>
                    <a:pt x="6760" y="20453"/>
                    <a:pt x="6781" y="20407"/>
                    <a:pt x="6828" y="20407"/>
                  </a:cubicBezTo>
                  <a:cubicBezTo>
                    <a:pt x="6854" y="20407"/>
                    <a:pt x="6890" y="20422"/>
                    <a:pt x="6939" y="20447"/>
                  </a:cubicBezTo>
                  <a:cubicBezTo>
                    <a:pt x="6966" y="20460"/>
                    <a:pt x="7005" y="20468"/>
                    <a:pt x="7049" y="20468"/>
                  </a:cubicBezTo>
                  <a:cubicBezTo>
                    <a:pt x="7110" y="20468"/>
                    <a:pt x="7180" y="20452"/>
                    <a:pt x="7239" y="20413"/>
                  </a:cubicBezTo>
                  <a:cubicBezTo>
                    <a:pt x="7406" y="20347"/>
                    <a:pt x="7406" y="20280"/>
                    <a:pt x="7306" y="20113"/>
                  </a:cubicBezTo>
                  <a:cubicBezTo>
                    <a:pt x="7206" y="19946"/>
                    <a:pt x="7206" y="19880"/>
                    <a:pt x="7272" y="19813"/>
                  </a:cubicBezTo>
                  <a:cubicBezTo>
                    <a:pt x="7539" y="19679"/>
                    <a:pt x="6905" y="19246"/>
                    <a:pt x="6238" y="19112"/>
                  </a:cubicBezTo>
                  <a:cubicBezTo>
                    <a:pt x="6105" y="19079"/>
                    <a:pt x="5938" y="18979"/>
                    <a:pt x="5838" y="18879"/>
                  </a:cubicBezTo>
                  <a:cubicBezTo>
                    <a:pt x="5771" y="18745"/>
                    <a:pt x="5471" y="18512"/>
                    <a:pt x="5204" y="18345"/>
                  </a:cubicBezTo>
                  <a:cubicBezTo>
                    <a:pt x="4704" y="18045"/>
                    <a:pt x="4304" y="17678"/>
                    <a:pt x="4003" y="17344"/>
                  </a:cubicBezTo>
                  <a:cubicBezTo>
                    <a:pt x="3636" y="16844"/>
                    <a:pt x="3336" y="16410"/>
                    <a:pt x="3370" y="16410"/>
                  </a:cubicBezTo>
                  <a:cubicBezTo>
                    <a:pt x="3385" y="16395"/>
                    <a:pt x="3411" y="16389"/>
                    <a:pt x="3444" y="16389"/>
                  </a:cubicBezTo>
                  <a:cubicBezTo>
                    <a:pt x="3555" y="16389"/>
                    <a:pt x="3729" y="16466"/>
                    <a:pt x="3703" y="16544"/>
                  </a:cubicBezTo>
                  <a:cubicBezTo>
                    <a:pt x="3703" y="16560"/>
                    <a:pt x="3711" y="16569"/>
                    <a:pt x="3728" y="16569"/>
                  </a:cubicBezTo>
                  <a:cubicBezTo>
                    <a:pt x="3745" y="16569"/>
                    <a:pt x="3770" y="16560"/>
                    <a:pt x="3803" y="16544"/>
                  </a:cubicBezTo>
                  <a:cubicBezTo>
                    <a:pt x="3808" y="16541"/>
                    <a:pt x="3814" y="16539"/>
                    <a:pt x="3822" y="16539"/>
                  </a:cubicBezTo>
                  <a:cubicBezTo>
                    <a:pt x="3995" y="16539"/>
                    <a:pt x="4963" y="17200"/>
                    <a:pt x="5504" y="17678"/>
                  </a:cubicBezTo>
                  <a:cubicBezTo>
                    <a:pt x="5638" y="17811"/>
                    <a:pt x="6005" y="18078"/>
                    <a:pt x="6305" y="18212"/>
                  </a:cubicBezTo>
                  <a:cubicBezTo>
                    <a:pt x="6572" y="18378"/>
                    <a:pt x="6839" y="18512"/>
                    <a:pt x="6839" y="18545"/>
                  </a:cubicBezTo>
                  <a:cubicBezTo>
                    <a:pt x="6872" y="18579"/>
                    <a:pt x="7072" y="18745"/>
                    <a:pt x="7306" y="18912"/>
                  </a:cubicBezTo>
                  <a:cubicBezTo>
                    <a:pt x="7539" y="19046"/>
                    <a:pt x="7706" y="19212"/>
                    <a:pt x="7706" y="19246"/>
                  </a:cubicBezTo>
                  <a:cubicBezTo>
                    <a:pt x="7706" y="19335"/>
                    <a:pt x="8079" y="19451"/>
                    <a:pt x="8229" y="19451"/>
                  </a:cubicBezTo>
                  <a:cubicBezTo>
                    <a:pt x="8247" y="19451"/>
                    <a:pt x="8262" y="19449"/>
                    <a:pt x="8273" y="19446"/>
                  </a:cubicBezTo>
                  <a:cubicBezTo>
                    <a:pt x="8281" y="19438"/>
                    <a:pt x="8292" y="19433"/>
                    <a:pt x="8303" y="19433"/>
                  </a:cubicBezTo>
                  <a:cubicBezTo>
                    <a:pt x="8338" y="19433"/>
                    <a:pt x="8381" y="19471"/>
                    <a:pt x="8406" y="19546"/>
                  </a:cubicBezTo>
                  <a:cubicBezTo>
                    <a:pt x="8449" y="19609"/>
                    <a:pt x="8491" y="19633"/>
                    <a:pt x="8516" y="19633"/>
                  </a:cubicBezTo>
                  <a:cubicBezTo>
                    <a:pt x="8531" y="19633"/>
                    <a:pt x="8540" y="19625"/>
                    <a:pt x="8540" y="19613"/>
                  </a:cubicBezTo>
                  <a:cubicBezTo>
                    <a:pt x="8552" y="19589"/>
                    <a:pt x="8568" y="19578"/>
                    <a:pt x="8585" y="19578"/>
                  </a:cubicBezTo>
                  <a:cubicBezTo>
                    <a:pt x="8616" y="19578"/>
                    <a:pt x="8652" y="19615"/>
                    <a:pt x="8673" y="19679"/>
                  </a:cubicBezTo>
                  <a:cubicBezTo>
                    <a:pt x="8714" y="19782"/>
                    <a:pt x="8755" y="19821"/>
                    <a:pt x="8819" y="19821"/>
                  </a:cubicBezTo>
                  <a:cubicBezTo>
                    <a:pt x="8859" y="19821"/>
                    <a:pt x="8909" y="19805"/>
                    <a:pt x="8974" y="19779"/>
                  </a:cubicBezTo>
                  <a:cubicBezTo>
                    <a:pt x="9049" y="19749"/>
                    <a:pt x="9103" y="19733"/>
                    <a:pt x="9141" y="19733"/>
                  </a:cubicBezTo>
                  <a:cubicBezTo>
                    <a:pt x="9187" y="19733"/>
                    <a:pt x="9207" y="19758"/>
                    <a:pt x="9207" y="19813"/>
                  </a:cubicBezTo>
                  <a:cubicBezTo>
                    <a:pt x="9219" y="19871"/>
                    <a:pt x="9243" y="19897"/>
                    <a:pt x="9269" y="19897"/>
                  </a:cubicBezTo>
                  <a:cubicBezTo>
                    <a:pt x="9318" y="19897"/>
                    <a:pt x="9374" y="19809"/>
                    <a:pt x="9374" y="19679"/>
                  </a:cubicBezTo>
                  <a:cubicBezTo>
                    <a:pt x="9374" y="19579"/>
                    <a:pt x="9407" y="19546"/>
                    <a:pt x="9541" y="19546"/>
                  </a:cubicBezTo>
                  <a:cubicBezTo>
                    <a:pt x="9641" y="19546"/>
                    <a:pt x="9674" y="19546"/>
                    <a:pt x="9641" y="19579"/>
                  </a:cubicBezTo>
                  <a:cubicBezTo>
                    <a:pt x="9402" y="19738"/>
                    <a:pt x="9753" y="19876"/>
                    <a:pt x="10224" y="19876"/>
                  </a:cubicBezTo>
                  <a:cubicBezTo>
                    <a:pt x="10347" y="19876"/>
                    <a:pt x="10477" y="19867"/>
                    <a:pt x="10608" y="19846"/>
                  </a:cubicBezTo>
                  <a:cubicBezTo>
                    <a:pt x="11008" y="19779"/>
                    <a:pt x="11175" y="19613"/>
                    <a:pt x="11242" y="19246"/>
                  </a:cubicBezTo>
                  <a:cubicBezTo>
                    <a:pt x="11309" y="18946"/>
                    <a:pt x="11208" y="18745"/>
                    <a:pt x="11008" y="18679"/>
                  </a:cubicBezTo>
                  <a:cubicBezTo>
                    <a:pt x="10942" y="18679"/>
                    <a:pt x="10808" y="18479"/>
                    <a:pt x="10675" y="18278"/>
                  </a:cubicBezTo>
                  <a:cubicBezTo>
                    <a:pt x="10475" y="17911"/>
                    <a:pt x="10408" y="17878"/>
                    <a:pt x="10108" y="17811"/>
                  </a:cubicBezTo>
                  <a:cubicBezTo>
                    <a:pt x="9807" y="17711"/>
                    <a:pt x="9774" y="17711"/>
                    <a:pt x="9507" y="17144"/>
                  </a:cubicBezTo>
                  <a:cubicBezTo>
                    <a:pt x="9274" y="16711"/>
                    <a:pt x="9140" y="16510"/>
                    <a:pt x="9007" y="16410"/>
                  </a:cubicBezTo>
                  <a:cubicBezTo>
                    <a:pt x="8873" y="16344"/>
                    <a:pt x="8807" y="16277"/>
                    <a:pt x="8807" y="16244"/>
                  </a:cubicBezTo>
                  <a:cubicBezTo>
                    <a:pt x="8807" y="16220"/>
                    <a:pt x="8824" y="16209"/>
                    <a:pt x="8851" y="16209"/>
                  </a:cubicBezTo>
                  <a:cubicBezTo>
                    <a:pt x="8901" y="16209"/>
                    <a:pt x="8987" y="16246"/>
                    <a:pt x="9074" y="16310"/>
                  </a:cubicBezTo>
                  <a:cubicBezTo>
                    <a:pt x="9207" y="16377"/>
                    <a:pt x="9407" y="16477"/>
                    <a:pt x="9507" y="16510"/>
                  </a:cubicBezTo>
                  <a:cubicBezTo>
                    <a:pt x="9774" y="16577"/>
                    <a:pt x="10308" y="16977"/>
                    <a:pt x="10441" y="17178"/>
                  </a:cubicBezTo>
                  <a:cubicBezTo>
                    <a:pt x="10541" y="17344"/>
                    <a:pt x="10975" y="17745"/>
                    <a:pt x="11075" y="17778"/>
                  </a:cubicBezTo>
                  <a:cubicBezTo>
                    <a:pt x="11108" y="17778"/>
                    <a:pt x="11208" y="17811"/>
                    <a:pt x="11309" y="17878"/>
                  </a:cubicBezTo>
                  <a:cubicBezTo>
                    <a:pt x="11342" y="17895"/>
                    <a:pt x="11392" y="17903"/>
                    <a:pt x="11442" y="17903"/>
                  </a:cubicBezTo>
                  <a:cubicBezTo>
                    <a:pt x="11492" y="17903"/>
                    <a:pt x="11542" y="17895"/>
                    <a:pt x="11575" y="17878"/>
                  </a:cubicBezTo>
                  <a:cubicBezTo>
                    <a:pt x="11709" y="17778"/>
                    <a:pt x="11876" y="17178"/>
                    <a:pt x="11876" y="16877"/>
                  </a:cubicBezTo>
                  <a:cubicBezTo>
                    <a:pt x="11876" y="16711"/>
                    <a:pt x="11876" y="16711"/>
                    <a:pt x="12176" y="16677"/>
                  </a:cubicBezTo>
                  <a:cubicBezTo>
                    <a:pt x="12343" y="16677"/>
                    <a:pt x="12509" y="16711"/>
                    <a:pt x="12576" y="16744"/>
                  </a:cubicBezTo>
                  <a:cubicBezTo>
                    <a:pt x="12597" y="16765"/>
                    <a:pt x="12615" y="16776"/>
                    <a:pt x="12632" y="16776"/>
                  </a:cubicBezTo>
                  <a:cubicBezTo>
                    <a:pt x="12667" y="16776"/>
                    <a:pt x="12697" y="16724"/>
                    <a:pt x="12743" y="16611"/>
                  </a:cubicBezTo>
                  <a:cubicBezTo>
                    <a:pt x="12771" y="16500"/>
                    <a:pt x="12821" y="16435"/>
                    <a:pt x="12894" y="16435"/>
                  </a:cubicBezTo>
                  <a:cubicBezTo>
                    <a:pt x="12910" y="16435"/>
                    <a:pt x="12926" y="16438"/>
                    <a:pt x="12943" y="16444"/>
                  </a:cubicBezTo>
                  <a:cubicBezTo>
                    <a:pt x="12959" y="16448"/>
                    <a:pt x="12975" y="16450"/>
                    <a:pt x="12989" y="16450"/>
                  </a:cubicBezTo>
                  <a:cubicBezTo>
                    <a:pt x="13093" y="16450"/>
                    <a:pt x="13151" y="16344"/>
                    <a:pt x="13210" y="16110"/>
                  </a:cubicBezTo>
                  <a:cubicBezTo>
                    <a:pt x="13277" y="15910"/>
                    <a:pt x="13443" y="15610"/>
                    <a:pt x="13577" y="15443"/>
                  </a:cubicBezTo>
                  <a:cubicBezTo>
                    <a:pt x="13677" y="15276"/>
                    <a:pt x="13810" y="14976"/>
                    <a:pt x="13844" y="14742"/>
                  </a:cubicBezTo>
                  <a:cubicBezTo>
                    <a:pt x="13877" y="14542"/>
                    <a:pt x="13944" y="14376"/>
                    <a:pt x="13977" y="14376"/>
                  </a:cubicBezTo>
                  <a:cubicBezTo>
                    <a:pt x="14010" y="14376"/>
                    <a:pt x="14144" y="14509"/>
                    <a:pt x="14244" y="14676"/>
                  </a:cubicBezTo>
                  <a:cubicBezTo>
                    <a:pt x="14418" y="14893"/>
                    <a:pt x="14535" y="14997"/>
                    <a:pt x="14633" y="14997"/>
                  </a:cubicBezTo>
                  <a:cubicBezTo>
                    <a:pt x="14685" y="14997"/>
                    <a:pt x="14731" y="14967"/>
                    <a:pt x="14778" y="14909"/>
                  </a:cubicBezTo>
                  <a:cubicBezTo>
                    <a:pt x="14878" y="14776"/>
                    <a:pt x="14878" y="14242"/>
                    <a:pt x="14744" y="14175"/>
                  </a:cubicBezTo>
                  <a:cubicBezTo>
                    <a:pt x="14578" y="14042"/>
                    <a:pt x="14578" y="13708"/>
                    <a:pt x="14778" y="13608"/>
                  </a:cubicBezTo>
                  <a:cubicBezTo>
                    <a:pt x="14824" y="13581"/>
                    <a:pt x="14900" y="13568"/>
                    <a:pt x="14988" y="13568"/>
                  </a:cubicBezTo>
                  <a:cubicBezTo>
                    <a:pt x="15221" y="13568"/>
                    <a:pt x="15539" y="13654"/>
                    <a:pt x="15612" y="13775"/>
                  </a:cubicBezTo>
                  <a:cubicBezTo>
                    <a:pt x="15625" y="13789"/>
                    <a:pt x="15645" y="13797"/>
                    <a:pt x="15666" y="13797"/>
                  </a:cubicBezTo>
                  <a:cubicBezTo>
                    <a:pt x="15695" y="13797"/>
                    <a:pt x="15726" y="13781"/>
                    <a:pt x="15745" y="13742"/>
                  </a:cubicBezTo>
                  <a:cubicBezTo>
                    <a:pt x="15766" y="13710"/>
                    <a:pt x="15791" y="13695"/>
                    <a:pt x="15817" y="13695"/>
                  </a:cubicBezTo>
                  <a:cubicBezTo>
                    <a:pt x="15872" y="13695"/>
                    <a:pt x="15933" y="13762"/>
                    <a:pt x="15979" y="13875"/>
                  </a:cubicBezTo>
                  <a:cubicBezTo>
                    <a:pt x="15982" y="13885"/>
                    <a:pt x="15990" y="13889"/>
                    <a:pt x="16003" y="13889"/>
                  </a:cubicBezTo>
                  <a:cubicBezTo>
                    <a:pt x="16121" y="13889"/>
                    <a:pt x="16619" y="13492"/>
                    <a:pt x="16679" y="13341"/>
                  </a:cubicBezTo>
                  <a:cubicBezTo>
                    <a:pt x="16699" y="13263"/>
                    <a:pt x="16730" y="13231"/>
                    <a:pt x="16779" y="13231"/>
                  </a:cubicBezTo>
                  <a:cubicBezTo>
                    <a:pt x="16813" y="13231"/>
                    <a:pt x="16857" y="13247"/>
                    <a:pt x="16913" y="13275"/>
                  </a:cubicBezTo>
                  <a:cubicBezTo>
                    <a:pt x="17013" y="13308"/>
                    <a:pt x="17113" y="13375"/>
                    <a:pt x="17146" y="13408"/>
                  </a:cubicBezTo>
                  <a:cubicBezTo>
                    <a:pt x="17169" y="13438"/>
                    <a:pt x="17201" y="13451"/>
                    <a:pt x="17239" y="13451"/>
                  </a:cubicBezTo>
                  <a:cubicBezTo>
                    <a:pt x="17368" y="13451"/>
                    <a:pt x="17554" y="13296"/>
                    <a:pt x="17580" y="13141"/>
                  </a:cubicBezTo>
                  <a:cubicBezTo>
                    <a:pt x="17599" y="12986"/>
                    <a:pt x="17675" y="12899"/>
                    <a:pt x="17755" y="12899"/>
                  </a:cubicBezTo>
                  <a:cubicBezTo>
                    <a:pt x="17812" y="12899"/>
                    <a:pt x="17871" y="12944"/>
                    <a:pt x="17913" y="13041"/>
                  </a:cubicBezTo>
                  <a:cubicBezTo>
                    <a:pt x="17942" y="13143"/>
                    <a:pt x="17978" y="13195"/>
                    <a:pt x="18023" y="13195"/>
                  </a:cubicBezTo>
                  <a:cubicBezTo>
                    <a:pt x="18080" y="13195"/>
                    <a:pt x="18153" y="13110"/>
                    <a:pt x="18247" y="12941"/>
                  </a:cubicBezTo>
                  <a:cubicBezTo>
                    <a:pt x="18310" y="12795"/>
                    <a:pt x="18425" y="12700"/>
                    <a:pt x="18511" y="12700"/>
                  </a:cubicBezTo>
                  <a:cubicBezTo>
                    <a:pt x="18561" y="12700"/>
                    <a:pt x="18601" y="12733"/>
                    <a:pt x="18614" y="12808"/>
                  </a:cubicBezTo>
                  <a:cubicBezTo>
                    <a:pt x="18647" y="12841"/>
                    <a:pt x="18714" y="12941"/>
                    <a:pt x="18781" y="13008"/>
                  </a:cubicBezTo>
                  <a:cubicBezTo>
                    <a:pt x="18847" y="13075"/>
                    <a:pt x="18914" y="13175"/>
                    <a:pt x="18914" y="13275"/>
                  </a:cubicBezTo>
                  <a:cubicBezTo>
                    <a:pt x="18903" y="13332"/>
                    <a:pt x="18911" y="13358"/>
                    <a:pt x="18930" y="13358"/>
                  </a:cubicBezTo>
                  <a:cubicBezTo>
                    <a:pt x="18968" y="13358"/>
                    <a:pt x="19048" y="13262"/>
                    <a:pt x="19114" y="13108"/>
                  </a:cubicBezTo>
                  <a:cubicBezTo>
                    <a:pt x="19142" y="13026"/>
                    <a:pt x="19192" y="12966"/>
                    <a:pt x="19227" y="12966"/>
                  </a:cubicBezTo>
                  <a:cubicBezTo>
                    <a:pt x="19235" y="12966"/>
                    <a:pt x="19242" y="12969"/>
                    <a:pt x="19248" y="12975"/>
                  </a:cubicBezTo>
                  <a:cubicBezTo>
                    <a:pt x="19256" y="12984"/>
                    <a:pt x="19268" y="12988"/>
                    <a:pt x="19281" y="12988"/>
                  </a:cubicBezTo>
                  <a:cubicBezTo>
                    <a:pt x="19317" y="12988"/>
                    <a:pt x="19366" y="12957"/>
                    <a:pt x="19414" y="12908"/>
                  </a:cubicBezTo>
                  <a:cubicBezTo>
                    <a:pt x="19581" y="12741"/>
                    <a:pt x="19781" y="11907"/>
                    <a:pt x="19681" y="11774"/>
                  </a:cubicBezTo>
                  <a:cubicBezTo>
                    <a:pt x="19681" y="11707"/>
                    <a:pt x="19681" y="11674"/>
                    <a:pt x="19715" y="11640"/>
                  </a:cubicBezTo>
                  <a:cubicBezTo>
                    <a:pt x="19748" y="11607"/>
                    <a:pt x="19748" y="11540"/>
                    <a:pt x="19748" y="11507"/>
                  </a:cubicBezTo>
                  <a:cubicBezTo>
                    <a:pt x="19648" y="11373"/>
                    <a:pt x="19648" y="10673"/>
                    <a:pt x="19715" y="10473"/>
                  </a:cubicBezTo>
                  <a:cubicBezTo>
                    <a:pt x="19748" y="10339"/>
                    <a:pt x="19748" y="10206"/>
                    <a:pt x="19715" y="10139"/>
                  </a:cubicBezTo>
                  <a:cubicBezTo>
                    <a:pt x="19648" y="10072"/>
                    <a:pt x="19681" y="10006"/>
                    <a:pt x="19715" y="10006"/>
                  </a:cubicBezTo>
                  <a:cubicBezTo>
                    <a:pt x="19781" y="10006"/>
                    <a:pt x="19815" y="10106"/>
                    <a:pt x="19848" y="10273"/>
                  </a:cubicBezTo>
                  <a:cubicBezTo>
                    <a:pt x="19848" y="10606"/>
                    <a:pt x="19848" y="10606"/>
                    <a:pt x="20148" y="10706"/>
                  </a:cubicBezTo>
                  <a:cubicBezTo>
                    <a:pt x="20315" y="10740"/>
                    <a:pt x="20448" y="10873"/>
                    <a:pt x="20548" y="11073"/>
                  </a:cubicBezTo>
                  <a:cubicBezTo>
                    <a:pt x="20715" y="11373"/>
                    <a:pt x="20815" y="11407"/>
                    <a:pt x="21549" y="11607"/>
                  </a:cubicBezTo>
                  <a:cubicBezTo>
                    <a:pt x="22050" y="11707"/>
                    <a:pt x="22416" y="11874"/>
                    <a:pt x="22517" y="12007"/>
                  </a:cubicBezTo>
                  <a:cubicBezTo>
                    <a:pt x="22617" y="12107"/>
                    <a:pt x="22750" y="12174"/>
                    <a:pt x="22783" y="12174"/>
                  </a:cubicBezTo>
                  <a:cubicBezTo>
                    <a:pt x="22950" y="12174"/>
                    <a:pt x="23284" y="11707"/>
                    <a:pt x="23217" y="11607"/>
                  </a:cubicBezTo>
                  <a:cubicBezTo>
                    <a:pt x="23184" y="11574"/>
                    <a:pt x="23184" y="11507"/>
                    <a:pt x="23250" y="11473"/>
                  </a:cubicBezTo>
                  <a:cubicBezTo>
                    <a:pt x="23350" y="11407"/>
                    <a:pt x="23184" y="10840"/>
                    <a:pt x="22950" y="10573"/>
                  </a:cubicBezTo>
                  <a:cubicBezTo>
                    <a:pt x="22850" y="10473"/>
                    <a:pt x="22717" y="10273"/>
                    <a:pt x="22683" y="10206"/>
                  </a:cubicBezTo>
                  <a:cubicBezTo>
                    <a:pt x="22617" y="10139"/>
                    <a:pt x="22483" y="10006"/>
                    <a:pt x="22383" y="9972"/>
                  </a:cubicBezTo>
                  <a:cubicBezTo>
                    <a:pt x="22116" y="9839"/>
                    <a:pt x="21983" y="9605"/>
                    <a:pt x="21916" y="9038"/>
                  </a:cubicBezTo>
                  <a:cubicBezTo>
                    <a:pt x="21849" y="8638"/>
                    <a:pt x="21883" y="8438"/>
                    <a:pt x="22050" y="8204"/>
                  </a:cubicBezTo>
                  <a:cubicBezTo>
                    <a:pt x="22350" y="7737"/>
                    <a:pt x="22283" y="7204"/>
                    <a:pt x="21816" y="6303"/>
                  </a:cubicBezTo>
                  <a:cubicBezTo>
                    <a:pt x="21516" y="5703"/>
                    <a:pt x="21449" y="5569"/>
                    <a:pt x="21549" y="5536"/>
                  </a:cubicBezTo>
                  <a:cubicBezTo>
                    <a:pt x="21616" y="5503"/>
                    <a:pt x="21749" y="5436"/>
                    <a:pt x="21883" y="5402"/>
                  </a:cubicBezTo>
                  <a:cubicBezTo>
                    <a:pt x="21943" y="5357"/>
                    <a:pt x="21996" y="5339"/>
                    <a:pt x="22043" y="5339"/>
                  </a:cubicBezTo>
                  <a:cubicBezTo>
                    <a:pt x="22100" y="5339"/>
                    <a:pt x="22146" y="5366"/>
                    <a:pt x="22183" y="5402"/>
                  </a:cubicBezTo>
                  <a:cubicBezTo>
                    <a:pt x="22233" y="5453"/>
                    <a:pt x="22266" y="5478"/>
                    <a:pt x="22291" y="5478"/>
                  </a:cubicBezTo>
                  <a:cubicBezTo>
                    <a:pt x="22316" y="5478"/>
                    <a:pt x="22333" y="5453"/>
                    <a:pt x="22350" y="5402"/>
                  </a:cubicBezTo>
                  <a:cubicBezTo>
                    <a:pt x="22395" y="5289"/>
                    <a:pt x="22440" y="5222"/>
                    <a:pt x="22486" y="5222"/>
                  </a:cubicBezTo>
                  <a:cubicBezTo>
                    <a:pt x="22507" y="5222"/>
                    <a:pt x="22529" y="5237"/>
                    <a:pt x="22550" y="5269"/>
                  </a:cubicBezTo>
                  <a:cubicBezTo>
                    <a:pt x="22583" y="5302"/>
                    <a:pt x="22517" y="5402"/>
                    <a:pt x="22450" y="5469"/>
                  </a:cubicBezTo>
                  <a:cubicBezTo>
                    <a:pt x="22350" y="5569"/>
                    <a:pt x="22316" y="5636"/>
                    <a:pt x="22350" y="5669"/>
                  </a:cubicBezTo>
                  <a:cubicBezTo>
                    <a:pt x="22383" y="5669"/>
                    <a:pt x="22550" y="6070"/>
                    <a:pt x="22717" y="6503"/>
                  </a:cubicBezTo>
                  <a:cubicBezTo>
                    <a:pt x="22883" y="6937"/>
                    <a:pt x="23084" y="7404"/>
                    <a:pt x="23184" y="7471"/>
                  </a:cubicBezTo>
                  <a:cubicBezTo>
                    <a:pt x="23250" y="7571"/>
                    <a:pt x="23284" y="7637"/>
                    <a:pt x="23217" y="7671"/>
                  </a:cubicBezTo>
                  <a:cubicBezTo>
                    <a:pt x="23184" y="7704"/>
                    <a:pt x="23184" y="7737"/>
                    <a:pt x="23217" y="7771"/>
                  </a:cubicBezTo>
                  <a:cubicBezTo>
                    <a:pt x="23284" y="7804"/>
                    <a:pt x="23284" y="7871"/>
                    <a:pt x="23250" y="7971"/>
                  </a:cubicBezTo>
                  <a:cubicBezTo>
                    <a:pt x="23217" y="8038"/>
                    <a:pt x="23250" y="8204"/>
                    <a:pt x="23284" y="8305"/>
                  </a:cubicBezTo>
                  <a:cubicBezTo>
                    <a:pt x="23384" y="8405"/>
                    <a:pt x="23350" y="8471"/>
                    <a:pt x="23284" y="8538"/>
                  </a:cubicBezTo>
                  <a:cubicBezTo>
                    <a:pt x="23084" y="8605"/>
                    <a:pt x="22917" y="8905"/>
                    <a:pt x="22950" y="9072"/>
                  </a:cubicBezTo>
                  <a:cubicBezTo>
                    <a:pt x="22950" y="9111"/>
                    <a:pt x="22973" y="9127"/>
                    <a:pt x="23005" y="9127"/>
                  </a:cubicBezTo>
                  <a:cubicBezTo>
                    <a:pt x="23028" y="9127"/>
                    <a:pt x="23056" y="9119"/>
                    <a:pt x="23084" y="9105"/>
                  </a:cubicBezTo>
                  <a:cubicBezTo>
                    <a:pt x="23117" y="9072"/>
                    <a:pt x="23150" y="8972"/>
                    <a:pt x="23117" y="8905"/>
                  </a:cubicBezTo>
                  <a:cubicBezTo>
                    <a:pt x="23099" y="8797"/>
                    <a:pt x="23149" y="8737"/>
                    <a:pt x="23220" y="8737"/>
                  </a:cubicBezTo>
                  <a:cubicBezTo>
                    <a:pt x="23281" y="8737"/>
                    <a:pt x="23356" y="8780"/>
                    <a:pt x="23417" y="8872"/>
                  </a:cubicBezTo>
                  <a:cubicBezTo>
                    <a:pt x="23517" y="9038"/>
                    <a:pt x="23517" y="9072"/>
                    <a:pt x="23284" y="9272"/>
                  </a:cubicBezTo>
                  <a:cubicBezTo>
                    <a:pt x="22950" y="9539"/>
                    <a:pt x="22850" y="9972"/>
                    <a:pt x="23084" y="10106"/>
                  </a:cubicBezTo>
                  <a:cubicBezTo>
                    <a:pt x="23217" y="10173"/>
                    <a:pt x="23250" y="10273"/>
                    <a:pt x="23250" y="10439"/>
                  </a:cubicBezTo>
                  <a:cubicBezTo>
                    <a:pt x="23272" y="10656"/>
                    <a:pt x="23280" y="10746"/>
                    <a:pt x="23310" y="10746"/>
                  </a:cubicBezTo>
                  <a:cubicBezTo>
                    <a:pt x="23326" y="10746"/>
                    <a:pt x="23349" y="10720"/>
                    <a:pt x="23384" y="10673"/>
                  </a:cubicBezTo>
                  <a:cubicBezTo>
                    <a:pt x="23396" y="10661"/>
                    <a:pt x="23426" y="10653"/>
                    <a:pt x="23466" y="10653"/>
                  </a:cubicBezTo>
                  <a:cubicBezTo>
                    <a:pt x="23535" y="10653"/>
                    <a:pt x="23633" y="10676"/>
                    <a:pt x="23717" y="10740"/>
                  </a:cubicBezTo>
                  <a:cubicBezTo>
                    <a:pt x="23851" y="10806"/>
                    <a:pt x="23918" y="10873"/>
                    <a:pt x="23884" y="10940"/>
                  </a:cubicBezTo>
                  <a:cubicBezTo>
                    <a:pt x="23851" y="10973"/>
                    <a:pt x="23851" y="11040"/>
                    <a:pt x="23951" y="11073"/>
                  </a:cubicBezTo>
                  <a:cubicBezTo>
                    <a:pt x="24018" y="11107"/>
                    <a:pt x="24084" y="11140"/>
                    <a:pt x="24084" y="11173"/>
                  </a:cubicBezTo>
                  <a:cubicBezTo>
                    <a:pt x="24118" y="11173"/>
                    <a:pt x="24251" y="11273"/>
                    <a:pt x="24385" y="11373"/>
                  </a:cubicBezTo>
                  <a:cubicBezTo>
                    <a:pt x="24485" y="11423"/>
                    <a:pt x="24551" y="11448"/>
                    <a:pt x="24606" y="11448"/>
                  </a:cubicBezTo>
                  <a:cubicBezTo>
                    <a:pt x="24660" y="11448"/>
                    <a:pt x="24701" y="11423"/>
                    <a:pt x="24751" y="11373"/>
                  </a:cubicBezTo>
                  <a:cubicBezTo>
                    <a:pt x="25018" y="11140"/>
                    <a:pt x="25185" y="10206"/>
                    <a:pt x="25118" y="9572"/>
                  </a:cubicBezTo>
                  <a:cubicBezTo>
                    <a:pt x="25085" y="9272"/>
                    <a:pt x="25018" y="8805"/>
                    <a:pt x="25018" y="8571"/>
                  </a:cubicBezTo>
                  <a:cubicBezTo>
                    <a:pt x="24985" y="8338"/>
                    <a:pt x="24952" y="8104"/>
                    <a:pt x="24918" y="8038"/>
                  </a:cubicBezTo>
                  <a:cubicBezTo>
                    <a:pt x="24852" y="7971"/>
                    <a:pt x="25018" y="7571"/>
                    <a:pt x="25152" y="7504"/>
                  </a:cubicBezTo>
                  <a:cubicBezTo>
                    <a:pt x="25167" y="7495"/>
                    <a:pt x="25181" y="7491"/>
                    <a:pt x="25195" y="7491"/>
                  </a:cubicBezTo>
                  <a:cubicBezTo>
                    <a:pt x="25341" y="7491"/>
                    <a:pt x="25446" y="7931"/>
                    <a:pt x="25385" y="8204"/>
                  </a:cubicBezTo>
                  <a:cubicBezTo>
                    <a:pt x="25285" y="8505"/>
                    <a:pt x="25319" y="9239"/>
                    <a:pt x="25452" y="9439"/>
                  </a:cubicBezTo>
                  <a:cubicBezTo>
                    <a:pt x="25519" y="9539"/>
                    <a:pt x="25519" y="9639"/>
                    <a:pt x="25485" y="9706"/>
                  </a:cubicBezTo>
                  <a:cubicBezTo>
                    <a:pt x="25470" y="9736"/>
                    <a:pt x="25462" y="9752"/>
                    <a:pt x="25458" y="9752"/>
                  </a:cubicBezTo>
                  <a:cubicBezTo>
                    <a:pt x="25452" y="9752"/>
                    <a:pt x="25452" y="9727"/>
                    <a:pt x="25452" y="9672"/>
                  </a:cubicBezTo>
                  <a:cubicBezTo>
                    <a:pt x="25452" y="9626"/>
                    <a:pt x="25452" y="9601"/>
                    <a:pt x="25445" y="9601"/>
                  </a:cubicBezTo>
                  <a:cubicBezTo>
                    <a:pt x="25438" y="9601"/>
                    <a:pt x="25421" y="9634"/>
                    <a:pt x="25385" y="9706"/>
                  </a:cubicBezTo>
                  <a:cubicBezTo>
                    <a:pt x="25332" y="9892"/>
                    <a:pt x="25364" y="10035"/>
                    <a:pt x="25463" y="10035"/>
                  </a:cubicBezTo>
                  <a:cubicBezTo>
                    <a:pt x="25488" y="10035"/>
                    <a:pt x="25518" y="10026"/>
                    <a:pt x="25552" y="10006"/>
                  </a:cubicBezTo>
                  <a:cubicBezTo>
                    <a:pt x="25572" y="9996"/>
                    <a:pt x="25591" y="9992"/>
                    <a:pt x="25610" y="9992"/>
                  </a:cubicBezTo>
                  <a:cubicBezTo>
                    <a:pt x="25655" y="9992"/>
                    <a:pt x="25695" y="10016"/>
                    <a:pt x="25719" y="10039"/>
                  </a:cubicBezTo>
                  <a:cubicBezTo>
                    <a:pt x="25752" y="10139"/>
                    <a:pt x="25719" y="10206"/>
                    <a:pt x="25585" y="10306"/>
                  </a:cubicBezTo>
                  <a:cubicBezTo>
                    <a:pt x="25419" y="10406"/>
                    <a:pt x="25419" y="10406"/>
                    <a:pt x="25585" y="10439"/>
                  </a:cubicBezTo>
                  <a:cubicBezTo>
                    <a:pt x="25685" y="10439"/>
                    <a:pt x="25852" y="10606"/>
                    <a:pt x="26019" y="10806"/>
                  </a:cubicBezTo>
                  <a:cubicBezTo>
                    <a:pt x="26186" y="11006"/>
                    <a:pt x="26353" y="11207"/>
                    <a:pt x="26386" y="11273"/>
                  </a:cubicBezTo>
                  <a:cubicBezTo>
                    <a:pt x="26425" y="11322"/>
                    <a:pt x="26470" y="11345"/>
                    <a:pt x="26515" y="11345"/>
                  </a:cubicBezTo>
                  <a:cubicBezTo>
                    <a:pt x="26625" y="11345"/>
                    <a:pt x="26739" y="11209"/>
                    <a:pt x="26786" y="10973"/>
                  </a:cubicBezTo>
                  <a:cubicBezTo>
                    <a:pt x="26832" y="10746"/>
                    <a:pt x="26954" y="10612"/>
                    <a:pt x="27080" y="10612"/>
                  </a:cubicBezTo>
                  <a:cubicBezTo>
                    <a:pt x="27139" y="10612"/>
                    <a:pt x="27200" y="10642"/>
                    <a:pt x="27253" y="10706"/>
                  </a:cubicBezTo>
                  <a:cubicBezTo>
                    <a:pt x="27320" y="10773"/>
                    <a:pt x="27287" y="10840"/>
                    <a:pt x="27187" y="10906"/>
                  </a:cubicBezTo>
                  <a:cubicBezTo>
                    <a:pt x="27120" y="10940"/>
                    <a:pt x="27086" y="11040"/>
                    <a:pt x="27120" y="11073"/>
                  </a:cubicBezTo>
                  <a:cubicBezTo>
                    <a:pt x="27140" y="11114"/>
                    <a:pt x="27187" y="11143"/>
                    <a:pt x="27235" y="11143"/>
                  </a:cubicBezTo>
                  <a:cubicBezTo>
                    <a:pt x="27264" y="11143"/>
                    <a:pt x="27295" y="11132"/>
                    <a:pt x="27320" y="11107"/>
                  </a:cubicBezTo>
                  <a:cubicBezTo>
                    <a:pt x="27357" y="11088"/>
                    <a:pt x="27387" y="11077"/>
                    <a:pt x="27414" y="11077"/>
                  </a:cubicBezTo>
                  <a:cubicBezTo>
                    <a:pt x="27483" y="11077"/>
                    <a:pt x="27534" y="11148"/>
                    <a:pt x="27654" y="11340"/>
                  </a:cubicBezTo>
                  <a:cubicBezTo>
                    <a:pt x="27819" y="11612"/>
                    <a:pt x="27965" y="11753"/>
                    <a:pt x="28204" y="11753"/>
                  </a:cubicBezTo>
                  <a:cubicBezTo>
                    <a:pt x="28494" y="11753"/>
                    <a:pt x="28921" y="11545"/>
                    <a:pt x="29688" y="11107"/>
                  </a:cubicBezTo>
                  <a:cubicBezTo>
                    <a:pt x="30255" y="10806"/>
                    <a:pt x="30756" y="10539"/>
                    <a:pt x="30789" y="10539"/>
                  </a:cubicBezTo>
                  <a:cubicBezTo>
                    <a:pt x="30856" y="10539"/>
                    <a:pt x="30923" y="10606"/>
                    <a:pt x="30956" y="10673"/>
                  </a:cubicBezTo>
                  <a:cubicBezTo>
                    <a:pt x="30980" y="10709"/>
                    <a:pt x="31004" y="10728"/>
                    <a:pt x="31034" y="10728"/>
                  </a:cubicBezTo>
                  <a:cubicBezTo>
                    <a:pt x="31088" y="10728"/>
                    <a:pt x="31161" y="10668"/>
                    <a:pt x="31289" y="10539"/>
                  </a:cubicBezTo>
                  <a:cubicBezTo>
                    <a:pt x="31590" y="10306"/>
                    <a:pt x="31857" y="9706"/>
                    <a:pt x="31990" y="8972"/>
                  </a:cubicBezTo>
                  <a:cubicBezTo>
                    <a:pt x="32045" y="8695"/>
                    <a:pt x="32121" y="8551"/>
                    <a:pt x="32212" y="8551"/>
                  </a:cubicBezTo>
                  <a:cubicBezTo>
                    <a:pt x="32285" y="8551"/>
                    <a:pt x="32368" y="8645"/>
                    <a:pt x="32457" y="8838"/>
                  </a:cubicBezTo>
                  <a:cubicBezTo>
                    <a:pt x="32515" y="8984"/>
                    <a:pt x="32598" y="9078"/>
                    <a:pt x="32619" y="9078"/>
                  </a:cubicBezTo>
                  <a:cubicBezTo>
                    <a:pt x="32622" y="9078"/>
                    <a:pt x="32624" y="9076"/>
                    <a:pt x="32624" y="9072"/>
                  </a:cubicBezTo>
                  <a:cubicBezTo>
                    <a:pt x="32632" y="9063"/>
                    <a:pt x="32640" y="9059"/>
                    <a:pt x="32649" y="9059"/>
                  </a:cubicBezTo>
                  <a:cubicBezTo>
                    <a:pt x="32674" y="9059"/>
                    <a:pt x="32699" y="9097"/>
                    <a:pt x="32724" y="9172"/>
                  </a:cubicBezTo>
                  <a:cubicBezTo>
                    <a:pt x="32754" y="9247"/>
                    <a:pt x="32797" y="9281"/>
                    <a:pt x="32836" y="9281"/>
                  </a:cubicBezTo>
                  <a:cubicBezTo>
                    <a:pt x="32884" y="9281"/>
                    <a:pt x="32924" y="9230"/>
                    <a:pt x="32924" y="9138"/>
                  </a:cubicBezTo>
                  <a:cubicBezTo>
                    <a:pt x="32924" y="9030"/>
                    <a:pt x="33169" y="8921"/>
                    <a:pt x="33385" y="8921"/>
                  </a:cubicBezTo>
                  <a:cubicBezTo>
                    <a:pt x="33434" y="8921"/>
                    <a:pt x="33482" y="8926"/>
                    <a:pt x="33524" y="8938"/>
                  </a:cubicBezTo>
                  <a:cubicBezTo>
                    <a:pt x="33624" y="8938"/>
                    <a:pt x="33725" y="8938"/>
                    <a:pt x="33725" y="8905"/>
                  </a:cubicBezTo>
                  <a:cubicBezTo>
                    <a:pt x="33758" y="8838"/>
                    <a:pt x="34192" y="8471"/>
                    <a:pt x="34425" y="8305"/>
                  </a:cubicBezTo>
                  <a:cubicBezTo>
                    <a:pt x="34492" y="8238"/>
                    <a:pt x="34625" y="8071"/>
                    <a:pt x="34659" y="7904"/>
                  </a:cubicBezTo>
                  <a:cubicBezTo>
                    <a:pt x="34775" y="7498"/>
                    <a:pt x="34967" y="7218"/>
                    <a:pt x="35124" y="7218"/>
                  </a:cubicBezTo>
                  <a:cubicBezTo>
                    <a:pt x="35148" y="7218"/>
                    <a:pt x="35171" y="7224"/>
                    <a:pt x="35192" y="7237"/>
                  </a:cubicBezTo>
                  <a:cubicBezTo>
                    <a:pt x="35219" y="7246"/>
                    <a:pt x="35244" y="7250"/>
                    <a:pt x="35266" y="7250"/>
                  </a:cubicBezTo>
                  <a:cubicBezTo>
                    <a:pt x="35328" y="7250"/>
                    <a:pt x="35377" y="7219"/>
                    <a:pt x="35426" y="7170"/>
                  </a:cubicBezTo>
                  <a:cubicBezTo>
                    <a:pt x="35459" y="7104"/>
                    <a:pt x="35559" y="6970"/>
                    <a:pt x="35659" y="6937"/>
                  </a:cubicBezTo>
                  <a:cubicBezTo>
                    <a:pt x="35859" y="6803"/>
                    <a:pt x="35959" y="6470"/>
                    <a:pt x="35926" y="6103"/>
                  </a:cubicBezTo>
                  <a:cubicBezTo>
                    <a:pt x="35893" y="5469"/>
                    <a:pt x="35259" y="4535"/>
                    <a:pt x="34725" y="4302"/>
                  </a:cubicBezTo>
                  <a:cubicBezTo>
                    <a:pt x="34458" y="4202"/>
                    <a:pt x="33991" y="3668"/>
                    <a:pt x="33658" y="3101"/>
                  </a:cubicBezTo>
                  <a:cubicBezTo>
                    <a:pt x="33591" y="3034"/>
                    <a:pt x="33358" y="2867"/>
                    <a:pt x="33124" y="2801"/>
                  </a:cubicBezTo>
                  <a:cubicBezTo>
                    <a:pt x="32891" y="2701"/>
                    <a:pt x="32624" y="2534"/>
                    <a:pt x="32524" y="2400"/>
                  </a:cubicBezTo>
                  <a:cubicBezTo>
                    <a:pt x="32424" y="2300"/>
                    <a:pt x="32157" y="1967"/>
                    <a:pt x="31923" y="1666"/>
                  </a:cubicBezTo>
                  <a:cubicBezTo>
                    <a:pt x="31654" y="1316"/>
                    <a:pt x="31320" y="1010"/>
                    <a:pt x="31271" y="1010"/>
                  </a:cubicBezTo>
                  <a:lnTo>
                    <a:pt x="31271" y="1010"/>
                  </a:lnTo>
                  <a:cubicBezTo>
                    <a:pt x="31259" y="1010"/>
                    <a:pt x="31264" y="1027"/>
                    <a:pt x="31289" y="1066"/>
                  </a:cubicBezTo>
                  <a:cubicBezTo>
                    <a:pt x="31289" y="1099"/>
                    <a:pt x="31223" y="1133"/>
                    <a:pt x="31123" y="1133"/>
                  </a:cubicBezTo>
                  <a:cubicBezTo>
                    <a:pt x="30956" y="1133"/>
                    <a:pt x="30923" y="1166"/>
                    <a:pt x="31023" y="1266"/>
                  </a:cubicBezTo>
                  <a:cubicBezTo>
                    <a:pt x="31056" y="1333"/>
                    <a:pt x="31256" y="1633"/>
                    <a:pt x="31423" y="1967"/>
                  </a:cubicBezTo>
                  <a:cubicBezTo>
                    <a:pt x="31756" y="2534"/>
                    <a:pt x="31756" y="2534"/>
                    <a:pt x="31556" y="2600"/>
                  </a:cubicBezTo>
                  <a:cubicBezTo>
                    <a:pt x="31423" y="2634"/>
                    <a:pt x="31356" y="2734"/>
                    <a:pt x="31323" y="3067"/>
                  </a:cubicBezTo>
                  <a:lnTo>
                    <a:pt x="31256" y="3468"/>
                  </a:lnTo>
                  <a:lnTo>
                    <a:pt x="30956" y="2901"/>
                  </a:lnTo>
                  <a:cubicBezTo>
                    <a:pt x="30522" y="1967"/>
                    <a:pt x="30456" y="1900"/>
                    <a:pt x="30222" y="1633"/>
                  </a:cubicBezTo>
                  <a:cubicBezTo>
                    <a:pt x="30089" y="1500"/>
                    <a:pt x="29922" y="1300"/>
                    <a:pt x="29855" y="1199"/>
                  </a:cubicBezTo>
                  <a:cubicBezTo>
                    <a:pt x="29788" y="1133"/>
                    <a:pt x="29622" y="966"/>
                    <a:pt x="29522" y="833"/>
                  </a:cubicBezTo>
                  <a:cubicBezTo>
                    <a:pt x="29445" y="731"/>
                    <a:pt x="29349" y="687"/>
                    <a:pt x="29249" y="687"/>
                  </a:cubicBezTo>
                  <a:cubicBezTo>
                    <a:pt x="29218" y="687"/>
                    <a:pt x="29186" y="691"/>
                    <a:pt x="29155" y="699"/>
                  </a:cubicBezTo>
                  <a:cubicBezTo>
                    <a:pt x="29088" y="699"/>
                    <a:pt x="29006" y="714"/>
                    <a:pt x="28930" y="714"/>
                  </a:cubicBezTo>
                  <a:cubicBezTo>
                    <a:pt x="28891" y="714"/>
                    <a:pt x="28854" y="710"/>
                    <a:pt x="28821" y="699"/>
                  </a:cubicBezTo>
                  <a:cubicBezTo>
                    <a:pt x="28688" y="699"/>
                    <a:pt x="27854" y="899"/>
                    <a:pt x="27620" y="999"/>
                  </a:cubicBezTo>
                  <a:cubicBezTo>
                    <a:pt x="27618" y="1001"/>
                    <a:pt x="27614" y="1001"/>
                    <a:pt x="27611" y="1001"/>
                  </a:cubicBezTo>
                  <a:cubicBezTo>
                    <a:pt x="27525" y="1001"/>
                    <a:pt x="27176" y="618"/>
                    <a:pt x="26920" y="265"/>
                  </a:cubicBezTo>
                  <a:cubicBezTo>
                    <a:pt x="26870" y="190"/>
                    <a:pt x="26801" y="153"/>
                    <a:pt x="26713" y="153"/>
                  </a:cubicBezTo>
                  <a:cubicBezTo>
                    <a:pt x="26684" y="153"/>
                    <a:pt x="26653" y="157"/>
                    <a:pt x="26619" y="165"/>
                  </a:cubicBezTo>
                  <a:cubicBezTo>
                    <a:pt x="26519" y="199"/>
                    <a:pt x="26453" y="232"/>
                    <a:pt x="26419" y="265"/>
                  </a:cubicBezTo>
                  <a:cubicBezTo>
                    <a:pt x="26419" y="265"/>
                    <a:pt x="26353" y="265"/>
                    <a:pt x="26253" y="232"/>
                  </a:cubicBezTo>
                  <a:cubicBezTo>
                    <a:pt x="26211" y="218"/>
                    <a:pt x="26152" y="210"/>
                    <a:pt x="26086" y="210"/>
                  </a:cubicBezTo>
                  <a:cubicBezTo>
                    <a:pt x="25992" y="210"/>
                    <a:pt x="25883" y="226"/>
                    <a:pt x="25786" y="265"/>
                  </a:cubicBezTo>
                  <a:cubicBezTo>
                    <a:pt x="25485" y="366"/>
                    <a:pt x="25452" y="466"/>
                    <a:pt x="25652" y="532"/>
                  </a:cubicBezTo>
                  <a:cubicBezTo>
                    <a:pt x="25819" y="566"/>
                    <a:pt x="25786" y="933"/>
                    <a:pt x="25619" y="966"/>
                  </a:cubicBezTo>
                  <a:cubicBezTo>
                    <a:pt x="25552" y="966"/>
                    <a:pt x="25452" y="933"/>
                    <a:pt x="25419" y="899"/>
                  </a:cubicBezTo>
                  <a:cubicBezTo>
                    <a:pt x="24936" y="202"/>
                    <a:pt x="24733" y="0"/>
                    <a:pt x="243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67"/>
            <p:cNvSpPr/>
            <p:nvPr/>
          </p:nvSpPr>
          <p:spPr>
            <a:xfrm rot="-9887279">
              <a:off x="4139043" y="-126031"/>
              <a:ext cx="1854101" cy="1116806"/>
            </a:xfrm>
            <a:custGeom>
              <a:avLst/>
              <a:gdLst/>
              <a:ahLst/>
              <a:cxnLst/>
              <a:rect l="l" t="t" r="r" b="b"/>
              <a:pathLst>
                <a:path w="39763" h="23951" extrusionOk="0">
                  <a:moveTo>
                    <a:pt x="32524" y="3502"/>
                  </a:moveTo>
                  <a:cubicBezTo>
                    <a:pt x="32557" y="3502"/>
                    <a:pt x="32624" y="3502"/>
                    <a:pt x="32591" y="3535"/>
                  </a:cubicBezTo>
                  <a:cubicBezTo>
                    <a:pt x="32591" y="3569"/>
                    <a:pt x="32724" y="3635"/>
                    <a:pt x="32891" y="3736"/>
                  </a:cubicBezTo>
                  <a:cubicBezTo>
                    <a:pt x="33058" y="3802"/>
                    <a:pt x="33224" y="3869"/>
                    <a:pt x="33224" y="3936"/>
                  </a:cubicBezTo>
                  <a:cubicBezTo>
                    <a:pt x="33258" y="3969"/>
                    <a:pt x="33325" y="3969"/>
                    <a:pt x="33425" y="3969"/>
                  </a:cubicBezTo>
                  <a:cubicBezTo>
                    <a:pt x="33491" y="3969"/>
                    <a:pt x="33591" y="4036"/>
                    <a:pt x="33658" y="4136"/>
                  </a:cubicBezTo>
                  <a:cubicBezTo>
                    <a:pt x="33725" y="4236"/>
                    <a:pt x="33792" y="4269"/>
                    <a:pt x="33858" y="4269"/>
                  </a:cubicBezTo>
                  <a:cubicBezTo>
                    <a:pt x="33867" y="4260"/>
                    <a:pt x="33886" y="4256"/>
                    <a:pt x="33911" y="4256"/>
                  </a:cubicBezTo>
                  <a:cubicBezTo>
                    <a:pt x="33979" y="4256"/>
                    <a:pt x="34094" y="4287"/>
                    <a:pt x="34192" y="4336"/>
                  </a:cubicBezTo>
                  <a:cubicBezTo>
                    <a:pt x="34299" y="4396"/>
                    <a:pt x="34394" y="4425"/>
                    <a:pt x="34466" y="4425"/>
                  </a:cubicBezTo>
                  <a:cubicBezTo>
                    <a:pt x="34597" y="4425"/>
                    <a:pt x="34656" y="4329"/>
                    <a:pt x="34592" y="4136"/>
                  </a:cubicBezTo>
                  <a:cubicBezTo>
                    <a:pt x="34548" y="3958"/>
                    <a:pt x="34592" y="3869"/>
                    <a:pt x="34726" y="3869"/>
                  </a:cubicBezTo>
                  <a:cubicBezTo>
                    <a:pt x="34792" y="3869"/>
                    <a:pt x="34881" y="3891"/>
                    <a:pt x="34992" y="3936"/>
                  </a:cubicBezTo>
                  <a:cubicBezTo>
                    <a:pt x="35193" y="4036"/>
                    <a:pt x="35259" y="4102"/>
                    <a:pt x="35226" y="4203"/>
                  </a:cubicBezTo>
                  <a:cubicBezTo>
                    <a:pt x="35193" y="4303"/>
                    <a:pt x="35259" y="4369"/>
                    <a:pt x="35459" y="4469"/>
                  </a:cubicBezTo>
                  <a:cubicBezTo>
                    <a:pt x="35760" y="4636"/>
                    <a:pt x="35726" y="4670"/>
                    <a:pt x="35259" y="4703"/>
                  </a:cubicBezTo>
                  <a:cubicBezTo>
                    <a:pt x="35059" y="4703"/>
                    <a:pt x="34826" y="4736"/>
                    <a:pt x="34692" y="4736"/>
                  </a:cubicBezTo>
                  <a:cubicBezTo>
                    <a:pt x="34561" y="4756"/>
                    <a:pt x="34463" y="4768"/>
                    <a:pt x="34386" y="4768"/>
                  </a:cubicBezTo>
                  <a:cubicBezTo>
                    <a:pt x="34209" y="4768"/>
                    <a:pt x="34141" y="4709"/>
                    <a:pt x="34025" y="4569"/>
                  </a:cubicBezTo>
                  <a:cubicBezTo>
                    <a:pt x="33958" y="4436"/>
                    <a:pt x="33792" y="4336"/>
                    <a:pt x="33691" y="4336"/>
                  </a:cubicBezTo>
                  <a:cubicBezTo>
                    <a:pt x="33591" y="4303"/>
                    <a:pt x="33258" y="4236"/>
                    <a:pt x="32958" y="4169"/>
                  </a:cubicBezTo>
                  <a:cubicBezTo>
                    <a:pt x="32657" y="4136"/>
                    <a:pt x="32357" y="4036"/>
                    <a:pt x="32257" y="3969"/>
                  </a:cubicBezTo>
                  <a:cubicBezTo>
                    <a:pt x="32090" y="3902"/>
                    <a:pt x="32090" y="3902"/>
                    <a:pt x="32257" y="3836"/>
                  </a:cubicBezTo>
                  <a:cubicBezTo>
                    <a:pt x="32357" y="3802"/>
                    <a:pt x="32424" y="3702"/>
                    <a:pt x="32424" y="3635"/>
                  </a:cubicBezTo>
                  <a:cubicBezTo>
                    <a:pt x="32424" y="3569"/>
                    <a:pt x="32457" y="3535"/>
                    <a:pt x="32524" y="3502"/>
                  </a:cubicBezTo>
                  <a:close/>
                  <a:moveTo>
                    <a:pt x="33223" y="4670"/>
                  </a:moveTo>
                  <a:cubicBezTo>
                    <a:pt x="33278" y="4670"/>
                    <a:pt x="33345" y="4681"/>
                    <a:pt x="33425" y="4703"/>
                  </a:cubicBezTo>
                  <a:cubicBezTo>
                    <a:pt x="33725" y="4803"/>
                    <a:pt x="33758" y="4870"/>
                    <a:pt x="33525" y="5103"/>
                  </a:cubicBezTo>
                  <a:lnTo>
                    <a:pt x="33291" y="5337"/>
                  </a:lnTo>
                  <a:lnTo>
                    <a:pt x="33124" y="5070"/>
                  </a:lnTo>
                  <a:cubicBezTo>
                    <a:pt x="32994" y="4809"/>
                    <a:pt x="33027" y="4670"/>
                    <a:pt x="33223" y="4670"/>
                  </a:cubicBezTo>
                  <a:close/>
                  <a:moveTo>
                    <a:pt x="36377" y="5690"/>
                  </a:moveTo>
                  <a:cubicBezTo>
                    <a:pt x="36410" y="5690"/>
                    <a:pt x="36427" y="5713"/>
                    <a:pt x="36427" y="5737"/>
                  </a:cubicBezTo>
                  <a:cubicBezTo>
                    <a:pt x="36427" y="5804"/>
                    <a:pt x="36393" y="5870"/>
                    <a:pt x="36327" y="5904"/>
                  </a:cubicBezTo>
                  <a:cubicBezTo>
                    <a:pt x="36299" y="5918"/>
                    <a:pt x="36277" y="5926"/>
                    <a:pt x="36261" y="5926"/>
                  </a:cubicBezTo>
                  <a:cubicBezTo>
                    <a:pt x="36238" y="5926"/>
                    <a:pt x="36227" y="5910"/>
                    <a:pt x="36227" y="5870"/>
                  </a:cubicBezTo>
                  <a:cubicBezTo>
                    <a:pt x="36227" y="5804"/>
                    <a:pt x="36260" y="5737"/>
                    <a:pt x="36327" y="5704"/>
                  </a:cubicBezTo>
                  <a:cubicBezTo>
                    <a:pt x="36346" y="5694"/>
                    <a:pt x="36363" y="5690"/>
                    <a:pt x="36377" y="5690"/>
                  </a:cubicBezTo>
                  <a:close/>
                  <a:moveTo>
                    <a:pt x="29021" y="5679"/>
                  </a:moveTo>
                  <a:cubicBezTo>
                    <a:pt x="29080" y="5679"/>
                    <a:pt x="29172" y="5720"/>
                    <a:pt x="29255" y="5804"/>
                  </a:cubicBezTo>
                  <a:cubicBezTo>
                    <a:pt x="29622" y="6071"/>
                    <a:pt x="29755" y="6237"/>
                    <a:pt x="29655" y="6237"/>
                  </a:cubicBezTo>
                  <a:cubicBezTo>
                    <a:pt x="29555" y="6237"/>
                    <a:pt x="29055" y="5904"/>
                    <a:pt x="28988" y="5804"/>
                  </a:cubicBezTo>
                  <a:cubicBezTo>
                    <a:pt x="28938" y="5720"/>
                    <a:pt x="28963" y="5679"/>
                    <a:pt x="29021" y="5679"/>
                  </a:cubicBezTo>
                  <a:close/>
                  <a:moveTo>
                    <a:pt x="29821" y="6291"/>
                  </a:moveTo>
                  <a:cubicBezTo>
                    <a:pt x="29855" y="6291"/>
                    <a:pt x="29898" y="6322"/>
                    <a:pt x="29922" y="6371"/>
                  </a:cubicBezTo>
                  <a:cubicBezTo>
                    <a:pt x="29955" y="6438"/>
                    <a:pt x="29955" y="6504"/>
                    <a:pt x="29922" y="6504"/>
                  </a:cubicBezTo>
                  <a:cubicBezTo>
                    <a:pt x="29904" y="6513"/>
                    <a:pt x="29889" y="6517"/>
                    <a:pt x="29875" y="6517"/>
                  </a:cubicBezTo>
                  <a:cubicBezTo>
                    <a:pt x="29838" y="6517"/>
                    <a:pt x="29813" y="6486"/>
                    <a:pt x="29789" y="6438"/>
                  </a:cubicBezTo>
                  <a:cubicBezTo>
                    <a:pt x="29722" y="6371"/>
                    <a:pt x="29755" y="6337"/>
                    <a:pt x="29789" y="6304"/>
                  </a:cubicBezTo>
                  <a:cubicBezTo>
                    <a:pt x="29798" y="6295"/>
                    <a:pt x="29809" y="6291"/>
                    <a:pt x="29821" y="6291"/>
                  </a:cubicBezTo>
                  <a:close/>
                  <a:moveTo>
                    <a:pt x="34853" y="6535"/>
                  </a:moveTo>
                  <a:cubicBezTo>
                    <a:pt x="34875" y="6535"/>
                    <a:pt x="34900" y="6545"/>
                    <a:pt x="34926" y="6571"/>
                  </a:cubicBezTo>
                  <a:cubicBezTo>
                    <a:pt x="34992" y="6604"/>
                    <a:pt x="35026" y="6638"/>
                    <a:pt x="35026" y="6671"/>
                  </a:cubicBezTo>
                  <a:cubicBezTo>
                    <a:pt x="35014" y="6695"/>
                    <a:pt x="34981" y="6706"/>
                    <a:pt x="34944" y="6706"/>
                  </a:cubicBezTo>
                  <a:cubicBezTo>
                    <a:pt x="34876" y="6706"/>
                    <a:pt x="34792" y="6669"/>
                    <a:pt x="34792" y="6604"/>
                  </a:cubicBezTo>
                  <a:cubicBezTo>
                    <a:pt x="34792" y="6563"/>
                    <a:pt x="34818" y="6535"/>
                    <a:pt x="34853" y="6535"/>
                  </a:cubicBezTo>
                  <a:close/>
                  <a:moveTo>
                    <a:pt x="35166" y="6896"/>
                  </a:moveTo>
                  <a:cubicBezTo>
                    <a:pt x="35184" y="6896"/>
                    <a:pt x="35238" y="6950"/>
                    <a:pt x="35293" y="7005"/>
                  </a:cubicBezTo>
                  <a:cubicBezTo>
                    <a:pt x="35359" y="7071"/>
                    <a:pt x="35393" y="7138"/>
                    <a:pt x="35359" y="7171"/>
                  </a:cubicBezTo>
                  <a:cubicBezTo>
                    <a:pt x="35326" y="7171"/>
                    <a:pt x="35259" y="7138"/>
                    <a:pt x="35193" y="7038"/>
                  </a:cubicBezTo>
                  <a:cubicBezTo>
                    <a:pt x="35159" y="6971"/>
                    <a:pt x="35126" y="6905"/>
                    <a:pt x="35159" y="6905"/>
                  </a:cubicBezTo>
                  <a:cubicBezTo>
                    <a:pt x="35159" y="6898"/>
                    <a:pt x="35161" y="6896"/>
                    <a:pt x="35166" y="6896"/>
                  </a:cubicBezTo>
                  <a:close/>
                  <a:moveTo>
                    <a:pt x="30990" y="7205"/>
                  </a:moveTo>
                  <a:cubicBezTo>
                    <a:pt x="31056" y="7205"/>
                    <a:pt x="31123" y="7205"/>
                    <a:pt x="31123" y="7271"/>
                  </a:cubicBezTo>
                  <a:cubicBezTo>
                    <a:pt x="31156" y="7305"/>
                    <a:pt x="31123" y="7338"/>
                    <a:pt x="31090" y="7372"/>
                  </a:cubicBezTo>
                  <a:cubicBezTo>
                    <a:pt x="31081" y="7380"/>
                    <a:pt x="31069" y="7385"/>
                    <a:pt x="31057" y="7385"/>
                  </a:cubicBezTo>
                  <a:cubicBezTo>
                    <a:pt x="31023" y="7385"/>
                    <a:pt x="30981" y="7354"/>
                    <a:pt x="30956" y="7305"/>
                  </a:cubicBezTo>
                  <a:cubicBezTo>
                    <a:pt x="30923" y="7238"/>
                    <a:pt x="30923" y="7205"/>
                    <a:pt x="30990" y="7205"/>
                  </a:cubicBezTo>
                  <a:close/>
                  <a:moveTo>
                    <a:pt x="30538" y="8916"/>
                  </a:moveTo>
                  <a:cubicBezTo>
                    <a:pt x="30612" y="8916"/>
                    <a:pt x="30788" y="9036"/>
                    <a:pt x="30856" y="9173"/>
                  </a:cubicBezTo>
                  <a:cubicBezTo>
                    <a:pt x="30997" y="9454"/>
                    <a:pt x="31039" y="9554"/>
                    <a:pt x="31005" y="9554"/>
                  </a:cubicBezTo>
                  <a:cubicBezTo>
                    <a:pt x="30990" y="9554"/>
                    <a:pt x="30963" y="9536"/>
                    <a:pt x="30923" y="9506"/>
                  </a:cubicBezTo>
                  <a:cubicBezTo>
                    <a:pt x="30789" y="9440"/>
                    <a:pt x="30589" y="9206"/>
                    <a:pt x="30523" y="9006"/>
                  </a:cubicBezTo>
                  <a:cubicBezTo>
                    <a:pt x="30491" y="8942"/>
                    <a:pt x="30503" y="8916"/>
                    <a:pt x="30538" y="8916"/>
                  </a:cubicBezTo>
                  <a:close/>
                  <a:moveTo>
                    <a:pt x="31234" y="7406"/>
                  </a:moveTo>
                  <a:cubicBezTo>
                    <a:pt x="31286" y="7406"/>
                    <a:pt x="31483" y="7550"/>
                    <a:pt x="31823" y="7839"/>
                  </a:cubicBezTo>
                  <a:cubicBezTo>
                    <a:pt x="32024" y="8005"/>
                    <a:pt x="32324" y="8239"/>
                    <a:pt x="32491" y="8339"/>
                  </a:cubicBezTo>
                  <a:cubicBezTo>
                    <a:pt x="32624" y="8472"/>
                    <a:pt x="32924" y="8773"/>
                    <a:pt x="33124" y="8973"/>
                  </a:cubicBezTo>
                  <a:cubicBezTo>
                    <a:pt x="33310" y="9189"/>
                    <a:pt x="33495" y="9377"/>
                    <a:pt x="33548" y="9377"/>
                  </a:cubicBezTo>
                  <a:cubicBezTo>
                    <a:pt x="33552" y="9377"/>
                    <a:pt x="33556" y="9375"/>
                    <a:pt x="33558" y="9373"/>
                  </a:cubicBezTo>
                  <a:cubicBezTo>
                    <a:pt x="33573" y="9370"/>
                    <a:pt x="33586" y="9369"/>
                    <a:pt x="33598" y="9369"/>
                  </a:cubicBezTo>
                  <a:cubicBezTo>
                    <a:pt x="33724" y="9369"/>
                    <a:pt x="33710" y="9515"/>
                    <a:pt x="33558" y="9606"/>
                  </a:cubicBezTo>
                  <a:cubicBezTo>
                    <a:pt x="33528" y="9621"/>
                    <a:pt x="33502" y="9631"/>
                    <a:pt x="33472" y="9631"/>
                  </a:cubicBezTo>
                  <a:cubicBezTo>
                    <a:pt x="33371" y="9631"/>
                    <a:pt x="33238" y="9513"/>
                    <a:pt x="32824" y="9073"/>
                  </a:cubicBezTo>
                  <a:cubicBezTo>
                    <a:pt x="32524" y="8773"/>
                    <a:pt x="32224" y="8439"/>
                    <a:pt x="32190" y="8372"/>
                  </a:cubicBezTo>
                  <a:cubicBezTo>
                    <a:pt x="32136" y="8318"/>
                    <a:pt x="32081" y="8263"/>
                    <a:pt x="32045" y="8263"/>
                  </a:cubicBezTo>
                  <a:cubicBezTo>
                    <a:pt x="32037" y="8263"/>
                    <a:pt x="32030" y="8266"/>
                    <a:pt x="32024" y="8272"/>
                  </a:cubicBezTo>
                  <a:cubicBezTo>
                    <a:pt x="31957" y="8272"/>
                    <a:pt x="31823" y="8139"/>
                    <a:pt x="31690" y="8005"/>
                  </a:cubicBezTo>
                  <a:cubicBezTo>
                    <a:pt x="31607" y="7866"/>
                    <a:pt x="31500" y="7797"/>
                    <a:pt x="31467" y="7797"/>
                  </a:cubicBezTo>
                  <a:cubicBezTo>
                    <a:pt x="31460" y="7797"/>
                    <a:pt x="31457" y="7800"/>
                    <a:pt x="31457" y="7805"/>
                  </a:cubicBezTo>
                  <a:cubicBezTo>
                    <a:pt x="31448" y="7813"/>
                    <a:pt x="31438" y="7818"/>
                    <a:pt x="31426" y="7818"/>
                  </a:cubicBezTo>
                  <a:cubicBezTo>
                    <a:pt x="31392" y="7818"/>
                    <a:pt x="31348" y="7780"/>
                    <a:pt x="31323" y="7705"/>
                  </a:cubicBezTo>
                  <a:cubicBezTo>
                    <a:pt x="31290" y="7605"/>
                    <a:pt x="31256" y="7472"/>
                    <a:pt x="31223" y="7438"/>
                  </a:cubicBezTo>
                  <a:cubicBezTo>
                    <a:pt x="31216" y="7417"/>
                    <a:pt x="31219" y="7406"/>
                    <a:pt x="31234" y="7406"/>
                  </a:cubicBezTo>
                  <a:close/>
                  <a:moveTo>
                    <a:pt x="29474" y="9622"/>
                  </a:moveTo>
                  <a:cubicBezTo>
                    <a:pt x="29542" y="9622"/>
                    <a:pt x="29576" y="9725"/>
                    <a:pt x="29522" y="9807"/>
                  </a:cubicBezTo>
                  <a:cubicBezTo>
                    <a:pt x="29472" y="9931"/>
                    <a:pt x="29534" y="10055"/>
                    <a:pt x="29610" y="10055"/>
                  </a:cubicBezTo>
                  <a:cubicBezTo>
                    <a:pt x="29636" y="10055"/>
                    <a:pt x="29663" y="10041"/>
                    <a:pt x="29689" y="10007"/>
                  </a:cubicBezTo>
                  <a:cubicBezTo>
                    <a:pt x="29722" y="9973"/>
                    <a:pt x="29755" y="9957"/>
                    <a:pt x="29785" y="9957"/>
                  </a:cubicBezTo>
                  <a:cubicBezTo>
                    <a:pt x="29814" y="9957"/>
                    <a:pt x="29839" y="9973"/>
                    <a:pt x="29855" y="10007"/>
                  </a:cubicBezTo>
                  <a:cubicBezTo>
                    <a:pt x="29922" y="10140"/>
                    <a:pt x="29889" y="10174"/>
                    <a:pt x="29655" y="10174"/>
                  </a:cubicBezTo>
                  <a:cubicBezTo>
                    <a:pt x="29522" y="10174"/>
                    <a:pt x="29422" y="10107"/>
                    <a:pt x="29322" y="9940"/>
                  </a:cubicBezTo>
                  <a:cubicBezTo>
                    <a:pt x="29264" y="9853"/>
                    <a:pt x="29256" y="9767"/>
                    <a:pt x="29277" y="9767"/>
                  </a:cubicBezTo>
                  <a:cubicBezTo>
                    <a:pt x="29280" y="9767"/>
                    <a:pt x="29284" y="9769"/>
                    <a:pt x="29288" y="9773"/>
                  </a:cubicBezTo>
                  <a:cubicBezTo>
                    <a:pt x="29327" y="9812"/>
                    <a:pt x="29367" y="9828"/>
                    <a:pt x="29399" y="9828"/>
                  </a:cubicBezTo>
                  <a:cubicBezTo>
                    <a:pt x="29422" y="9828"/>
                    <a:pt x="29441" y="9820"/>
                    <a:pt x="29455" y="9807"/>
                  </a:cubicBezTo>
                  <a:cubicBezTo>
                    <a:pt x="29488" y="9807"/>
                    <a:pt x="29488" y="9773"/>
                    <a:pt x="29422" y="9740"/>
                  </a:cubicBezTo>
                  <a:cubicBezTo>
                    <a:pt x="29388" y="9707"/>
                    <a:pt x="29388" y="9673"/>
                    <a:pt x="29422" y="9640"/>
                  </a:cubicBezTo>
                  <a:cubicBezTo>
                    <a:pt x="29440" y="9627"/>
                    <a:pt x="29458" y="9622"/>
                    <a:pt x="29474" y="9622"/>
                  </a:cubicBezTo>
                  <a:close/>
                  <a:moveTo>
                    <a:pt x="18376" y="10382"/>
                  </a:moveTo>
                  <a:cubicBezTo>
                    <a:pt x="18431" y="10382"/>
                    <a:pt x="18481" y="10424"/>
                    <a:pt x="18481" y="10507"/>
                  </a:cubicBezTo>
                  <a:cubicBezTo>
                    <a:pt x="18481" y="10591"/>
                    <a:pt x="18339" y="10723"/>
                    <a:pt x="18274" y="10723"/>
                  </a:cubicBezTo>
                  <a:cubicBezTo>
                    <a:pt x="18262" y="10723"/>
                    <a:pt x="18252" y="10718"/>
                    <a:pt x="18247" y="10707"/>
                  </a:cubicBezTo>
                  <a:cubicBezTo>
                    <a:pt x="18247" y="10674"/>
                    <a:pt x="18247" y="10607"/>
                    <a:pt x="18247" y="10507"/>
                  </a:cubicBezTo>
                  <a:cubicBezTo>
                    <a:pt x="18264" y="10424"/>
                    <a:pt x="18322" y="10382"/>
                    <a:pt x="18376" y="10382"/>
                  </a:cubicBezTo>
                  <a:close/>
                  <a:moveTo>
                    <a:pt x="24936" y="8905"/>
                  </a:moveTo>
                  <a:cubicBezTo>
                    <a:pt x="24973" y="8905"/>
                    <a:pt x="25073" y="8980"/>
                    <a:pt x="25285" y="9139"/>
                  </a:cubicBezTo>
                  <a:cubicBezTo>
                    <a:pt x="25519" y="9340"/>
                    <a:pt x="25819" y="9573"/>
                    <a:pt x="25953" y="9707"/>
                  </a:cubicBezTo>
                  <a:cubicBezTo>
                    <a:pt x="26086" y="9840"/>
                    <a:pt x="26320" y="10073"/>
                    <a:pt x="26453" y="10240"/>
                  </a:cubicBezTo>
                  <a:cubicBezTo>
                    <a:pt x="26620" y="10374"/>
                    <a:pt x="26787" y="10574"/>
                    <a:pt x="26887" y="10674"/>
                  </a:cubicBezTo>
                  <a:cubicBezTo>
                    <a:pt x="26962" y="10749"/>
                    <a:pt x="26980" y="10786"/>
                    <a:pt x="26929" y="10786"/>
                  </a:cubicBezTo>
                  <a:cubicBezTo>
                    <a:pt x="26912" y="10786"/>
                    <a:pt x="26887" y="10782"/>
                    <a:pt x="26853" y="10774"/>
                  </a:cubicBezTo>
                  <a:cubicBezTo>
                    <a:pt x="26787" y="10774"/>
                    <a:pt x="26586" y="10641"/>
                    <a:pt x="26420" y="10474"/>
                  </a:cubicBezTo>
                  <a:cubicBezTo>
                    <a:pt x="26253" y="10307"/>
                    <a:pt x="26086" y="10140"/>
                    <a:pt x="26019" y="10107"/>
                  </a:cubicBezTo>
                  <a:cubicBezTo>
                    <a:pt x="25953" y="10073"/>
                    <a:pt x="25853" y="9973"/>
                    <a:pt x="25819" y="9873"/>
                  </a:cubicBezTo>
                  <a:cubicBezTo>
                    <a:pt x="25764" y="9791"/>
                    <a:pt x="25687" y="9731"/>
                    <a:pt x="25624" y="9731"/>
                  </a:cubicBezTo>
                  <a:cubicBezTo>
                    <a:pt x="25610" y="9731"/>
                    <a:pt x="25598" y="9734"/>
                    <a:pt x="25586" y="9740"/>
                  </a:cubicBezTo>
                  <a:cubicBezTo>
                    <a:pt x="25519" y="9740"/>
                    <a:pt x="25486" y="9707"/>
                    <a:pt x="25486" y="9673"/>
                  </a:cubicBezTo>
                  <a:cubicBezTo>
                    <a:pt x="25486" y="9640"/>
                    <a:pt x="25386" y="9540"/>
                    <a:pt x="25285" y="9473"/>
                  </a:cubicBezTo>
                  <a:cubicBezTo>
                    <a:pt x="25152" y="9373"/>
                    <a:pt x="25019" y="9240"/>
                    <a:pt x="24952" y="9073"/>
                  </a:cubicBezTo>
                  <a:cubicBezTo>
                    <a:pt x="24921" y="8963"/>
                    <a:pt x="24904" y="8905"/>
                    <a:pt x="24936" y="8905"/>
                  </a:cubicBezTo>
                  <a:close/>
                  <a:moveTo>
                    <a:pt x="21349" y="9840"/>
                  </a:moveTo>
                  <a:lnTo>
                    <a:pt x="21783" y="9973"/>
                  </a:lnTo>
                  <a:cubicBezTo>
                    <a:pt x="22016" y="10040"/>
                    <a:pt x="22217" y="10140"/>
                    <a:pt x="22250" y="10207"/>
                  </a:cubicBezTo>
                  <a:cubicBezTo>
                    <a:pt x="22300" y="10282"/>
                    <a:pt x="22350" y="10319"/>
                    <a:pt x="22400" y="10319"/>
                  </a:cubicBezTo>
                  <a:cubicBezTo>
                    <a:pt x="22417" y="10319"/>
                    <a:pt x="22433" y="10315"/>
                    <a:pt x="22450" y="10307"/>
                  </a:cubicBezTo>
                  <a:cubicBezTo>
                    <a:pt x="22467" y="10290"/>
                    <a:pt x="22500" y="10282"/>
                    <a:pt x="22538" y="10282"/>
                  </a:cubicBezTo>
                  <a:cubicBezTo>
                    <a:pt x="22575" y="10282"/>
                    <a:pt x="22617" y="10290"/>
                    <a:pt x="22650" y="10307"/>
                  </a:cubicBezTo>
                  <a:cubicBezTo>
                    <a:pt x="22817" y="10474"/>
                    <a:pt x="22950" y="10674"/>
                    <a:pt x="22850" y="10741"/>
                  </a:cubicBezTo>
                  <a:cubicBezTo>
                    <a:pt x="22817" y="10741"/>
                    <a:pt x="22817" y="10807"/>
                    <a:pt x="22850" y="10874"/>
                  </a:cubicBezTo>
                  <a:cubicBezTo>
                    <a:pt x="22913" y="10978"/>
                    <a:pt x="22884" y="11030"/>
                    <a:pt x="22756" y="11030"/>
                  </a:cubicBezTo>
                  <a:cubicBezTo>
                    <a:pt x="22679" y="11030"/>
                    <a:pt x="22567" y="11012"/>
                    <a:pt x="22417" y="10974"/>
                  </a:cubicBezTo>
                  <a:cubicBezTo>
                    <a:pt x="22217" y="10941"/>
                    <a:pt x="22083" y="10907"/>
                    <a:pt x="22117" y="10874"/>
                  </a:cubicBezTo>
                  <a:cubicBezTo>
                    <a:pt x="22150" y="10874"/>
                    <a:pt x="22083" y="10807"/>
                    <a:pt x="21983" y="10741"/>
                  </a:cubicBezTo>
                  <a:cubicBezTo>
                    <a:pt x="21933" y="10724"/>
                    <a:pt x="21891" y="10716"/>
                    <a:pt x="21858" y="10716"/>
                  </a:cubicBezTo>
                  <a:cubicBezTo>
                    <a:pt x="21825" y="10716"/>
                    <a:pt x="21800" y="10724"/>
                    <a:pt x="21783" y="10741"/>
                  </a:cubicBezTo>
                  <a:cubicBezTo>
                    <a:pt x="21775" y="10749"/>
                    <a:pt x="21764" y="10753"/>
                    <a:pt x="21752" y="10753"/>
                  </a:cubicBezTo>
                  <a:cubicBezTo>
                    <a:pt x="21716" y="10753"/>
                    <a:pt x="21666" y="10716"/>
                    <a:pt x="21616" y="10641"/>
                  </a:cubicBezTo>
                  <a:cubicBezTo>
                    <a:pt x="21565" y="10539"/>
                    <a:pt x="21514" y="10495"/>
                    <a:pt x="21434" y="10495"/>
                  </a:cubicBezTo>
                  <a:cubicBezTo>
                    <a:pt x="21409" y="10495"/>
                    <a:pt x="21381" y="10499"/>
                    <a:pt x="21349" y="10507"/>
                  </a:cubicBezTo>
                  <a:cubicBezTo>
                    <a:pt x="21299" y="10527"/>
                    <a:pt x="21262" y="10541"/>
                    <a:pt x="21236" y="10541"/>
                  </a:cubicBezTo>
                  <a:cubicBezTo>
                    <a:pt x="21175" y="10541"/>
                    <a:pt x="21179" y="10464"/>
                    <a:pt x="21249" y="10207"/>
                  </a:cubicBezTo>
                  <a:lnTo>
                    <a:pt x="21349" y="9840"/>
                  </a:lnTo>
                  <a:close/>
                  <a:moveTo>
                    <a:pt x="27054" y="10995"/>
                  </a:moveTo>
                  <a:cubicBezTo>
                    <a:pt x="27060" y="10995"/>
                    <a:pt x="27070" y="10999"/>
                    <a:pt x="27087" y="11007"/>
                  </a:cubicBezTo>
                  <a:cubicBezTo>
                    <a:pt x="27120" y="11041"/>
                    <a:pt x="27187" y="11141"/>
                    <a:pt x="27187" y="11174"/>
                  </a:cubicBezTo>
                  <a:cubicBezTo>
                    <a:pt x="27201" y="11202"/>
                    <a:pt x="27197" y="11218"/>
                    <a:pt x="27184" y="11218"/>
                  </a:cubicBezTo>
                  <a:cubicBezTo>
                    <a:pt x="27165" y="11218"/>
                    <a:pt x="27126" y="11186"/>
                    <a:pt x="27087" y="11108"/>
                  </a:cubicBezTo>
                  <a:cubicBezTo>
                    <a:pt x="27062" y="11032"/>
                    <a:pt x="27037" y="10995"/>
                    <a:pt x="27054" y="10995"/>
                  </a:cubicBezTo>
                  <a:close/>
                  <a:moveTo>
                    <a:pt x="32346" y="11366"/>
                  </a:moveTo>
                  <a:cubicBezTo>
                    <a:pt x="32347" y="11366"/>
                    <a:pt x="32351" y="11368"/>
                    <a:pt x="32357" y="11374"/>
                  </a:cubicBezTo>
                  <a:cubicBezTo>
                    <a:pt x="32424" y="11408"/>
                    <a:pt x="32491" y="11508"/>
                    <a:pt x="32524" y="11575"/>
                  </a:cubicBezTo>
                  <a:cubicBezTo>
                    <a:pt x="32524" y="11602"/>
                    <a:pt x="32518" y="11618"/>
                    <a:pt x="32507" y="11618"/>
                  </a:cubicBezTo>
                  <a:cubicBezTo>
                    <a:pt x="32491" y="11618"/>
                    <a:pt x="32463" y="11586"/>
                    <a:pt x="32424" y="11508"/>
                  </a:cubicBezTo>
                  <a:cubicBezTo>
                    <a:pt x="32369" y="11425"/>
                    <a:pt x="32337" y="11366"/>
                    <a:pt x="32346" y="11366"/>
                  </a:cubicBezTo>
                  <a:close/>
                  <a:moveTo>
                    <a:pt x="28054" y="11875"/>
                  </a:moveTo>
                  <a:cubicBezTo>
                    <a:pt x="28087" y="11875"/>
                    <a:pt x="28154" y="11908"/>
                    <a:pt x="28188" y="11941"/>
                  </a:cubicBezTo>
                  <a:cubicBezTo>
                    <a:pt x="28221" y="12008"/>
                    <a:pt x="28188" y="12042"/>
                    <a:pt x="28121" y="12042"/>
                  </a:cubicBezTo>
                  <a:cubicBezTo>
                    <a:pt x="28054" y="12042"/>
                    <a:pt x="28021" y="12008"/>
                    <a:pt x="27987" y="11941"/>
                  </a:cubicBezTo>
                  <a:cubicBezTo>
                    <a:pt x="27954" y="11908"/>
                    <a:pt x="27987" y="11875"/>
                    <a:pt x="28054" y="11875"/>
                  </a:cubicBezTo>
                  <a:close/>
                  <a:moveTo>
                    <a:pt x="15920" y="12050"/>
                  </a:moveTo>
                  <a:cubicBezTo>
                    <a:pt x="15937" y="12050"/>
                    <a:pt x="15945" y="12058"/>
                    <a:pt x="15945" y="12075"/>
                  </a:cubicBezTo>
                  <a:cubicBezTo>
                    <a:pt x="15945" y="12075"/>
                    <a:pt x="15945" y="12142"/>
                    <a:pt x="15912" y="12175"/>
                  </a:cubicBezTo>
                  <a:cubicBezTo>
                    <a:pt x="15912" y="12214"/>
                    <a:pt x="15889" y="12230"/>
                    <a:pt x="15870" y="12230"/>
                  </a:cubicBezTo>
                  <a:cubicBezTo>
                    <a:pt x="15857" y="12230"/>
                    <a:pt x="15845" y="12222"/>
                    <a:pt x="15845" y="12208"/>
                  </a:cubicBezTo>
                  <a:cubicBezTo>
                    <a:pt x="15812" y="12142"/>
                    <a:pt x="15812" y="12108"/>
                    <a:pt x="15845" y="12075"/>
                  </a:cubicBezTo>
                  <a:cubicBezTo>
                    <a:pt x="15879" y="12058"/>
                    <a:pt x="15904" y="12050"/>
                    <a:pt x="15920" y="12050"/>
                  </a:cubicBezTo>
                  <a:close/>
                  <a:moveTo>
                    <a:pt x="19281" y="12075"/>
                  </a:moveTo>
                  <a:cubicBezTo>
                    <a:pt x="19315" y="12075"/>
                    <a:pt x="19348" y="12075"/>
                    <a:pt x="19381" y="12108"/>
                  </a:cubicBezTo>
                  <a:cubicBezTo>
                    <a:pt x="19415" y="12142"/>
                    <a:pt x="19415" y="12208"/>
                    <a:pt x="19348" y="12242"/>
                  </a:cubicBezTo>
                  <a:cubicBezTo>
                    <a:pt x="19315" y="12242"/>
                    <a:pt x="19281" y="12242"/>
                    <a:pt x="19248" y="12208"/>
                  </a:cubicBezTo>
                  <a:cubicBezTo>
                    <a:pt x="19214" y="12175"/>
                    <a:pt x="19214" y="12108"/>
                    <a:pt x="19281" y="12075"/>
                  </a:cubicBezTo>
                  <a:close/>
                  <a:moveTo>
                    <a:pt x="30990" y="10174"/>
                  </a:moveTo>
                  <a:lnTo>
                    <a:pt x="30990" y="10174"/>
                  </a:lnTo>
                  <a:cubicBezTo>
                    <a:pt x="30990" y="10174"/>
                    <a:pt x="31123" y="10274"/>
                    <a:pt x="31290" y="10440"/>
                  </a:cubicBezTo>
                  <a:cubicBezTo>
                    <a:pt x="31423" y="10607"/>
                    <a:pt x="31623" y="10841"/>
                    <a:pt x="31723" y="10941"/>
                  </a:cubicBezTo>
                  <a:cubicBezTo>
                    <a:pt x="31823" y="11041"/>
                    <a:pt x="31957" y="11208"/>
                    <a:pt x="32057" y="11274"/>
                  </a:cubicBezTo>
                  <a:cubicBezTo>
                    <a:pt x="32224" y="11474"/>
                    <a:pt x="32224" y="11474"/>
                    <a:pt x="32424" y="11975"/>
                  </a:cubicBezTo>
                  <a:lnTo>
                    <a:pt x="32591" y="12375"/>
                  </a:lnTo>
                  <a:lnTo>
                    <a:pt x="32224" y="11975"/>
                  </a:lnTo>
                  <a:cubicBezTo>
                    <a:pt x="31990" y="11741"/>
                    <a:pt x="31790" y="11541"/>
                    <a:pt x="31790" y="11508"/>
                  </a:cubicBezTo>
                  <a:cubicBezTo>
                    <a:pt x="31757" y="11474"/>
                    <a:pt x="31690" y="11408"/>
                    <a:pt x="31623" y="11408"/>
                  </a:cubicBezTo>
                  <a:cubicBezTo>
                    <a:pt x="31423" y="11274"/>
                    <a:pt x="31090" y="10774"/>
                    <a:pt x="31023" y="10474"/>
                  </a:cubicBezTo>
                  <a:cubicBezTo>
                    <a:pt x="30990" y="10307"/>
                    <a:pt x="30956" y="10174"/>
                    <a:pt x="30990" y="10174"/>
                  </a:cubicBezTo>
                  <a:close/>
                  <a:moveTo>
                    <a:pt x="30694" y="12133"/>
                  </a:moveTo>
                  <a:cubicBezTo>
                    <a:pt x="30712" y="12133"/>
                    <a:pt x="30733" y="12136"/>
                    <a:pt x="30756" y="12142"/>
                  </a:cubicBezTo>
                  <a:cubicBezTo>
                    <a:pt x="30823" y="12142"/>
                    <a:pt x="30856" y="12375"/>
                    <a:pt x="30789" y="12442"/>
                  </a:cubicBezTo>
                  <a:cubicBezTo>
                    <a:pt x="30756" y="12442"/>
                    <a:pt x="30689" y="12408"/>
                    <a:pt x="30656" y="12308"/>
                  </a:cubicBezTo>
                  <a:cubicBezTo>
                    <a:pt x="30573" y="12198"/>
                    <a:pt x="30605" y="12133"/>
                    <a:pt x="30694" y="12133"/>
                  </a:cubicBezTo>
                  <a:close/>
                  <a:moveTo>
                    <a:pt x="12494" y="11966"/>
                  </a:moveTo>
                  <a:cubicBezTo>
                    <a:pt x="12577" y="11966"/>
                    <a:pt x="12660" y="12031"/>
                    <a:pt x="12743" y="12142"/>
                  </a:cubicBezTo>
                  <a:cubicBezTo>
                    <a:pt x="12877" y="12308"/>
                    <a:pt x="12877" y="12375"/>
                    <a:pt x="12810" y="12442"/>
                  </a:cubicBezTo>
                  <a:cubicBezTo>
                    <a:pt x="12782" y="12456"/>
                    <a:pt x="12755" y="12464"/>
                    <a:pt x="12729" y="12464"/>
                  </a:cubicBezTo>
                  <a:cubicBezTo>
                    <a:pt x="12694" y="12464"/>
                    <a:pt x="12663" y="12448"/>
                    <a:pt x="12643" y="12408"/>
                  </a:cubicBezTo>
                  <a:cubicBezTo>
                    <a:pt x="12610" y="12375"/>
                    <a:pt x="12510" y="12275"/>
                    <a:pt x="12443" y="12175"/>
                  </a:cubicBezTo>
                  <a:cubicBezTo>
                    <a:pt x="12310" y="12075"/>
                    <a:pt x="12310" y="12042"/>
                    <a:pt x="12443" y="11975"/>
                  </a:cubicBezTo>
                  <a:cubicBezTo>
                    <a:pt x="12460" y="11969"/>
                    <a:pt x="12477" y="11966"/>
                    <a:pt x="12494" y="11966"/>
                  </a:cubicBezTo>
                  <a:close/>
                  <a:moveTo>
                    <a:pt x="19813" y="12607"/>
                  </a:moveTo>
                  <a:cubicBezTo>
                    <a:pt x="19854" y="12607"/>
                    <a:pt x="20006" y="12708"/>
                    <a:pt x="20082" y="12809"/>
                  </a:cubicBezTo>
                  <a:cubicBezTo>
                    <a:pt x="20101" y="12828"/>
                    <a:pt x="20098" y="12847"/>
                    <a:pt x="20079" y="12847"/>
                  </a:cubicBezTo>
                  <a:cubicBezTo>
                    <a:pt x="20065" y="12847"/>
                    <a:pt x="20043" y="12837"/>
                    <a:pt x="20015" y="12809"/>
                  </a:cubicBezTo>
                  <a:cubicBezTo>
                    <a:pt x="19915" y="12775"/>
                    <a:pt x="19848" y="12709"/>
                    <a:pt x="19815" y="12642"/>
                  </a:cubicBezTo>
                  <a:cubicBezTo>
                    <a:pt x="19799" y="12618"/>
                    <a:pt x="19800" y="12607"/>
                    <a:pt x="19813" y="12607"/>
                  </a:cubicBezTo>
                  <a:close/>
                  <a:moveTo>
                    <a:pt x="16854" y="12675"/>
                  </a:moveTo>
                  <a:cubicBezTo>
                    <a:pt x="16871" y="12675"/>
                    <a:pt x="16879" y="12709"/>
                    <a:pt x="16879" y="12775"/>
                  </a:cubicBezTo>
                  <a:cubicBezTo>
                    <a:pt x="16913" y="12842"/>
                    <a:pt x="16879" y="12909"/>
                    <a:pt x="16813" y="12909"/>
                  </a:cubicBezTo>
                  <a:cubicBezTo>
                    <a:pt x="16746" y="12909"/>
                    <a:pt x="16746" y="12875"/>
                    <a:pt x="16779" y="12775"/>
                  </a:cubicBezTo>
                  <a:cubicBezTo>
                    <a:pt x="16813" y="12709"/>
                    <a:pt x="16838" y="12675"/>
                    <a:pt x="16854" y="12675"/>
                  </a:cubicBezTo>
                  <a:close/>
                  <a:moveTo>
                    <a:pt x="32791" y="12709"/>
                  </a:moveTo>
                  <a:cubicBezTo>
                    <a:pt x="32791" y="12709"/>
                    <a:pt x="32824" y="12742"/>
                    <a:pt x="32891" y="12809"/>
                  </a:cubicBezTo>
                  <a:cubicBezTo>
                    <a:pt x="32924" y="12875"/>
                    <a:pt x="32924" y="12909"/>
                    <a:pt x="32858" y="12942"/>
                  </a:cubicBezTo>
                  <a:cubicBezTo>
                    <a:pt x="32849" y="12950"/>
                    <a:pt x="32841" y="12955"/>
                    <a:pt x="32833" y="12955"/>
                  </a:cubicBezTo>
                  <a:cubicBezTo>
                    <a:pt x="32810" y="12955"/>
                    <a:pt x="32791" y="12917"/>
                    <a:pt x="32791" y="12842"/>
                  </a:cubicBezTo>
                  <a:cubicBezTo>
                    <a:pt x="32757" y="12775"/>
                    <a:pt x="32757" y="12709"/>
                    <a:pt x="32791" y="12709"/>
                  </a:cubicBezTo>
                  <a:close/>
                  <a:moveTo>
                    <a:pt x="28711" y="12909"/>
                  </a:moveTo>
                  <a:cubicBezTo>
                    <a:pt x="28729" y="12909"/>
                    <a:pt x="28755" y="12920"/>
                    <a:pt x="28788" y="12942"/>
                  </a:cubicBezTo>
                  <a:cubicBezTo>
                    <a:pt x="28855" y="12942"/>
                    <a:pt x="28855" y="13009"/>
                    <a:pt x="28821" y="13076"/>
                  </a:cubicBezTo>
                  <a:cubicBezTo>
                    <a:pt x="28821" y="13089"/>
                    <a:pt x="28810" y="13097"/>
                    <a:pt x="28794" y="13097"/>
                  </a:cubicBezTo>
                  <a:cubicBezTo>
                    <a:pt x="28772" y="13097"/>
                    <a:pt x="28741" y="13081"/>
                    <a:pt x="28721" y="13042"/>
                  </a:cubicBezTo>
                  <a:cubicBezTo>
                    <a:pt x="28677" y="12953"/>
                    <a:pt x="28677" y="12909"/>
                    <a:pt x="28711" y="12909"/>
                  </a:cubicBezTo>
                  <a:close/>
                  <a:moveTo>
                    <a:pt x="31385" y="12930"/>
                  </a:moveTo>
                  <a:cubicBezTo>
                    <a:pt x="31394" y="12930"/>
                    <a:pt x="31407" y="12934"/>
                    <a:pt x="31423" y="12942"/>
                  </a:cubicBezTo>
                  <a:cubicBezTo>
                    <a:pt x="31523" y="12942"/>
                    <a:pt x="31523" y="12976"/>
                    <a:pt x="31523" y="13076"/>
                  </a:cubicBezTo>
                  <a:cubicBezTo>
                    <a:pt x="31508" y="13106"/>
                    <a:pt x="31493" y="13122"/>
                    <a:pt x="31475" y="13122"/>
                  </a:cubicBezTo>
                  <a:cubicBezTo>
                    <a:pt x="31453" y="13122"/>
                    <a:pt x="31427" y="13097"/>
                    <a:pt x="31390" y="13042"/>
                  </a:cubicBezTo>
                  <a:cubicBezTo>
                    <a:pt x="31365" y="12967"/>
                    <a:pt x="31359" y="12930"/>
                    <a:pt x="31385" y="12930"/>
                  </a:cubicBezTo>
                  <a:close/>
                  <a:moveTo>
                    <a:pt x="19882" y="13076"/>
                  </a:moveTo>
                  <a:cubicBezTo>
                    <a:pt x="19915" y="13076"/>
                    <a:pt x="19948" y="13109"/>
                    <a:pt x="19948" y="13176"/>
                  </a:cubicBezTo>
                  <a:cubicBezTo>
                    <a:pt x="19948" y="13206"/>
                    <a:pt x="19955" y="13222"/>
                    <a:pt x="19969" y="13222"/>
                  </a:cubicBezTo>
                  <a:cubicBezTo>
                    <a:pt x="19985" y="13222"/>
                    <a:pt x="20012" y="13197"/>
                    <a:pt x="20048" y="13142"/>
                  </a:cubicBezTo>
                  <a:cubicBezTo>
                    <a:pt x="20082" y="13109"/>
                    <a:pt x="20107" y="13092"/>
                    <a:pt x="20123" y="13092"/>
                  </a:cubicBezTo>
                  <a:cubicBezTo>
                    <a:pt x="20140" y="13092"/>
                    <a:pt x="20148" y="13109"/>
                    <a:pt x="20148" y="13142"/>
                  </a:cubicBezTo>
                  <a:cubicBezTo>
                    <a:pt x="20148" y="13231"/>
                    <a:pt x="20060" y="13305"/>
                    <a:pt x="19980" y="13305"/>
                  </a:cubicBezTo>
                  <a:cubicBezTo>
                    <a:pt x="19941" y="13305"/>
                    <a:pt x="19904" y="13287"/>
                    <a:pt x="19882" y="13242"/>
                  </a:cubicBezTo>
                  <a:cubicBezTo>
                    <a:pt x="19815" y="13176"/>
                    <a:pt x="19848" y="13109"/>
                    <a:pt x="19882" y="13076"/>
                  </a:cubicBezTo>
                  <a:close/>
                  <a:moveTo>
                    <a:pt x="13047" y="12433"/>
                  </a:moveTo>
                  <a:cubicBezTo>
                    <a:pt x="13101" y="12433"/>
                    <a:pt x="13156" y="12487"/>
                    <a:pt x="13210" y="12542"/>
                  </a:cubicBezTo>
                  <a:cubicBezTo>
                    <a:pt x="13244" y="12642"/>
                    <a:pt x="13377" y="12709"/>
                    <a:pt x="13477" y="12709"/>
                  </a:cubicBezTo>
                  <a:cubicBezTo>
                    <a:pt x="13610" y="12709"/>
                    <a:pt x="13644" y="12742"/>
                    <a:pt x="13610" y="13009"/>
                  </a:cubicBezTo>
                  <a:cubicBezTo>
                    <a:pt x="13578" y="13255"/>
                    <a:pt x="13545" y="13380"/>
                    <a:pt x="13484" y="13380"/>
                  </a:cubicBezTo>
                  <a:cubicBezTo>
                    <a:pt x="13422" y="13380"/>
                    <a:pt x="13329" y="13247"/>
                    <a:pt x="13177" y="12976"/>
                  </a:cubicBezTo>
                  <a:cubicBezTo>
                    <a:pt x="13010" y="12642"/>
                    <a:pt x="12943" y="12475"/>
                    <a:pt x="13010" y="12442"/>
                  </a:cubicBezTo>
                  <a:cubicBezTo>
                    <a:pt x="13022" y="12436"/>
                    <a:pt x="13035" y="12433"/>
                    <a:pt x="13047" y="12433"/>
                  </a:cubicBezTo>
                  <a:close/>
                  <a:moveTo>
                    <a:pt x="29021" y="13476"/>
                  </a:moveTo>
                  <a:cubicBezTo>
                    <a:pt x="29055" y="13476"/>
                    <a:pt x="29088" y="13509"/>
                    <a:pt x="29155" y="13543"/>
                  </a:cubicBezTo>
                  <a:cubicBezTo>
                    <a:pt x="29222" y="13609"/>
                    <a:pt x="29222" y="13643"/>
                    <a:pt x="29188" y="13676"/>
                  </a:cubicBezTo>
                  <a:cubicBezTo>
                    <a:pt x="29179" y="13685"/>
                    <a:pt x="29168" y="13689"/>
                    <a:pt x="29156" y="13689"/>
                  </a:cubicBezTo>
                  <a:cubicBezTo>
                    <a:pt x="29122" y="13689"/>
                    <a:pt x="29079" y="13658"/>
                    <a:pt x="29055" y="13609"/>
                  </a:cubicBezTo>
                  <a:cubicBezTo>
                    <a:pt x="29021" y="13543"/>
                    <a:pt x="29021" y="13509"/>
                    <a:pt x="29021" y="13476"/>
                  </a:cubicBezTo>
                  <a:close/>
                  <a:moveTo>
                    <a:pt x="29343" y="13400"/>
                  </a:moveTo>
                  <a:cubicBezTo>
                    <a:pt x="29378" y="13400"/>
                    <a:pt x="29428" y="13455"/>
                    <a:pt x="29455" y="13509"/>
                  </a:cubicBezTo>
                  <a:cubicBezTo>
                    <a:pt x="29522" y="13609"/>
                    <a:pt x="29522" y="13676"/>
                    <a:pt x="29488" y="13709"/>
                  </a:cubicBezTo>
                  <a:cubicBezTo>
                    <a:pt x="29455" y="13709"/>
                    <a:pt x="29388" y="13676"/>
                    <a:pt x="29355" y="13576"/>
                  </a:cubicBezTo>
                  <a:cubicBezTo>
                    <a:pt x="29288" y="13509"/>
                    <a:pt x="29288" y="13409"/>
                    <a:pt x="29322" y="13409"/>
                  </a:cubicBezTo>
                  <a:cubicBezTo>
                    <a:pt x="29328" y="13403"/>
                    <a:pt x="29335" y="13400"/>
                    <a:pt x="29343" y="13400"/>
                  </a:cubicBezTo>
                  <a:close/>
                  <a:moveTo>
                    <a:pt x="31623" y="13309"/>
                  </a:moveTo>
                  <a:cubicBezTo>
                    <a:pt x="31790" y="13342"/>
                    <a:pt x="31790" y="13342"/>
                    <a:pt x="31723" y="13576"/>
                  </a:cubicBezTo>
                  <a:cubicBezTo>
                    <a:pt x="31670" y="13718"/>
                    <a:pt x="31608" y="13794"/>
                    <a:pt x="31571" y="13794"/>
                  </a:cubicBezTo>
                  <a:cubicBezTo>
                    <a:pt x="31538" y="13794"/>
                    <a:pt x="31525" y="13734"/>
                    <a:pt x="31557" y="13609"/>
                  </a:cubicBezTo>
                  <a:cubicBezTo>
                    <a:pt x="31577" y="13487"/>
                    <a:pt x="31523" y="13415"/>
                    <a:pt x="31462" y="13415"/>
                  </a:cubicBezTo>
                  <a:cubicBezTo>
                    <a:pt x="31424" y="13415"/>
                    <a:pt x="31382" y="13444"/>
                    <a:pt x="31356" y="13509"/>
                  </a:cubicBezTo>
                  <a:cubicBezTo>
                    <a:pt x="31337" y="13528"/>
                    <a:pt x="31318" y="13548"/>
                    <a:pt x="31299" y="13548"/>
                  </a:cubicBezTo>
                  <a:cubicBezTo>
                    <a:pt x="31285" y="13548"/>
                    <a:pt x="31271" y="13537"/>
                    <a:pt x="31256" y="13509"/>
                  </a:cubicBezTo>
                  <a:cubicBezTo>
                    <a:pt x="31190" y="13409"/>
                    <a:pt x="31390" y="13309"/>
                    <a:pt x="31623" y="13309"/>
                  </a:cubicBezTo>
                  <a:close/>
                  <a:moveTo>
                    <a:pt x="10830" y="12465"/>
                  </a:moveTo>
                  <a:cubicBezTo>
                    <a:pt x="10876" y="12465"/>
                    <a:pt x="10940" y="12481"/>
                    <a:pt x="11009" y="12509"/>
                  </a:cubicBezTo>
                  <a:cubicBezTo>
                    <a:pt x="11175" y="12609"/>
                    <a:pt x="11175" y="12642"/>
                    <a:pt x="11009" y="12709"/>
                  </a:cubicBezTo>
                  <a:cubicBezTo>
                    <a:pt x="10842" y="12809"/>
                    <a:pt x="10842" y="13076"/>
                    <a:pt x="10975" y="13142"/>
                  </a:cubicBezTo>
                  <a:cubicBezTo>
                    <a:pt x="11042" y="13176"/>
                    <a:pt x="11009" y="13209"/>
                    <a:pt x="10975" y="13209"/>
                  </a:cubicBezTo>
                  <a:cubicBezTo>
                    <a:pt x="10875" y="13242"/>
                    <a:pt x="10842" y="13409"/>
                    <a:pt x="10909" y="13676"/>
                  </a:cubicBezTo>
                  <a:cubicBezTo>
                    <a:pt x="10942" y="13776"/>
                    <a:pt x="10909" y="13876"/>
                    <a:pt x="10842" y="13910"/>
                  </a:cubicBezTo>
                  <a:cubicBezTo>
                    <a:pt x="10808" y="13921"/>
                    <a:pt x="10783" y="13928"/>
                    <a:pt x="10762" y="13928"/>
                  </a:cubicBezTo>
                  <a:cubicBezTo>
                    <a:pt x="10720" y="13928"/>
                    <a:pt x="10697" y="13898"/>
                    <a:pt x="10675" y="13809"/>
                  </a:cubicBezTo>
                  <a:cubicBezTo>
                    <a:pt x="10675" y="13743"/>
                    <a:pt x="10608" y="13576"/>
                    <a:pt x="10575" y="13443"/>
                  </a:cubicBezTo>
                  <a:cubicBezTo>
                    <a:pt x="10542" y="13309"/>
                    <a:pt x="10542" y="13242"/>
                    <a:pt x="10575" y="13242"/>
                  </a:cubicBezTo>
                  <a:cubicBezTo>
                    <a:pt x="10608" y="13242"/>
                    <a:pt x="10642" y="13109"/>
                    <a:pt x="10642" y="12942"/>
                  </a:cubicBezTo>
                  <a:cubicBezTo>
                    <a:pt x="10642" y="12775"/>
                    <a:pt x="10675" y="12642"/>
                    <a:pt x="10742" y="12642"/>
                  </a:cubicBezTo>
                  <a:cubicBezTo>
                    <a:pt x="10775" y="12642"/>
                    <a:pt x="10808" y="12609"/>
                    <a:pt x="10775" y="12575"/>
                  </a:cubicBezTo>
                  <a:cubicBezTo>
                    <a:pt x="10736" y="12497"/>
                    <a:pt x="10766" y="12465"/>
                    <a:pt x="10830" y="12465"/>
                  </a:cubicBezTo>
                  <a:close/>
                  <a:moveTo>
                    <a:pt x="19987" y="13722"/>
                  </a:moveTo>
                  <a:cubicBezTo>
                    <a:pt x="20025" y="13722"/>
                    <a:pt x="20073" y="13759"/>
                    <a:pt x="20115" y="13843"/>
                  </a:cubicBezTo>
                  <a:cubicBezTo>
                    <a:pt x="20182" y="13910"/>
                    <a:pt x="20148" y="14010"/>
                    <a:pt x="20082" y="14043"/>
                  </a:cubicBezTo>
                  <a:cubicBezTo>
                    <a:pt x="20045" y="14067"/>
                    <a:pt x="20017" y="14083"/>
                    <a:pt x="19995" y="14083"/>
                  </a:cubicBezTo>
                  <a:cubicBezTo>
                    <a:pt x="19957" y="14083"/>
                    <a:pt x="19936" y="14036"/>
                    <a:pt x="19915" y="13910"/>
                  </a:cubicBezTo>
                  <a:cubicBezTo>
                    <a:pt x="19896" y="13793"/>
                    <a:pt x="19933" y="13722"/>
                    <a:pt x="19987" y="13722"/>
                  </a:cubicBezTo>
                  <a:close/>
                  <a:moveTo>
                    <a:pt x="27749" y="11904"/>
                  </a:moveTo>
                  <a:cubicBezTo>
                    <a:pt x="27804" y="11904"/>
                    <a:pt x="27890" y="11972"/>
                    <a:pt x="27987" y="12108"/>
                  </a:cubicBezTo>
                  <a:cubicBezTo>
                    <a:pt x="28054" y="12208"/>
                    <a:pt x="28321" y="12675"/>
                    <a:pt x="28588" y="13109"/>
                  </a:cubicBezTo>
                  <a:cubicBezTo>
                    <a:pt x="29021" y="13776"/>
                    <a:pt x="29055" y="13910"/>
                    <a:pt x="28988" y="14043"/>
                  </a:cubicBezTo>
                  <a:cubicBezTo>
                    <a:pt x="28955" y="14143"/>
                    <a:pt x="28888" y="14243"/>
                    <a:pt x="28855" y="14276"/>
                  </a:cubicBezTo>
                  <a:cubicBezTo>
                    <a:pt x="28852" y="14278"/>
                    <a:pt x="28848" y="14279"/>
                    <a:pt x="28845" y="14279"/>
                  </a:cubicBezTo>
                  <a:cubicBezTo>
                    <a:pt x="28770" y="14279"/>
                    <a:pt x="28583" y="13959"/>
                    <a:pt x="28488" y="13609"/>
                  </a:cubicBezTo>
                  <a:cubicBezTo>
                    <a:pt x="28454" y="13443"/>
                    <a:pt x="28254" y="13042"/>
                    <a:pt x="28054" y="12709"/>
                  </a:cubicBezTo>
                  <a:cubicBezTo>
                    <a:pt x="27854" y="12375"/>
                    <a:pt x="27687" y="12075"/>
                    <a:pt x="27687" y="12008"/>
                  </a:cubicBezTo>
                  <a:cubicBezTo>
                    <a:pt x="27687" y="11939"/>
                    <a:pt x="27710" y="11904"/>
                    <a:pt x="27749" y="11904"/>
                  </a:cubicBezTo>
                  <a:close/>
                  <a:moveTo>
                    <a:pt x="20048" y="14210"/>
                  </a:moveTo>
                  <a:cubicBezTo>
                    <a:pt x="20115" y="14210"/>
                    <a:pt x="20182" y="14243"/>
                    <a:pt x="20182" y="14276"/>
                  </a:cubicBezTo>
                  <a:cubicBezTo>
                    <a:pt x="20215" y="14310"/>
                    <a:pt x="20215" y="14377"/>
                    <a:pt x="20182" y="14377"/>
                  </a:cubicBezTo>
                  <a:cubicBezTo>
                    <a:pt x="20164" y="14385"/>
                    <a:pt x="20146" y="14390"/>
                    <a:pt x="20129" y="14390"/>
                  </a:cubicBezTo>
                  <a:cubicBezTo>
                    <a:pt x="20082" y="14390"/>
                    <a:pt x="20039" y="14359"/>
                    <a:pt x="20015" y="14310"/>
                  </a:cubicBezTo>
                  <a:cubicBezTo>
                    <a:pt x="19982" y="14243"/>
                    <a:pt x="20015" y="14210"/>
                    <a:pt x="20048" y="14210"/>
                  </a:cubicBezTo>
                  <a:close/>
                  <a:moveTo>
                    <a:pt x="7685" y="14096"/>
                  </a:moveTo>
                  <a:cubicBezTo>
                    <a:pt x="7707" y="14096"/>
                    <a:pt x="7726" y="14100"/>
                    <a:pt x="7740" y="14110"/>
                  </a:cubicBezTo>
                  <a:cubicBezTo>
                    <a:pt x="7806" y="14143"/>
                    <a:pt x="7806" y="14210"/>
                    <a:pt x="7773" y="14276"/>
                  </a:cubicBezTo>
                  <a:cubicBezTo>
                    <a:pt x="7733" y="14357"/>
                    <a:pt x="7607" y="14401"/>
                    <a:pt x="7499" y="14401"/>
                  </a:cubicBezTo>
                  <a:cubicBezTo>
                    <a:pt x="7428" y="14401"/>
                    <a:pt x="7366" y="14383"/>
                    <a:pt x="7339" y="14343"/>
                  </a:cubicBezTo>
                  <a:cubicBezTo>
                    <a:pt x="7282" y="14257"/>
                    <a:pt x="7546" y="14096"/>
                    <a:pt x="7685" y="14096"/>
                  </a:cubicBezTo>
                  <a:close/>
                  <a:moveTo>
                    <a:pt x="31657" y="13876"/>
                  </a:moveTo>
                  <a:cubicBezTo>
                    <a:pt x="31723" y="13876"/>
                    <a:pt x="31857" y="13943"/>
                    <a:pt x="31924" y="14076"/>
                  </a:cubicBezTo>
                  <a:cubicBezTo>
                    <a:pt x="32057" y="14243"/>
                    <a:pt x="32057" y="14310"/>
                    <a:pt x="31957" y="14377"/>
                  </a:cubicBezTo>
                  <a:cubicBezTo>
                    <a:pt x="31915" y="14402"/>
                    <a:pt x="31876" y="14412"/>
                    <a:pt x="31842" y="14412"/>
                  </a:cubicBezTo>
                  <a:cubicBezTo>
                    <a:pt x="31742" y="14412"/>
                    <a:pt x="31698" y="14318"/>
                    <a:pt x="31823" y="14243"/>
                  </a:cubicBezTo>
                  <a:cubicBezTo>
                    <a:pt x="31857" y="14210"/>
                    <a:pt x="31823" y="14210"/>
                    <a:pt x="31723" y="14210"/>
                  </a:cubicBezTo>
                  <a:cubicBezTo>
                    <a:pt x="31657" y="14210"/>
                    <a:pt x="31523" y="14143"/>
                    <a:pt x="31490" y="14076"/>
                  </a:cubicBezTo>
                  <a:cubicBezTo>
                    <a:pt x="31465" y="14027"/>
                    <a:pt x="31459" y="13997"/>
                    <a:pt x="31483" y="13997"/>
                  </a:cubicBezTo>
                  <a:cubicBezTo>
                    <a:pt x="31492" y="13997"/>
                    <a:pt x="31505" y="14001"/>
                    <a:pt x="31523" y="14010"/>
                  </a:cubicBezTo>
                  <a:cubicBezTo>
                    <a:pt x="31547" y="14033"/>
                    <a:pt x="31604" y="14057"/>
                    <a:pt x="31647" y="14057"/>
                  </a:cubicBezTo>
                  <a:cubicBezTo>
                    <a:pt x="31665" y="14057"/>
                    <a:pt x="31680" y="14053"/>
                    <a:pt x="31690" y="14043"/>
                  </a:cubicBezTo>
                  <a:cubicBezTo>
                    <a:pt x="31723" y="14010"/>
                    <a:pt x="31723" y="13976"/>
                    <a:pt x="31657" y="13943"/>
                  </a:cubicBezTo>
                  <a:cubicBezTo>
                    <a:pt x="31590" y="13910"/>
                    <a:pt x="31590" y="13910"/>
                    <a:pt x="31657" y="13876"/>
                  </a:cubicBezTo>
                  <a:close/>
                  <a:moveTo>
                    <a:pt x="17313" y="14610"/>
                  </a:moveTo>
                  <a:cubicBezTo>
                    <a:pt x="17380" y="14643"/>
                    <a:pt x="17346" y="14710"/>
                    <a:pt x="17280" y="14743"/>
                  </a:cubicBezTo>
                  <a:cubicBezTo>
                    <a:pt x="17263" y="14760"/>
                    <a:pt x="17238" y="14768"/>
                    <a:pt x="17213" y="14768"/>
                  </a:cubicBezTo>
                  <a:cubicBezTo>
                    <a:pt x="17188" y="14768"/>
                    <a:pt x="17163" y="14760"/>
                    <a:pt x="17146" y="14743"/>
                  </a:cubicBezTo>
                  <a:cubicBezTo>
                    <a:pt x="17113" y="14677"/>
                    <a:pt x="17113" y="14643"/>
                    <a:pt x="17146" y="14610"/>
                  </a:cubicBezTo>
                  <a:close/>
                  <a:moveTo>
                    <a:pt x="7961" y="14578"/>
                  </a:moveTo>
                  <a:cubicBezTo>
                    <a:pt x="7973" y="14578"/>
                    <a:pt x="7973" y="14602"/>
                    <a:pt x="7973" y="14643"/>
                  </a:cubicBezTo>
                  <a:cubicBezTo>
                    <a:pt x="7973" y="14710"/>
                    <a:pt x="7906" y="14777"/>
                    <a:pt x="7840" y="14810"/>
                  </a:cubicBezTo>
                  <a:cubicBezTo>
                    <a:pt x="7804" y="14834"/>
                    <a:pt x="7781" y="14845"/>
                    <a:pt x="7770" y="14845"/>
                  </a:cubicBezTo>
                  <a:cubicBezTo>
                    <a:pt x="7748" y="14845"/>
                    <a:pt x="7763" y="14808"/>
                    <a:pt x="7806" y="14743"/>
                  </a:cubicBezTo>
                  <a:cubicBezTo>
                    <a:pt x="7904" y="14626"/>
                    <a:pt x="7945" y="14578"/>
                    <a:pt x="7961" y="14578"/>
                  </a:cubicBezTo>
                  <a:close/>
                  <a:moveTo>
                    <a:pt x="29152" y="14798"/>
                  </a:moveTo>
                  <a:cubicBezTo>
                    <a:pt x="29186" y="14798"/>
                    <a:pt x="29230" y="14835"/>
                    <a:pt x="29255" y="14910"/>
                  </a:cubicBezTo>
                  <a:cubicBezTo>
                    <a:pt x="29322" y="14977"/>
                    <a:pt x="29288" y="15077"/>
                    <a:pt x="29222" y="15110"/>
                  </a:cubicBezTo>
                  <a:cubicBezTo>
                    <a:pt x="29205" y="15119"/>
                    <a:pt x="29190" y="15123"/>
                    <a:pt x="29177" y="15123"/>
                  </a:cubicBezTo>
                  <a:cubicBezTo>
                    <a:pt x="29138" y="15123"/>
                    <a:pt x="29113" y="15085"/>
                    <a:pt x="29088" y="15010"/>
                  </a:cubicBezTo>
                  <a:cubicBezTo>
                    <a:pt x="29055" y="14910"/>
                    <a:pt x="29055" y="14810"/>
                    <a:pt x="29122" y="14810"/>
                  </a:cubicBezTo>
                  <a:cubicBezTo>
                    <a:pt x="29130" y="14802"/>
                    <a:pt x="29140" y="14798"/>
                    <a:pt x="29152" y="14798"/>
                  </a:cubicBezTo>
                  <a:close/>
                  <a:moveTo>
                    <a:pt x="11980" y="15289"/>
                  </a:moveTo>
                  <a:cubicBezTo>
                    <a:pt x="11998" y="15289"/>
                    <a:pt x="12009" y="15297"/>
                    <a:pt x="12009" y="15311"/>
                  </a:cubicBezTo>
                  <a:cubicBezTo>
                    <a:pt x="11976" y="15344"/>
                    <a:pt x="11909" y="15411"/>
                    <a:pt x="11876" y="15411"/>
                  </a:cubicBezTo>
                  <a:cubicBezTo>
                    <a:pt x="11809" y="15411"/>
                    <a:pt x="11809" y="15377"/>
                    <a:pt x="11876" y="15344"/>
                  </a:cubicBezTo>
                  <a:cubicBezTo>
                    <a:pt x="11915" y="15305"/>
                    <a:pt x="11954" y="15289"/>
                    <a:pt x="11980" y="15289"/>
                  </a:cubicBezTo>
                  <a:close/>
                  <a:moveTo>
                    <a:pt x="19081" y="13367"/>
                  </a:moveTo>
                  <a:cubicBezTo>
                    <a:pt x="19127" y="13367"/>
                    <a:pt x="19154" y="13421"/>
                    <a:pt x="19181" y="13476"/>
                  </a:cubicBezTo>
                  <a:cubicBezTo>
                    <a:pt x="19214" y="13576"/>
                    <a:pt x="19248" y="13743"/>
                    <a:pt x="19281" y="13843"/>
                  </a:cubicBezTo>
                  <a:cubicBezTo>
                    <a:pt x="19348" y="13976"/>
                    <a:pt x="19315" y="14110"/>
                    <a:pt x="19281" y="14143"/>
                  </a:cubicBezTo>
                  <a:cubicBezTo>
                    <a:pt x="19214" y="14176"/>
                    <a:pt x="19214" y="14276"/>
                    <a:pt x="19248" y="14377"/>
                  </a:cubicBezTo>
                  <a:cubicBezTo>
                    <a:pt x="19315" y="14543"/>
                    <a:pt x="19315" y="14577"/>
                    <a:pt x="18881" y="14844"/>
                  </a:cubicBezTo>
                  <a:cubicBezTo>
                    <a:pt x="18781" y="14910"/>
                    <a:pt x="18747" y="15010"/>
                    <a:pt x="18781" y="15144"/>
                  </a:cubicBezTo>
                  <a:cubicBezTo>
                    <a:pt x="18814" y="15244"/>
                    <a:pt x="18814" y="15444"/>
                    <a:pt x="18747" y="15544"/>
                  </a:cubicBezTo>
                  <a:cubicBezTo>
                    <a:pt x="18695" y="15649"/>
                    <a:pt x="18670" y="15699"/>
                    <a:pt x="18649" y="15699"/>
                  </a:cubicBezTo>
                  <a:cubicBezTo>
                    <a:pt x="18629" y="15699"/>
                    <a:pt x="18613" y="15657"/>
                    <a:pt x="18581" y="15577"/>
                  </a:cubicBezTo>
                  <a:cubicBezTo>
                    <a:pt x="18547" y="15444"/>
                    <a:pt x="18547" y="15277"/>
                    <a:pt x="18614" y="15210"/>
                  </a:cubicBezTo>
                  <a:cubicBezTo>
                    <a:pt x="18647" y="15110"/>
                    <a:pt x="18681" y="15010"/>
                    <a:pt x="18647" y="14944"/>
                  </a:cubicBezTo>
                  <a:cubicBezTo>
                    <a:pt x="18581" y="14844"/>
                    <a:pt x="18948" y="13443"/>
                    <a:pt x="19048" y="13376"/>
                  </a:cubicBezTo>
                  <a:cubicBezTo>
                    <a:pt x="19060" y="13370"/>
                    <a:pt x="19071" y="13367"/>
                    <a:pt x="19081" y="13367"/>
                  </a:cubicBezTo>
                  <a:close/>
                  <a:moveTo>
                    <a:pt x="7850" y="15596"/>
                  </a:moveTo>
                  <a:cubicBezTo>
                    <a:pt x="7884" y="15596"/>
                    <a:pt x="7929" y="15611"/>
                    <a:pt x="7973" y="15611"/>
                  </a:cubicBezTo>
                  <a:cubicBezTo>
                    <a:pt x="8006" y="15644"/>
                    <a:pt x="8006" y="15711"/>
                    <a:pt x="7940" y="15744"/>
                  </a:cubicBezTo>
                  <a:cubicBezTo>
                    <a:pt x="7912" y="15758"/>
                    <a:pt x="7884" y="15766"/>
                    <a:pt x="7859" y="15766"/>
                  </a:cubicBezTo>
                  <a:cubicBezTo>
                    <a:pt x="7824" y="15766"/>
                    <a:pt x="7793" y="15750"/>
                    <a:pt x="7773" y="15711"/>
                  </a:cubicBezTo>
                  <a:cubicBezTo>
                    <a:pt x="7740" y="15677"/>
                    <a:pt x="7773" y="15644"/>
                    <a:pt x="7806" y="15611"/>
                  </a:cubicBezTo>
                  <a:cubicBezTo>
                    <a:pt x="7817" y="15600"/>
                    <a:pt x="7832" y="15596"/>
                    <a:pt x="7850" y="15596"/>
                  </a:cubicBezTo>
                  <a:close/>
                  <a:moveTo>
                    <a:pt x="7908" y="15864"/>
                  </a:moveTo>
                  <a:cubicBezTo>
                    <a:pt x="7940" y="15864"/>
                    <a:pt x="7973" y="15887"/>
                    <a:pt x="7973" y="15911"/>
                  </a:cubicBezTo>
                  <a:cubicBezTo>
                    <a:pt x="8006" y="15944"/>
                    <a:pt x="8006" y="16011"/>
                    <a:pt x="7973" y="16044"/>
                  </a:cubicBezTo>
                  <a:cubicBezTo>
                    <a:pt x="7959" y="16073"/>
                    <a:pt x="7945" y="16083"/>
                    <a:pt x="7931" y="16083"/>
                  </a:cubicBezTo>
                  <a:cubicBezTo>
                    <a:pt x="7912" y="16083"/>
                    <a:pt x="7892" y="16064"/>
                    <a:pt x="7873" y="16044"/>
                  </a:cubicBezTo>
                  <a:cubicBezTo>
                    <a:pt x="7840" y="15978"/>
                    <a:pt x="7840" y="15911"/>
                    <a:pt x="7873" y="15878"/>
                  </a:cubicBezTo>
                  <a:cubicBezTo>
                    <a:pt x="7883" y="15868"/>
                    <a:pt x="7895" y="15864"/>
                    <a:pt x="7908" y="15864"/>
                  </a:cubicBezTo>
                  <a:close/>
                  <a:moveTo>
                    <a:pt x="18795" y="15906"/>
                  </a:moveTo>
                  <a:cubicBezTo>
                    <a:pt x="18819" y="15906"/>
                    <a:pt x="18850" y="15931"/>
                    <a:pt x="18881" y="15978"/>
                  </a:cubicBezTo>
                  <a:cubicBezTo>
                    <a:pt x="18914" y="16044"/>
                    <a:pt x="18914" y="16111"/>
                    <a:pt x="18848" y="16111"/>
                  </a:cubicBezTo>
                  <a:cubicBezTo>
                    <a:pt x="18781" y="16111"/>
                    <a:pt x="18747" y="16044"/>
                    <a:pt x="18747" y="16011"/>
                  </a:cubicBezTo>
                  <a:cubicBezTo>
                    <a:pt x="18747" y="15940"/>
                    <a:pt x="18767" y="15906"/>
                    <a:pt x="18795" y="15906"/>
                  </a:cubicBezTo>
                  <a:close/>
                  <a:moveTo>
                    <a:pt x="1729" y="16032"/>
                  </a:moveTo>
                  <a:cubicBezTo>
                    <a:pt x="1783" y="16032"/>
                    <a:pt x="1802" y="16076"/>
                    <a:pt x="1802" y="16178"/>
                  </a:cubicBezTo>
                  <a:cubicBezTo>
                    <a:pt x="1825" y="16315"/>
                    <a:pt x="1785" y="16405"/>
                    <a:pt x="1725" y="16405"/>
                  </a:cubicBezTo>
                  <a:cubicBezTo>
                    <a:pt x="1698" y="16405"/>
                    <a:pt x="1667" y="16386"/>
                    <a:pt x="1635" y="16345"/>
                  </a:cubicBezTo>
                  <a:cubicBezTo>
                    <a:pt x="1569" y="16211"/>
                    <a:pt x="1569" y="16111"/>
                    <a:pt x="1669" y="16044"/>
                  </a:cubicBezTo>
                  <a:cubicBezTo>
                    <a:pt x="1692" y="16037"/>
                    <a:pt x="1712" y="16032"/>
                    <a:pt x="1729" y="16032"/>
                  </a:cubicBezTo>
                  <a:close/>
                  <a:moveTo>
                    <a:pt x="7936" y="16520"/>
                  </a:moveTo>
                  <a:cubicBezTo>
                    <a:pt x="7956" y="16520"/>
                    <a:pt x="7973" y="16528"/>
                    <a:pt x="7973" y="16545"/>
                  </a:cubicBezTo>
                  <a:cubicBezTo>
                    <a:pt x="7973" y="16545"/>
                    <a:pt x="7973" y="16611"/>
                    <a:pt x="7940" y="16645"/>
                  </a:cubicBezTo>
                  <a:cubicBezTo>
                    <a:pt x="7920" y="16684"/>
                    <a:pt x="7901" y="16700"/>
                    <a:pt x="7881" y="16700"/>
                  </a:cubicBezTo>
                  <a:cubicBezTo>
                    <a:pt x="7867" y="16700"/>
                    <a:pt x="7854" y="16692"/>
                    <a:pt x="7840" y="16678"/>
                  </a:cubicBezTo>
                  <a:cubicBezTo>
                    <a:pt x="7840" y="16611"/>
                    <a:pt x="7840" y="16578"/>
                    <a:pt x="7873" y="16545"/>
                  </a:cubicBezTo>
                  <a:cubicBezTo>
                    <a:pt x="7890" y="16528"/>
                    <a:pt x="7915" y="16520"/>
                    <a:pt x="7936" y="16520"/>
                  </a:cubicBezTo>
                  <a:close/>
                  <a:moveTo>
                    <a:pt x="17380" y="15744"/>
                  </a:moveTo>
                  <a:cubicBezTo>
                    <a:pt x="17413" y="15744"/>
                    <a:pt x="17447" y="15811"/>
                    <a:pt x="17447" y="15911"/>
                  </a:cubicBezTo>
                  <a:cubicBezTo>
                    <a:pt x="17447" y="16011"/>
                    <a:pt x="17480" y="16178"/>
                    <a:pt x="17480" y="16278"/>
                  </a:cubicBezTo>
                  <a:cubicBezTo>
                    <a:pt x="17480" y="16378"/>
                    <a:pt x="17513" y="16545"/>
                    <a:pt x="17580" y="16611"/>
                  </a:cubicBezTo>
                  <a:cubicBezTo>
                    <a:pt x="17647" y="16678"/>
                    <a:pt x="17613" y="16778"/>
                    <a:pt x="17547" y="16812"/>
                  </a:cubicBezTo>
                  <a:cubicBezTo>
                    <a:pt x="17504" y="16837"/>
                    <a:pt x="17468" y="16850"/>
                    <a:pt x="17438" y="16850"/>
                  </a:cubicBezTo>
                  <a:cubicBezTo>
                    <a:pt x="17352" y="16850"/>
                    <a:pt x="17322" y="16743"/>
                    <a:pt x="17346" y="16545"/>
                  </a:cubicBezTo>
                  <a:cubicBezTo>
                    <a:pt x="17380" y="16411"/>
                    <a:pt x="17346" y="16245"/>
                    <a:pt x="17313" y="16178"/>
                  </a:cubicBezTo>
                  <a:cubicBezTo>
                    <a:pt x="17246" y="16044"/>
                    <a:pt x="17280" y="15811"/>
                    <a:pt x="17380" y="15744"/>
                  </a:cubicBezTo>
                  <a:close/>
                  <a:moveTo>
                    <a:pt x="5855" y="16787"/>
                  </a:moveTo>
                  <a:cubicBezTo>
                    <a:pt x="5872" y="16787"/>
                    <a:pt x="5888" y="16795"/>
                    <a:pt x="5905" y="16812"/>
                  </a:cubicBezTo>
                  <a:cubicBezTo>
                    <a:pt x="5905" y="16812"/>
                    <a:pt x="5905" y="16878"/>
                    <a:pt x="5872" y="16912"/>
                  </a:cubicBezTo>
                  <a:cubicBezTo>
                    <a:pt x="5852" y="16951"/>
                    <a:pt x="5833" y="16967"/>
                    <a:pt x="5813" y="16967"/>
                  </a:cubicBezTo>
                  <a:cubicBezTo>
                    <a:pt x="5799" y="16967"/>
                    <a:pt x="5785" y="16959"/>
                    <a:pt x="5772" y="16945"/>
                  </a:cubicBezTo>
                  <a:cubicBezTo>
                    <a:pt x="5738" y="16878"/>
                    <a:pt x="5772" y="16845"/>
                    <a:pt x="5805" y="16812"/>
                  </a:cubicBezTo>
                  <a:cubicBezTo>
                    <a:pt x="5822" y="16795"/>
                    <a:pt x="5838" y="16787"/>
                    <a:pt x="5855" y="16787"/>
                  </a:cubicBezTo>
                  <a:close/>
                  <a:moveTo>
                    <a:pt x="18793" y="16666"/>
                  </a:moveTo>
                  <a:cubicBezTo>
                    <a:pt x="18863" y="16666"/>
                    <a:pt x="18889" y="16710"/>
                    <a:pt x="18914" y="16812"/>
                  </a:cubicBezTo>
                  <a:cubicBezTo>
                    <a:pt x="18969" y="16993"/>
                    <a:pt x="18974" y="17076"/>
                    <a:pt x="18929" y="17076"/>
                  </a:cubicBezTo>
                  <a:cubicBezTo>
                    <a:pt x="18892" y="17076"/>
                    <a:pt x="18820" y="17018"/>
                    <a:pt x="18714" y="16912"/>
                  </a:cubicBezTo>
                  <a:cubicBezTo>
                    <a:pt x="18581" y="16778"/>
                    <a:pt x="18581" y="16745"/>
                    <a:pt x="18714" y="16678"/>
                  </a:cubicBezTo>
                  <a:cubicBezTo>
                    <a:pt x="18746" y="16670"/>
                    <a:pt x="18772" y="16666"/>
                    <a:pt x="18793" y="16666"/>
                  </a:cubicBezTo>
                  <a:close/>
                  <a:moveTo>
                    <a:pt x="5519" y="17103"/>
                  </a:moveTo>
                  <a:cubicBezTo>
                    <a:pt x="5537" y="17103"/>
                    <a:pt x="5532" y="17168"/>
                    <a:pt x="5505" y="17279"/>
                  </a:cubicBezTo>
                  <a:cubicBezTo>
                    <a:pt x="5505" y="17412"/>
                    <a:pt x="5438" y="17512"/>
                    <a:pt x="5405" y="17545"/>
                  </a:cubicBezTo>
                  <a:cubicBezTo>
                    <a:pt x="5371" y="17545"/>
                    <a:pt x="5371" y="17479"/>
                    <a:pt x="5405" y="17345"/>
                  </a:cubicBezTo>
                  <a:cubicBezTo>
                    <a:pt x="5438" y="17212"/>
                    <a:pt x="5471" y="17112"/>
                    <a:pt x="5505" y="17112"/>
                  </a:cubicBezTo>
                  <a:cubicBezTo>
                    <a:pt x="5510" y="17106"/>
                    <a:pt x="5515" y="17103"/>
                    <a:pt x="5519" y="17103"/>
                  </a:cubicBezTo>
                  <a:close/>
                  <a:moveTo>
                    <a:pt x="17619" y="17439"/>
                  </a:moveTo>
                  <a:cubicBezTo>
                    <a:pt x="17653" y="17439"/>
                    <a:pt x="17688" y="17461"/>
                    <a:pt x="17713" y="17512"/>
                  </a:cubicBezTo>
                  <a:cubicBezTo>
                    <a:pt x="17747" y="17545"/>
                    <a:pt x="17713" y="17612"/>
                    <a:pt x="17647" y="17646"/>
                  </a:cubicBezTo>
                  <a:cubicBezTo>
                    <a:pt x="17629" y="17654"/>
                    <a:pt x="17613" y="17659"/>
                    <a:pt x="17600" y="17659"/>
                  </a:cubicBezTo>
                  <a:cubicBezTo>
                    <a:pt x="17562" y="17659"/>
                    <a:pt x="17538" y="17628"/>
                    <a:pt x="17513" y="17579"/>
                  </a:cubicBezTo>
                  <a:cubicBezTo>
                    <a:pt x="17513" y="17496"/>
                    <a:pt x="17564" y="17439"/>
                    <a:pt x="17619" y="17439"/>
                  </a:cubicBezTo>
                  <a:close/>
                  <a:moveTo>
                    <a:pt x="15683" y="17400"/>
                  </a:moveTo>
                  <a:cubicBezTo>
                    <a:pt x="15699" y="17400"/>
                    <a:pt x="15720" y="17404"/>
                    <a:pt x="15745" y="17412"/>
                  </a:cubicBezTo>
                  <a:cubicBezTo>
                    <a:pt x="15845" y="17445"/>
                    <a:pt x="15879" y="17479"/>
                    <a:pt x="15812" y="17579"/>
                  </a:cubicBezTo>
                  <a:cubicBezTo>
                    <a:pt x="15783" y="17651"/>
                    <a:pt x="15754" y="17686"/>
                    <a:pt x="15728" y="17686"/>
                  </a:cubicBezTo>
                  <a:cubicBezTo>
                    <a:pt x="15694" y="17686"/>
                    <a:pt x="15664" y="17626"/>
                    <a:pt x="15645" y="17512"/>
                  </a:cubicBezTo>
                  <a:cubicBezTo>
                    <a:pt x="15620" y="17437"/>
                    <a:pt x="15633" y="17400"/>
                    <a:pt x="15683" y="17400"/>
                  </a:cubicBezTo>
                  <a:close/>
                  <a:moveTo>
                    <a:pt x="18781" y="17245"/>
                  </a:moveTo>
                  <a:lnTo>
                    <a:pt x="18781" y="17245"/>
                  </a:lnTo>
                  <a:cubicBezTo>
                    <a:pt x="18814" y="17245"/>
                    <a:pt x="18881" y="17345"/>
                    <a:pt x="18948" y="17445"/>
                  </a:cubicBezTo>
                  <a:cubicBezTo>
                    <a:pt x="19014" y="17579"/>
                    <a:pt x="19014" y="17712"/>
                    <a:pt x="18981" y="17712"/>
                  </a:cubicBezTo>
                  <a:cubicBezTo>
                    <a:pt x="18973" y="17721"/>
                    <a:pt x="18964" y="17725"/>
                    <a:pt x="18956" y="17725"/>
                  </a:cubicBezTo>
                  <a:cubicBezTo>
                    <a:pt x="18933" y="17725"/>
                    <a:pt x="18914" y="17687"/>
                    <a:pt x="18914" y="17612"/>
                  </a:cubicBezTo>
                  <a:cubicBezTo>
                    <a:pt x="18881" y="17545"/>
                    <a:pt x="18848" y="17445"/>
                    <a:pt x="18814" y="17379"/>
                  </a:cubicBezTo>
                  <a:cubicBezTo>
                    <a:pt x="18781" y="17312"/>
                    <a:pt x="18781" y="17279"/>
                    <a:pt x="18781" y="17245"/>
                  </a:cubicBezTo>
                  <a:close/>
                  <a:moveTo>
                    <a:pt x="18714" y="17779"/>
                  </a:moveTo>
                  <a:cubicBezTo>
                    <a:pt x="18747" y="17779"/>
                    <a:pt x="18781" y="17779"/>
                    <a:pt x="18814" y="17846"/>
                  </a:cubicBezTo>
                  <a:cubicBezTo>
                    <a:pt x="18814" y="17879"/>
                    <a:pt x="18814" y="17946"/>
                    <a:pt x="18781" y="17946"/>
                  </a:cubicBezTo>
                  <a:cubicBezTo>
                    <a:pt x="18761" y="17956"/>
                    <a:pt x="18745" y="17960"/>
                    <a:pt x="18731" y="17960"/>
                  </a:cubicBezTo>
                  <a:cubicBezTo>
                    <a:pt x="18697" y="17960"/>
                    <a:pt x="18681" y="17936"/>
                    <a:pt x="18681" y="17912"/>
                  </a:cubicBezTo>
                  <a:cubicBezTo>
                    <a:pt x="18681" y="17846"/>
                    <a:pt x="18714" y="17812"/>
                    <a:pt x="18714" y="17779"/>
                  </a:cubicBezTo>
                  <a:close/>
                  <a:moveTo>
                    <a:pt x="5091" y="17065"/>
                  </a:moveTo>
                  <a:cubicBezTo>
                    <a:pt x="5101" y="17065"/>
                    <a:pt x="5126" y="17082"/>
                    <a:pt x="5171" y="17112"/>
                  </a:cubicBezTo>
                  <a:cubicBezTo>
                    <a:pt x="5204" y="17145"/>
                    <a:pt x="5204" y="17379"/>
                    <a:pt x="5138" y="17579"/>
                  </a:cubicBezTo>
                  <a:cubicBezTo>
                    <a:pt x="5038" y="17812"/>
                    <a:pt x="5004" y="18046"/>
                    <a:pt x="5071" y="18079"/>
                  </a:cubicBezTo>
                  <a:cubicBezTo>
                    <a:pt x="5104" y="18146"/>
                    <a:pt x="5104" y="18213"/>
                    <a:pt x="5071" y="18213"/>
                  </a:cubicBezTo>
                  <a:cubicBezTo>
                    <a:pt x="5043" y="18227"/>
                    <a:pt x="5006" y="18233"/>
                    <a:pt x="4967" y="18233"/>
                  </a:cubicBezTo>
                  <a:cubicBezTo>
                    <a:pt x="4820" y="18233"/>
                    <a:pt x="4623" y="18144"/>
                    <a:pt x="4571" y="18012"/>
                  </a:cubicBezTo>
                  <a:cubicBezTo>
                    <a:pt x="4504" y="17912"/>
                    <a:pt x="4537" y="17846"/>
                    <a:pt x="4904" y="17479"/>
                  </a:cubicBezTo>
                  <a:cubicBezTo>
                    <a:pt x="5004" y="17379"/>
                    <a:pt x="5104" y="17245"/>
                    <a:pt x="5104" y="17145"/>
                  </a:cubicBezTo>
                  <a:cubicBezTo>
                    <a:pt x="5086" y="17090"/>
                    <a:pt x="5078" y="17065"/>
                    <a:pt x="5091" y="17065"/>
                  </a:cubicBezTo>
                  <a:close/>
                  <a:moveTo>
                    <a:pt x="11644" y="12829"/>
                  </a:moveTo>
                  <a:cubicBezTo>
                    <a:pt x="11682" y="12829"/>
                    <a:pt x="11716" y="12833"/>
                    <a:pt x="11742" y="12842"/>
                  </a:cubicBezTo>
                  <a:cubicBezTo>
                    <a:pt x="11909" y="12842"/>
                    <a:pt x="11943" y="12875"/>
                    <a:pt x="11943" y="13076"/>
                  </a:cubicBezTo>
                  <a:cubicBezTo>
                    <a:pt x="11976" y="13209"/>
                    <a:pt x="12009" y="13309"/>
                    <a:pt x="12043" y="13342"/>
                  </a:cubicBezTo>
                  <a:cubicBezTo>
                    <a:pt x="12143" y="13409"/>
                    <a:pt x="12076" y="13709"/>
                    <a:pt x="11809" y="14477"/>
                  </a:cubicBezTo>
                  <a:cubicBezTo>
                    <a:pt x="11676" y="14844"/>
                    <a:pt x="11642" y="15311"/>
                    <a:pt x="11709" y="15544"/>
                  </a:cubicBezTo>
                  <a:cubicBezTo>
                    <a:pt x="11709" y="15577"/>
                    <a:pt x="11742" y="15644"/>
                    <a:pt x="11742" y="15677"/>
                  </a:cubicBezTo>
                  <a:cubicBezTo>
                    <a:pt x="11742" y="15711"/>
                    <a:pt x="11776" y="15744"/>
                    <a:pt x="11809" y="15778"/>
                  </a:cubicBezTo>
                  <a:cubicBezTo>
                    <a:pt x="11809" y="15811"/>
                    <a:pt x="11809" y="15844"/>
                    <a:pt x="11776" y="15878"/>
                  </a:cubicBezTo>
                  <a:cubicBezTo>
                    <a:pt x="11742" y="15911"/>
                    <a:pt x="11742" y="16011"/>
                    <a:pt x="11809" y="16111"/>
                  </a:cubicBezTo>
                  <a:cubicBezTo>
                    <a:pt x="11876" y="16211"/>
                    <a:pt x="11876" y="16345"/>
                    <a:pt x="11809" y="16411"/>
                  </a:cubicBezTo>
                  <a:cubicBezTo>
                    <a:pt x="11676" y="16578"/>
                    <a:pt x="11642" y="16845"/>
                    <a:pt x="11709" y="16878"/>
                  </a:cubicBezTo>
                  <a:cubicBezTo>
                    <a:pt x="11776" y="16912"/>
                    <a:pt x="11709" y="17012"/>
                    <a:pt x="11609" y="17078"/>
                  </a:cubicBezTo>
                  <a:cubicBezTo>
                    <a:pt x="11509" y="17179"/>
                    <a:pt x="11442" y="17345"/>
                    <a:pt x="11476" y="17445"/>
                  </a:cubicBezTo>
                  <a:cubicBezTo>
                    <a:pt x="11509" y="17545"/>
                    <a:pt x="11509" y="17712"/>
                    <a:pt x="11476" y="17812"/>
                  </a:cubicBezTo>
                  <a:cubicBezTo>
                    <a:pt x="11442" y="17912"/>
                    <a:pt x="11409" y="18079"/>
                    <a:pt x="11409" y="18179"/>
                  </a:cubicBezTo>
                  <a:cubicBezTo>
                    <a:pt x="11409" y="18283"/>
                    <a:pt x="11409" y="18336"/>
                    <a:pt x="11384" y="18336"/>
                  </a:cubicBezTo>
                  <a:cubicBezTo>
                    <a:pt x="11370" y="18336"/>
                    <a:pt x="11346" y="18317"/>
                    <a:pt x="11309" y="18279"/>
                  </a:cubicBezTo>
                  <a:cubicBezTo>
                    <a:pt x="11142" y="18179"/>
                    <a:pt x="11142" y="17112"/>
                    <a:pt x="11275" y="17045"/>
                  </a:cubicBezTo>
                  <a:cubicBezTo>
                    <a:pt x="11409" y="16978"/>
                    <a:pt x="11609" y="14343"/>
                    <a:pt x="11509" y="14043"/>
                  </a:cubicBezTo>
                  <a:cubicBezTo>
                    <a:pt x="11476" y="14010"/>
                    <a:pt x="11442" y="13843"/>
                    <a:pt x="11409" y="13709"/>
                  </a:cubicBezTo>
                  <a:cubicBezTo>
                    <a:pt x="11409" y="13576"/>
                    <a:pt x="11342" y="13342"/>
                    <a:pt x="11242" y="13242"/>
                  </a:cubicBezTo>
                  <a:cubicBezTo>
                    <a:pt x="11142" y="13042"/>
                    <a:pt x="11142" y="13009"/>
                    <a:pt x="11342" y="12909"/>
                  </a:cubicBezTo>
                  <a:cubicBezTo>
                    <a:pt x="11415" y="12860"/>
                    <a:pt x="11542" y="12829"/>
                    <a:pt x="11644" y="12829"/>
                  </a:cubicBezTo>
                  <a:close/>
                  <a:moveTo>
                    <a:pt x="17666" y="18337"/>
                  </a:moveTo>
                  <a:cubicBezTo>
                    <a:pt x="17669" y="18337"/>
                    <a:pt x="17674" y="18340"/>
                    <a:pt x="17680" y="18346"/>
                  </a:cubicBezTo>
                  <a:cubicBezTo>
                    <a:pt x="17713" y="18346"/>
                    <a:pt x="17780" y="18446"/>
                    <a:pt x="17847" y="18613"/>
                  </a:cubicBezTo>
                  <a:cubicBezTo>
                    <a:pt x="17880" y="18746"/>
                    <a:pt x="17880" y="18880"/>
                    <a:pt x="17847" y="18880"/>
                  </a:cubicBezTo>
                  <a:cubicBezTo>
                    <a:pt x="17834" y="18892"/>
                    <a:pt x="17822" y="18898"/>
                    <a:pt x="17810" y="18898"/>
                  </a:cubicBezTo>
                  <a:cubicBezTo>
                    <a:pt x="17759" y="18898"/>
                    <a:pt x="17720" y="18794"/>
                    <a:pt x="17747" y="18713"/>
                  </a:cubicBezTo>
                  <a:cubicBezTo>
                    <a:pt x="17780" y="18646"/>
                    <a:pt x="17747" y="18546"/>
                    <a:pt x="17713" y="18479"/>
                  </a:cubicBezTo>
                  <a:cubicBezTo>
                    <a:pt x="17659" y="18397"/>
                    <a:pt x="17649" y="18337"/>
                    <a:pt x="17666" y="18337"/>
                  </a:cubicBezTo>
                  <a:close/>
                  <a:moveTo>
                    <a:pt x="17847" y="19080"/>
                  </a:moveTo>
                  <a:cubicBezTo>
                    <a:pt x="17847" y="19080"/>
                    <a:pt x="17914" y="19080"/>
                    <a:pt x="17947" y="19113"/>
                  </a:cubicBezTo>
                  <a:cubicBezTo>
                    <a:pt x="18014" y="19147"/>
                    <a:pt x="18014" y="19180"/>
                    <a:pt x="17980" y="19213"/>
                  </a:cubicBezTo>
                  <a:cubicBezTo>
                    <a:pt x="17961" y="19223"/>
                    <a:pt x="17944" y="19227"/>
                    <a:pt x="17929" y="19227"/>
                  </a:cubicBezTo>
                  <a:cubicBezTo>
                    <a:pt x="17894" y="19227"/>
                    <a:pt x="17870" y="19204"/>
                    <a:pt x="17847" y="19180"/>
                  </a:cubicBezTo>
                  <a:cubicBezTo>
                    <a:pt x="17847" y="19147"/>
                    <a:pt x="17813" y="19113"/>
                    <a:pt x="17847" y="19080"/>
                  </a:cubicBezTo>
                  <a:close/>
                  <a:moveTo>
                    <a:pt x="11945" y="19500"/>
                  </a:moveTo>
                  <a:cubicBezTo>
                    <a:pt x="11976" y="19500"/>
                    <a:pt x="12009" y="19523"/>
                    <a:pt x="12009" y="19547"/>
                  </a:cubicBezTo>
                  <a:cubicBezTo>
                    <a:pt x="12043" y="19580"/>
                    <a:pt x="12043" y="19647"/>
                    <a:pt x="11976" y="19647"/>
                  </a:cubicBezTo>
                  <a:cubicBezTo>
                    <a:pt x="11959" y="19664"/>
                    <a:pt x="11943" y="19672"/>
                    <a:pt x="11926" y="19672"/>
                  </a:cubicBezTo>
                  <a:cubicBezTo>
                    <a:pt x="11909" y="19672"/>
                    <a:pt x="11893" y="19664"/>
                    <a:pt x="11876" y="19647"/>
                  </a:cubicBezTo>
                  <a:cubicBezTo>
                    <a:pt x="11843" y="19580"/>
                    <a:pt x="11843" y="19547"/>
                    <a:pt x="11909" y="19514"/>
                  </a:cubicBezTo>
                  <a:cubicBezTo>
                    <a:pt x="11919" y="19504"/>
                    <a:pt x="11932" y="19500"/>
                    <a:pt x="11945" y="19500"/>
                  </a:cubicBezTo>
                  <a:close/>
                  <a:moveTo>
                    <a:pt x="18097" y="19364"/>
                  </a:moveTo>
                  <a:cubicBezTo>
                    <a:pt x="18132" y="19364"/>
                    <a:pt x="18163" y="19379"/>
                    <a:pt x="18180" y="19413"/>
                  </a:cubicBezTo>
                  <a:cubicBezTo>
                    <a:pt x="18214" y="19480"/>
                    <a:pt x="18214" y="19547"/>
                    <a:pt x="18180" y="19580"/>
                  </a:cubicBezTo>
                  <a:cubicBezTo>
                    <a:pt x="18147" y="19580"/>
                    <a:pt x="18147" y="19647"/>
                    <a:pt x="18214" y="19714"/>
                  </a:cubicBezTo>
                  <a:cubicBezTo>
                    <a:pt x="18280" y="19747"/>
                    <a:pt x="18280" y="19814"/>
                    <a:pt x="18247" y="19814"/>
                  </a:cubicBezTo>
                  <a:cubicBezTo>
                    <a:pt x="18231" y="19824"/>
                    <a:pt x="18212" y="19829"/>
                    <a:pt x="18189" y="19829"/>
                  </a:cubicBezTo>
                  <a:cubicBezTo>
                    <a:pt x="18070" y="19829"/>
                    <a:pt x="17880" y="19693"/>
                    <a:pt x="17880" y="19580"/>
                  </a:cubicBezTo>
                  <a:cubicBezTo>
                    <a:pt x="17856" y="19481"/>
                    <a:pt x="17995" y="19364"/>
                    <a:pt x="18097" y="19364"/>
                  </a:cubicBezTo>
                  <a:close/>
                  <a:moveTo>
                    <a:pt x="20382" y="19047"/>
                  </a:moveTo>
                  <a:cubicBezTo>
                    <a:pt x="20482" y="19080"/>
                    <a:pt x="20515" y="19113"/>
                    <a:pt x="20482" y="19347"/>
                  </a:cubicBezTo>
                  <a:cubicBezTo>
                    <a:pt x="20415" y="19514"/>
                    <a:pt x="20449" y="19580"/>
                    <a:pt x="20549" y="19580"/>
                  </a:cubicBezTo>
                  <a:cubicBezTo>
                    <a:pt x="20615" y="19580"/>
                    <a:pt x="20615" y="19647"/>
                    <a:pt x="20515" y="19747"/>
                  </a:cubicBezTo>
                  <a:cubicBezTo>
                    <a:pt x="20449" y="19847"/>
                    <a:pt x="20382" y="19914"/>
                    <a:pt x="20349" y="19914"/>
                  </a:cubicBezTo>
                  <a:cubicBezTo>
                    <a:pt x="20349" y="19914"/>
                    <a:pt x="20282" y="19714"/>
                    <a:pt x="20249" y="19480"/>
                  </a:cubicBezTo>
                  <a:cubicBezTo>
                    <a:pt x="20215" y="19113"/>
                    <a:pt x="20249" y="19047"/>
                    <a:pt x="20382" y="19047"/>
                  </a:cubicBezTo>
                  <a:close/>
                  <a:moveTo>
                    <a:pt x="18080" y="20014"/>
                  </a:moveTo>
                  <a:cubicBezTo>
                    <a:pt x="18114" y="20014"/>
                    <a:pt x="18180" y="20047"/>
                    <a:pt x="18214" y="20081"/>
                  </a:cubicBezTo>
                  <a:cubicBezTo>
                    <a:pt x="18280" y="20114"/>
                    <a:pt x="18314" y="20181"/>
                    <a:pt x="18247" y="20214"/>
                  </a:cubicBezTo>
                  <a:cubicBezTo>
                    <a:pt x="18238" y="20223"/>
                    <a:pt x="18227" y="20227"/>
                    <a:pt x="18214" y="20227"/>
                  </a:cubicBezTo>
                  <a:cubicBezTo>
                    <a:pt x="18180" y="20227"/>
                    <a:pt x="18138" y="20196"/>
                    <a:pt x="18114" y="20147"/>
                  </a:cubicBezTo>
                  <a:cubicBezTo>
                    <a:pt x="18080" y="20081"/>
                    <a:pt x="18080" y="20014"/>
                    <a:pt x="18080" y="20014"/>
                  </a:cubicBezTo>
                  <a:close/>
                  <a:moveTo>
                    <a:pt x="16169" y="19542"/>
                  </a:moveTo>
                  <a:cubicBezTo>
                    <a:pt x="16194" y="19542"/>
                    <a:pt x="16212" y="19552"/>
                    <a:pt x="16212" y="19580"/>
                  </a:cubicBezTo>
                  <a:cubicBezTo>
                    <a:pt x="16246" y="19614"/>
                    <a:pt x="16212" y="19680"/>
                    <a:pt x="16179" y="19747"/>
                  </a:cubicBezTo>
                  <a:cubicBezTo>
                    <a:pt x="16112" y="19847"/>
                    <a:pt x="16112" y="19880"/>
                    <a:pt x="16212" y="19880"/>
                  </a:cubicBezTo>
                  <a:cubicBezTo>
                    <a:pt x="16279" y="19880"/>
                    <a:pt x="16312" y="19947"/>
                    <a:pt x="16246" y="20081"/>
                  </a:cubicBezTo>
                  <a:cubicBezTo>
                    <a:pt x="16212" y="20214"/>
                    <a:pt x="16212" y="20347"/>
                    <a:pt x="16246" y="20414"/>
                  </a:cubicBezTo>
                  <a:cubicBezTo>
                    <a:pt x="16279" y="20448"/>
                    <a:pt x="16279" y="20514"/>
                    <a:pt x="16212" y="20548"/>
                  </a:cubicBezTo>
                  <a:cubicBezTo>
                    <a:pt x="16200" y="20556"/>
                    <a:pt x="16187" y="20560"/>
                    <a:pt x="16176" y="20560"/>
                  </a:cubicBezTo>
                  <a:cubicBezTo>
                    <a:pt x="16095" y="20560"/>
                    <a:pt x="16037" y="20363"/>
                    <a:pt x="15979" y="20014"/>
                  </a:cubicBezTo>
                  <a:cubicBezTo>
                    <a:pt x="15945" y="19780"/>
                    <a:pt x="15979" y="19614"/>
                    <a:pt x="16046" y="19580"/>
                  </a:cubicBezTo>
                  <a:cubicBezTo>
                    <a:pt x="16084" y="19561"/>
                    <a:pt x="16134" y="19542"/>
                    <a:pt x="16169" y="19542"/>
                  </a:cubicBezTo>
                  <a:close/>
                  <a:moveTo>
                    <a:pt x="12009" y="20381"/>
                  </a:moveTo>
                  <a:cubicBezTo>
                    <a:pt x="12043" y="20381"/>
                    <a:pt x="12043" y="20448"/>
                    <a:pt x="12043" y="20548"/>
                  </a:cubicBezTo>
                  <a:cubicBezTo>
                    <a:pt x="12022" y="20589"/>
                    <a:pt x="12001" y="20617"/>
                    <a:pt x="11981" y="20617"/>
                  </a:cubicBezTo>
                  <a:cubicBezTo>
                    <a:pt x="11968" y="20617"/>
                    <a:pt x="11955" y="20606"/>
                    <a:pt x="11943" y="20581"/>
                  </a:cubicBezTo>
                  <a:cubicBezTo>
                    <a:pt x="11909" y="20514"/>
                    <a:pt x="11943" y="20381"/>
                    <a:pt x="12009" y="20381"/>
                  </a:cubicBezTo>
                  <a:close/>
                  <a:moveTo>
                    <a:pt x="18347" y="20514"/>
                  </a:moveTo>
                  <a:cubicBezTo>
                    <a:pt x="18414" y="20514"/>
                    <a:pt x="18447" y="20548"/>
                    <a:pt x="18447" y="20581"/>
                  </a:cubicBezTo>
                  <a:cubicBezTo>
                    <a:pt x="18447" y="20648"/>
                    <a:pt x="18414" y="20681"/>
                    <a:pt x="18347" y="20681"/>
                  </a:cubicBezTo>
                  <a:cubicBezTo>
                    <a:pt x="18280" y="20681"/>
                    <a:pt x="18247" y="20648"/>
                    <a:pt x="18247" y="20581"/>
                  </a:cubicBezTo>
                  <a:cubicBezTo>
                    <a:pt x="18247" y="20548"/>
                    <a:pt x="18280" y="20514"/>
                    <a:pt x="18347" y="20514"/>
                  </a:cubicBezTo>
                  <a:close/>
                  <a:moveTo>
                    <a:pt x="16136" y="20701"/>
                  </a:moveTo>
                  <a:cubicBezTo>
                    <a:pt x="16179" y="20701"/>
                    <a:pt x="16212" y="20724"/>
                    <a:pt x="16212" y="20748"/>
                  </a:cubicBezTo>
                  <a:cubicBezTo>
                    <a:pt x="16236" y="20867"/>
                    <a:pt x="16175" y="20969"/>
                    <a:pt x="16114" y="20969"/>
                  </a:cubicBezTo>
                  <a:cubicBezTo>
                    <a:pt x="16089" y="20969"/>
                    <a:pt x="16065" y="20953"/>
                    <a:pt x="16046" y="20915"/>
                  </a:cubicBezTo>
                  <a:cubicBezTo>
                    <a:pt x="16012" y="20848"/>
                    <a:pt x="16012" y="20748"/>
                    <a:pt x="16079" y="20714"/>
                  </a:cubicBezTo>
                  <a:cubicBezTo>
                    <a:pt x="16098" y="20705"/>
                    <a:pt x="16118" y="20701"/>
                    <a:pt x="16136" y="20701"/>
                  </a:cubicBezTo>
                  <a:close/>
                  <a:moveTo>
                    <a:pt x="18914" y="17946"/>
                  </a:moveTo>
                  <a:cubicBezTo>
                    <a:pt x="18948" y="17946"/>
                    <a:pt x="19014" y="18046"/>
                    <a:pt x="19081" y="18213"/>
                  </a:cubicBezTo>
                  <a:cubicBezTo>
                    <a:pt x="19148" y="18346"/>
                    <a:pt x="19181" y="18546"/>
                    <a:pt x="19181" y="18646"/>
                  </a:cubicBezTo>
                  <a:cubicBezTo>
                    <a:pt x="19181" y="18746"/>
                    <a:pt x="19214" y="18913"/>
                    <a:pt x="19281" y="19047"/>
                  </a:cubicBezTo>
                  <a:cubicBezTo>
                    <a:pt x="19381" y="19213"/>
                    <a:pt x="19415" y="19347"/>
                    <a:pt x="19415" y="19380"/>
                  </a:cubicBezTo>
                  <a:cubicBezTo>
                    <a:pt x="19415" y="19447"/>
                    <a:pt x="19415" y="19547"/>
                    <a:pt x="19481" y="19614"/>
                  </a:cubicBezTo>
                  <a:cubicBezTo>
                    <a:pt x="19515" y="19680"/>
                    <a:pt x="19515" y="19747"/>
                    <a:pt x="19448" y="19780"/>
                  </a:cubicBezTo>
                  <a:cubicBezTo>
                    <a:pt x="19415" y="19814"/>
                    <a:pt x="19448" y="19880"/>
                    <a:pt x="19515" y="19947"/>
                  </a:cubicBezTo>
                  <a:cubicBezTo>
                    <a:pt x="19581" y="20047"/>
                    <a:pt x="19581" y="20081"/>
                    <a:pt x="19515" y="20147"/>
                  </a:cubicBezTo>
                  <a:cubicBezTo>
                    <a:pt x="19448" y="20181"/>
                    <a:pt x="19448" y="20214"/>
                    <a:pt x="19581" y="20281"/>
                  </a:cubicBezTo>
                  <a:cubicBezTo>
                    <a:pt x="19782" y="20414"/>
                    <a:pt x="19748" y="20648"/>
                    <a:pt x="19481" y="20881"/>
                  </a:cubicBezTo>
                  <a:cubicBezTo>
                    <a:pt x="19366" y="20997"/>
                    <a:pt x="19269" y="21056"/>
                    <a:pt x="19190" y="21056"/>
                  </a:cubicBezTo>
                  <a:cubicBezTo>
                    <a:pt x="19089" y="21056"/>
                    <a:pt x="19019" y="20955"/>
                    <a:pt x="18981" y="20748"/>
                  </a:cubicBezTo>
                  <a:cubicBezTo>
                    <a:pt x="18814" y="19880"/>
                    <a:pt x="18814" y="19280"/>
                    <a:pt x="18948" y="19280"/>
                  </a:cubicBezTo>
                  <a:cubicBezTo>
                    <a:pt x="19014" y="19247"/>
                    <a:pt x="19014" y="19180"/>
                    <a:pt x="18948" y="19080"/>
                  </a:cubicBezTo>
                  <a:cubicBezTo>
                    <a:pt x="18881" y="18980"/>
                    <a:pt x="18881" y="18880"/>
                    <a:pt x="18914" y="18846"/>
                  </a:cubicBezTo>
                  <a:cubicBezTo>
                    <a:pt x="18948" y="18813"/>
                    <a:pt x="18981" y="18780"/>
                    <a:pt x="18948" y="18746"/>
                  </a:cubicBezTo>
                  <a:cubicBezTo>
                    <a:pt x="18914" y="18746"/>
                    <a:pt x="18914" y="18580"/>
                    <a:pt x="18948" y="18446"/>
                  </a:cubicBezTo>
                  <a:cubicBezTo>
                    <a:pt x="18981" y="18279"/>
                    <a:pt x="18981" y="18113"/>
                    <a:pt x="18948" y="18079"/>
                  </a:cubicBezTo>
                  <a:cubicBezTo>
                    <a:pt x="18914" y="18012"/>
                    <a:pt x="18914" y="17979"/>
                    <a:pt x="18914" y="17946"/>
                  </a:cubicBezTo>
                  <a:close/>
                  <a:moveTo>
                    <a:pt x="16046" y="21382"/>
                  </a:moveTo>
                  <a:cubicBezTo>
                    <a:pt x="16112" y="21382"/>
                    <a:pt x="16146" y="21415"/>
                    <a:pt x="16179" y="21448"/>
                  </a:cubicBezTo>
                  <a:cubicBezTo>
                    <a:pt x="16212" y="21515"/>
                    <a:pt x="16179" y="21548"/>
                    <a:pt x="16146" y="21548"/>
                  </a:cubicBezTo>
                  <a:cubicBezTo>
                    <a:pt x="16079" y="21548"/>
                    <a:pt x="16012" y="21515"/>
                    <a:pt x="15979" y="21448"/>
                  </a:cubicBezTo>
                  <a:cubicBezTo>
                    <a:pt x="15979" y="21415"/>
                    <a:pt x="15979" y="21382"/>
                    <a:pt x="16046" y="21382"/>
                  </a:cubicBezTo>
                  <a:close/>
                  <a:moveTo>
                    <a:pt x="16257" y="21612"/>
                  </a:moveTo>
                  <a:cubicBezTo>
                    <a:pt x="16273" y="21612"/>
                    <a:pt x="16279" y="21661"/>
                    <a:pt x="16279" y="21748"/>
                  </a:cubicBezTo>
                  <a:cubicBezTo>
                    <a:pt x="16279" y="21849"/>
                    <a:pt x="16312" y="21949"/>
                    <a:pt x="16312" y="22015"/>
                  </a:cubicBezTo>
                  <a:cubicBezTo>
                    <a:pt x="16346" y="22049"/>
                    <a:pt x="16346" y="22115"/>
                    <a:pt x="16312" y="22149"/>
                  </a:cubicBezTo>
                  <a:cubicBezTo>
                    <a:pt x="16287" y="22174"/>
                    <a:pt x="16266" y="22185"/>
                    <a:pt x="16251" y="22185"/>
                  </a:cubicBezTo>
                  <a:cubicBezTo>
                    <a:pt x="16225" y="22185"/>
                    <a:pt x="16212" y="22157"/>
                    <a:pt x="16212" y="22115"/>
                  </a:cubicBezTo>
                  <a:cubicBezTo>
                    <a:pt x="16212" y="22049"/>
                    <a:pt x="16212" y="22049"/>
                    <a:pt x="16146" y="22049"/>
                  </a:cubicBezTo>
                  <a:cubicBezTo>
                    <a:pt x="16140" y="22054"/>
                    <a:pt x="16135" y="22057"/>
                    <a:pt x="16131" y="22057"/>
                  </a:cubicBezTo>
                  <a:cubicBezTo>
                    <a:pt x="16113" y="22057"/>
                    <a:pt x="16118" y="21992"/>
                    <a:pt x="16146" y="21882"/>
                  </a:cubicBezTo>
                  <a:cubicBezTo>
                    <a:pt x="16202" y="21694"/>
                    <a:pt x="16237" y="21612"/>
                    <a:pt x="16257" y="21612"/>
                  </a:cubicBezTo>
                  <a:close/>
                  <a:moveTo>
                    <a:pt x="14970" y="15407"/>
                  </a:moveTo>
                  <a:cubicBezTo>
                    <a:pt x="14973" y="15407"/>
                    <a:pt x="14976" y="15408"/>
                    <a:pt x="14978" y="15411"/>
                  </a:cubicBezTo>
                  <a:cubicBezTo>
                    <a:pt x="15011" y="15444"/>
                    <a:pt x="15045" y="15744"/>
                    <a:pt x="15045" y="16111"/>
                  </a:cubicBezTo>
                  <a:cubicBezTo>
                    <a:pt x="15011" y="16745"/>
                    <a:pt x="15078" y="16945"/>
                    <a:pt x="15278" y="16978"/>
                  </a:cubicBezTo>
                  <a:cubicBezTo>
                    <a:pt x="15345" y="17012"/>
                    <a:pt x="15378" y="17078"/>
                    <a:pt x="15345" y="17145"/>
                  </a:cubicBezTo>
                  <a:cubicBezTo>
                    <a:pt x="15345" y="17217"/>
                    <a:pt x="15345" y="17250"/>
                    <a:pt x="15340" y="17250"/>
                  </a:cubicBezTo>
                  <a:cubicBezTo>
                    <a:pt x="15335" y="17250"/>
                    <a:pt x="15327" y="17225"/>
                    <a:pt x="15312" y="17179"/>
                  </a:cubicBezTo>
                  <a:cubicBezTo>
                    <a:pt x="15285" y="17083"/>
                    <a:pt x="15263" y="17038"/>
                    <a:pt x="15247" y="17038"/>
                  </a:cubicBezTo>
                  <a:cubicBezTo>
                    <a:pt x="15223" y="17038"/>
                    <a:pt x="15212" y="17134"/>
                    <a:pt x="15212" y="17312"/>
                  </a:cubicBezTo>
                  <a:cubicBezTo>
                    <a:pt x="15181" y="17591"/>
                    <a:pt x="15352" y="17986"/>
                    <a:pt x="15456" y="17986"/>
                  </a:cubicBezTo>
                  <a:cubicBezTo>
                    <a:pt x="15464" y="17986"/>
                    <a:pt x="15472" y="17984"/>
                    <a:pt x="15478" y="17979"/>
                  </a:cubicBezTo>
                  <a:cubicBezTo>
                    <a:pt x="15488" y="17969"/>
                    <a:pt x="15498" y="17965"/>
                    <a:pt x="15507" y="17965"/>
                  </a:cubicBezTo>
                  <a:cubicBezTo>
                    <a:pt x="15529" y="17965"/>
                    <a:pt x="15545" y="17989"/>
                    <a:pt x="15545" y="18012"/>
                  </a:cubicBezTo>
                  <a:cubicBezTo>
                    <a:pt x="15545" y="18061"/>
                    <a:pt x="15563" y="18092"/>
                    <a:pt x="15586" y="18092"/>
                  </a:cubicBezTo>
                  <a:cubicBezTo>
                    <a:pt x="15594" y="18092"/>
                    <a:pt x="15603" y="18088"/>
                    <a:pt x="15612" y="18079"/>
                  </a:cubicBezTo>
                  <a:cubicBezTo>
                    <a:pt x="15645" y="18046"/>
                    <a:pt x="15679" y="17979"/>
                    <a:pt x="15712" y="17946"/>
                  </a:cubicBezTo>
                  <a:cubicBezTo>
                    <a:pt x="15712" y="17849"/>
                    <a:pt x="15746" y="17797"/>
                    <a:pt x="15794" y="17797"/>
                  </a:cubicBezTo>
                  <a:cubicBezTo>
                    <a:pt x="15829" y="17797"/>
                    <a:pt x="15870" y="17823"/>
                    <a:pt x="15912" y="17879"/>
                  </a:cubicBezTo>
                  <a:cubicBezTo>
                    <a:pt x="15977" y="17976"/>
                    <a:pt x="15665" y="18481"/>
                    <a:pt x="15494" y="18481"/>
                  </a:cubicBezTo>
                  <a:cubicBezTo>
                    <a:pt x="15489" y="18481"/>
                    <a:pt x="15484" y="18480"/>
                    <a:pt x="15478" y="18479"/>
                  </a:cubicBezTo>
                  <a:cubicBezTo>
                    <a:pt x="15312" y="18479"/>
                    <a:pt x="15478" y="18613"/>
                    <a:pt x="15679" y="18680"/>
                  </a:cubicBezTo>
                  <a:cubicBezTo>
                    <a:pt x="15812" y="18680"/>
                    <a:pt x="15879" y="18680"/>
                    <a:pt x="15879" y="18613"/>
                  </a:cubicBezTo>
                  <a:cubicBezTo>
                    <a:pt x="15845" y="18580"/>
                    <a:pt x="15845" y="18513"/>
                    <a:pt x="15879" y="18513"/>
                  </a:cubicBezTo>
                  <a:cubicBezTo>
                    <a:pt x="15883" y="18509"/>
                    <a:pt x="15888" y="18506"/>
                    <a:pt x="15893" y="18506"/>
                  </a:cubicBezTo>
                  <a:cubicBezTo>
                    <a:pt x="15929" y="18506"/>
                    <a:pt x="15987" y="18601"/>
                    <a:pt x="16046" y="18746"/>
                  </a:cubicBezTo>
                  <a:cubicBezTo>
                    <a:pt x="16079" y="18913"/>
                    <a:pt x="16146" y="19047"/>
                    <a:pt x="16179" y="19047"/>
                  </a:cubicBezTo>
                  <a:cubicBezTo>
                    <a:pt x="16212" y="19047"/>
                    <a:pt x="16179" y="19113"/>
                    <a:pt x="16146" y="19180"/>
                  </a:cubicBezTo>
                  <a:cubicBezTo>
                    <a:pt x="16121" y="19217"/>
                    <a:pt x="16100" y="19236"/>
                    <a:pt x="16081" y="19236"/>
                  </a:cubicBezTo>
                  <a:cubicBezTo>
                    <a:pt x="16049" y="19236"/>
                    <a:pt x="16021" y="19184"/>
                    <a:pt x="15979" y="19080"/>
                  </a:cubicBezTo>
                  <a:cubicBezTo>
                    <a:pt x="15945" y="18980"/>
                    <a:pt x="15879" y="18880"/>
                    <a:pt x="15845" y="18880"/>
                  </a:cubicBezTo>
                  <a:cubicBezTo>
                    <a:pt x="15812" y="18846"/>
                    <a:pt x="15745" y="18813"/>
                    <a:pt x="15712" y="18780"/>
                  </a:cubicBezTo>
                  <a:cubicBezTo>
                    <a:pt x="15679" y="18746"/>
                    <a:pt x="15612" y="18713"/>
                    <a:pt x="15545" y="18713"/>
                  </a:cubicBezTo>
                  <a:cubicBezTo>
                    <a:pt x="15512" y="18713"/>
                    <a:pt x="15478" y="18780"/>
                    <a:pt x="15512" y="18813"/>
                  </a:cubicBezTo>
                  <a:cubicBezTo>
                    <a:pt x="15545" y="18880"/>
                    <a:pt x="15579" y="19080"/>
                    <a:pt x="15579" y="19280"/>
                  </a:cubicBezTo>
                  <a:cubicBezTo>
                    <a:pt x="15604" y="19607"/>
                    <a:pt x="15648" y="19763"/>
                    <a:pt x="15697" y="19763"/>
                  </a:cubicBezTo>
                  <a:cubicBezTo>
                    <a:pt x="15712" y="19763"/>
                    <a:pt x="15729" y="19747"/>
                    <a:pt x="15745" y="19714"/>
                  </a:cubicBezTo>
                  <a:cubicBezTo>
                    <a:pt x="15745" y="19708"/>
                    <a:pt x="15746" y="19705"/>
                    <a:pt x="15748" y="19705"/>
                  </a:cubicBezTo>
                  <a:cubicBezTo>
                    <a:pt x="15757" y="19705"/>
                    <a:pt x="15784" y="19770"/>
                    <a:pt x="15812" y="19880"/>
                  </a:cubicBezTo>
                  <a:cubicBezTo>
                    <a:pt x="15845" y="20047"/>
                    <a:pt x="15812" y="20181"/>
                    <a:pt x="15779" y="20214"/>
                  </a:cubicBezTo>
                  <a:cubicBezTo>
                    <a:pt x="15745" y="20247"/>
                    <a:pt x="15712" y="20347"/>
                    <a:pt x="15712" y="20481"/>
                  </a:cubicBezTo>
                  <a:cubicBezTo>
                    <a:pt x="15712" y="20581"/>
                    <a:pt x="15712" y="20748"/>
                    <a:pt x="15712" y="20848"/>
                  </a:cubicBezTo>
                  <a:cubicBezTo>
                    <a:pt x="15712" y="21115"/>
                    <a:pt x="15845" y="21849"/>
                    <a:pt x="15879" y="21882"/>
                  </a:cubicBezTo>
                  <a:cubicBezTo>
                    <a:pt x="15912" y="21882"/>
                    <a:pt x="15912" y="21982"/>
                    <a:pt x="15912" y="22115"/>
                  </a:cubicBezTo>
                  <a:cubicBezTo>
                    <a:pt x="15879" y="22249"/>
                    <a:pt x="15879" y="22382"/>
                    <a:pt x="15945" y="22416"/>
                  </a:cubicBezTo>
                  <a:cubicBezTo>
                    <a:pt x="16079" y="22516"/>
                    <a:pt x="15912" y="22716"/>
                    <a:pt x="15679" y="22716"/>
                  </a:cubicBezTo>
                  <a:cubicBezTo>
                    <a:pt x="15412" y="22716"/>
                    <a:pt x="15345" y="22582"/>
                    <a:pt x="15412" y="21982"/>
                  </a:cubicBezTo>
                  <a:cubicBezTo>
                    <a:pt x="15445" y="21682"/>
                    <a:pt x="15445" y="21281"/>
                    <a:pt x="15445" y="21081"/>
                  </a:cubicBezTo>
                  <a:cubicBezTo>
                    <a:pt x="15412" y="20581"/>
                    <a:pt x="15011" y="19180"/>
                    <a:pt x="14845" y="18946"/>
                  </a:cubicBezTo>
                  <a:cubicBezTo>
                    <a:pt x="14745" y="18846"/>
                    <a:pt x="14711" y="18713"/>
                    <a:pt x="14711" y="18646"/>
                  </a:cubicBezTo>
                  <a:cubicBezTo>
                    <a:pt x="14711" y="18613"/>
                    <a:pt x="14678" y="18379"/>
                    <a:pt x="14611" y="18179"/>
                  </a:cubicBezTo>
                  <a:cubicBezTo>
                    <a:pt x="14578" y="17946"/>
                    <a:pt x="14544" y="17712"/>
                    <a:pt x="14544" y="17612"/>
                  </a:cubicBezTo>
                  <a:cubicBezTo>
                    <a:pt x="14578" y="17512"/>
                    <a:pt x="14544" y="17379"/>
                    <a:pt x="14511" y="17312"/>
                  </a:cubicBezTo>
                  <a:cubicBezTo>
                    <a:pt x="14414" y="17182"/>
                    <a:pt x="14854" y="15407"/>
                    <a:pt x="14970" y="15407"/>
                  </a:cubicBezTo>
                  <a:close/>
                  <a:moveTo>
                    <a:pt x="16343" y="22456"/>
                  </a:moveTo>
                  <a:cubicBezTo>
                    <a:pt x="16367" y="22456"/>
                    <a:pt x="16397" y="22507"/>
                    <a:pt x="16412" y="22616"/>
                  </a:cubicBezTo>
                  <a:cubicBezTo>
                    <a:pt x="16446" y="22682"/>
                    <a:pt x="16412" y="22783"/>
                    <a:pt x="16379" y="22783"/>
                  </a:cubicBezTo>
                  <a:cubicBezTo>
                    <a:pt x="16373" y="22788"/>
                    <a:pt x="16367" y="22791"/>
                    <a:pt x="16362" y="22791"/>
                  </a:cubicBezTo>
                  <a:cubicBezTo>
                    <a:pt x="16335" y="22791"/>
                    <a:pt x="16312" y="22731"/>
                    <a:pt x="16312" y="22649"/>
                  </a:cubicBezTo>
                  <a:cubicBezTo>
                    <a:pt x="16295" y="22524"/>
                    <a:pt x="16315" y="22456"/>
                    <a:pt x="16343" y="22456"/>
                  </a:cubicBezTo>
                  <a:close/>
                  <a:moveTo>
                    <a:pt x="16542" y="22924"/>
                  </a:moveTo>
                  <a:cubicBezTo>
                    <a:pt x="16563" y="22924"/>
                    <a:pt x="16579" y="22933"/>
                    <a:pt x="16579" y="22949"/>
                  </a:cubicBezTo>
                  <a:cubicBezTo>
                    <a:pt x="16613" y="22983"/>
                    <a:pt x="16613" y="23049"/>
                    <a:pt x="16613" y="23049"/>
                  </a:cubicBezTo>
                  <a:cubicBezTo>
                    <a:pt x="16579" y="23049"/>
                    <a:pt x="16513" y="23049"/>
                    <a:pt x="16479" y="23016"/>
                  </a:cubicBezTo>
                  <a:cubicBezTo>
                    <a:pt x="16446" y="22983"/>
                    <a:pt x="16412" y="22949"/>
                    <a:pt x="16479" y="22949"/>
                  </a:cubicBezTo>
                  <a:cubicBezTo>
                    <a:pt x="16496" y="22933"/>
                    <a:pt x="16521" y="22924"/>
                    <a:pt x="16542" y="22924"/>
                  </a:cubicBezTo>
                  <a:close/>
                  <a:moveTo>
                    <a:pt x="16041" y="23225"/>
                  </a:moveTo>
                  <a:cubicBezTo>
                    <a:pt x="16062" y="23225"/>
                    <a:pt x="16079" y="23233"/>
                    <a:pt x="16079" y="23250"/>
                  </a:cubicBezTo>
                  <a:cubicBezTo>
                    <a:pt x="16112" y="23316"/>
                    <a:pt x="16112" y="23350"/>
                    <a:pt x="16079" y="23350"/>
                  </a:cubicBezTo>
                  <a:cubicBezTo>
                    <a:pt x="16079" y="23350"/>
                    <a:pt x="16012" y="23350"/>
                    <a:pt x="15979" y="23316"/>
                  </a:cubicBezTo>
                  <a:cubicBezTo>
                    <a:pt x="15945" y="23316"/>
                    <a:pt x="15912" y="23250"/>
                    <a:pt x="15979" y="23250"/>
                  </a:cubicBezTo>
                  <a:cubicBezTo>
                    <a:pt x="15996" y="23233"/>
                    <a:pt x="16021" y="23225"/>
                    <a:pt x="16041" y="23225"/>
                  </a:cubicBezTo>
                  <a:close/>
                  <a:moveTo>
                    <a:pt x="18581" y="23183"/>
                  </a:moveTo>
                  <a:cubicBezTo>
                    <a:pt x="18647" y="23183"/>
                    <a:pt x="18714" y="23216"/>
                    <a:pt x="18714" y="23250"/>
                  </a:cubicBezTo>
                  <a:cubicBezTo>
                    <a:pt x="18747" y="23316"/>
                    <a:pt x="18714" y="23350"/>
                    <a:pt x="18681" y="23350"/>
                  </a:cubicBezTo>
                  <a:cubicBezTo>
                    <a:pt x="18614" y="23350"/>
                    <a:pt x="18547" y="23316"/>
                    <a:pt x="18547" y="23250"/>
                  </a:cubicBezTo>
                  <a:cubicBezTo>
                    <a:pt x="18514" y="23216"/>
                    <a:pt x="18547" y="23183"/>
                    <a:pt x="18581" y="23183"/>
                  </a:cubicBezTo>
                  <a:close/>
                  <a:moveTo>
                    <a:pt x="37109" y="1"/>
                  </a:moveTo>
                  <a:cubicBezTo>
                    <a:pt x="36893" y="1"/>
                    <a:pt x="36619" y="25"/>
                    <a:pt x="36260" y="66"/>
                  </a:cubicBezTo>
                  <a:cubicBezTo>
                    <a:pt x="35993" y="100"/>
                    <a:pt x="35693" y="133"/>
                    <a:pt x="35526" y="133"/>
                  </a:cubicBezTo>
                  <a:cubicBezTo>
                    <a:pt x="35393" y="133"/>
                    <a:pt x="35159" y="200"/>
                    <a:pt x="35026" y="266"/>
                  </a:cubicBezTo>
                  <a:cubicBezTo>
                    <a:pt x="34892" y="333"/>
                    <a:pt x="34592" y="433"/>
                    <a:pt x="34325" y="533"/>
                  </a:cubicBezTo>
                  <a:cubicBezTo>
                    <a:pt x="33691" y="733"/>
                    <a:pt x="33258" y="1100"/>
                    <a:pt x="32858" y="1667"/>
                  </a:cubicBezTo>
                  <a:cubicBezTo>
                    <a:pt x="32691" y="1968"/>
                    <a:pt x="32391" y="2335"/>
                    <a:pt x="32224" y="2535"/>
                  </a:cubicBezTo>
                  <a:cubicBezTo>
                    <a:pt x="32057" y="2701"/>
                    <a:pt x="31957" y="2868"/>
                    <a:pt x="31957" y="2902"/>
                  </a:cubicBezTo>
                  <a:cubicBezTo>
                    <a:pt x="31957" y="2902"/>
                    <a:pt x="32124" y="2968"/>
                    <a:pt x="32324" y="3002"/>
                  </a:cubicBezTo>
                  <a:cubicBezTo>
                    <a:pt x="32524" y="3068"/>
                    <a:pt x="32624" y="3135"/>
                    <a:pt x="32591" y="3168"/>
                  </a:cubicBezTo>
                  <a:cubicBezTo>
                    <a:pt x="32591" y="3217"/>
                    <a:pt x="32537" y="3248"/>
                    <a:pt x="32482" y="3248"/>
                  </a:cubicBezTo>
                  <a:cubicBezTo>
                    <a:pt x="32462" y="3248"/>
                    <a:pt x="32442" y="3244"/>
                    <a:pt x="32424" y="3235"/>
                  </a:cubicBezTo>
                  <a:cubicBezTo>
                    <a:pt x="32357" y="3235"/>
                    <a:pt x="32290" y="3269"/>
                    <a:pt x="32290" y="3402"/>
                  </a:cubicBezTo>
                  <a:cubicBezTo>
                    <a:pt x="32265" y="3504"/>
                    <a:pt x="32259" y="3547"/>
                    <a:pt x="32213" y="3547"/>
                  </a:cubicBezTo>
                  <a:cubicBezTo>
                    <a:pt x="32199" y="3547"/>
                    <a:pt x="32181" y="3543"/>
                    <a:pt x="32157" y="3535"/>
                  </a:cubicBezTo>
                  <a:cubicBezTo>
                    <a:pt x="32057" y="3502"/>
                    <a:pt x="32057" y="3502"/>
                    <a:pt x="32090" y="3502"/>
                  </a:cubicBezTo>
                  <a:cubicBezTo>
                    <a:pt x="32157" y="3502"/>
                    <a:pt x="32257" y="3235"/>
                    <a:pt x="32190" y="3135"/>
                  </a:cubicBezTo>
                  <a:cubicBezTo>
                    <a:pt x="32190" y="3127"/>
                    <a:pt x="32184" y="3123"/>
                    <a:pt x="32173" y="3123"/>
                  </a:cubicBezTo>
                  <a:cubicBezTo>
                    <a:pt x="32140" y="3123"/>
                    <a:pt x="32065" y="3160"/>
                    <a:pt x="31990" y="3235"/>
                  </a:cubicBezTo>
                  <a:cubicBezTo>
                    <a:pt x="31888" y="3337"/>
                    <a:pt x="31806" y="3381"/>
                    <a:pt x="31728" y="3381"/>
                  </a:cubicBezTo>
                  <a:cubicBezTo>
                    <a:pt x="31704" y="3381"/>
                    <a:pt x="31680" y="3377"/>
                    <a:pt x="31657" y="3369"/>
                  </a:cubicBezTo>
                  <a:cubicBezTo>
                    <a:pt x="31607" y="3352"/>
                    <a:pt x="31557" y="3344"/>
                    <a:pt x="31511" y="3344"/>
                  </a:cubicBezTo>
                  <a:cubicBezTo>
                    <a:pt x="31465" y="3344"/>
                    <a:pt x="31423" y="3352"/>
                    <a:pt x="31390" y="3369"/>
                  </a:cubicBezTo>
                  <a:cubicBezTo>
                    <a:pt x="31380" y="3378"/>
                    <a:pt x="31365" y="3382"/>
                    <a:pt x="31346" y="3382"/>
                  </a:cubicBezTo>
                  <a:cubicBezTo>
                    <a:pt x="31301" y="3382"/>
                    <a:pt x="31237" y="3359"/>
                    <a:pt x="31190" y="3335"/>
                  </a:cubicBezTo>
                  <a:cubicBezTo>
                    <a:pt x="31173" y="3302"/>
                    <a:pt x="31131" y="3285"/>
                    <a:pt x="31085" y="3285"/>
                  </a:cubicBezTo>
                  <a:cubicBezTo>
                    <a:pt x="31040" y="3285"/>
                    <a:pt x="30990" y="3302"/>
                    <a:pt x="30956" y="3335"/>
                  </a:cubicBezTo>
                  <a:cubicBezTo>
                    <a:pt x="30885" y="3359"/>
                    <a:pt x="30831" y="3382"/>
                    <a:pt x="30794" y="3382"/>
                  </a:cubicBezTo>
                  <a:cubicBezTo>
                    <a:pt x="30778" y="3382"/>
                    <a:pt x="30766" y="3378"/>
                    <a:pt x="30756" y="3369"/>
                  </a:cubicBezTo>
                  <a:cubicBezTo>
                    <a:pt x="30742" y="3327"/>
                    <a:pt x="30582" y="3308"/>
                    <a:pt x="30388" y="3308"/>
                  </a:cubicBezTo>
                  <a:cubicBezTo>
                    <a:pt x="30119" y="3308"/>
                    <a:pt x="29786" y="3344"/>
                    <a:pt x="29689" y="3402"/>
                  </a:cubicBezTo>
                  <a:cubicBezTo>
                    <a:pt x="29655" y="3435"/>
                    <a:pt x="29522" y="3435"/>
                    <a:pt x="29455" y="3435"/>
                  </a:cubicBezTo>
                  <a:cubicBezTo>
                    <a:pt x="29444" y="3430"/>
                    <a:pt x="29427" y="3427"/>
                    <a:pt x="29407" y="3427"/>
                  </a:cubicBezTo>
                  <a:cubicBezTo>
                    <a:pt x="29309" y="3427"/>
                    <a:pt x="29121" y="3492"/>
                    <a:pt x="28955" y="3602"/>
                  </a:cubicBezTo>
                  <a:cubicBezTo>
                    <a:pt x="28755" y="3702"/>
                    <a:pt x="28488" y="3802"/>
                    <a:pt x="28321" y="3802"/>
                  </a:cubicBezTo>
                  <a:cubicBezTo>
                    <a:pt x="28021" y="3802"/>
                    <a:pt x="28021" y="3802"/>
                    <a:pt x="27721" y="4203"/>
                  </a:cubicBezTo>
                  <a:cubicBezTo>
                    <a:pt x="27554" y="4436"/>
                    <a:pt x="27454" y="4670"/>
                    <a:pt x="27454" y="4703"/>
                  </a:cubicBezTo>
                  <a:cubicBezTo>
                    <a:pt x="27520" y="4770"/>
                    <a:pt x="27854" y="4936"/>
                    <a:pt x="28221" y="5070"/>
                  </a:cubicBezTo>
                  <a:cubicBezTo>
                    <a:pt x="28655" y="5203"/>
                    <a:pt x="28955" y="5437"/>
                    <a:pt x="28921" y="5604"/>
                  </a:cubicBezTo>
                  <a:cubicBezTo>
                    <a:pt x="28921" y="5620"/>
                    <a:pt x="28905" y="5629"/>
                    <a:pt x="28876" y="5629"/>
                  </a:cubicBezTo>
                  <a:cubicBezTo>
                    <a:pt x="28846" y="5629"/>
                    <a:pt x="28805" y="5620"/>
                    <a:pt x="28755" y="5604"/>
                  </a:cubicBezTo>
                  <a:cubicBezTo>
                    <a:pt x="28721" y="5587"/>
                    <a:pt x="28646" y="5579"/>
                    <a:pt x="28554" y="5579"/>
                  </a:cubicBezTo>
                  <a:cubicBezTo>
                    <a:pt x="28463" y="5579"/>
                    <a:pt x="28354" y="5587"/>
                    <a:pt x="28254" y="5604"/>
                  </a:cubicBezTo>
                  <a:cubicBezTo>
                    <a:pt x="27987" y="5604"/>
                    <a:pt x="27887" y="5637"/>
                    <a:pt x="27854" y="5770"/>
                  </a:cubicBezTo>
                  <a:cubicBezTo>
                    <a:pt x="27787" y="5971"/>
                    <a:pt x="27821" y="6004"/>
                    <a:pt x="28087" y="6104"/>
                  </a:cubicBezTo>
                  <a:cubicBezTo>
                    <a:pt x="28221" y="6137"/>
                    <a:pt x="28354" y="6237"/>
                    <a:pt x="28421" y="6337"/>
                  </a:cubicBezTo>
                  <a:cubicBezTo>
                    <a:pt x="28488" y="6471"/>
                    <a:pt x="28521" y="6538"/>
                    <a:pt x="28521" y="6571"/>
                  </a:cubicBezTo>
                  <a:cubicBezTo>
                    <a:pt x="28517" y="6573"/>
                    <a:pt x="28511" y="6574"/>
                    <a:pt x="28502" y="6574"/>
                  </a:cubicBezTo>
                  <a:cubicBezTo>
                    <a:pt x="28356" y="6574"/>
                    <a:pt x="27577" y="6330"/>
                    <a:pt x="27420" y="6204"/>
                  </a:cubicBezTo>
                  <a:cubicBezTo>
                    <a:pt x="27287" y="6137"/>
                    <a:pt x="26987" y="6104"/>
                    <a:pt x="26753" y="6104"/>
                  </a:cubicBezTo>
                  <a:cubicBezTo>
                    <a:pt x="26353" y="6137"/>
                    <a:pt x="26253" y="6171"/>
                    <a:pt x="26119" y="6337"/>
                  </a:cubicBezTo>
                  <a:cubicBezTo>
                    <a:pt x="26053" y="6438"/>
                    <a:pt x="25953" y="6538"/>
                    <a:pt x="25953" y="6538"/>
                  </a:cubicBezTo>
                  <a:cubicBezTo>
                    <a:pt x="25853" y="6571"/>
                    <a:pt x="25786" y="6638"/>
                    <a:pt x="25853" y="6704"/>
                  </a:cubicBezTo>
                  <a:cubicBezTo>
                    <a:pt x="25900" y="6800"/>
                    <a:pt x="26102" y="6878"/>
                    <a:pt x="26225" y="6878"/>
                  </a:cubicBezTo>
                  <a:cubicBezTo>
                    <a:pt x="26274" y="6878"/>
                    <a:pt x="26310" y="6866"/>
                    <a:pt x="26320" y="6838"/>
                  </a:cubicBezTo>
                  <a:cubicBezTo>
                    <a:pt x="26320" y="6829"/>
                    <a:pt x="26324" y="6825"/>
                    <a:pt x="26331" y="6825"/>
                  </a:cubicBezTo>
                  <a:cubicBezTo>
                    <a:pt x="26353" y="6825"/>
                    <a:pt x="26403" y="6863"/>
                    <a:pt x="26453" y="6938"/>
                  </a:cubicBezTo>
                  <a:cubicBezTo>
                    <a:pt x="26486" y="7038"/>
                    <a:pt x="26853" y="7338"/>
                    <a:pt x="27220" y="7638"/>
                  </a:cubicBezTo>
                  <a:cubicBezTo>
                    <a:pt x="27554" y="7972"/>
                    <a:pt x="27854" y="8239"/>
                    <a:pt x="27821" y="8239"/>
                  </a:cubicBezTo>
                  <a:cubicBezTo>
                    <a:pt x="27811" y="8249"/>
                    <a:pt x="27798" y="8253"/>
                    <a:pt x="27785" y="8253"/>
                  </a:cubicBezTo>
                  <a:cubicBezTo>
                    <a:pt x="27754" y="8253"/>
                    <a:pt x="27721" y="8229"/>
                    <a:pt x="27721" y="8205"/>
                  </a:cubicBezTo>
                  <a:cubicBezTo>
                    <a:pt x="27638" y="8095"/>
                    <a:pt x="27395" y="8030"/>
                    <a:pt x="27029" y="8030"/>
                  </a:cubicBezTo>
                  <a:cubicBezTo>
                    <a:pt x="26953" y="8030"/>
                    <a:pt x="26872" y="8033"/>
                    <a:pt x="26787" y="8039"/>
                  </a:cubicBezTo>
                  <a:cubicBezTo>
                    <a:pt x="26752" y="8041"/>
                    <a:pt x="26718" y="8042"/>
                    <a:pt x="26684" y="8042"/>
                  </a:cubicBezTo>
                  <a:cubicBezTo>
                    <a:pt x="26253" y="8042"/>
                    <a:pt x="25838" y="7850"/>
                    <a:pt x="25652" y="7572"/>
                  </a:cubicBezTo>
                  <a:cubicBezTo>
                    <a:pt x="25563" y="7423"/>
                    <a:pt x="25288" y="7194"/>
                    <a:pt x="25182" y="7194"/>
                  </a:cubicBezTo>
                  <a:cubicBezTo>
                    <a:pt x="25169" y="7194"/>
                    <a:pt x="25159" y="7198"/>
                    <a:pt x="25152" y="7205"/>
                  </a:cubicBezTo>
                  <a:cubicBezTo>
                    <a:pt x="25134" y="7214"/>
                    <a:pt x="25106" y="7218"/>
                    <a:pt x="25072" y="7218"/>
                  </a:cubicBezTo>
                  <a:cubicBezTo>
                    <a:pt x="24857" y="7218"/>
                    <a:pt x="24380" y="7053"/>
                    <a:pt x="24351" y="6938"/>
                  </a:cubicBezTo>
                  <a:cubicBezTo>
                    <a:pt x="24326" y="6863"/>
                    <a:pt x="24264" y="6825"/>
                    <a:pt x="24108" y="6825"/>
                  </a:cubicBezTo>
                  <a:cubicBezTo>
                    <a:pt x="24055" y="6825"/>
                    <a:pt x="23993" y="6829"/>
                    <a:pt x="23918" y="6838"/>
                  </a:cubicBezTo>
                  <a:cubicBezTo>
                    <a:pt x="23284" y="6938"/>
                    <a:pt x="22483" y="7171"/>
                    <a:pt x="22350" y="7338"/>
                  </a:cubicBezTo>
                  <a:cubicBezTo>
                    <a:pt x="22183" y="7572"/>
                    <a:pt x="22117" y="7638"/>
                    <a:pt x="21349" y="8139"/>
                  </a:cubicBezTo>
                  <a:cubicBezTo>
                    <a:pt x="20949" y="8406"/>
                    <a:pt x="20582" y="8672"/>
                    <a:pt x="20582" y="8773"/>
                  </a:cubicBezTo>
                  <a:cubicBezTo>
                    <a:pt x="20549" y="8873"/>
                    <a:pt x="20382" y="8939"/>
                    <a:pt x="20015" y="9106"/>
                  </a:cubicBezTo>
                  <a:cubicBezTo>
                    <a:pt x="19715" y="9206"/>
                    <a:pt x="19448" y="9340"/>
                    <a:pt x="19415" y="9406"/>
                  </a:cubicBezTo>
                  <a:cubicBezTo>
                    <a:pt x="19415" y="9440"/>
                    <a:pt x="19315" y="9473"/>
                    <a:pt x="19248" y="9473"/>
                  </a:cubicBezTo>
                  <a:cubicBezTo>
                    <a:pt x="19241" y="9472"/>
                    <a:pt x="19233" y="9472"/>
                    <a:pt x="19225" y="9472"/>
                  </a:cubicBezTo>
                  <a:cubicBezTo>
                    <a:pt x="18924" y="9472"/>
                    <a:pt x="17918" y="10043"/>
                    <a:pt x="18080" y="10140"/>
                  </a:cubicBezTo>
                  <a:cubicBezTo>
                    <a:pt x="18175" y="10203"/>
                    <a:pt x="17641" y="10476"/>
                    <a:pt x="17443" y="10476"/>
                  </a:cubicBezTo>
                  <a:cubicBezTo>
                    <a:pt x="17432" y="10476"/>
                    <a:pt x="17422" y="10475"/>
                    <a:pt x="17413" y="10474"/>
                  </a:cubicBezTo>
                  <a:cubicBezTo>
                    <a:pt x="17407" y="10472"/>
                    <a:pt x="17399" y="10471"/>
                    <a:pt x="17390" y="10471"/>
                  </a:cubicBezTo>
                  <a:cubicBezTo>
                    <a:pt x="17203" y="10471"/>
                    <a:pt x="16436" y="10782"/>
                    <a:pt x="16246" y="10941"/>
                  </a:cubicBezTo>
                  <a:cubicBezTo>
                    <a:pt x="16212" y="10963"/>
                    <a:pt x="16186" y="10974"/>
                    <a:pt x="16165" y="10974"/>
                  </a:cubicBezTo>
                  <a:cubicBezTo>
                    <a:pt x="16123" y="10974"/>
                    <a:pt x="16101" y="10930"/>
                    <a:pt x="16079" y="10841"/>
                  </a:cubicBezTo>
                  <a:cubicBezTo>
                    <a:pt x="16062" y="10774"/>
                    <a:pt x="16046" y="10741"/>
                    <a:pt x="16016" y="10741"/>
                  </a:cubicBezTo>
                  <a:cubicBezTo>
                    <a:pt x="15987" y="10741"/>
                    <a:pt x="15945" y="10774"/>
                    <a:pt x="15879" y="10841"/>
                  </a:cubicBezTo>
                  <a:cubicBezTo>
                    <a:pt x="15801" y="10899"/>
                    <a:pt x="15757" y="10934"/>
                    <a:pt x="15715" y="10934"/>
                  </a:cubicBezTo>
                  <a:cubicBezTo>
                    <a:pt x="15684" y="10934"/>
                    <a:pt x="15654" y="10916"/>
                    <a:pt x="15612" y="10874"/>
                  </a:cubicBezTo>
                  <a:cubicBezTo>
                    <a:pt x="15580" y="10842"/>
                    <a:pt x="15500" y="10827"/>
                    <a:pt x="15389" y="10827"/>
                  </a:cubicBezTo>
                  <a:cubicBezTo>
                    <a:pt x="15155" y="10827"/>
                    <a:pt x="14784" y="10894"/>
                    <a:pt x="14444" y="11007"/>
                  </a:cubicBezTo>
                  <a:cubicBezTo>
                    <a:pt x="14344" y="11041"/>
                    <a:pt x="13944" y="11174"/>
                    <a:pt x="13610" y="11274"/>
                  </a:cubicBezTo>
                  <a:cubicBezTo>
                    <a:pt x="13277" y="11408"/>
                    <a:pt x="12877" y="11575"/>
                    <a:pt x="12743" y="11641"/>
                  </a:cubicBezTo>
                  <a:cubicBezTo>
                    <a:pt x="12643" y="11716"/>
                    <a:pt x="12543" y="11754"/>
                    <a:pt x="12485" y="11754"/>
                  </a:cubicBezTo>
                  <a:cubicBezTo>
                    <a:pt x="12466" y="11754"/>
                    <a:pt x="12451" y="11750"/>
                    <a:pt x="12443" y="11741"/>
                  </a:cubicBezTo>
                  <a:cubicBezTo>
                    <a:pt x="12433" y="11732"/>
                    <a:pt x="12421" y="11727"/>
                    <a:pt x="12405" y="11727"/>
                  </a:cubicBezTo>
                  <a:cubicBezTo>
                    <a:pt x="12368" y="11727"/>
                    <a:pt x="12314" y="11751"/>
                    <a:pt x="12243" y="11775"/>
                  </a:cubicBezTo>
                  <a:cubicBezTo>
                    <a:pt x="12143" y="11841"/>
                    <a:pt x="11876" y="11908"/>
                    <a:pt x="11642" y="11941"/>
                  </a:cubicBezTo>
                  <a:cubicBezTo>
                    <a:pt x="11275" y="12008"/>
                    <a:pt x="10842" y="12175"/>
                    <a:pt x="10341" y="12442"/>
                  </a:cubicBezTo>
                  <a:cubicBezTo>
                    <a:pt x="10333" y="12451"/>
                    <a:pt x="10321" y="12455"/>
                    <a:pt x="10309" y="12455"/>
                  </a:cubicBezTo>
                  <a:cubicBezTo>
                    <a:pt x="10277" y="12455"/>
                    <a:pt x="10241" y="12424"/>
                    <a:pt x="10241" y="12375"/>
                  </a:cubicBezTo>
                  <a:cubicBezTo>
                    <a:pt x="10214" y="12264"/>
                    <a:pt x="9655" y="12084"/>
                    <a:pt x="9391" y="12084"/>
                  </a:cubicBezTo>
                  <a:cubicBezTo>
                    <a:pt x="9338" y="12084"/>
                    <a:pt x="9297" y="12091"/>
                    <a:pt x="9274" y="12108"/>
                  </a:cubicBezTo>
                  <a:lnTo>
                    <a:pt x="8874" y="12108"/>
                  </a:lnTo>
                  <a:cubicBezTo>
                    <a:pt x="8811" y="12102"/>
                    <a:pt x="8754" y="12098"/>
                    <a:pt x="8695" y="12098"/>
                  </a:cubicBezTo>
                  <a:cubicBezTo>
                    <a:pt x="8441" y="12098"/>
                    <a:pt x="8148" y="12171"/>
                    <a:pt x="7173" y="12442"/>
                  </a:cubicBezTo>
                  <a:cubicBezTo>
                    <a:pt x="6405" y="12642"/>
                    <a:pt x="5138" y="13242"/>
                    <a:pt x="4704" y="13643"/>
                  </a:cubicBezTo>
                  <a:cubicBezTo>
                    <a:pt x="4454" y="13875"/>
                    <a:pt x="4347" y="13973"/>
                    <a:pt x="4246" y="13973"/>
                  </a:cubicBezTo>
                  <a:cubicBezTo>
                    <a:pt x="4158" y="13973"/>
                    <a:pt x="4074" y="13900"/>
                    <a:pt x="3904" y="13776"/>
                  </a:cubicBezTo>
                  <a:cubicBezTo>
                    <a:pt x="3733" y="13662"/>
                    <a:pt x="3584" y="13603"/>
                    <a:pt x="3506" y="13603"/>
                  </a:cubicBezTo>
                  <a:cubicBezTo>
                    <a:pt x="3446" y="13603"/>
                    <a:pt x="3427" y="13637"/>
                    <a:pt x="3470" y="13709"/>
                  </a:cubicBezTo>
                  <a:cubicBezTo>
                    <a:pt x="3503" y="13743"/>
                    <a:pt x="3470" y="13809"/>
                    <a:pt x="3403" y="13809"/>
                  </a:cubicBezTo>
                  <a:cubicBezTo>
                    <a:pt x="3336" y="13809"/>
                    <a:pt x="3270" y="13776"/>
                    <a:pt x="3270" y="13743"/>
                  </a:cubicBezTo>
                  <a:cubicBezTo>
                    <a:pt x="3251" y="13668"/>
                    <a:pt x="3075" y="13624"/>
                    <a:pt x="2888" y="13624"/>
                  </a:cubicBezTo>
                  <a:cubicBezTo>
                    <a:pt x="2742" y="13624"/>
                    <a:pt x="2590" y="13651"/>
                    <a:pt x="2503" y="13709"/>
                  </a:cubicBezTo>
                  <a:cubicBezTo>
                    <a:pt x="2402" y="13743"/>
                    <a:pt x="2236" y="13809"/>
                    <a:pt x="2136" y="13809"/>
                  </a:cubicBezTo>
                  <a:cubicBezTo>
                    <a:pt x="1769" y="13843"/>
                    <a:pt x="1335" y="14043"/>
                    <a:pt x="1035" y="14343"/>
                  </a:cubicBezTo>
                  <a:cubicBezTo>
                    <a:pt x="868" y="14510"/>
                    <a:pt x="635" y="14677"/>
                    <a:pt x="468" y="14743"/>
                  </a:cubicBezTo>
                  <a:cubicBezTo>
                    <a:pt x="234" y="14844"/>
                    <a:pt x="234" y="14844"/>
                    <a:pt x="401" y="15044"/>
                  </a:cubicBezTo>
                  <a:cubicBezTo>
                    <a:pt x="501" y="15144"/>
                    <a:pt x="534" y="15277"/>
                    <a:pt x="534" y="15311"/>
                  </a:cubicBezTo>
                  <a:cubicBezTo>
                    <a:pt x="519" y="15341"/>
                    <a:pt x="504" y="15357"/>
                    <a:pt x="489" y="15357"/>
                  </a:cubicBezTo>
                  <a:cubicBezTo>
                    <a:pt x="471" y="15357"/>
                    <a:pt x="453" y="15332"/>
                    <a:pt x="434" y="15277"/>
                  </a:cubicBezTo>
                  <a:cubicBezTo>
                    <a:pt x="423" y="15185"/>
                    <a:pt x="396" y="15145"/>
                    <a:pt x="366" y="15145"/>
                  </a:cubicBezTo>
                  <a:cubicBezTo>
                    <a:pt x="310" y="15145"/>
                    <a:pt x="246" y="15292"/>
                    <a:pt x="268" y="15511"/>
                  </a:cubicBezTo>
                  <a:cubicBezTo>
                    <a:pt x="268" y="15711"/>
                    <a:pt x="234" y="15878"/>
                    <a:pt x="168" y="15911"/>
                  </a:cubicBezTo>
                  <a:cubicBezTo>
                    <a:pt x="1" y="16011"/>
                    <a:pt x="468" y="16645"/>
                    <a:pt x="701" y="16678"/>
                  </a:cubicBezTo>
                  <a:cubicBezTo>
                    <a:pt x="835" y="16712"/>
                    <a:pt x="901" y="16778"/>
                    <a:pt x="935" y="16945"/>
                  </a:cubicBezTo>
                  <a:cubicBezTo>
                    <a:pt x="1102" y="17379"/>
                    <a:pt x="1335" y="17646"/>
                    <a:pt x="1869" y="17946"/>
                  </a:cubicBezTo>
                  <a:cubicBezTo>
                    <a:pt x="2136" y="18113"/>
                    <a:pt x="2436" y="18246"/>
                    <a:pt x="2536" y="18279"/>
                  </a:cubicBezTo>
                  <a:cubicBezTo>
                    <a:pt x="2603" y="18313"/>
                    <a:pt x="2836" y="18513"/>
                    <a:pt x="3036" y="18713"/>
                  </a:cubicBezTo>
                  <a:cubicBezTo>
                    <a:pt x="3219" y="18926"/>
                    <a:pt x="3402" y="19084"/>
                    <a:pt x="3458" y="19084"/>
                  </a:cubicBezTo>
                  <a:cubicBezTo>
                    <a:pt x="3463" y="19084"/>
                    <a:pt x="3467" y="19083"/>
                    <a:pt x="3470" y="19080"/>
                  </a:cubicBezTo>
                  <a:cubicBezTo>
                    <a:pt x="3476" y="19074"/>
                    <a:pt x="3483" y="19071"/>
                    <a:pt x="3491" y="19071"/>
                  </a:cubicBezTo>
                  <a:cubicBezTo>
                    <a:pt x="3527" y="19071"/>
                    <a:pt x="3582" y="19131"/>
                    <a:pt x="3637" y="19213"/>
                  </a:cubicBezTo>
                  <a:cubicBezTo>
                    <a:pt x="3670" y="19313"/>
                    <a:pt x="3803" y="19413"/>
                    <a:pt x="3904" y="19413"/>
                  </a:cubicBezTo>
                  <a:cubicBezTo>
                    <a:pt x="4037" y="19413"/>
                    <a:pt x="4170" y="19480"/>
                    <a:pt x="4237" y="19547"/>
                  </a:cubicBezTo>
                  <a:cubicBezTo>
                    <a:pt x="4301" y="19610"/>
                    <a:pt x="4377" y="19634"/>
                    <a:pt x="4451" y="19634"/>
                  </a:cubicBezTo>
                  <a:cubicBezTo>
                    <a:pt x="4493" y="19634"/>
                    <a:pt x="4534" y="19626"/>
                    <a:pt x="4571" y="19614"/>
                  </a:cubicBezTo>
                  <a:cubicBezTo>
                    <a:pt x="4607" y="19601"/>
                    <a:pt x="4644" y="19594"/>
                    <a:pt x="4679" y="19594"/>
                  </a:cubicBezTo>
                  <a:cubicBezTo>
                    <a:pt x="4740" y="19594"/>
                    <a:pt x="4795" y="19617"/>
                    <a:pt x="4838" y="19680"/>
                  </a:cubicBezTo>
                  <a:cubicBezTo>
                    <a:pt x="4863" y="19755"/>
                    <a:pt x="4925" y="19793"/>
                    <a:pt x="4969" y="19793"/>
                  </a:cubicBezTo>
                  <a:cubicBezTo>
                    <a:pt x="4983" y="19793"/>
                    <a:pt x="4996" y="19789"/>
                    <a:pt x="5004" y="19780"/>
                  </a:cubicBezTo>
                  <a:cubicBezTo>
                    <a:pt x="5043" y="19741"/>
                    <a:pt x="5094" y="19725"/>
                    <a:pt x="5143" y="19725"/>
                  </a:cubicBezTo>
                  <a:cubicBezTo>
                    <a:pt x="5177" y="19725"/>
                    <a:pt x="5210" y="19733"/>
                    <a:pt x="5238" y="19747"/>
                  </a:cubicBezTo>
                  <a:cubicBezTo>
                    <a:pt x="5260" y="19747"/>
                    <a:pt x="5312" y="19762"/>
                    <a:pt x="5354" y="19762"/>
                  </a:cubicBezTo>
                  <a:cubicBezTo>
                    <a:pt x="5375" y="19762"/>
                    <a:pt x="5394" y="19758"/>
                    <a:pt x="5405" y="19747"/>
                  </a:cubicBezTo>
                  <a:cubicBezTo>
                    <a:pt x="5438" y="19714"/>
                    <a:pt x="5505" y="19680"/>
                    <a:pt x="5571" y="19680"/>
                  </a:cubicBezTo>
                  <a:cubicBezTo>
                    <a:pt x="5576" y="19676"/>
                    <a:pt x="5582" y="19674"/>
                    <a:pt x="5588" y="19674"/>
                  </a:cubicBezTo>
                  <a:cubicBezTo>
                    <a:pt x="5631" y="19674"/>
                    <a:pt x="5714" y="19760"/>
                    <a:pt x="5772" y="19847"/>
                  </a:cubicBezTo>
                  <a:cubicBezTo>
                    <a:pt x="5838" y="19981"/>
                    <a:pt x="5905" y="20047"/>
                    <a:pt x="5972" y="20047"/>
                  </a:cubicBezTo>
                  <a:cubicBezTo>
                    <a:pt x="6005" y="20014"/>
                    <a:pt x="6138" y="19580"/>
                    <a:pt x="6272" y="19047"/>
                  </a:cubicBezTo>
                  <a:cubicBezTo>
                    <a:pt x="6572" y="17846"/>
                    <a:pt x="6839" y="17078"/>
                    <a:pt x="6906" y="17012"/>
                  </a:cubicBezTo>
                  <a:cubicBezTo>
                    <a:pt x="6972" y="16978"/>
                    <a:pt x="7039" y="16878"/>
                    <a:pt x="7072" y="16778"/>
                  </a:cubicBezTo>
                  <a:cubicBezTo>
                    <a:pt x="7100" y="16668"/>
                    <a:pt x="7151" y="16603"/>
                    <a:pt x="7205" y="16603"/>
                  </a:cubicBezTo>
                  <a:cubicBezTo>
                    <a:pt x="7216" y="16603"/>
                    <a:pt x="7228" y="16606"/>
                    <a:pt x="7239" y="16611"/>
                  </a:cubicBezTo>
                  <a:cubicBezTo>
                    <a:pt x="7306" y="16611"/>
                    <a:pt x="7306" y="16745"/>
                    <a:pt x="7273" y="16978"/>
                  </a:cubicBezTo>
                  <a:cubicBezTo>
                    <a:pt x="7206" y="17145"/>
                    <a:pt x="7173" y="17479"/>
                    <a:pt x="7173" y="17679"/>
                  </a:cubicBezTo>
                  <a:cubicBezTo>
                    <a:pt x="7173" y="17912"/>
                    <a:pt x="7106" y="18346"/>
                    <a:pt x="7039" y="18646"/>
                  </a:cubicBezTo>
                  <a:cubicBezTo>
                    <a:pt x="6972" y="18946"/>
                    <a:pt x="6972" y="19313"/>
                    <a:pt x="7006" y="19413"/>
                  </a:cubicBezTo>
                  <a:cubicBezTo>
                    <a:pt x="7039" y="19547"/>
                    <a:pt x="7039" y="19680"/>
                    <a:pt x="7006" y="19680"/>
                  </a:cubicBezTo>
                  <a:cubicBezTo>
                    <a:pt x="6972" y="19714"/>
                    <a:pt x="6972" y="19747"/>
                    <a:pt x="7006" y="19814"/>
                  </a:cubicBezTo>
                  <a:cubicBezTo>
                    <a:pt x="7006" y="19830"/>
                    <a:pt x="7022" y="19839"/>
                    <a:pt x="7047" y="19839"/>
                  </a:cubicBezTo>
                  <a:cubicBezTo>
                    <a:pt x="7072" y="19839"/>
                    <a:pt x="7106" y="19830"/>
                    <a:pt x="7139" y="19814"/>
                  </a:cubicBezTo>
                  <a:cubicBezTo>
                    <a:pt x="7171" y="19793"/>
                    <a:pt x="7196" y="19782"/>
                    <a:pt x="7215" y="19782"/>
                  </a:cubicBezTo>
                  <a:cubicBezTo>
                    <a:pt x="7257" y="19782"/>
                    <a:pt x="7273" y="19833"/>
                    <a:pt x="7273" y="19947"/>
                  </a:cubicBezTo>
                  <a:cubicBezTo>
                    <a:pt x="7273" y="20030"/>
                    <a:pt x="7295" y="20089"/>
                    <a:pt x="7322" y="20089"/>
                  </a:cubicBezTo>
                  <a:cubicBezTo>
                    <a:pt x="7328" y="20089"/>
                    <a:pt x="7333" y="20087"/>
                    <a:pt x="7339" y="20081"/>
                  </a:cubicBezTo>
                  <a:cubicBezTo>
                    <a:pt x="7349" y="20074"/>
                    <a:pt x="7361" y="20071"/>
                    <a:pt x="7375" y="20071"/>
                  </a:cubicBezTo>
                  <a:cubicBezTo>
                    <a:pt x="7508" y="20071"/>
                    <a:pt x="7825" y="20346"/>
                    <a:pt x="8006" y="20648"/>
                  </a:cubicBezTo>
                  <a:cubicBezTo>
                    <a:pt x="8094" y="20793"/>
                    <a:pt x="8206" y="20888"/>
                    <a:pt x="8256" y="20888"/>
                  </a:cubicBezTo>
                  <a:cubicBezTo>
                    <a:pt x="8263" y="20888"/>
                    <a:pt x="8269" y="20885"/>
                    <a:pt x="8273" y="20881"/>
                  </a:cubicBezTo>
                  <a:cubicBezTo>
                    <a:pt x="8307" y="20881"/>
                    <a:pt x="8340" y="20915"/>
                    <a:pt x="8340" y="20981"/>
                  </a:cubicBezTo>
                  <a:cubicBezTo>
                    <a:pt x="8373" y="21048"/>
                    <a:pt x="8440" y="21115"/>
                    <a:pt x="8540" y="21148"/>
                  </a:cubicBezTo>
                  <a:cubicBezTo>
                    <a:pt x="8585" y="21170"/>
                    <a:pt x="8625" y="21181"/>
                    <a:pt x="8666" y="21181"/>
                  </a:cubicBezTo>
                  <a:cubicBezTo>
                    <a:pt x="8748" y="21181"/>
                    <a:pt x="8829" y="21137"/>
                    <a:pt x="8940" y="21048"/>
                  </a:cubicBezTo>
                  <a:cubicBezTo>
                    <a:pt x="9041" y="20948"/>
                    <a:pt x="9174" y="20781"/>
                    <a:pt x="9174" y="20681"/>
                  </a:cubicBezTo>
                  <a:cubicBezTo>
                    <a:pt x="9207" y="20614"/>
                    <a:pt x="9307" y="20448"/>
                    <a:pt x="9374" y="20381"/>
                  </a:cubicBezTo>
                  <a:cubicBezTo>
                    <a:pt x="9458" y="20314"/>
                    <a:pt x="9499" y="20281"/>
                    <a:pt x="9508" y="20281"/>
                  </a:cubicBezTo>
                  <a:lnTo>
                    <a:pt x="9508" y="20281"/>
                  </a:lnTo>
                  <a:cubicBezTo>
                    <a:pt x="9516" y="20281"/>
                    <a:pt x="9491" y="20314"/>
                    <a:pt x="9441" y="20381"/>
                  </a:cubicBezTo>
                  <a:cubicBezTo>
                    <a:pt x="9407" y="20481"/>
                    <a:pt x="9374" y="20614"/>
                    <a:pt x="9341" y="20681"/>
                  </a:cubicBezTo>
                  <a:cubicBezTo>
                    <a:pt x="9341" y="20767"/>
                    <a:pt x="9638" y="20928"/>
                    <a:pt x="9806" y="20928"/>
                  </a:cubicBezTo>
                  <a:cubicBezTo>
                    <a:pt x="9833" y="20928"/>
                    <a:pt x="9856" y="20924"/>
                    <a:pt x="9874" y="20915"/>
                  </a:cubicBezTo>
                  <a:cubicBezTo>
                    <a:pt x="9882" y="20911"/>
                    <a:pt x="9891" y="20909"/>
                    <a:pt x="9900" y="20909"/>
                  </a:cubicBezTo>
                  <a:cubicBezTo>
                    <a:pt x="10045" y="20909"/>
                    <a:pt x="10336" y="21387"/>
                    <a:pt x="10241" y="21482"/>
                  </a:cubicBezTo>
                  <a:cubicBezTo>
                    <a:pt x="10208" y="21548"/>
                    <a:pt x="10208" y="21582"/>
                    <a:pt x="10275" y="21615"/>
                  </a:cubicBezTo>
                  <a:cubicBezTo>
                    <a:pt x="10293" y="21624"/>
                    <a:pt x="10316" y="21628"/>
                    <a:pt x="10341" y="21628"/>
                  </a:cubicBezTo>
                  <a:cubicBezTo>
                    <a:pt x="10502" y="21628"/>
                    <a:pt x="10775" y="21463"/>
                    <a:pt x="10775" y="21348"/>
                  </a:cubicBezTo>
                  <a:cubicBezTo>
                    <a:pt x="10775" y="21281"/>
                    <a:pt x="10842" y="21181"/>
                    <a:pt x="10942" y="21148"/>
                  </a:cubicBezTo>
                  <a:cubicBezTo>
                    <a:pt x="11009" y="21115"/>
                    <a:pt x="11142" y="20848"/>
                    <a:pt x="11209" y="20614"/>
                  </a:cubicBezTo>
                  <a:cubicBezTo>
                    <a:pt x="11269" y="20332"/>
                    <a:pt x="11293" y="20220"/>
                    <a:pt x="11325" y="20220"/>
                  </a:cubicBezTo>
                  <a:cubicBezTo>
                    <a:pt x="11345" y="20220"/>
                    <a:pt x="11369" y="20268"/>
                    <a:pt x="11409" y="20347"/>
                  </a:cubicBezTo>
                  <a:cubicBezTo>
                    <a:pt x="11462" y="20435"/>
                    <a:pt x="11496" y="20477"/>
                    <a:pt x="11521" y="20477"/>
                  </a:cubicBezTo>
                  <a:cubicBezTo>
                    <a:pt x="11544" y="20477"/>
                    <a:pt x="11560" y="20444"/>
                    <a:pt x="11576" y="20381"/>
                  </a:cubicBezTo>
                  <a:cubicBezTo>
                    <a:pt x="11609" y="20314"/>
                    <a:pt x="11626" y="20281"/>
                    <a:pt x="11647" y="20281"/>
                  </a:cubicBezTo>
                  <a:cubicBezTo>
                    <a:pt x="11667" y="20281"/>
                    <a:pt x="11692" y="20314"/>
                    <a:pt x="11742" y="20381"/>
                  </a:cubicBezTo>
                  <a:cubicBezTo>
                    <a:pt x="11851" y="20544"/>
                    <a:pt x="11827" y="20750"/>
                    <a:pt x="11743" y="20750"/>
                  </a:cubicBezTo>
                  <a:cubicBezTo>
                    <a:pt x="11723" y="20750"/>
                    <a:pt x="11701" y="20739"/>
                    <a:pt x="11676" y="20714"/>
                  </a:cubicBezTo>
                  <a:cubicBezTo>
                    <a:pt x="11648" y="20701"/>
                    <a:pt x="11626" y="20692"/>
                    <a:pt x="11608" y="20692"/>
                  </a:cubicBezTo>
                  <a:cubicBezTo>
                    <a:pt x="11581" y="20692"/>
                    <a:pt x="11562" y="20709"/>
                    <a:pt x="11542" y="20748"/>
                  </a:cubicBezTo>
                  <a:cubicBezTo>
                    <a:pt x="11509" y="20781"/>
                    <a:pt x="11609" y="20848"/>
                    <a:pt x="11709" y="20881"/>
                  </a:cubicBezTo>
                  <a:cubicBezTo>
                    <a:pt x="11909" y="20948"/>
                    <a:pt x="11909" y="20948"/>
                    <a:pt x="11809" y="21015"/>
                  </a:cubicBezTo>
                  <a:cubicBezTo>
                    <a:pt x="11709" y="21081"/>
                    <a:pt x="11709" y="21148"/>
                    <a:pt x="11843" y="21348"/>
                  </a:cubicBezTo>
                  <a:cubicBezTo>
                    <a:pt x="11905" y="21452"/>
                    <a:pt x="11942" y="21505"/>
                    <a:pt x="11952" y="21505"/>
                  </a:cubicBezTo>
                  <a:cubicBezTo>
                    <a:pt x="11958" y="21505"/>
                    <a:pt x="11955" y="21486"/>
                    <a:pt x="11943" y="21448"/>
                  </a:cubicBezTo>
                  <a:cubicBezTo>
                    <a:pt x="11909" y="21348"/>
                    <a:pt x="11909" y="21248"/>
                    <a:pt x="11943" y="21215"/>
                  </a:cubicBezTo>
                  <a:cubicBezTo>
                    <a:pt x="11949" y="21211"/>
                    <a:pt x="11956" y="21210"/>
                    <a:pt x="11963" y="21210"/>
                  </a:cubicBezTo>
                  <a:cubicBezTo>
                    <a:pt x="12024" y="21210"/>
                    <a:pt x="12090" y="21339"/>
                    <a:pt x="12209" y="21548"/>
                  </a:cubicBezTo>
                  <a:cubicBezTo>
                    <a:pt x="12310" y="21782"/>
                    <a:pt x="12410" y="21915"/>
                    <a:pt x="12543" y="21982"/>
                  </a:cubicBezTo>
                  <a:cubicBezTo>
                    <a:pt x="12643" y="22015"/>
                    <a:pt x="12777" y="22149"/>
                    <a:pt x="12877" y="22249"/>
                  </a:cubicBezTo>
                  <a:cubicBezTo>
                    <a:pt x="12943" y="22382"/>
                    <a:pt x="13010" y="22449"/>
                    <a:pt x="13077" y="22449"/>
                  </a:cubicBezTo>
                  <a:cubicBezTo>
                    <a:pt x="13110" y="22449"/>
                    <a:pt x="13244" y="22549"/>
                    <a:pt x="13344" y="22649"/>
                  </a:cubicBezTo>
                  <a:cubicBezTo>
                    <a:pt x="13426" y="22731"/>
                    <a:pt x="13508" y="22791"/>
                    <a:pt x="13553" y="22791"/>
                  </a:cubicBezTo>
                  <a:cubicBezTo>
                    <a:pt x="13563" y="22791"/>
                    <a:pt x="13571" y="22788"/>
                    <a:pt x="13577" y="22783"/>
                  </a:cubicBezTo>
                  <a:cubicBezTo>
                    <a:pt x="13582" y="22781"/>
                    <a:pt x="13588" y="22780"/>
                    <a:pt x="13595" y="22780"/>
                  </a:cubicBezTo>
                  <a:cubicBezTo>
                    <a:pt x="13739" y="22780"/>
                    <a:pt x="14344" y="23089"/>
                    <a:pt x="14344" y="23216"/>
                  </a:cubicBezTo>
                  <a:cubicBezTo>
                    <a:pt x="14344" y="23250"/>
                    <a:pt x="14411" y="23283"/>
                    <a:pt x="14478" y="23283"/>
                  </a:cubicBezTo>
                  <a:cubicBezTo>
                    <a:pt x="14578" y="23283"/>
                    <a:pt x="14678" y="23350"/>
                    <a:pt x="14745" y="23416"/>
                  </a:cubicBezTo>
                  <a:cubicBezTo>
                    <a:pt x="14772" y="23499"/>
                    <a:pt x="14845" y="23558"/>
                    <a:pt x="14888" y="23558"/>
                  </a:cubicBezTo>
                  <a:cubicBezTo>
                    <a:pt x="14897" y="23558"/>
                    <a:pt x="14906" y="23556"/>
                    <a:pt x="14911" y="23550"/>
                  </a:cubicBezTo>
                  <a:cubicBezTo>
                    <a:pt x="14945" y="23533"/>
                    <a:pt x="14995" y="23525"/>
                    <a:pt x="15049" y="23525"/>
                  </a:cubicBezTo>
                  <a:cubicBezTo>
                    <a:pt x="15103" y="23525"/>
                    <a:pt x="15162" y="23533"/>
                    <a:pt x="15212" y="23550"/>
                  </a:cubicBezTo>
                  <a:cubicBezTo>
                    <a:pt x="15290" y="23589"/>
                    <a:pt x="15368" y="23605"/>
                    <a:pt x="15433" y="23605"/>
                  </a:cubicBezTo>
                  <a:cubicBezTo>
                    <a:pt x="15478" y="23605"/>
                    <a:pt x="15518" y="23597"/>
                    <a:pt x="15545" y="23583"/>
                  </a:cubicBezTo>
                  <a:cubicBezTo>
                    <a:pt x="15571" y="23558"/>
                    <a:pt x="15596" y="23547"/>
                    <a:pt x="15620" y="23547"/>
                  </a:cubicBezTo>
                  <a:cubicBezTo>
                    <a:pt x="15658" y="23547"/>
                    <a:pt x="15691" y="23575"/>
                    <a:pt x="15712" y="23616"/>
                  </a:cubicBezTo>
                  <a:cubicBezTo>
                    <a:pt x="15729" y="23650"/>
                    <a:pt x="15762" y="23667"/>
                    <a:pt x="15800" y="23667"/>
                  </a:cubicBezTo>
                  <a:cubicBezTo>
                    <a:pt x="15837" y="23667"/>
                    <a:pt x="15879" y="23650"/>
                    <a:pt x="15912" y="23616"/>
                  </a:cubicBezTo>
                  <a:cubicBezTo>
                    <a:pt x="15979" y="23583"/>
                    <a:pt x="16112" y="23583"/>
                    <a:pt x="16146" y="23583"/>
                  </a:cubicBezTo>
                  <a:cubicBezTo>
                    <a:pt x="16165" y="23593"/>
                    <a:pt x="16188" y="23597"/>
                    <a:pt x="16212" y="23597"/>
                  </a:cubicBezTo>
                  <a:cubicBezTo>
                    <a:pt x="16271" y="23597"/>
                    <a:pt x="16342" y="23573"/>
                    <a:pt x="16412" y="23550"/>
                  </a:cubicBezTo>
                  <a:cubicBezTo>
                    <a:pt x="16513" y="23483"/>
                    <a:pt x="16579" y="23383"/>
                    <a:pt x="16579" y="23350"/>
                  </a:cubicBezTo>
                  <a:cubicBezTo>
                    <a:pt x="16579" y="23259"/>
                    <a:pt x="16604" y="23213"/>
                    <a:pt x="16647" y="23213"/>
                  </a:cubicBezTo>
                  <a:cubicBezTo>
                    <a:pt x="16714" y="23213"/>
                    <a:pt x="16824" y="23326"/>
                    <a:pt x="16946" y="23550"/>
                  </a:cubicBezTo>
                  <a:cubicBezTo>
                    <a:pt x="17080" y="23750"/>
                    <a:pt x="17246" y="23950"/>
                    <a:pt x="17280" y="23950"/>
                  </a:cubicBezTo>
                  <a:cubicBezTo>
                    <a:pt x="17480" y="23950"/>
                    <a:pt x="17747" y="23416"/>
                    <a:pt x="17780" y="23083"/>
                  </a:cubicBezTo>
                  <a:cubicBezTo>
                    <a:pt x="17780" y="22828"/>
                    <a:pt x="17796" y="22734"/>
                    <a:pt x="17851" y="22734"/>
                  </a:cubicBezTo>
                  <a:cubicBezTo>
                    <a:pt x="17875" y="22734"/>
                    <a:pt x="17906" y="22752"/>
                    <a:pt x="17947" y="22783"/>
                  </a:cubicBezTo>
                  <a:cubicBezTo>
                    <a:pt x="18047" y="22849"/>
                    <a:pt x="18214" y="23049"/>
                    <a:pt x="18347" y="23216"/>
                  </a:cubicBezTo>
                  <a:lnTo>
                    <a:pt x="18581" y="23550"/>
                  </a:lnTo>
                  <a:lnTo>
                    <a:pt x="18848" y="23383"/>
                  </a:lnTo>
                  <a:cubicBezTo>
                    <a:pt x="19007" y="23269"/>
                    <a:pt x="19104" y="23217"/>
                    <a:pt x="19224" y="23217"/>
                  </a:cubicBezTo>
                  <a:cubicBezTo>
                    <a:pt x="19280" y="23217"/>
                    <a:pt x="19341" y="23228"/>
                    <a:pt x="19415" y="23250"/>
                  </a:cubicBezTo>
                  <a:cubicBezTo>
                    <a:pt x="19486" y="23273"/>
                    <a:pt x="19544" y="23284"/>
                    <a:pt x="19597" y="23284"/>
                  </a:cubicBezTo>
                  <a:cubicBezTo>
                    <a:pt x="19694" y="23284"/>
                    <a:pt x="19774" y="23247"/>
                    <a:pt x="19882" y="23183"/>
                  </a:cubicBezTo>
                  <a:cubicBezTo>
                    <a:pt x="19948" y="23094"/>
                    <a:pt x="20015" y="23064"/>
                    <a:pt x="20062" y="23064"/>
                  </a:cubicBezTo>
                  <a:cubicBezTo>
                    <a:pt x="20085" y="23064"/>
                    <a:pt x="20104" y="23072"/>
                    <a:pt x="20115" y="23083"/>
                  </a:cubicBezTo>
                  <a:cubicBezTo>
                    <a:pt x="20129" y="23110"/>
                    <a:pt x="20148" y="23127"/>
                    <a:pt x="20176" y="23127"/>
                  </a:cubicBezTo>
                  <a:cubicBezTo>
                    <a:pt x="20215" y="23127"/>
                    <a:pt x="20270" y="23094"/>
                    <a:pt x="20349" y="23016"/>
                  </a:cubicBezTo>
                  <a:cubicBezTo>
                    <a:pt x="20424" y="22941"/>
                    <a:pt x="20499" y="22903"/>
                    <a:pt x="20546" y="22903"/>
                  </a:cubicBezTo>
                  <a:cubicBezTo>
                    <a:pt x="20561" y="22903"/>
                    <a:pt x="20574" y="22908"/>
                    <a:pt x="20582" y="22916"/>
                  </a:cubicBezTo>
                  <a:cubicBezTo>
                    <a:pt x="20589" y="22921"/>
                    <a:pt x="20598" y="22923"/>
                    <a:pt x="20611" y="22923"/>
                  </a:cubicBezTo>
                  <a:cubicBezTo>
                    <a:pt x="20859" y="22923"/>
                    <a:pt x="22243" y="22023"/>
                    <a:pt x="22750" y="21515"/>
                  </a:cubicBezTo>
                  <a:cubicBezTo>
                    <a:pt x="23284" y="21015"/>
                    <a:pt x="23551" y="20814"/>
                    <a:pt x="24452" y="20281"/>
                  </a:cubicBezTo>
                  <a:cubicBezTo>
                    <a:pt x="25115" y="19889"/>
                    <a:pt x="25424" y="19742"/>
                    <a:pt x="25576" y="19742"/>
                  </a:cubicBezTo>
                  <a:cubicBezTo>
                    <a:pt x="25592" y="19742"/>
                    <a:pt x="25606" y="19744"/>
                    <a:pt x="25619" y="19747"/>
                  </a:cubicBezTo>
                  <a:cubicBezTo>
                    <a:pt x="25648" y="19757"/>
                    <a:pt x="25681" y="19761"/>
                    <a:pt x="25714" y="19761"/>
                  </a:cubicBezTo>
                  <a:cubicBezTo>
                    <a:pt x="25794" y="19761"/>
                    <a:pt x="25882" y="19737"/>
                    <a:pt x="25953" y="19714"/>
                  </a:cubicBezTo>
                  <a:cubicBezTo>
                    <a:pt x="26099" y="19596"/>
                    <a:pt x="26658" y="19402"/>
                    <a:pt x="26746" y="19402"/>
                  </a:cubicBezTo>
                  <a:cubicBezTo>
                    <a:pt x="26758" y="19402"/>
                    <a:pt x="26761" y="19405"/>
                    <a:pt x="26753" y="19413"/>
                  </a:cubicBezTo>
                  <a:cubicBezTo>
                    <a:pt x="26744" y="19422"/>
                    <a:pt x="26747" y="19427"/>
                    <a:pt x="26761" y="19427"/>
                  </a:cubicBezTo>
                  <a:cubicBezTo>
                    <a:pt x="26799" y="19427"/>
                    <a:pt x="26916" y="19396"/>
                    <a:pt x="27087" y="19347"/>
                  </a:cubicBezTo>
                  <a:cubicBezTo>
                    <a:pt x="27354" y="19280"/>
                    <a:pt x="27554" y="19180"/>
                    <a:pt x="27587" y="19113"/>
                  </a:cubicBezTo>
                  <a:cubicBezTo>
                    <a:pt x="27654" y="19013"/>
                    <a:pt x="27754" y="18980"/>
                    <a:pt x="27887" y="18980"/>
                  </a:cubicBezTo>
                  <a:cubicBezTo>
                    <a:pt x="27923" y="18989"/>
                    <a:pt x="27959" y="18993"/>
                    <a:pt x="27993" y="18993"/>
                  </a:cubicBezTo>
                  <a:cubicBezTo>
                    <a:pt x="28085" y="18993"/>
                    <a:pt x="28163" y="18962"/>
                    <a:pt x="28188" y="18913"/>
                  </a:cubicBezTo>
                  <a:cubicBezTo>
                    <a:pt x="28221" y="18880"/>
                    <a:pt x="28354" y="18880"/>
                    <a:pt x="28454" y="18880"/>
                  </a:cubicBezTo>
                  <a:cubicBezTo>
                    <a:pt x="28510" y="18894"/>
                    <a:pt x="28559" y="18902"/>
                    <a:pt x="28601" y="18902"/>
                  </a:cubicBezTo>
                  <a:cubicBezTo>
                    <a:pt x="28659" y="18902"/>
                    <a:pt x="28702" y="18885"/>
                    <a:pt x="28721" y="18846"/>
                  </a:cubicBezTo>
                  <a:cubicBezTo>
                    <a:pt x="28735" y="18833"/>
                    <a:pt x="28749" y="18824"/>
                    <a:pt x="28763" y="18824"/>
                  </a:cubicBezTo>
                  <a:cubicBezTo>
                    <a:pt x="28782" y="18824"/>
                    <a:pt x="28802" y="18841"/>
                    <a:pt x="28821" y="18880"/>
                  </a:cubicBezTo>
                  <a:cubicBezTo>
                    <a:pt x="28830" y="18889"/>
                    <a:pt x="28839" y="18893"/>
                    <a:pt x="28849" y="18893"/>
                  </a:cubicBezTo>
                  <a:cubicBezTo>
                    <a:pt x="28877" y="18893"/>
                    <a:pt x="28915" y="18862"/>
                    <a:pt x="28988" y="18813"/>
                  </a:cubicBezTo>
                  <a:cubicBezTo>
                    <a:pt x="29025" y="18758"/>
                    <a:pt x="29062" y="18733"/>
                    <a:pt x="29093" y="18733"/>
                  </a:cubicBezTo>
                  <a:cubicBezTo>
                    <a:pt x="29118" y="18733"/>
                    <a:pt x="29140" y="18750"/>
                    <a:pt x="29155" y="18780"/>
                  </a:cubicBezTo>
                  <a:cubicBezTo>
                    <a:pt x="29188" y="18846"/>
                    <a:pt x="29288" y="18880"/>
                    <a:pt x="29355" y="18880"/>
                  </a:cubicBezTo>
                  <a:cubicBezTo>
                    <a:pt x="29722" y="18813"/>
                    <a:pt x="30489" y="18513"/>
                    <a:pt x="30689" y="18346"/>
                  </a:cubicBezTo>
                  <a:cubicBezTo>
                    <a:pt x="30789" y="18279"/>
                    <a:pt x="31023" y="18113"/>
                    <a:pt x="31156" y="18046"/>
                  </a:cubicBezTo>
                  <a:cubicBezTo>
                    <a:pt x="31290" y="17946"/>
                    <a:pt x="31423" y="17846"/>
                    <a:pt x="31423" y="17779"/>
                  </a:cubicBezTo>
                  <a:cubicBezTo>
                    <a:pt x="31423" y="17730"/>
                    <a:pt x="31459" y="17699"/>
                    <a:pt x="31517" y="17699"/>
                  </a:cubicBezTo>
                  <a:cubicBezTo>
                    <a:pt x="31539" y="17699"/>
                    <a:pt x="31563" y="17703"/>
                    <a:pt x="31590" y="17712"/>
                  </a:cubicBezTo>
                  <a:cubicBezTo>
                    <a:pt x="31690" y="17712"/>
                    <a:pt x="31757" y="17679"/>
                    <a:pt x="31857" y="17545"/>
                  </a:cubicBezTo>
                  <a:cubicBezTo>
                    <a:pt x="31924" y="17479"/>
                    <a:pt x="32124" y="17245"/>
                    <a:pt x="32324" y="17112"/>
                  </a:cubicBezTo>
                  <a:cubicBezTo>
                    <a:pt x="32524" y="16945"/>
                    <a:pt x="32791" y="16712"/>
                    <a:pt x="32924" y="16578"/>
                  </a:cubicBezTo>
                  <a:cubicBezTo>
                    <a:pt x="33158" y="16311"/>
                    <a:pt x="33558" y="14777"/>
                    <a:pt x="33458" y="14410"/>
                  </a:cubicBezTo>
                  <a:cubicBezTo>
                    <a:pt x="33437" y="14240"/>
                    <a:pt x="33483" y="14137"/>
                    <a:pt x="33563" y="14137"/>
                  </a:cubicBezTo>
                  <a:cubicBezTo>
                    <a:pt x="33608" y="14137"/>
                    <a:pt x="33664" y="14171"/>
                    <a:pt x="33725" y="14243"/>
                  </a:cubicBezTo>
                  <a:cubicBezTo>
                    <a:pt x="33853" y="14390"/>
                    <a:pt x="33931" y="14466"/>
                    <a:pt x="33981" y="14466"/>
                  </a:cubicBezTo>
                  <a:cubicBezTo>
                    <a:pt x="34022" y="14466"/>
                    <a:pt x="34043" y="14415"/>
                    <a:pt x="34058" y="14310"/>
                  </a:cubicBezTo>
                  <a:cubicBezTo>
                    <a:pt x="34092" y="14176"/>
                    <a:pt x="34025" y="14010"/>
                    <a:pt x="33691" y="13476"/>
                  </a:cubicBezTo>
                  <a:cubicBezTo>
                    <a:pt x="33256" y="12730"/>
                    <a:pt x="33053" y="12505"/>
                    <a:pt x="32892" y="12505"/>
                  </a:cubicBezTo>
                  <a:cubicBezTo>
                    <a:pt x="32880" y="12505"/>
                    <a:pt x="32869" y="12506"/>
                    <a:pt x="32858" y="12509"/>
                  </a:cubicBezTo>
                  <a:cubicBezTo>
                    <a:pt x="32836" y="12512"/>
                    <a:pt x="32817" y="12514"/>
                    <a:pt x="32800" y="12514"/>
                  </a:cubicBezTo>
                  <a:cubicBezTo>
                    <a:pt x="32652" y="12514"/>
                    <a:pt x="32638" y="12394"/>
                    <a:pt x="32757" y="12275"/>
                  </a:cubicBezTo>
                  <a:cubicBezTo>
                    <a:pt x="32858" y="12175"/>
                    <a:pt x="32858" y="12108"/>
                    <a:pt x="32791" y="12075"/>
                  </a:cubicBezTo>
                  <a:cubicBezTo>
                    <a:pt x="32691" y="12008"/>
                    <a:pt x="32691" y="11941"/>
                    <a:pt x="32757" y="11908"/>
                  </a:cubicBezTo>
                  <a:cubicBezTo>
                    <a:pt x="32767" y="11898"/>
                    <a:pt x="32777" y="11894"/>
                    <a:pt x="32786" y="11894"/>
                  </a:cubicBezTo>
                  <a:cubicBezTo>
                    <a:pt x="32808" y="11894"/>
                    <a:pt x="32824" y="11918"/>
                    <a:pt x="32824" y="11941"/>
                  </a:cubicBezTo>
                  <a:cubicBezTo>
                    <a:pt x="32824" y="11975"/>
                    <a:pt x="32891" y="12008"/>
                    <a:pt x="33024" y="12008"/>
                  </a:cubicBezTo>
                  <a:cubicBezTo>
                    <a:pt x="33043" y="12002"/>
                    <a:pt x="33062" y="11999"/>
                    <a:pt x="33082" y="11999"/>
                  </a:cubicBezTo>
                  <a:cubicBezTo>
                    <a:pt x="33171" y="11999"/>
                    <a:pt x="33270" y="12054"/>
                    <a:pt x="33325" y="12108"/>
                  </a:cubicBezTo>
                  <a:cubicBezTo>
                    <a:pt x="33425" y="12275"/>
                    <a:pt x="33892" y="12742"/>
                    <a:pt x="34259" y="13109"/>
                  </a:cubicBezTo>
                  <a:cubicBezTo>
                    <a:pt x="34363" y="13213"/>
                    <a:pt x="34428" y="13265"/>
                    <a:pt x="34503" y="13265"/>
                  </a:cubicBezTo>
                  <a:cubicBezTo>
                    <a:pt x="34548" y="13265"/>
                    <a:pt x="34596" y="13247"/>
                    <a:pt x="34659" y="13209"/>
                  </a:cubicBezTo>
                  <a:cubicBezTo>
                    <a:pt x="34892" y="13076"/>
                    <a:pt x="34959" y="12542"/>
                    <a:pt x="34792" y="12142"/>
                  </a:cubicBezTo>
                  <a:cubicBezTo>
                    <a:pt x="34759" y="12008"/>
                    <a:pt x="34659" y="11741"/>
                    <a:pt x="34592" y="11575"/>
                  </a:cubicBezTo>
                  <a:cubicBezTo>
                    <a:pt x="34525" y="11441"/>
                    <a:pt x="34292" y="10974"/>
                    <a:pt x="34025" y="10607"/>
                  </a:cubicBezTo>
                  <a:lnTo>
                    <a:pt x="33591" y="9907"/>
                  </a:lnTo>
                  <a:lnTo>
                    <a:pt x="33825" y="9940"/>
                  </a:lnTo>
                  <a:cubicBezTo>
                    <a:pt x="33958" y="9973"/>
                    <a:pt x="34025" y="10040"/>
                    <a:pt x="34025" y="10140"/>
                  </a:cubicBezTo>
                  <a:cubicBezTo>
                    <a:pt x="34025" y="10207"/>
                    <a:pt x="34058" y="10274"/>
                    <a:pt x="34092" y="10274"/>
                  </a:cubicBezTo>
                  <a:cubicBezTo>
                    <a:pt x="34125" y="10274"/>
                    <a:pt x="34292" y="10474"/>
                    <a:pt x="34425" y="10707"/>
                  </a:cubicBezTo>
                  <a:cubicBezTo>
                    <a:pt x="34613" y="10965"/>
                    <a:pt x="34801" y="11141"/>
                    <a:pt x="34884" y="11141"/>
                  </a:cubicBezTo>
                  <a:cubicBezTo>
                    <a:pt x="34919" y="11141"/>
                    <a:pt x="34936" y="11110"/>
                    <a:pt x="34926" y="11041"/>
                  </a:cubicBezTo>
                  <a:cubicBezTo>
                    <a:pt x="34904" y="10921"/>
                    <a:pt x="34946" y="10869"/>
                    <a:pt x="35024" y="10869"/>
                  </a:cubicBezTo>
                  <a:cubicBezTo>
                    <a:pt x="35185" y="10869"/>
                    <a:pt x="35501" y="11093"/>
                    <a:pt x="35726" y="11408"/>
                  </a:cubicBezTo>
                  <a:cubicBezTo>
                    <a:pt x="35810" y="11575"/>
                    <a:pt x="35867" y="11651"/>
                    <a:pt x="35923" y="11651"/>
                  </a:cubicBezTo>
                  <a:cubicBezTo>
                    <a:pt x="35957" y="11651"/>
                    <a:pt x="35989" y="11624"/>
                    <a:pt x="36026" y="11575"/>
                  </a:cubicBezTo>
                  <a:cubicBezTo>
                    <a:pt x="36093" y="11508"/>
                    <a:pt x="36160" y="11408"/>
                    <a:pt x="36227" y="11374"/>
                  </a:cubicBezTo>
                  <a:cubicBezTo>
                    <a:pt x="36260" y="11341"/>
                    <a:pt x="36327" y="11141"/>
                    <a:pt x="36360" y="10974"/>
                  </a:cubicBezTo>
                  <a:cubicBezTo>
                    <a:pt x="36389" y="10829"/>
                    <a:pt x="36418" y="10734"/>
                    <a:pt x="36425" y="10734"/>
                  </a:cubicBezTo>
                  <a:cubicBezTo>
                    <a:pt x="36426" y="10734"/>
                    <a:pt x="36427" y="10736"/>
                    <a:pt x="36427" y="10741"/>
                  </a:cubicBezTo>
                  <a:cubicBezTo>
                    <a:pt x="36437" y="10758"/>
                    <a:pt x="36445" y="10766"/>
                    <a:pt x="36451" y="10766"/>
                  </a:cubicBezTo>
                  <a:cubicBezTo>
                    <a:pt x="36499" y="10766"/>
                    <a:pt x="36379" y="10179"/>
                    <a:pt x="36260" y="9940"/>
                  </a:cubicBezTo>
                  <a:cubicBezTo>
                    <a:pt x="36191" y="9780"/>
                    <a:pt x="36185" y="9636"/>
                    <a:pt x="36231" y="9636"/>
                  </a:cubicBezTo>
                  <a:cubicBezTo>
                    <a:pt x="36253" y="9636"/>
                    <a:pt x="36285" y="9666"/>
                    <a:pt x="36327" y="9740"/>
                  </a:cubicBezTo>
                  <a:cubicBezTo>
                    <a:pt x="36345" y="9767"/>
                    <a:pt x="36370" y="9779"/>
                    <a:pt x="36398" y="9779"/>
                  </a:cubicBezTo>
                  <a:cubicBezTo>
                    <a:pt x="36476" y="9779"/>
                    <a:pt x="36578" y="9686"/>
                    <a:pt x="36627" y="9540"/>
                  </a:cubicBezTo>
                  <a:cubicBezTo>
                    <a:pt x="36627" y="9473"/>
                    <a:pt x="36594" y="9340"/>
                    <a:pt x="36560" y="9240"/>
                  </a:cubicBezTo>
                  <a:cubicBezTo>
                    <a:pt x="36493" y="9106"/>
                    <a:pt x="36493" y="8906"/>
                    <a:pt x="36527" y="8739"/>
                  </a:cubicBezTo>
                  <a:cubicBezTo>
                    <a:pt x="36560" y="8506"/>
                    <a:pt x="36560" y="8439"/>
                    <a:pt x="36327" y="8172"/>
                  </a:cubicBezTo>
                  <a:cubicBezTo>
                    <a:pt x="36193" y="8039"/>
                    <a:pt x="35993" y="7839"/>
                    <a:pt x="35860" y="7805"/>
                  </a:cubicBezTo>
                  <a:cubicBezTo>
                    <a:pt x="35593" y="7705"/>
                    <a:pt x="35326" y="7405"/>
                    <a:pt x="35493" y="7405"/>
                  </a:cubicBezTo>
                  <a:cubicBezTo>
                    <a:pt x="35559" y="7405"/>
                    <a:pt x="35593" y="7372"/>
                    <a:pt x="35593" y="7305"/>
                  </a:cubicBezTo>
                  <a:cubicBezTo>
                    <a:pt x="35589" y="7287"/>
                    <a:pt x="35595" y="7279"/>
                    <a:pt x="35609" y="7279"/>
                  </a:cubicBezTo>
                  <a:cubicBezTo>
                    <a:pt x="35726" y="7279"/>
                    <a:pt x="36389" y="7845"/>
                    <a:pt x="36627" y="8172"/>
                  </a:cubicBezTo>
                  <a:cubicBezTo>
                    <a:pt x="36836" y="8441"/>
                    <a:pt x="37099" y="8569"/>
                    <a:pt x="37319" y="8569"/>
                  </a:cubicBezTo>
                  <a:cubicBezTo>
                    <a:pt x="37591" y="8569"/>
                    <a:pt x="37798" y="8374"/>
                    <a:pt x="37761" y="8005"/>
                  </a:cubicBezTo>
                  <a:cubicBezTo>
                    <a:pt x="37761" y="7738"/>
                    <a:pt x="37661" y="7572"/>
                    <a:pt x="37161" y="6871"/>
                  </a:cubicBezTo>
                  <a:cubicBezTo>
                    <a:pt x="36627" y="6104"/>
                    <a:pt x="36527" y="5870"/>
                    <a:pt x="36694" y="5770"/>
                  </a:cubicBezTo>
                  <a:cubicBezTo>
                    <a:pt x="36707" y="5760"/>
                    <a:pt x="36733" y="5755"/>
                    <a:pt x="36768" y="5755"/>
                  </a:cubicBezTo>
                  <a:cubicBezTo>
                    <a:pt x="37073" y="5755"/>
                    <a:pt x="38081" y="6111"/>
                    <a:pt x="37961" y="6171"/>
                  </a:cubicBezTo>
                  <a:cubicBezTo>
                    <a:pt x="37928" y="6204"/>
                    <a:pt x="37961" y="6204"/>
                    <a:pt x="38061" y="6204"/>
                  </a:cubicBezTo>
                  <a:cubicBezTo>
                    <a:pt x="38428" y="6137"/>
                    <a:pt x="38562" y="5637"/>
                    <a:pt x="38361" y="5270"/>
                  </a:cubicBezTo>
                  <a:cubicBezTo>
                    <a:pt x="38253" y="5118"/>
                    <a:pt x="38215" y="5065"/>
                    <a:pt x="38257" y="5065"/>
                  </a:cubicBezTo>
                  <a:cubicBezTo>
                    <a:pt x="38280" y="5065"/>
                    <a:pt x="38325" y="5080"/>
                    <a:pt x="38395" y="5103"/>
                  </a:cubicBezTo>
                  <a:cubicBezTo>
                    <a:pt x="38450" y="5125"/>
                    <a:pt x="38488" y="5137"/>
                    <a:pt x="38513" y="5137"/>
                  </a:cubicBezTo>
                  <a:cubicBezTo>
                    <a:pt x="38565" y="5137"/>
                    <a:pt x="38573" y="5092"/>
                    <a:pt x="38595" y="5003"/>
                  </a:cubicBezTo>
                  <a:cubicBezTo>
                    <a:pt x="38595" y="4957"/>
                    <a:pt x="38595" y="4932"/>
                    <a:pt x="38598" y="4932"/>
                  </a:cubicBezTo>
                  <a:cubicBezTo>
                    <a:pt x="38602" y="4932"/>
                    <a:pt x="38610" y="4965"/>
                    <a:pt x="38628" y="5036"/>
                  </a:cubicBezTo>
                  <a:cubicBezTo>
                    <a:pt x="38662" y="5137"/>
                    <a:pt x="38720" y="5187"/>
                    <a:pt x="38816" y="5187"/>
                  </a:cubicBezTo>
                  <a:cubicBezTo>
                    <a:pt x="38912" y="5187"/>
                    <a:pt x="39045" y="5137"/>
                    <a:pt x="39229" y="5036"/>
                  </a:cubicBezTo>
                  <a:cubicBezTo>
                    <a:pt x="39462" y="4870"/>
                    <a:pt x="39529" y="4770"/>
                    <a:pt x="39662" y="4369"/>
                  </a:cubicBezTo>
                  <a:cubicBezTo>
                    <a:pt x="39762" y="3936"/>
                    <a:pt x="39762" y="3869"/>
                    <a:pt x="39596" y="3669"/>
                  </a:cubicBezTo>
                  <a:cubicBezTo>
                    <a:pt x="39429" y="3469"/>
                    <a:pt x="39429" y="3369"/>
                    <a:pt x="39496" y="3035"/>
                  </a:cubicBezTo>
                  <a:cubicBezTo>
                    <a:pt x="39629" y="2468"/>
                    <a:pt x="39529" y="2168"/>
                    <a:pt x="38962" y="1300"/>
                  </a:cubicBezTo>
                  <a:cubicBezTo>
                    <a:pt x="38528" y="667"/>
                    <a:pt x="38395" y="533"/>
                    <a:pt x="37995" y="300"/>
                  </a:cubicBezTo>
                  <a:cubicBezTo>
                    <a:pt x="37928" y="266"/>
                    <a:pt x="37828" y="200"/>
                    <a:pt x="37761" y="166"/>
                  </a:cubicBezTo>
                  <a:cubicBezTo>
                    <a:pt x="37605" y="49"/>
                    <a:pt x="37414" y="1"/>
                    <a:pt x="371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00"/>
                                        <p:tgtEl>
                                          <p:spTgt spid="1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013;p64">
            <a:extLst>
              <a:ext uri="{FF2B5EF4-FFF2-40B4-BE49-F238E27FC236}">
                <a16:creationId xmlns:a16="http://schemas.microsoft.com/office/drawing/2014/main" id="{DE68B2E2-1823-D14A-2194-6931677E75D3}"/>
              </a:ext>
            </a:extLst>
          </p:cNvPr>
          <p:cNvSpPr/>
          <p:nvPr/>
        </p:nvSpPr>
        <p:spPr>
          <a:xfrm rot="174856">
            <a:off x="7468337" y="2856779"/>
            <a:ext cx="930125" cy="1223965"/>
          </a:xfrm>
          <a:custGeom>
            <a:avLst/>
            <a:gdLst/>
            <a:ahLst/>
            <a:cxnLst/>
            <a:rect l="l" t="t" r="r" b="b"/>
            <a:pathLst>
              <a:path w="25285" h="26820" extrusionOk="0">
                <a:moveTo>
                  <a:pt x="17879" y="0"/>
                </a:moveTo>
                <a:lnTo>
                  <a:pt x="0" y="534"/>
                </a:lnTo>
                <a:lnTo>
                  <a:pt x="901" y="26819"/>
                </a:lnTo>
                <a:lnTo>
                  <a:pt x="25285" y="23717"/>
                </a:lnTo>
                <a:lnTo>
                  <a:pt x="17879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1014;p64">
            <a:extLst>
              <a:ext uri="{FF2B5EF4-FFF2-40B4-BE49-F238E27FC236}">
                <a16:creationId xmlns:a16="http://schemas.microsoft.com/office/drawing/2014/main" id="{89F0D892-6CDE-D331-B6C0-6124E82B7AD0}"/>
              </a:ext>
            </a:extLst>
          </p:cNvPr>
          <p:cNvSpPr/>
          <p:nvPr/>
        </p:nvSpPr>
        <p:spPr>
          <a:xfrm>
            <a:off x="6692803" y="2789511"/>
            <a:ext cx="855474" cy="1420615"/>
          </a:xfrm>
          <a:custGeom>
            <a:avLst/>
            <a:gdLst/>
            <a:ahLst/>
            <a:cxnLst/>
            <a:rect l="l" t="t" r="r" b="b"/>
            <a:pathLst>
              <a:path w="18981" h="25052" extrusionOk="0">
                <a:moveTo>
                  <a:pt x="1468" y="0"/>
                </a:moveTo>
                <a:lnTo>
                  <a:pt x="1" y="24418"/>
                </a:lnTo>
                <a:lnTo>
                  <a:pt x="16246" y="25052"/>
                </a:lnTo>
                <a:lnTo>
                  <a:pt x="17913" y="16012"/>
                </a:lnTo>
                <a:lnTo>
                  <a:pt x="18981" y="2035"/>
                </a:lnTo>
                <a:cubicBezTo>
                  <a:pt x="18981" y="2035"/>
                  <a:pt x="3537" y="634"/>
                  <a:pt x="146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016;p64">
            <a:extLst>
              <a:ext uri="{FF2B5EF4-FFF2-40B4-BE49-F238E27FC236}">
                <a16:creationId xmlns:a16="http://schemas.microsoft.com/office/drawing/2014/main" id="{EDC228B5-00AF-5CE1-B428-CAF63D50134D}"/>
              </a:ext>
            </a:extLst>
          </p:cNvPr>
          <p:cNvSpPr/>
          <p:nvPr/>
        </p:nvSpPr>
        <p:spPr>
          <a:xfrm rot="10634992" flipH="1">
            <a:off x="5919997" y="2828407"/>
            <a:ext cx="1002886" cy="1354166"/>
          </a:xfrm>
          <a:custGeom>
            <a:avLst/>
            <a:gdLst/>
            <a:ahLst/>
            <a:cxnLst/>
            <a:rect l="l" t="t" r="r" b="b"/>
            <a:pathLst>
              <a:path w="25285" h="26820" extrusionOk="0">
                <a:moveTo>
                  <a:pt x="17879" y="0"/>
                </a:moveTo>
                <a:lnTo>
                  <a:pt x="0" y="534"/>
                </a:lnTo>
                <a:lnTo>
                  <a:pt x="901" y="26819"/>
                </a:lnTo>
                <a:lnTo>
                  <a:pt x="25285" y="23717"/>
                </a:lnTo>
                <a:lnTo>
                  <a:pt x="17879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014;p64">
            <a:extLst>
              <a:ext uri="{FF2B5EF4-FFF2-40B4-BE49-F238E27FC236}">
                <a16:creationId xmlns:a16="http://schemas.microsoft.com/office/drawing/2014/main" id="{E7CDC400-15A9-664A-A619-BC4DD87EB0C2}"/>
              </a:ext>
            </a:extLst>
          </p:cNvPr>
          <p:cNvSpPr/>
          <p:nvPr/>
        </p:nvSpPr>
        <p:spPr>
          <a:xfrm rot="9884343">
            <a:off x="4928709" y="2880553"/>
            <a:ext cx="986583" cy="1452795"/>
          </a:xfrm>
          <a:custGeom>
            <a:avLst/>
            <a:gdLst/>
            <a:ahLst/>
            <a:cxnLst/>
            <a:rect l="l" t="t" r="r" b="b"/>
            <a:pathLst>
              <a:path w="18981" h="25052" extrusionOk="0">
                <a:moveTo>
                  <a:pt x="1468" y="0"/>
                </a:moveTo>
                <a:lnTo>
                  <a:pt x="1" y="24418"/>
                </a:lnTo>
                <a:lnTo>
                  <a:pt x="16246" y="25052"/>
                </a:lnTo>
                <a:lnTo>
                  <a:pt x="17913" y="16012"/>
                </a:lnTo>
                <a:lnTo>
                  <a:pt x="18981" y="2035"/>
                </a:lnTo>
                <a:cubicBezTo>
                  <a:pt x="18981" y="2035"/>
                  <a:pt x="3537" y="634"/>
                  <a:pt x="146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013;p64">
            <a:extLst>
              <a:ext uri="{FF2B5EF4-FFF2-40B4-BE49-F238E27FC236}">
                <a16:creationId xmlns:a16="http://schemas.microsoft.com/office/drawing/2014/main" id="{085D6A6E-A200-F64E-1A45-759B7BC406DF}"/>
              </a:ext>
            </a:extLst>
          </p:cNvPr>
          <p:cNvSpPr/>
          <p:nvPr/>
        </p:nvSpPr>
        <p:spPr>
          <a:xfrm rot="10800000">
            <a:off x="3994485" y="2935054"/>
            <a:ext cx="897155" cy="1217615"/>
          </a:xfrm>
          <a:custGeom>
            <a:avLst/>
            <a:gdLst/>
            <a:ahLst/>
            <a:cxnLst/>
            <a:rect l="l" t="t" r="r" b="b"/>
            <a:pathLst>
              <a:path w="25285" h="26820" extrusionOk="0">
                <a:moveTo>
                  <a:pt x="17879" y="0"/>
                </a:moveTo>
                <a:lnTo>
                  <a:pt x="0" y="534"/>
                </a:lnTo>
                <a:lnTo>
                  <a:pt x="901" y="26819"/>
                </a:lnTo>
                <a:lnTo>
                  <a:pt x="25285" y="23717"/>
                </a:lnTo>
                <a:lnTo>
                  <a:pt x="17879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014;p64">
            <a:extLst>
              <a:ext uri="{FF2B5EF4-FFF2-40B4-BE49-F238E27FC236}">
                <a16:creationId xmlns:a16="http://schemas.microsoft.com/office/drawing/2014/main" id="{A01B42A4-656D-6690-84B0-E1BB24EEC3EB}"/>
              </a:ext>
            </a:extLst>
          </p:cNvPr>
          <p:cNvSpPr/>
          <p:nvPr/>
        </p:nvSpPr>
        <p:spPr>
          <a:xfrm>
            <a:off x="3205504" y="2971129"/>
            <a:ext cx="1015281" cy="1106195"/>
          </a:xfrm>
          <a:custGeom>
            <a:avLst/>
            <a:gdLst/>
            <a:ahLst/>
            <a:cxnLst/>
            <a:rect l="l" t="t" r="r" b="b"/>
            <a:pathLst>
              <a:path w="18981" h="25052" extrusionOk="0">
                <a:moveTo>
                  <a:pt x="1468" y="0"/>
                </a:moveTo>
                <a:lnTo>
                  <a:pt x="1" y="24418"/>
                </a:lnTo>
                <a:lnTo>
                  <a:pt x="16246" y="25052"/>
                </a:lnTo>
                <a:lnTo>
                  <a:pt x="17913" y="16012"/>
                </a:lnTo>
                <a:lnTo>
                  <a:pt x="18981" y="2035"/>
                </a:lnTo>
                <a:cubicBezTo>
                  <a:pt x="18981" y="2035"/>
                  <a:pt x="3537" y="634"/>
                  <a:pt x="146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8" name="Google Shape;1718;p81"/>
          <p:cNvSpPr/>
          <p:nvPr/>
        </p:nvSpPr>
        <p:spPr>
          <a:xfrm>
            <a:off x="3981738" y="1264137"/>
            <a:ext cx="1015281" cy="1361903"/>
          </a:xfrm>
          <a:custGeom>
            <a:avLst/>
            <a:gdLst/>
            <a:ahLst/>
            <a:cxnLst/>
            <a:rect l="l" t="t" r="r" b="b"/>
            <a:pathLst>
              <a:path w="18281" h="24285" extrusionOk="0">
                <a:moveTo>
                  <a:pt x="18281" y="0"/>
                </a:moveTo>
                <a:lnTo>
                  <a:pt x="1669" y="1368"/>
                </a:lnTo>
                <a:lnTo>
                  <a:pt x="1" y="21749"/>
                </a:lnTo>
                <a:lnTo>
                  <a:pt x="17046" y="24284"/>
                </a:lnTo>
                <a:lnTo>
                  <a:pt x="18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7" name="Google Shape;1717;p81"/>
          <p:cNvSpPr/>
          <p:nvPr/>
        </p:nvSpPr>
        <p:spPr>
          <a:xfrm>
            <a:off x="4588918" y="1321593"/>
            <a:ext cx="1334193" cy="1361899"/>
          </a:xfrm>
          <a:custGeom>
            <a:avLst/>
            <a:gdLst/>
            <a:ahLst/>
            <a:cxnLst/>
            <a:rect l="l" t="t" r="r" b="b"/>
            <a:pathLst>
              <a:path w="15779" h="21283" extrusionOk="0">
                <a:moveTo>
                  <a:pt x="15779" y="1"/>
                </a:moveTo>
                <a:lnTo>
                  <a:pt x="3437" y="534"/>
                </a:lnTo>
                <a:lnTo>
                  <a:pt x="1" y="21282"/>
                </a:lnTo>
                <a:lnTo>
                  <a:pt x="1" y="21282"/>
                </a:lnTo>
                <a:lnTo>
                  <a:pt x="13144" y="20015"/>
                </a:lnTo>
                <a:lnTo>
                  <a:pt x="15779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3" name="Google Shape;1713;p81"/>
          <p:cNvSpPr/>
          <p:nvPr/>
        </p:nvSpPr>
        <p:spPr>
          <a:xfrm>
            <a:off x="6421441" y="1396939"/>
            <a:ext cx="929738" cy="1361899"/>
          </a:xfrm>
          <a:custGeom>
            <a:avLst/>
            <a:gdLst/>
            <a:ahLst/>
            <a:cxnLst/>
            <a:rect l="l" t="t" r="r" b="b"/>
            <a:pathLst>
              <a:path w="15779" h="21283" extrusionOk="0">
                <a:moveTo>
                  <a:pt x="15779" y="1"/>
                </a:moveTo>
                <a:lnTo>
                  <a:pt x="3437" y="534"/>
                </a:lnTo>
                <a:lnTo>
                  <a:pt x="1" y="21282"/>
                </a:lnTo>
                <a:lnTo>
                  <a:pt x="1" y="21282"/>
                </a:lnTo>
                <a:lnTo>
                  <a:pt x="13144" y="20015"/>
                </a:lnTo>
                <a:lnTo>
                  <a:pt x="15779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14" name="Google Shape;1714;p81"/>
          <p:cNvSpPr/>
          <p:nvPr/>
        </p:nvSpPr>
        <p:spPr>
          <a:xfrm flipH="1">
            <a:off x="1425081" y="2805127"/>
            <a:ext cx="1015281" cy="1511073"/>
          </a:xfrm>
          <a:custGeom>
            <a:avLst/>
            <a:gdLst/>
            <a:ahLst/>
            <a:cxnLst/>
            <a:rect l="l" t="t" r="r" b="b"/>
            <a:pathLst>
              <a:path w="18281" h="24285" extrusionOk="0">
                <a:moveTo>
                  <a:pt x="18281" y="0"/>
                </a:moveTo>
                <a:lnTo>
                  <a:pt x="1669" y="1368"/>
                </a:lnTo>
                <a:lnTo>
                  <a:pt x="1" y="21749"/>
                </a:lnTo>
                <a:lnTo>
                  <a:pt x="17046" y="24284"/>
                </a:lnTo>
                <a:lnTo>
                  <a:pt x="18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5" name="Google Shape;1715;p81"/>
          <p:cNvSpPr/>
          <p:nvPr/>
        </p:nvSpPr>
        <p:spPr>
          <a:xfrm>
            <a:off x="2365998" y="2795937"/>
            <a:ext cx="929726" cy="1317461"/>
          </a:xfrm>
          <a:custGeom>
            <a:avLst/>
            <a:gdLst/>
            <a:ahLst/>
            <a:cxnLst/>
            <a:rect l="l" t="t" r="r" b="b"/>
            <a:pathLst>
              <a:path w="18281" h="24285" extrusionOk="0">
                <a:moveTo>
                  <a:pt x="18281" y="0"/>
                </a:moveTo>
                <a:lnTo>
                  <a:pt x="1669" y="1368"/>
                </a:lnTo>
                <a:lnTo>
                  <a:pt x="1" y="21749"/>
                </a:lnTo>
                <a:lnTo>
                  <a:pt x="17046" y="24284"/>
                </a:lnTo>
                <a:lnTo>
                  <a:pt x="1828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6" name="Google Shape;1716;p81"/>
          <p:cNvSpPr/>
          <p:nvPr/>
        </p:nvSpPr>
        <p:spPr>
          <a:xfrm>
            <a:off x="5704575" y="1321593"/>
            <a:ext cx="769044" cy="1415039"/>
          </a:xfrm>
          <a:custGeom>
            <a:avLst/>
            <a:gdLst/>
            <a:ahLst/>
            <a:cxnLst/>
            <a:rect l="l" t="t" r="r" b="b"/>
            <a:pathLst>
              <a:path w="27288" h="24719" extrusionOk="0">
                <a:moveTo>
                  <a:pt x="1" y="1"/>
                </a:moveTo>
                <a:lnTo>
                  <a:pt x="4904" y="24252"/>
                </a:lnTo>
                <a:lnTo>
                  <a:pt x="14745" y="24719"/>
                </a:lnTo>
                <a:lnTo>
                  <a:pt x="22117" y="23818"/>
                </a:lnTo>
                <a:lnTo>
                  <a:pt x="27287" y="2736"/>
                </a:lnTo>
                <a:lnTo>
                  <a:pt x="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19" name="Google Shape;1719;p81"/>
          <p:cNvSpPr/>
          <p:nvPr/>
        </p:nvSpPr>
        <p:spPr>
          <a:xfrm>
            <a:off x="3350674" y="1308579"/>
            <a:ext cx="769082" cy="1317461"/>
          </a:xfrm>
          <a:custGeom>
            <a:avLst/>
            <a:gdLst/>
            <a:ahLst/>
            <a:cxnLst/>
            <a:rect l="l" t="t" r="r" b="b"/>
            <a:pathLst>
              <a:path w="18281" h="24285" extrusionOk="0">
                <a:moveTo>
                  <a:pt x="18281" y="0"/>
                </a:moveTo>
                <a:lnTo>
                  <a:pt x="1669" y="1368"/>
                </a:lnTo>
                <a:lnTo>
                  <a:pt x="1" y="21749"/>
                </a:lnTo>
                <a:lnTo>
                  <a:pt x="17046" y="24284"/>
                </a:lnTo>
                <a:lnTo>
                  <a:pt x="1828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0" name="Google Shape;1720;p81"/>
          <p:cNvSpPr/>
          <p:nvPr/>
        </p:nvSpPr>
        <p:spPr>
          <a:xfrm>
            <a:off x="2288001" y="1271264"/>
            <a:ext cx="1085721" cy="1274821"/>
          </a:xfrm>
          <a:custGeom>
            <a:avLst/>
            <a:gdLst/>
            <a:ahLst/>
            <a:cxnLst/>
            <a:rect l="l" t="t" r="r" b="b"/>
            <a:pathLst>
              <a:path w="27288" h="24719" extrusionOk="0">
                <a:moveTo>
                  <a:pt x="1" y="1"/>
                </a:moveTo>
                <a:lnTo>
                  <a:pt x="4904" y="24252"/>
                </a:lnTo>
                <a:lnTo>
                  <a:pt x="14745" y="24719"/>
                </a:lnTo>
                <a:lnTo>
                  <a:pt x="22117" y="23818"/>
                </a:lnTo>
                <a:lnTo>
                  <a:pt x="27287" y="2736"/>
                </a:lnTo>
                <a:lnTo>
                  <a:pt x="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21" name="Google Shape;1721;p81"/>
          <p:cNvSpPr txBox="1">
            <a:spLocks noGrp="1"/>
          </p:cNvSpPr>
          <p:nvPr>
            <p:ph type="title"/>
          </p:nvPr>
        </p:nvSpPr>
        <p:spPr>
          <a:xfrm>
            <a:off x="1440937" y="2230176"/>
            <a:ext cx="6703996" cy="101391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>
                <a:solidFill>
                  <a:schemeClr val="bg1"/>
                </a:solidFill>
                <a:latin typeface="Germania One"/>
                <a:ea typeface="Germania One"/>
                <a:cs typeface="Germania One"/>
                <a:sym typeface="Germania One"/>
              </a:rPr>
              <a:t>B </a:t>
            </a:r>
            <a:r>
              <a:rPr lang="hu-HU" dirty="0">
                <a:solidFill>
                  <a:schemeClr val="dk1"/>
                </a:solidFill>
                <a:latin typeface="Germania One"/>
                <a:ea typeface="Germania One"/>
                <a:cs typeface="Germania One"/>
                <a:sym typeface="Germania One"/>
              </a:rPr>
              <a:t>o </a:t>
            </a:r>
            <a:r>
              <a:rPr lang="hu-HU" dirty="0">
                <a:solidFill>
                  <a:schemeClr val="bg1"/>
                </a:solidFill>
                <a:latin typeface="Germania One"/>
                <a:ea typeface="Germania One"/>
                <a:cs typeface="Germania One"/>
                <a:sym typeface="Germania One"/>
              </a:rPr>
              <a:t>l </a:t>
            </a:r>
            <a:r>
              <a:rPr lang="hu-HU" dirty="0">
                <a:solidFill>
                  <a:schemeClr val="dk1"/>
                </a:solidFill>
                <a:latin typeface="Germania One"/>
                <a:ea typeface="Germania One"/>
                <a:cs typeface="Germania One"/>
                <a:sym typeface="Germania One"/>
              </a:rPr>
              <a:t>d </a:t>
            </a:r>
            <a:r>
              <a:rPr lang="hu-HU" dirty="0">
                <a:solidFill>
                  <a:schemeClr val="bg1"/>
                </a:solidFill>
                <a:latin typeface="Germania One"/>
                <a:ea typeface="Germania One"/>
                <a:cs typeface="Germania One"/>
                <a:sym typeface="Germania One"/>
              </a:rPr>
              <a:t>o </a:t>
            </a:r>
            <a:r>
              <a:rPr lang="hu-HU" dirty="0">
                <a:solidFill>
                  <a:schemeClr val="dk1"/>
                </a:solidFill>
                <a:latin typeface="Germania One"/>
                <a:ea typeface="Germania One"/>
                <a:cs typeface="Germania One"/>
                <a:sym typeface="Germania One"/>
              </a:rPr>
              <a:t>g</a:t>
            </a:r>
            <a:br>
              <a:rPr lang="hu-HU" dirty="0">
                <a:solidFill>
                  <a:schemeClr val="dk1"/>
                </a:solidFill>
                <a:latin typeface="Germania One"/>
                <a:ea typeface="Germania One"/>
                <a:cs typeface="Germania One"/>
                <a:sym typeface="Germania One"/>
              </a:rPr>
            </a:br>
            <a:r>
              <a:rPr lang="hu-HU" dirty="0">
                <a:solidFill>
                  <a:schemeClr val="bg1"/>
                </a:solidFill>
                <a:latin typeface="Germania One"/>
                <a:ea typeface="Germania One"/>
                <a:cs typeface="Germania One"/>
                <a:sym typeface="Germania One"/>
              </a:rPr>
              <a:t>n </a:t>
            </a:r>
            <a:r>
              <a:rPr lang="hu-HU" dirty="0">
                <a:solidFill>
                  <a:schemeClr val="dk1"/>
                </a:solidFill>
                <a:latin typeface="Germania One"/>
                <a:ea typeface="Germania One"/>
                <a:cs typeface="Germania One"/>
                <a:sym typeface="Germania One"/>
              </a:rPr>
              <a:t>ő </a:t>
            </a:r>
            <a:r>
              <a:rPr lang="hu-HU" dirty="0">
                <a:solidFill>
                  <a:schemeClr val="bg1"/>
                </a:solidFill>
                <a:latin typeface="Germania One"/>
                <a:ea typeface="Germania One"/>
                <a:cs typeface="Germania One"/>
                <a:sym typeface="Germania One"/>
              </a:rPr>
              <a:t>n </a:t>
            </a:r>
            <a:r>
              <a:rPr lang="hu-HU" dirty="0">
                <a:solidFill>
                  <a:schemeClr val="dk1"/>
                </a:solidFill>
                <a:latin typeface="Germania One"/>
                <a:ea typeface="Germania One"/>
                <a:cs typeface="Germania One"/>
                <a:sym typeface="Germania One"/>
              </a:rPr>
              <a:t>a </a:t>
            </a:r>
            <a:r>
              <a:rPr lang="hu-HU" dirty="0">
                <a:solidFill>
                  <a:schemeClr val="bg1"/>
                </a:solidFill>
                <a:latin typeface="Germania One"/>
                <a:ea typeface="Germania One"/>
                <a:cs typeface="Germania One"/>
                <a:sym typeface="Germania One"/>
              </a:rPr>
              <a:t>p </a:t>
            </a:r>
            <a:r>
              <a:rPr lang="hu-HU" dirty="0">
                <a:solidFill>
                  <a:schemeClr val="dk1"/>
                </a:solidFill>
                <a:latin typeface="Germania One"/>
                <a:ea typeface="Germania One"/>
                <a:cs typeface="Germania One"/>
                <a:sym typeface="Germania One"/>
              </a:rPr>
              <a:t>o </a:t>
            </a:r>
            <a:r>
              <a:rPr lang="hu-HU" dirty="0">
                <a:solidFill>
                  <a:schemeClr val="bg1"/>
                </a:solidFill>
                <a:latin typeface="Germania One"/>
                <a:ea typeface="Germania One"/>
                <a:cs typeface="Germania One"/>
                <a:sym typeface="Germania One"/>
              </a:rPr>
              <a:t>t </a:t>
            </a:r>
            <a:r>
              <a:rPr lang="hu-HU" dirty="0">
                <a:solidFill>
                  <a:schemeClr val="dk1"/>
                </a:solidFill>
                <a:latin typeface="Germania One"/>
                <a:ea typeface="Germania One"/>
                <a:cs typeface="Germania One"/>
                <a:sym typeface="Germania One"/>
              </a:rPr>
              <a:t>!</a:t>
            </a:r>
            <a:endParaRPr dirty="0">
              <a:solidFill>
                <a:schemeClr val="dk1"/>
              </a:solidFill>
              <a:latin typeface="Germania One"/>
              <a:ea typeface="Germania One"/>
              <a:cs typeface="Germania One"/>
              <a:sym typeface="Germania One"/>
            </a:endParaRPr>
          </a:p>
        </p:txBody>
      </p:sp>
      <p:sp>
        <p:nvSpPr>
          <p:cNvPr id="1722" name="Google Shape;1722;p81">
            <a:hlinkClick r:id="rId3" action="ppaction://hlinksldjump"/>
          </p:cNvPr>
          <p:cNvSpPr/>
          <p:nvPr/>
        </p:nvSpPr>
        <p:spPr>
          <a:xfrm>
            <a:off x="8825155" y="2500037"/>
            <a:ext cx="128263" cy="126003"/>
          </a:xfrm>
          <a:custGeom>
            <a:avLst/>
            <a:gdLst/>
            <a:ahLst/>
            <a:cxnLst/>
            <a:rect l="l" t="t" r="r" b="b"/>
            <a:pathLst>
              <a:path w="212885" h="209134" extrusionOk="0">
                <a:moveTo>
                  <a:pt x="106442" y="0"/>
                </a:moveTo>
                <a:cubicBezTo>
                  <a:pt x="101296" y="0"/>
                  <a:pt x="96467" y="2010"/>
                  <a:pt x="92840" y="5637"/>
                </a:cubicBezTo>
                <a:lnTo>
                  <a:pt x="7574" y="90903"/>
                </a:lnTo>
                <a:cubicBezTo>
                  <a:pt x="7525" y="90928"/>
                  <a:pt x="7501" y="90977"/>
                  <a:pt x="7476" y="91001"/>
                </a:cubicBezTo>
                <a:cubicBezTo>
                  <a:pt x="1" y="98501"/>
                  <a:pt x="25" y="110682"/>
                  <a:pt x="7525" y="118181"/>
                </a:cubicBezTo>
                <a:cubicBezTo>
                  <a:pt x="10932" y="121613"/>
                  <a:pt x="15466" y="123598"/>
                  <a:pt x="20294" y="123794"/>
                </a:cubicBezTo>
                <a:cubicBezTo>
                  <a:pt x="20490" y="123818"/>
                  <a:pt x="20686" y="123818"/>
                  <a:pt x="20882" y="123818"/>
                </a:cubicBezTo>
                <a:lnTo>
                  <a:pt x="24289" y="123818"/>
                </a:lnTo>
                <a:lnTo>
                  <a:pt x="24289" y="186610"/>
                </a:lnTo>
                <a:cubicBezTo>
                  <a:pt x="24289" y="199036"/>
                  <a:pt x="34387" y="209133"/>
                  <a:pt x="46813" y="209133"/>
                </a:cubicBezTo>
                <a:lnTo>
                  <a:pt x="80194" y="209133"/>
                </a:lnTo>
                <a:cubicBezTo>
                  <a:pt x="83576" y="209133"/>
                  <a:pt x="86321" y="206388"/>
                  <a:pt x="86321" y="203006"/>
                </a:cubicBezTo>
                <a:lnTo>
                  <a:pt x="86321" y="153793"/>
                </a:lnTo>
                <a:cubicBezTo>
                  <a:pt x="86321" y="148131"/>
                  <a:pt x="90928" y="143523"/>
                  <a:pt x="96614" y="143523"/>
                </a:cubicBezTo>
                <a:lnTo>
                  <a:pt x="116295" y="143523"/>
                </a:lnTo>
                <a:cubicBezTo>
                  <a:pt x="121956" y="143523"/>
                  <a:pt x="126564" y="148131"/>
                  <a:pt x="126564" y="153793"/>
                </a:cubicBezTo>
                <a:lnTo>
                  <a:pt x="126564" y="203006"/>
                </a:lnTo>
                <a:cubicBezTo>
                  <a:pt x="126564" y="206388"/>
                  <a:pt x="129309" y="209133"/>
                  <a:pt x="132691" y="209133"/>
                </a:cubicBezTo>
                <a:lnTo>
                  <a:pt x="166072" y="209133"/>
                </a:lnTo>
                <a:cubicBezTo>
                  <a:pt x="178498" y="209133"/>
                  <a:pt x="188620" y="199036"/>
                  <a:pt x="188620" y="186610"/>
                </a:cubicBezTo>
                <a:lnTo>
                  <a:pt x="188620" y="123818"/>
                </a:lnTo>
                <a:lnTo>
                  <a:pt x="191757" y="123818"/>
                </a:lnTo>
                <a:cubicBezTo>
                  <a:pt x="196904" y="123818"/>
                  <a:pt x="201733" y="121833"/>
                  <a:pt x="205384" y="118181"/>
                </a:cubicBezTo>
                <a:cubicBezTo>
                  <a:pt x="212884" y="110682"/>
                  <a:pt x="212884" y="98476"/>
                  <a:pt x="205384" y="90977"/>
                </a:cubicBezTo>
                <a:lnTo>
                  <a:pt x="205384" y="90952"/>
                </a:lnTo>
                <a:lnTo>
                  <a:pt x="120069" y="5637"/>
                </a:lnTo>
                <a:cubicBezTo>
                  <a:pt x="116417" y="2010"/>
                  <a:pt x="111589" y="0"/>
                  <a:pt x="106442" y="0"/>
                </a:cubicBez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3" name="Google Shape;1723;p81">
            <a:hlinkClick r:id="" action="ppaction://hlinkshowjump?jump=previousslide"/>
          </p:cNvPr>
          <p:cNvSpPr/>
          <p:nvPr/>
        </p:nvSpPr>
        <p:spPr>
          <a:xfrm rot="-5400000">
            <a:off x="8866829" y="2282123"/>
            <a:ext cx="45000" cy="99900"/>
          </a:xfrm>
          <a:prstGeom prst="chevron">
            <a:avLst>
              <a:gd name="adj" fmla="val 10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4" name="Google Shape;1724;p81">
            <a:hlinkClick r:id="" action="ppaction://hlinkshowjump?jump=nextslide"/>
          </p:cNvPr>
          <p:cNvSpPr/>
          <p:nvPr/>
        </p:nvSpPr>
        <p:spPr>
          <a:xfrm rot="5400000">
            <a:off x="8860413" y="2755177"/>
            <a:ext cx="57600" cy="99900"/>
          </a:xfrm>
          <a:prstGeom prst="chevron">
            <a:avLst>
              <a:gd name="adj" fmla="val 10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d Girls Day XL by Slidesgo">
  <a:themeElements>
    <a:clrScheme name="Simple Light">
      <a:dk1>
        <a:srgbClr val="000000"/>
      </a:dk1>
      <a:lt1>
        <a:srgbClr val="FFFFFF"/>
      </a:lt1>
      <a:dk2>
        <a:srgbClr val="CCCCCC"/>
      </a:dk2>
      <a:lt2>
        <a:srgbClr val="CB283A"/>
      </a:lt2>
      <a:accent1>
        <a:srgbClr val="E62137"/>
      </a:accent1>
      <a:accent2>
        <a:srgbClr val="FF7BAC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163</Words>
  <Application>Microsoft Office PowerPoint</Application>
  <PresentationFormat>Diavetítés a képernyőre (16:9 oldalarány)</PresentationFormat>
  <Paragraphs>24</Paragraphs>
  <Slides>5</Slides>
  <Notes>5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10</vt:i4>
      </vt:variant>
      <vt:variant>
        <vt:lpstr>Téma</vt:lpstr>
      </vt:variant>
      <vt:variant>
        <vt:i4>1</vt:i4>
      </vt:variant>
      <vt:variant>
        <vt:lpstr>Diacímek</vt:lpstr>
      </vt:variant>
      <vt:variant>
        <vt:i4>5</vt:i4>
      </vt:variant>
    </vt:vector>
  </HeadingPairs>
  <TitlesOfParts>
    <vt:vector size="16" baseType="lpstr">
      <vt:lpstr>Lora</vt:lpstr>
      <vt:lpstr>Arial</vt:lpstr>
      <vt:lpstr>Germania One</vt:lpstr>
      <vt:lpstr>Gloria Halleluja</vt:lpstr>
      <vt:lpstr>Roboto Condensed Light</vt:lpstr>
      <vt:lpstr>Fjalla One</vt:lpstr>
      <vt:lpstr>Gloria Hallelujah</vt:lpstr>
      <vt:lpstr>Catamaran</vt:lpstr>
      <vt:lpstr>Anton</vt:lpstr>
      <vt:lpstr>Nunito</vt:lpstr>
      <vt:lpstr>Bad Girls Day XL by Slidesgo</vt:lpstr>
      <vt:lpstr>N ő k  a z i  n  f  o r m a t  i  k  á  b  a  n</vt:lpstr>
      <vt:lpstr>Dán Klára</vt:lpstr>
      <vt:lpstr>Grace Hopper</vt:lpstr>
      <vt:lpstr>Ada Lovelace</vt:lpstr>
      <vt:lpstr>B o l d o g n ő n a p o t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 ő k  a  t  e  c  h  n  o  l  ó  g  i  á  b  a  n</dc:title>
  <cp:lastModifiedBy>Dominika Gáspár</cp:lastModifiedBy>
  <cp:revision>4</cp:revision>
  <dcterms:modified xsi:type="dcterms:W3CDTF">2026-03-08T21:34:16Z</dcterms:modified>
</cp:coreProperties>
</file>